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2066149"/>
              <a:ext cx="13461" cy="139"/>
            </a:xfrm>
            <a:custGeom>
              <a:avLst/>
              <a:pathLst>
                <a:path w="13461" h="139">
                  <a:moveTo>
                    <a:pt x="0" y="0"/>
                  </a:moveTo>
                  <a:lnTo>
                    <a:pt x="100" y="0"/>
                  </a:lnTo>
                  <a:lnTo>
                    <a:pt x="768" y="0"/>
                  </a:lnTo>
                  <a:lnTo>
                    <a:pt x="1436" y="0"/>
                  </a:lnTo>
                  <a:lnTo>
                    <a:pt x="2104" y="0"/>
                  </a:lnTo>
                  <a:lnTo>
                    <a:pt x="2772" y="0"/>
                  </a:lnTo>
                  <a:lnTo>
                    <a:pt x="3440" y="0"/>
                  </a:lnTo>
                  <a:lnTo>
                    <a:pt x="4108" y="0"/>
                  </a:lnTo>
                  <a:lnTo>
                    <a:pt x="4776" y="0"/>
                  </a:lnTo>
                  <a:lnTo>
                    <a:pt x="5444" y="0"/>
                  </a:lnTo>
                  <a:lnTo>
                    <a:pt x="6112" y="0"/>
                  </a:lnTo>
                  <a:lnTo>
                    <a:pt x="6780" y="0"/>
                  </a:lnTo>
                  <a:lnTo>
                    <a:pt x="7448" y="0"/>
                  </a:lnTo>
                  <a:lnTo>
                    <a:pt x="8116" y="0"/>
                  </a:lnTo>
                  <a:lnTo>
                    <a:pt x="8784" y="0"/>
                  </a:lnTo>
                  <a:lnTo>
                    <a:pt x="9452" y="0"/>
                  </a:lnTo>
                  <a:lnTo>
                    <a:pt x="10120" y="0"/>
                  </a:lnTo>
                  <a:lnTo>
                    <a:pt x="10788" y="0"/>
                  </a:lnTo>
                  <a:lnTo>
                    <a:pt x="11456" y="0"/>
                  </a:lnTo>
                  <a:lnTo>
                    <a:pt x="12124" y="0"/>
                  </a:lnTo>
                  <a:lnTo>
                    <a:pt x="12792" y="0"/>
                  </a:lnTo>
                  <a:lnTo>
                    <a:pt x="13460" y="0"/>
                  </a:lnTo>
                  <a:lnTo>
                    <a:pt x="13461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60846" y="1781410"/>
              <a:ext cx="20266" cy="284878"/>
            </a:xfrm>
            <a:custGeom>
              <a:avLst/>
              <a:pathLst>
                <a:path w="20266" h="284878">
                  <a:moveTo>
                    <a:pt x="0" y="284878"/>
                  </a:moveTo>
                  <a:lnTo>
                    <a:pt x="1" y="284739"/>
                  </a:lnTo>
                  <a:lnTo>
                    <a:pt x="669" y="284739"/>
                  </a:lnTo>
                  <a:lnTo>
                    <a:pt x="1337" y="218719"/>
                  </a:lnTo>
                  <a:lnTo>
                    <a:pt x="2005" y="185796"/>
                  </a:lnTo>
                  <a:lnTo>
                    <a:pt x="2673" y="108161"/>
                  </a:lnTo>
                  <a:lnTo>
                    <a:pt x="3341" y="100088"/>
                  </a:lnTo>
                  <a:lnTo>
                    <a:pt x="4009" y="100088"/>
                  </a:lnTo>
                  <a:lnTo>
                    <a:pt x="4677" y="100088"/>
                  </a:lnTo>
                  <a:lnTo>
                    <a:pt x="5345" y="100088"/>
                  </a:lnTo>
                  <a:lnTo>
                    <a:pt x="6013" y="100088"/>
                  </a:lnTo>
                  <a:lnTo>
                    <a:pt x="6681" y="100088"/>
                  </a:lnTo>
                  <a:lnTo>
                    <a:pt x="7349" y="100088"/>
                  </a:lnTo>
                  <a:lnTo>
                    <a:pt x="8017" y="100088"/>
                  </a:lnTo>
                  <a:lnTo>
                    <a:pt x="8685" y="100088"/>
                  </a:lnTo>
                  <a:lnTo>
                    <a:pt x="9353" y="100088"/>
                  </a:lnTo>
                  <a:lnTo>
                    <a:pt x="10021" y="46248"/>
                  </a:lnTo>
                  <a:lnTo>
                    <a:pt x="10689" y="3441"/>
                  </a:lnTo>
                  <a:lnTo>
                    <a:pt x="11357" y="0"/>
                  </a:lnTo>
                  <a:lnTo>
                    <a:pt x="12025" y="24488"/>
                  </a:lnTo>
                  <a:lnTo>
                    <a:pt x="12693" y="92114"/>
                  </a:lnTo>
                  <a:lnTo>
                    <a:pt x="13361" y="100088"/>
                  </a:lnTo>
                  <a:lnTo>
                    <a:pt x="14029" y="100088"/>
                  </a:lnTo>
                  <a:lnTo>
                    <a:pt x="14697" y="100088"/>
                  </a:lnTo>
                  <a:lnTo>
                    <a:pt x="15365" y="100088"/>
                  </a:lnTo>
                  <a:lnTo>
                    <a:pt x="16033" y="100088"/>
                  </a:lnTo>
                  <a:lnTo>
                    <a:pt x="16701" y="100088"/>
                  </a:lnTo>
                  <a:lnTo>
                    <a:pt x="17369" y="100088"/>
                  </a:lnTo>
                  <a:lnTo>
                    <a:pt x="18037" y="100088"/>
                  </a:lnTo>
                  <a:lnTo>
                    <a:pt x="18705" y="100088"/>
                  </a:lnTo>
                  <a:lnTo>
                    <a:pt x="19373" y="190671"/>
                  </a:lnTo>
                  <a:lnTo>
                    <a:pt x="20041" y="259961"/>
                  </a:lnTo>
                  <a:lnTo>
                    <a:pt x="20266" y="2848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2244" y="2066149"/>
              <a:ext cx="19374" cy="139"/>
            </a:xfrm>
            <a:custGeom>
              <a:avLst/>
              <a:pathLst>
                <a:path w="19374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19374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4325" y="1738271"/>
              <a:ext cx="10282" cy="328017"/>
            </a:xfrm>
            <a:custGeom>
              <a:avLst/>
              <a:pathLst>
                <a:path w="10282" h="328017">
                  <a:moveTo>
                    <a:pt x="0" y="328017"/>
                  </a:moveTo>
                  <a:lnTo>
                    <a:pt x="653" y="218507"/>
                  </a:lnTo>
                  <a:lnTo>
                    <a:pt x="1321" y="127002"/>
                  </a:lnTo>
                  <a:lnTo>
                    <a:pt x="1989" y="101100"/>
                  </a:lnTo>
                  <a:lnTo>
                    <a:pt x="2657" y="90583"/>
                  </a:lnTo>
                  <a:lnTo>
                    <a:pt x="3325" y="0"/>
                  </a:lnTo>
                  <a:lnTo>
                    <a:pt x="3993" y="0"/>
                  </a:lnTo>
                  <a:lnTo>
                    <a:pt x="4661" y="50040"/>
                  </a:lnTo>
                  <a:lnTo>
                    <a:pt x="5329" y="67626"/>
                  </a:lnTo>
                  <a:lnTo>
                    <a:pt x="5997" y="67626"/>
                  </a:lnTo>
                  <a:lnTo>
                    <a:pt x="6665" y="67626"/>
                  </a:lnTo>
                  <a:lnTo>
                    <a:pt x="7333" y="67626"/>
                  </a:lnTo>
                  <a:lnTo>
                    <a:pt x="8001" y="67626"/>
                  </a:lnTo>
                  <a:lnTo>
                    <a:pt x="8669" y="100549"/>
                  </a:lnTo>
                  <a:lnTo>
                    <a:pt x="9337" y="233810"/>
                  </a:lnTo>
                  <a:lnTo>
                    <a:pt x="10005" y="268859"/>
                  </a:lnTo>
                  <a:lnTo>
                    <a:pt x="10282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44749" y="1932901"/>
              <a:ext cx="9101" cy="133388"/>
            </a:xfrm>
            <a:custGeom>
              <a:avLst/>
              <a:pathLst>
                <a:path w="9101" h="133388">
                  <a:moveTo>
                    <a:pt x="0" y="133388"/>
                  </a:moveTo>
                  <a:lnTo>
                    <a:pt x="269" y="88690"/>
                  </a:lnTo>
                  <a:lnTo>
                    <a:pt x="937" y="88690"/>
                  </a:lnTo>
                  <a:lnTo>
                    <a:pt x="1605" y="83865"/>
                  </a:lnTo>
                  <a:lnTo>
                    <a:pt x="2273" y="68637"/>
                  </a:lnTo>
                  <a:lnTo>
                    <a:pt x="2941" y="0"/>
                  </a:lnTo>
                  <a:lnTo>
                    <a:pt x="3609" y="0"/>
                  </a:lnTo>
                  <a:lnTo>
                    <a:pt x="4277" y="0"/>
                  </a:lnTo>
                  <a:lnTo>
                    <a:pt x="4945" y="0"/>
                  </a:lnTo>
                  <a:lnTo>
                    <a:pt x="5613" y="0"/>
                  </a:lnTo>
                  <a:lnTo>
                    <a:pt x="6281" y="0"/>
                  </a:lnTo>
                  <a:lnTo>
                    <a:pt x="6949" y="68637"/>
                  </a:lnTo>
                  <a:lnTo>
                    <a:pt x="7617" y="68637"/>
                  </a:lnTo>
                  <a:lnTo>
                    <a:pt x="8285" y="128388"/>
                  </a:lnTo>
                  <a:lnTo>
                    <a:pt x="8953" y="95861"/>
                  </a:lnTo>
                  <a:lnTo>
                    <a:pt x="9101" y="13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69067" y="1805898"/>
              <a:ext cx="33225" cy="260390"/>
            </a:xfrm>
            <a:custGeom>
              <a:avLst/>
              <a:pathLst>
                <a:path w="33225" h="260390">
                  <a:moveTo>
                    <a:pt x="0" y="260390"/>
                  </a:moveTo>
                  <a:lnTo>
                    <a:pt x="1" y="260251"/>
                  </a:lnTo>
                  <a:lnTo>
                    <a:pt x="669" y="260251"/>
                  </a:lnTo>
                  <a:lnTo>
                    <a:pt x="1337" y="260251"/>
                  </a:lnTo>
                  <a:lnTo>
                    <a:pt x="2005" y="260251"/>
                  </a:lnTo>
                  <a:lnTo>
                    <a:pt x="2673" y="260251"/>
                  </a:lnTo>
                  <a:lnTo>
                    <a:pt x="3341" y="260251"/>
                  </a:lnTo>
                  <a:lnTo>
                    <a:pt x="4009" y="260251"/>
                  </a:lnTo>
                  <a:lnTo>
                    <a:pt x="4677" y="260251"/>
                  </a:lnTo>
                  <a:lnTo>
                    <a:pt x="5345" y="260251"/>
                  </a:lnTo>
                  <a:lnTo>
                    <a:pt x="6013" y="260251"/>
                  </a:lnTo>
                  <a:lnTo>
                    <a:pt x="6681" y="260251"/>
                  </a:lnTo>
                  <a:lnTo>
                    <a:pt x="7349" y="260251"/>
                  </a:lnTo>
                  <a:lnTo>
                    <a:pt x="8017" y="260251"/>
                  </a:lnTo>
                  <a:lnTo>
                    <a:pt x="8685" y="260251"/>
                  </a:lnTo>
                  <a:lnTo>
                    <a:pt x="9353" y="189423"/>
                  </a:lnTo>
                  <a:lnTo>
                    <a:pt x="10021" y="161308"/>
                  </a:lnTo>
                  <a:lnTo>
                    <a:pt x="10689" y="161308"/>
                  </a:lnTo>
                  <a:lnTo>
                    <a:pt x="11357" y="83673"/>
                  </a:lnTo>
                  <a:lnTo>
                    <a:pt x="12025" y="75600"/>
                  </a:lnTo>
                  <a:lnTo>
                    <a:pt x="12693" y="75600"/>
                  </a:lnTo>
                  <a:lnTo>
                    <a:pt x="13361" y="75600"/>
                  </a:lnTo>
                  <a:lnTo>
                    <a:pt x="14029" y="75600"/>
                  </a:lnTo>
                  <a:lnTo>
                    <a:pt x="14697" y="75600"/>
                  </a:lnTo>
                  <a:lnTo>
                    <a:pt x="15365" y="75600"/>
                  </a:lnTo>
                  <a:lnTo>
                    <a:pt x="16033" y="75600"/>
                  </a:lnTo>
                  <a:lnTo>
                    <a:pt x="16701" y="75600"/>
                  </a:lnTo>
                  <a:lnTo>
                    <a:pt x="17369" y="75600"/>
                  </a:lnTo>
                  <a:lnTo>
                    <a:pt x="18037" y="75600"/>
                  </a:lnTo>
                  <a:lnTo>
                    <a:pt x="18705" y="75600"/>
                  </a:lnTo>
                  <a:lnTo>
                    <a:pt x="19373" y="134373"/>
                  </a:lnTo>
                  <a:lnTo>
                    <a:pt x="20041" y="161308"/>
                  </a:lnTo>
                  <a:lnTo>
                    <a:pt x="20709" y="161308"/>
                  </a:lnTo>
                  <a:lnTo>
                    <a:pt x="21377" y="249642"/>
                  </a:lnTo>
                  <a:lnTo>
                    <a:pt x="22045" y="179914"/>
                  </a:lnTo>
                  <a:lnTo>
                    <a:pt x="22713" y="95978"/>
                  </a:lnTo>
                  <a:lnTo>
                    <a:pt x="23382" y="0"/>
                  </a:lnTo>
                  <a:lnTo>
                    <a:pt x="24050" y="22956"/>
                  </a:lnTo>
                  <a:lnTo>
                    <a:pt x="24718" y="33473"/>
                  </a:lnTo>
                  <a:lnTo>
                    <a:pt x="25386" y="52574"/>
                  </a:lnTo>
                  <a:lnTo>
                    <a:pt x="26054" y="59376"/>
                  </a:lnTo>
                  <a:lnTo>
                    <a:pt x="26722" y="59376"/>
                  </a:lnTo>
                  <a:lnTo>
                    <a:pt x="27390" y="59376"/>
                  </a:lnTo>
                  <a:lnTo>
                    <a:pt x="28058" y="59376"/>
                  </a:lnTo>
                  <a:lnTo>
                    <a:pt x="28726" y="59376"/>
                  </a:lnTo>
                  <a:lnTo>
                    <a:pt x="29394" y="59376"/>
                  </a:lnTo>
                  <a:lnTo>
                    <a:pt x="30062" y="59376"/>
                  </a:lnTo>
                  <a:lnTo>
                    <a:pt x="30730" y="59376"/>
                  </a:lnTo>
                  <a:lnTo>
                    <a:pt x="31398" y="59376"/>
                  </a:lnTo>
                  <a:lnTo>
                    <a:pt x="32066" y="112895"/>
                  </a:lnTo>
                  <a:lnTo>
                    <a:pt x="32734" y="182851"/>
                  </a:lnTo>
                  <a:lnTo>
                    <a:pt x="33225" y="2603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05140" y="1881498"/>
              <a:ext cx="53401" cy="184790"/>
            </a:xfrm>
            <a:custGeom>
              <a:avLst/>
              <a:pathLst>
                <a:path w="53401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84651"/>
                  </a:lnTo>
                  <a:lnTo>
                    <a:pt x="6013" y="184651"/>
                  </a:lnTo>
                  <a:lnTo>
                    <a:pt x="6681" y="184651"/>
                  </a:lnTo>
                  <a:lnTo>
                    <a:pt x="7349" y="184651"/>
                  </a:lnTo>
                  <a:lnTo>
                    <a:pt x="8017" y="184651"/>
                  </a:lnTo>
                  <a:lnTo>
                    <a:pt x="8685" y="184651"/>
                  </a:lnTo>
                  <a:lnTo>
                    <a:pt x="9353" y="184651"/>
                  </a:lnTo>
                  <a:lnTo>
                    <a:pt x="10021" y="184651"/>
                  </a:lnTo>
                  <a:lnTo>
                    <a:pt x="10689" y="184651"/>
                  </a:lnTo>
                  <a:lnTo>
                    <a:pt x="11357" y="184651"/>
                  </a:lnTo>
                  <a:lnTo>
                    <a:pt x="12025" y="184651"/>
                  </a:lnTo>
                  <a:lnTo>
                    <a:pt x="12693" y="184651"/>
                  </a:lnTo>
                  <a:lnTo>
                    <a:pt x="13361" y="184651"/>
                  </a:lnTo>
                  <a:lnTo>
                    <a:pt x="14029" y="184651"/>
                  </a:lnTo>
                  <a:lnTo>
                    <a:pt x="14697" y="184651"/>
                  </a:lnTo>
                  <a:lnTo>
                    <a:pt x="15365" y="184651"/>
                  </a:lnTo>
                  <a:lnTo>
                    <a:pt x="16033" y="184651"/>
                  </a:lnTo>
                  <a:lnTo>
                    <a:pt x="16701" y="184651"/>
                  </a:lnTo>
                  <a:lnTo>
                    <a:pt x="17369" y="184651"/>
                  </a:lnTo>
                  <a:lnTo>
                    <a:pt x="18037" y="184651"/>
                  </a:lnTo>
                  <a:lnTo>
                    <a:pt x="18705" y="184651"/>
                  </a:lnTo>
                  <a:lnTo>
                    <a:pt x="19373" y="184651"/>
                  </a:lnTo>
                  <a:lnTo>
                    <a:pt x="20041" y="184651"/>
                  </a:lnTo>
                  <a:lnTo>
                    <a:pt x="20709" y="184651"/>
                  </a:lnTo>
                  <a:lnTo>
                    <a:pt x="21377" y="184651"/>
                  </a:lnTo>
                  <a:lnTo>
                    <a:pt x="22045" y="184651"/>
                  </a:lnTo>
                  <a:lnTo>
                    <a:pt x="22713" y="184651"/>
                  </a:lnTo>
                  <a:lnTo>
                    <a:pt x="23382" y="184651"/>
                  </a:lnTo>
                  <a:lnTo>
                    <a:pt x="24050" y="184651"/>
                  </a:lnTo>
                  <a:lnTo>
                    <a:pt x="24718" y="184651"/>
                  </a:lnTo>
                  <a:lnTo>
                    <a:pt x="25386" y="158449"/>
                  </a:lnTo>
                  <a:lnTo>
                    <a:pt x="26054" y="85708"/>
                  </a:lnTo>
                  <a:lnTo>
                    <a:pt x="26722" y="85708"/>
                  </a:lnTo>
                  <a:lnTo>
                    <a:pt x="27390" y="85708"/>
                  </a:lnTo>
                  <a:lnTo>
                    <a:pt x="28058" y="85708"/>
                  </a:lnTo>
                  <a:lnTo>
                    <a:pt x="28726" y="85708"/>
                  </a:lnTo>
                  <a:lnTo>
                    <a:pt x="29394" y="5004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0"/>
                  </a:lnTo>
                  <a:lnTo>
                    <a:pt x="34070" y="0"/>
                  </a:lnTo>
                  <a:lnTo>
                    <a:pt x="34738" y="0"/>
                  </a:lnTo>
                  <a:lnTo>
                    <a:pt x="35406" y="20378"/>
                  </a:lnTo>
                  <a:lnTo>
                    <a:pt x="36074" y="85708"/>
                  </a:lnTo>
                  <a:lnTo>
                    <a:pt x="36742" y="85708"/>
                  </a:lnTo>
                  <a:lnTo>
                    <a:pt x="37410" y="85708"/>
                  </a:lnTo>
                  <a:lnTo>
                    <a:pt x="38078" y="85708"/>
                  </a:lnTo>
                  <a:lnTo>
                    <a:pt x="38746" y="85708"/>
                  </a:lnTo>
                  <a:lnTo>
                    <a:pt x="39414" y="123475"/>
                  </a:lnTo>
                  <a:lnTo>
                    <a:pt x="40082" y="184651"/>
                  </a:lnTo>
                  <a:lnTo>
                    <a:pt x="40750" y="184651"/>
                  </a:lnTo>
                  <a:lnTo>
                    <a:pt x="41418" y="184651"/>
                  </a:lnTo>
                  <a:lnTo>
                    <a:pt x="42086" y="184651"/>
                  </a:lnTo>
                  <a:lnTo>
                    <a:pt x="42754" y="104314"/>
                  </a:lnTo>
                  <a:lnTo>
                    <a:pt x="43422" y="85708"/>
                  </a:lnTo>
                  <a:lnTo>
                    <a:pt x="44090" y="85708"/>
                  </a:lnTo>
                  <a:lnTo>
                    <a:pt x="44758" y="85708"/>
                  </a:lnTo>
                  <a:lnTo>
                    <a:pt x="45426" y="85708"/>
                  </a:lnTo>
                  <a:lnTo>
                    <a:pt x="46094" y="85708"/>
                  </a:lnTo>
                  <a:lnTo>
                    <a:pt x="46762" y="85708"/>
                  </a:lnTo>
                  <a:lnTo>
                    <a:pt x="47431" y="45718"/>
                  </a:lnTo>
                  <a:lnTo>
                    <a:pt x="48099" y="0"/>
                  </a:lnTo>
                  <a:lnTo>
                    <a:pt x="48767" y="0"/>
                  </a:lnTo>
                  <a:lnTo>
                    <a:pt x="49435" y="0"/>
                  </a:lnTo>
                  <a:lnTo>
                    <a:pt x="50103" y="0"/>
                  </a:lnTo>
                  <a:lnTo>
                    <a:pt x="50771" y="0"/>
                  </a:lnTo>
                  <a:lnTo>
                    <a:pt x="51439" y="0"/>
                  </a:lnTo>
                  <a:lnTo>
                    <a:pt x="52107" y="0"/>
                  </a:lnTo>
                  <a:lnTo>
                    <a:pt x="52775" y="154383"/>
                  </a:lnTo>
                  <a:lnTo>
                    <a:pt x="53401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5966" y="1967206"/>
              <a:ext cx="1873" cy="99082"/>
            </a:xfrm>
            <a:custGeom>
              <a:avLst/>
              <a:pathLst>
                <a:path w="1873" h="99082">
                  <a:moveTo>
                    <a:pt x="0" y="99082"/>
                  </a:moveTo>
                  <a:lnTo>
                    <a:pt x="654" y="0"/>
                  </a:lnTo>
                  <a:lnTo>
                    <a:pt x="1322" y="0"/>
                  </a:lnTo>
                  <a:lnTo>
                    <a:pt x="1873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0720" y="1881498"/>
              <a:ext cx="17069" cy="184790"/>
            </a:xfrm>
            <a:custGeom>
              <a:avLst/>
              <a:pathLst>
                <a:path w="17069" h="184790">
                  <a:moveTo>
                    <a:pt x="0" y="184790"/>
                  </a:moveTo>
                  <a:lnTo>
                    <a:pt x="596" y="93968"/>
                  </a:lnTo>
                  <a:lnTo>
                    <a:pt x="1264" y="0"/>
                  </a:lnTo>
                  <a:lnTo>
                    <a:pt x="1932" y="0"/>
                  </a:lnTo>
                  <a:lnTo>
                    <a:pt x="2600" y="0"/>
                  </a:lnTo>
                  <a:lnTo>
                    <a:pt x="3268" y="0"/>
                  </a:lnTo>
                  <a:lnTo>
                    <a:pt x="3936" y="0"/>
                  </a:lnTo>
                  <a:lnTo>
                    <a:pt x="4604" y="0"/>
                  </a:lnTo>
                  <a:lnTo>
                    <a:pt x="5272" y="0"/>
                  </a:lnTo>
                  <a:lnTo>
                    <a:pt x="5940" y="0"/>
                  </a:lnTo>
                  <a:lnTo>
                    <a:pt x="6608" y="28714"/>
                  </a:lnTo>
                  <a:lnTo>
                    <a:pt x="7277" y="0"/>
                  </a:lnTo>
                  <a:lnTo>
                    <a:pt x="7945" y="12149"/>
                  </a:lnTo>
                  <a:lnTo>
                    <a:pt x="8613" y="85708"/>
                  </a:lnTo>
                  <a:lnTo>
                    <a:pt x="9281" y="85708"/>
                  </a:lnTo>
                  <a:lnTo>
                    <a:pt x="9949" y="85708"/>
                  </a:lnTo>
                  <a:lnTo>
                    <a:pt x="10617" y="179676"/>
                  </a:lnTo>
                  <a:lnTo>
                    <a:pt x="11285" y="168727"/>
                  </a:lnTo>
                  <a:lnTo>
                    <a:pt x="11953" y="120201"/>
                  </a:lnTo>
                  <a:lnTo>
                    <a:pt x="12621" y="127002"/>
                  </a:lnTo>
                  <a:lnTo>
                    <a:pt x="13289" y="127002"/>
                  </a:lnTo>
                  <a:lnTo>
                    <a:pt x="13957" y="127002"/>
                  </a:lnTo>
                  <a:lnTo>
                    <a:pt x="14625" y="127002"/>
                  </a:lnTo>
                  <a:lnTo>
                    <a:pt x="15293" y="127002"/>
                  </a:lnTo>
                  <a:lnTo>
                    <a:pt x="15961" y="127002"/>
                  </a:lnTo>
                  <a:lnTo>
                    <a:pt x="16629" y="131027"/>
                  </a:lnTo>
                  <a:lnTo>
                    <a:pt x="17069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0730" y="1881498"/>
              <a:ext cx="10142" cy="184790"/>
            </a:xfrm>
            <a:custGeom>
              <a:avLst/>
              <a:pathLst>
                <a:path w="10142" h="184790">
                  <a:moveTo>
                    <a:pt x="0" y="184790"/>
                  </a:moveTo>
                  <a:lnTo>
                    <a:pt x="627" y="101100"/>
                  </a:lnTo>
                  <a:lnTo>
                    <a:pt x="1295" y="117351"/>
                  </a:lnTo>
                  <a:lnTo>
                    <a:pt x="1963" y="172464"/>
                  </a:lnTo>
                  <a:lnTo>
                    <a:pt x="2631" y="85708"/>
                  </a:lnTo>
                  <a:lnTo>
                    <a:pt x="3299" y="85708"/>
                  </a:lnTo>
                  <a:lnTo>
                    <a:pt x="3967" y="85708"/>
                  </a:lnTo>
                  <a:lnTo>
                    <a:pt x="4635" y="85708"/>
                  </a:lnTo>
                  <a:lnTo>
                    <a:pt x="5303" y="85708"/>
                  </a:lnTo>
                  <a:lnTo>
                    <a:pt x="5971" y="41424"/>
                  </a:lnTo>
                  <a:lnTo>
                    <a:pt x="6639" y="0"/>
                  </a:lnTo>
                  <a:lnTo>
                    <a:pt x="7307" y="0"/>
                  </a:lnTo>
                  <a:lnTo>
                    <a:pt x="7975" y="93968"/>
                  </a:lnTo>
                  <a:lnTo>
                    <a:pt x="8643" y="120201"/>
                  </a:lnTo>
                  <a:lnTo>
                    <a:pt x="9311" y="127002"/>
                  </a:lnTo>
                  <a:lnTo>
                    <a:pt x="9979" y="147380"/>
                  </a:lnTo>
                  <a:lnTo>
                    <a:pt x="10142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49434" y="2066149"/>
              <a:ext cx="9354" cy="139"/>
            </a:xfrm>
            <a:custGeom>
              <a:avLst/>
              <a:pathLst>
                <a:path w="9354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9354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62155" y="1738271"/>
              <a:ext cx="57423" cy="328017"/>
            </a:xfrm>
            <a:custGeom>
              <a:avLst/>
              <a:pathLst>
                <a:path w="57423" h="328017">
                  <a:moveTo>
                    <a:pt x="0" y="328017"/>
                  </a:moveTo>
                  <a:lnTo>
                    <a:pt x="640" y="281486"/>
                  </a:lnTo>
                  <a:lnTo>
                    <a:pt x="1308" y="201650"/>
                  </a:lnTo>
                  <a:lnTo>
                    <a:pt x="1976" y="168727"/>
                  </a:lnTo>
                  <a:lnTo>
                    <a:pt x="2644" y="168727"/>
                  </a:lnTo>
                  <a:lnTo>
                    <a:pt x="3312" y="140815"/>
                  </a:lnTo>
                  <a:lnTo>
                    <a:pt x="3980" y="101100"/>
                  </a:lnTo>
                  <a:lnTo>
                    <a:pt x="4648" y="101100"/>
                  </a:lnTo>
                  <a:lnTo>
                    <a:pt x="5316" y="101100"/>
                  </a:lnTo>
                  <a:lnTo>
                    <a:pt x="5984" y="101100"/>
                  </a:lnTo>
                  <a:lnTo>
                    <a:pt x="6652" y="72847"/>
                  </a:lnTo>
                  <a:lnTo>
                    <a:pt x="7320" y="32792"/>
                  </a:lnTo>
                  <a:lnTo>
                    <a:pt x="7988" y="326"/>
                  </a:lnTo>
                  <a:lnTo>
                    <a:pt x="8656" y="31231"/>
                  </a:lnTo>
                  <a:lnTo>
                    <a:pt x="9324" y="39924"/>
                  </a:lnTo>
                  <a:lnTo>
                    <a:pt x="9992" y="39924"/>
                  </a:lnTo>
                  <a:lnTo>
                    <a:pt x="10660" y="72847"/>
                  </a:lnTo>
                  <a:lnTo>
                    <a:pt x="11328" y="137410"/>
                  </a:lnTo>
                  <a:lnTo>
                    <a:pt x="11996" y="168727"/>
                  </a:lnTo>
                  <a:lnTo>
                    <a:pt x="12664" y="168727"/>
                  </a:lnTo>
                  <a:lnTo>
                    <a:pt x="13332" y="197907"/>
                  </a:lnTo>
                  <a:lnTo>
                    <a:pt x="14000" y="244327"/>
                  </a:lnTo>
                  <a:lnTo>
                    <a:pt x="14668" y="244327"/>
                  </a:lnTo>
                  <a:lnTo>
                    <a:pt x="15336" y="244327"/>
                  </a:lnTo>
                  <a:lnTo>
                    <a:pt x="16004" y="244327"/>
                  </a:lnTo>
                  <a:lnTo>
                    <a:pt x="16672" y="281486"/>
                  </a:lnTo>
                  <a:lnTo>
                    <a:pt x="17340" y="228935"/>
                  </a:lnTo>
                  <a:lnTo>
                    <a:pt x="18008" y="296561"/>
                  </a:lnTo>
                  <a:lnTo>
                    <a:pt x="18676" y="327878"/>
                  </a:lnTo>
                  <a:lnTo>
                    <a:pt x="19345" y="327878"/>
                  </a:lnTo>
                  <a:lnTo>
                    <a:pt x="20013" y="327878"/>
                  </a:lnTo>
                  <a:lnTo>
                    <a:pt x="20681" y="327878"/>
                  </a:lnTo>
                  <a:lnTo>
                    <a:pt x="21349" y="327878"/>
                  </a:lnTo>
                  <a:lnTo>
                    <a:pt x="22017" y="327878"/>
                  </a:lnTo>
                  <a:lnTo>
                    <a:pt x="22685" y="327878"/>
                  </a:lnTo>
                  <a:lnTo>
                    <a:pt x="23353" y="327878"/>
                  </a:lnTo>
                  <a:lnTo>
                    <a:pt x="24021" y="327878"/>
                  </a:lnTo>
                  <a:lnTo>
                    <a:pt x="24689" y="327878"/>
                  </a:lnTo>
                  <a:lnTo>
                    <a:pt x="25357" y="327878"/>
                  </a:lnTo>
                  <a:lnTo>
                    <a:pt x="26025" y="327878"/>
                  </a:lnTo>
                  <a:lnTo>
                    <a:pt x="26693" y="327878"/>
                  </a:lnTo>
                  <a:lnTo>
                    <a:pt x="27361" y="327878"/>
                  </a:lnTo>
                  <a:lnTo>
                    <a:pt x="28029" y="327878"/>
                  </a:lnTo>
                  <a:lnTo>
                    <a:pt x="28697" y="327878"/>
                  </a:lnTo>
                  <a:lnTo>
                    <a:pt x="29365" y="301676"/>
                  </a:lnTo>
                  <a:lnTo>
                    <a:pt x="30033" y="228935"/>
                  </a:lnTo>
                  <a:lnTo>
                    <a:pt x="30701" y="228935"/>
                  </a:lnTo>
                  <a:lnTo>
                    <a:pt x="31369" y="228935"/>
                  </a:lnTo>
                  <a:lnTo>
                    <a:pt x="32037" y="228935"/>
                  </a:lnTo>
                  <a:lnTo>
                    <a:pt x="32705" y="228935"/>
                  </a:lnTo>
                  <a:lnTo>
                    <a:pt x="33373" y="228935"/>
                  </a:lnTo>
                  <a:lnTo>
                    <a:pt x="34041" y="184651"/>
                  </a:lnTo>
                  <a:lnTo>
                    <a:pt x="34709" y="71202"/>
                  </a:lnTo>
                  <a:lnTo>
                    <a:pt x="35377" y="57017"/>
                  </a:lnTo>
                  <a:lnTo>
                    <a:pt x="36045" y="0"/>
                  </a:lnTo>
                  <a:lnTo>
                    <a:pt x="36713" y="0"/>
                  </a:lnTo>
                  <a:lnTo>
                    <a:pt x="37381" y="0"/>
                  </a:lnTo>
                  <a:lnTo>
                    <a:pt x="38049" y="0"/>
                  </a:lnTo>
                  <a:lnTo>
                    <a:pt x="38717" y="0"/>
                  </a:lnTo>
                  <a:lnTo>
                    <a:pt x="39385" y="16250"/>
                  </a:lnTo>
                  <a:lnTo>
                    <a:pt x="40053" y="67626"/>
                  </a:lnTo>
                  <a:lnTo>
                    <a:pt x="40721" y="67626"/>
                  </a:lnTo>
                  <a:lnTo>
                    <a:pt x="41389" y="67626"/>
                  </a:lnTo>
                  <a:lnTo>
                    <a:pt x="42057" y="67626"/>
                  </a:lnTo>
                  <a:lnTo>
                    <a:pt x="42725" y="67626"/>
                  </a:lnTo>
                  <a:lnTo>
                    <a:pt x="43394" y="67626"/>
                  </a:lnTo>
                  <a:lnTo>
                    <a:pt x="44062" y="104314"/>
                  </a:lnTo>
                  <a:lnTo>
                    <a:pt x="44730" y="224366"/>
                  </a:lnTo>
                  <a:lnTo>
                    <a:pt x="45398" y="242838"/>
                  </a:lnTo>
                  <a:lnTo>
                    <a:pt x="46066" y="327878"/>
                  </a:lnTo>
                  <a:lnTo>
                    <a:pt x="46734" y="327878"/>
                  </a:lnTo>
                  <a:lnTo>
                    <a:pt x="47402" y="327878"/>
                  </a:lnTo>
                  <a:lnTo>
                    <a:pt x="48070" y="327878"/>
                  </a:lnTo>
                  <a:lnTo>
                    <a:pt x="48738" y="327878"/>
                  </a:lnTo>
                  <a:lnTo>
                    <a:pt x="49406" y="327878"/>
                  </a:lnTo>
                  <a:lnTo>
                    <a:pt x="50074" y="327878"/>
                  </a:lnTo>
                  <a:lnTo>
                    <a:pt x="50742" y="327878"/>
                  </a:lnTo>
                  <a:lnTo>
                    <a:pt x="51410" y="327878"/>
                  </a:lnTo>
                  <a:lnTo>
                    <a:pt x="52078" y="327878"/>
                  </a:lnTo>
                  <a:lnTo>
                    <a:pt x="52746" y="327878"/>
                  </a:lnTo>
                  <a:lnTo>
                    <a:pt x="53414" y="327878"/>
                  </a:lnTo>
                  <a:lnTo>
                    <a:pt x="54082" y="327878"/>
                  </a:lnTo>
                  <a:lnTo>
                    <a:pt x="54750" y="327878"/>
                  </a:lnTo>
                  <a:lnTo>
                    <a:pt x="55418" y="327878"/>
                  </a:lnTo>
                  <a:lnTo>
                    <a:pt x="56086" y="327878"/>
                  </a:lnTo>
                  <a:lnTo>
                    <a:pt x="56754" y="327878"/>
                  </a:lnTo>
                  <a:lnTo>
                    <a:pt x="57422" y="327878"/>
                  </a:lnTo>
                  <a:lnTo>
                    <a:pt x="57423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33328" y="1734155"/>
              <a:ext cx="109836" cy="332133"/>
            </a:xfrm>
            <a:custGeom>
              <a:avLst/>
              <a:pathLst>
                <a:path w="109836" h="332133">
                  <a:moveTo>
                    <a:pt x="0" y="332133"/>
                  </a:moveTo>
                  <a:lnTo>
                    <a:pt x="278" y="242092"/>
                  </a:lnTo>
                  <a:lnTo>
                    <a:pt x="946" y="152061"/>
                  </a:lnTo>
                  <a:lnTo>
                    <a:pt x="1614" y="190671"/>
                  </a:lnTo>
                  <a:lnTo>
                    <a:pt x="2282" y="146493"/>
                  </a:lnTo>
                  <a:lnTo>
                    <a:pt x="2950" y="144602"/>
                  </a:lnTo>
                  <a:lnTo>
                    <a:pt x="3618" y="144602"/>
                  </a:lnTo>
                  <a:lnTo>
                    <a:pt x="4286" y="131521"/>
                  </a:lnTo>
                  <a:lnTo>
                    <a:pt x="4954" y="92065"/>
                  </a:lnTo>
                  <a:lnTo>
                    <a:pt x="5622" y="73211"/>
                  </a:lnTo>
                  <a:lnTo>
                    <a:pt x="6290" y="51620"/>
                  </a:lnTo>
                  <a:lnTo>
                    <a:pt x="6958" y="40288"/>
                  </a:lnTo>
                  <a:lnTo>
                    <a:pt x="7626" y="40288"/>
                  </a:lnTo>
                  <a:lnTo>
                    <a:pt x="8294" y="6020"/>
                  </a:lnTo>
                  <a:lnTo>
                    <a:pt x="8962" y="14894"/>
                  </a:lnTo>
                  <a:lnTo>
                    <a:pt x="9630" y="0"/>
                  </a:lnTo>
                  <a:lnTo>
                    <a:pt x="10298" y="116976"/>
                  </a:lnTo>
                  <a:lnTo>
                    <a:pt x="10966" y="220856"/>
                  </a:lnTo>
                  <a:lnTo>
                    <a:pt x="11634" y="153808"/>
                  </a:lnTo>
                  <a:lnTo>
                    <a:pt x="12303" y="68187"/>
                  </a:lnTo>
                  <a:lnTo>
                    <a:pt x="12971" y="71743"/>
                  </a:lnTo>
                  <a:lnTo>
                    <a:pt x="13639" y="71743"/>
                  </a:lnTo>
                  <a:lnTo>
                    <a:pt x="14307" y="97202"/>
                  </a:lnTo>
                  <a:lnTo>
                    <a:pt x="14975" y="184502"/>
                  </a:lnTo>
                  <a:lnTo>
                    <a:pt x="15643" y="233051"/>
                  </a:lnTo>
                  <a:lnTo>
                    <a:pt x="16311" y="295604"/>
                  </a:lnTo>
                  <a:lnTo>
                    <a:pt x="16979" y="331994"/>
                  </a:lnTo>
                  <a:lnTo>
                    <a:pt x="17647" y="331994"/>
                  </a:lnTo>
                  <a:lnTo>
                    <a:pt x="18315" y="331994"/>
                  </a:lnTo>
                  <a:lnTo>
                    <a:pt x="18983" y="331994"/>
                  </a:lnTo>
                  <a:lnTo>
                    <a:pt x="19651" y="331994"/>
                  </a:lnTo>
                  <a:lnTo>
                    <a:pt x="20319" y="331994"/>
                  </a:lnTo>
                  <a:lnTo>
                    <a:pt x="20987" y="331994"/>
                  </a:lnTo>
                  <a:lnTo>
                    <a:pt x="21655" y="331994"/>
                  </a:lnTo>
                  <a:lnTo>
                    <a:pt x="22323" y="331994"/>
                  </a:lnTo>
                  <a:lnTo>
                    <a:pt x="22991" y="331994"/>
                  </a:lnTo>
                  <a:lnTo>
                    <a:pt x="23659" y="331994"/>
                  </a:lnTo>
                  <a:lnTo>
                    <a:pt x="24327" y="331994"/>
                  </a:lnTo>
                  <a:lnTo>
                    <a:pt x="24995" y="331994"/>
                  </a:lnTo>
                  <a:lnTo>
                    <a:pt x="25663" y="331994"/>
                  </a:lnTo>
                  <a:lnTo>
                    <a:pt x="26331" y="331994"/>
                  </a:lnTo>
                  <a:lnTo>
                    <a:pt x="26999" y="331994"/>
                  </a:lnTo>
                  <a:lnTo>
                    <a:pt x="27667" y="280618"/>
                  </a:lnTo>
                  <a:lnTo>
                    <a:pt x="28335" y="233051"/>
                  </a:lnTo>
                  <a:lnTo>
                    <a:pt x="29003" y="233051"/>
                  </a:lnTo>
                  <a:lnTo>
                    <a:pt x="29671" y="233051"/>
                  </a:lnTo>
                  <a:lnTo>
                    <a:pt x="30339" y="201735"/>
                  </a:lnTo>
                  <a:lnTo>
                    <a:pt x="31007" y="147343"/>
                  </a:lnTo>
                  <a:lnTo>
                    <a:pt x="31675" y="147343"/>
                  </a:lnTo>
                  <a:lnTo>
                    <a:pt x="32343" y="147343"/>
                  </a:lnTo>
                  <a:lnTo>
                    <a:pt x="33011" y="147343"/>
                  </a:lnTo>
                  <a:lnTo>
                    <a:pt x="33679" y="147343"/>
                  </a:lnTo>
                  <a:lnTo>
                    <a:pt x="34347" y="147343"/>
                  </a:lnTo>
                  <a:lnTo>
                    <a:pt x="35015" y="147343"/>
                  </a:lnTo>
                  <a:lnTo>
                    <a:pt x="35683" y="147343"/>
                  </a:lnTo>
                  <a:lnTo>
                    <a:pt x="36351" y="147343"/>
                  </a:lnTo>
                  <a:lnTo>
                    <a:pt x="37020" y="147343"/>
                  </a:lnTo>
                  <a:lnTo>
                    <a:pt x="37688" y="188767"/>
                  </a:lnTo>
                  <a:lnTo>
                    <a:pt x="38356" y="233051"/>
                  </a:lnTo>
                  <a:lnTo>
                    <a:pt x="39024" y="233051"/>
                  </a:lnTo>
                  <a:lnTo>
                    <a:pt x="39692" y="233051"/>
                  </a:lnTo>
                  <a:lnTo>
                    <a:pt x="40360" y="265974"/>
                  </a:lnTo>
                  <a:lnTo>
                    <a:pt x="41028" y="331994"/>
                  </a:lnTo>
                  <a:lnTo>
                    <a:pt x="41696" y="331994"/>
                  </a:lnTo>
                  <a:lnTo>
                    <a:pt x="42364" y="331994"/>
                  </a:lnTo>
                  <a:lnTo>
                    <a:pt x="43032" y="331994"/>
                  </a:lnTo>
                  <a:lnTo>
                    <a:pt x="43700" y="331994"/>
                  </a:lnTo>
                  <a:lnTo>
                    <a:pt x="44368" y="331994"/>
                  </a:lnTo>
                  <a:lnTo>
                    <a:pt x="45036" y="331994"/>
                  </a:lnTo>
                  <a:lnTo>
                    <a:pt x="45704" y="331994"/>
                  </a:lnTo>
                  <a:lnTo>
                    <a:pt x="46372" y="331994"/>
                  </a:lnTo>
                  <a:lnTo>
                    <a:pt x="47040" y="331994"/>
                  </a:lnTo>
                  <a:lnTo>
                    <a:pt x="47708" y="331994"/>
                  </a:lnTo>
                  <a:lnTo>
                    <a:pt x="48376" y="331994"/>
                  </a:lnTo>
                  <a:lnTo>
                    <a:pt x="49044" y="331994"/>
                  </a:lnTo>
                  <a:lnTo>
                    <a:pt x="49712" y="270818"/>
                  </a:lnTo>
                  <a:lnTo>
                    <a:pt x="50380" y="233051"/>
                  </a:lnTo>
                  <a:lnTo>
                    <a:pt x="51048" y="233051"/>
                  </a:lnTo>
                  <a:lnTo>
                    <a:pt x="51716" y="233051"/>
                  </a:lnTo>
                  <a:lnTo>
                    <a:pt x="52384" y="233051"/>
                  </a:lnTo>
                  <a:lnTo>
                    <a:pt x="53052" y="233051"/>
                  </a:lnTo>
                  <a:lnTo>
                    <a:pt x="53720" y="233051"/>
                  </a:lnTo>
                  <a:lnTo>
                    <a:pt x="54388" y="233051"/>
                  </a:lnTo>
                  <a:lnTo>
                    <a:pt x="55056" y="233051"/>
                  </a:lnTo>
                  <a:lnTo>
                    <a:pt x="55724" y="233051"/>
                  </a:lnTo>
                  <a:lnTo>
                    <a:pt x="56392" y="233051"/>
                  </a:lnTo>
                  <a:lnTo>
                    <a:pt x="57060" y="167721"/>
                  </a:lnTo>
                  <a:lnTo>
                    <a:pt x="57728" y="147343"/>
                  </a:lnTo>
                  <a:lnTo>
                    <a:pt x="58396" y="147343"/>
                  </a:lnTo>
                  <a:lnTo>
                    <a:pt x="59064" y="147343"/>
                  </a:lnTo>
                  <a:lnTo>
                    <a:pt x="59732" y="197383"/>
                  </a:lnTo>
                  <a:lnTo>
                    <a:pt x="60400" y="233051"/>
                  </a:lnTo>
                  <a:lnTo>
                    <a:pt x="61068" y="233051"/>
                  </a:lnTo>
                  <a:lnTo>
                    <a:pt x="61737" y="233051"/>
                  </a:lnTo>
                  <a:lnTo>
                    <a:pt x="62405" y="233051"/>
                  </a:lnTo>
                  <a:lnTo>
                    <a:pt x="63073" y="233051"/>
                  </a:lnTo>
                  <a:lnTo>
                    <a:pt x="63741" y="233051"/>
                  </a:lnTo>
                  <a:lnTo>
                    <a:pt x="64409" y="233051"/>
                  </a:lnTo>
                  <a:lnTo>
                    <a:pt x="65077" y="233051"/>
                  </a:lnTo>
                  <a:lnTo>
                    <a:pt x="65745" y="233051"/>
                  </a:lnTo>
                  <a:lnTo>
                    <a:pt x="66413" y="233051"/>
                  </a:lnTo>
                  <a:lnTo>
                    <a:pt x="67081" y="305792"/>
                  </a:lnTo>
                  <a:lnTo>
                    <a:pt x="67749" y="331994"/>
                  </a:lnTo>
                  <a:lnTo>
                    <a:pt x="68417" y="331994"/>
                  </a:lnTo>
                  <a:lnTo>
                    <a:pt x="69085" y="331994"/>
                  </a:lnTo>
                  <a:lnTo>
                    <a:pt x="69753" y="331994"/>
                  </a:lnTo>
                  <a:lnTo>
                    <a:pt x="70421" y="331994"/>
                  </a:lnTo>
                  <a:lnTo>
                    <a:pt x="71089" y="331994"/>
                  </a:lnTo>
                  <a:lnTo>
                    <a:pt x="71757" y="331994"/>
                  </a:lnTo>
                  <a:lnTo>
                    <a:pt x="72425" y="331994"/>
                  </a:lnTo>
                  <a:lnTo>
                    <a:pt x="73093" y="331994"/>
                  </a:lnTo>
                  <a:lnTo>
                    <a:pt x="73761" y="331994"/>
                  </a:lnTo>
                  <a:lnTo>
                    <a:pt x="74429" y="331994"/>
                  </a:lnTo>
                  <a:lnTo>
                    <a:pt x="75097" y="331994"/>
                  </a:lnTo>
                  <a:lnTo>
                    <a:pt x="75765" y="331994"/>
                  </a:lnTo>
                  <a:lnTo>
                    <a:pt x="76433" y="331994"/>
                  </a:lnTo>
                  <a:lnTo>
                    <a:pt x="77101" y="331994"/>
                  </a:lnTo>
                  <a:lnTo>
                    <a:pt x="77769" y="331994"/>
                  </a:lnTo>
                  <a:lnTo>
                    <a:pt x="78437" y="331994"/>
                  </a:lnTo>
                  <a:lnTo>
                    <a:pt x="79105" y="331994"/>
                  </a:lnTo>
                  <a:lnTo>
                    <a:pt x="79773" y="331994"/>
                  </a:lnTo>
                  <a:lnTo>
                    <a:pt x="80441" y="331994"/>
                  </a:lnTo>
                  <a:lnTo>
                    <a:pt x="81109" y="331994"/>
                  </a:lnTo>
                  <a:lnTo>
                    <a:pt x="81777" y="331994"/>
                  </a:lnTo>
                  <a:lnTo>
                    <a:pt x="82445" y="331994"/>
                  </a:lnTo>
                  <a:lnTo>
                    <a:pt x="83113" y="331994"/>
                  </a:lnTo>
                  <a:lnTo>
                    <a:pt x="83781" y="331994"/>
                  </a:lnTo>
                  <a:lnTo>
                    <a:pt x="84449" y="331994"/>
                  </a:lnTo>
                  <a:lnTo>
                    <a:pt x="85117" y="331994"/>
                  </a:lnTo>
                  <a:lnTo>
                    <a:pt x="85785" y="331994"/>
                  </a:lnTo>
                  <a:lnTo>
                    <a:pt x="86454" y="331994"/>
                  </a:lnTo>
                  <a:lnTo>
                    <a:pt x="87122" y="331994"/>
                  </a:lnTo>
                  <a:lnTo>
                    <a:pt x="87790" y="331994"/>
                  </a:lnTo>
                  <a:lnTo>
                    <a:pt x="88458" y="331994"/>
                  </a:lnTo>
                  <a:lnTo>
                    <a:pt x="89126" y="331994"/>
                  </a:lnTo>
                  <a:lnTo>
                    <a:pt x="89794" y="331994"/>
                  </a:lnTo>
                  <a:lnTo>
                    <a:pt x="90462" y="331994"/>
                  </a:lnTo>
                  <a:lnTo>
                    <a:pt x="91130" y="331994"/>
                  </a:lnTo>
                  <a:lnTo>
                    <a:pt x="91798" y="331994"/>
                  </a:lnTo>
                  <a:lnTo>
                    <a:pt x="92466" y="331994"/>
                  </a:lnTo>
                  <a:lnTo>
                    <a:pt x="93134" y="331994"/>
                  </a:lnTo>
                  <a:lnTo>
                    <a:pt x="93802" y="331994"/>
                  </a:lnTo>
                  <a:lnTo>
                    <a:pt x="94470" y="331994"/>
                  </a:lnTo>
                  <a:lnTo>
                    <a:pt x="95138" y="331994"/>
                  </a:lnTo>
                  <a:lnTo>
                    <a:pt x="95806" y="331994"/>
                  </a:lnTo>
                  <a:lnTo>
                    <a:pt x="96474" y="331994"/>
                  </a:lnTo>
                  <a:lnTo>
                    <a:pt x="97142" y="331994"/>
                  </a:lnTo>
                  <a:lnTo>
                    <a:pt x="97810" y="331994"/>
                  </a:lnTo>
                  <a:lnTo>
                    <a:pt x="98478" y="331994"/>
                  </a:lnTo>
                  <a:lnTo>
                    <a:pt x="99146" y="331994"/>
                  </a:lnTo>
                  <a:lnTo>
                    <a:pt x="99814" y="331994"/>
                  </a:lnTo>
                  <a:lnTo>
                    <a:pt x="100482" y="331994"/>
                  </a:lnTo>
                  <a:lnTo>
                    <a:pt x="101150" y="331994"/>
                  </a:lnTo>
                  <a:lnTo>
                    <a:pt x="101818" y="331994"/>
                  </a:lnTo>
                  <a:lnTo>
                    <a:pt x="102486" y="331994"/>
                  </a:lnTo>
                  <a:lnTo>
                    <a:pt x="103154" y="331994"/>
                  </a:lnTo>
                  <a:lnTo>
                    <a:pt x="103822" y="331994"/>
                  </a:lnTo>
                  <a:lnTo>
                    <a:pt x="104490" y="331994"/>
                  </a:lnTo>
                  <a:lnTo>
                    <a:pt x="105158" y="331994"/>
                  </a:lnTo>
                  <a:lnTo>
                    <a:pt x="105826" y="331994"/>
                  </a:lnTo>
                  <a:lnTo>
                    <a:pt x="106494" y="331994"/>
                  </a:lnTo>
                  <a:lnTo>
                    <a:pt x="107162" y="331994"/>
                  </a:lnTo>
                  <a:lnTo>
                    <a:pt x="107830" y="331994"/>
                  </a:lnTo>
                  <a:lnTo>
                    <a:pt x="108498" y="331994"/>
                  </a:lnTo>
                  <a:lnTo>
                    <a:pt x="109166" y="331994"/>
                  </a:lnTo>
                  <a:lnTo>
                    <a:pt x="109834" y="331994"/>
                  </a:lnTo>
                  <a:lnTo>
                    <a:pt x="109836" y="3321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686" y="1779861"/>
              <a:ext cx="20664" cy="286427"/>
            </a:xfrm>
            <a:custGeom>
              <a:avLst/>
              <a:pathLst>
                <a:path w="20664" h="286427">
                  <a:moveTo>
                    <a:pt x="0" y="286427"/>
                  </a:moveTo>
                  <a:lnTo>
                    <a:pt x="493" y="204981"/>
                  </a:lnTo>
                  <a:lnTo>
                    <a:pt x="1161" y="155603"/>
                  </a:lnTo>
                  <a:lnTo>
                    <a:pt x="1829" y="132261"/>
                  </a:lnTo>
                  <a:lnTo>
                    <a:pt x="2497" y="132261"/>
                  </a:lnTo>
                  <a:lnTo>
                    <a:pt x="3165" y="73115"/>
                  </a:lnTo>
                  <a:lnTo>
                    <a:pt x="3833" y="101230"/>
                  </a:lnTo>
                  <a:lnTo>
                    <a:pt x="4501" y="104431"/>
                  </a:lnTo>
                  <a:lnTo>
                    <a:pt x="5169" y="78146"/>
                  </a:lnTo>
                  <a:lnTo>
                    <a:pt x="5837" y="84867"/>
                  </a:lnTo>
                  <a:lnTo>
                    <a:pt x="6505" y="44622"/>
                  </a:lnTo>
                  <a:lnTo>
                    <a:pt x="7173" y="62742"/>
                  </a:lnTo>
                  <a:lnTo>
                    <a:pt x="7841" y="21724"/>
                  </a:lnTo>
                  <a:lnTo>
                    <a:pt x="8509" y="0"/>
                  </a:lnTo>
                  <a:lnTo>
                    <a:pt x="9177" y="10317"/>
                  </a:lnTo>
                  <a:lnTo>
                    <a:pt x="9845" y="20936"/>
                  </a:lnTo>
                  <a:lnTo>
                    <a:pt x="10513" y="58829"/>
                  </a:lnTo>
                  <a:lnTo>
                    <a:pt x="11181" y="210688"/>
                  </a:lnTo>
                  <a:lnTo>
                    <a:pt x="11849" y="286288"/>
                  </a:lnTo>
                  <a:lnTo>
                    <a:pt x="12517" y="286288"/>
                  </a:lnTo>
                  <a:lnTo>
                    <a:pt x="13185" y="286288"/>
                  </a:lnTo>
                  <a:lnTo>
                    <a:pt x="13853" y="286288"/>
                  </a:lnTo>
                  <a:lnTo>
                    <a:pt x="14521" y="286288"/>
                  </a:lnTo>
                  <a:lnTo>
                    <a:pt x="15189" y="286288"/>
                  </a:lnTo>
                  <a:lnTo>
                    <a:pt x="15857" y="286288"/>
                  </a:lnTo>
                  <a:lnTo>
                    <a:pt x="16525" y="286288"/>
                  </a:lnTo>
                  <a:lnTo>
                    <a:pt x="17193" y="286288"/>
                  </a:lnTo>
                  <a:lnTo>
                    <a:pt x="17861" y="286288"/>
                  </a:lnTo>
                  <a:lnTo>
                    <a:pt x="18529" y="191946"/>
                  </a:lnTo>
                  <a:lnTo>
                    <a:pt x="19198" y="187345"/>
                  </a:lnTo>
                  <a:lnTo>
                    <a:pt x="19866" y="187345"/>
                  </a:lnTo>
                  <a:lnTo>
                    <a:pt x="20534" y="281313"/>
                  </a:lnTo>
                  <a:lnTo>
                    <a:pt x="20664" y="2864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4025" y="1629871"/>
              <a:ext cx="95153" cy="436417"/>
            </a:xfrm>
            <a:custGeom>
              <a:avLst/>
              <a:pathLst>
                <a:path w="95153" h="436417">
                  <a:moveTo>
                    <a:pt x="0" y="436417"/>
                  </a:moveTo>
                  <a:lnTo>
                    <a:pt x="535" y="378629"/>
                  </a:lnTo>
                  <a:lnTo>
                    <a:pt x="1203" y="378629"/>
                  </a:lnTo>
                  <a:lnTo>
                    <a:pt x="1871" y="419514"/>
                  </a:lnTo>
                  <a:lnTo>
                    <a:pt x="2539" y="300040"/>
                  </a:lnTo>
                  <a:lnTo>
                    <a:pt x="3207" y="247787"/>
                  </a:lnTo>
                  <a:lnTo>
                    <a:pt x="3875" y="174125"/>
                  </a:lnTo>
                  <a:lnTo>
                    <a:pt x="4543" y="101160"/>
                  </a:lnTo>
                  <a:lnTo>
                    <a:pt x="5211" y="58707"/>
                  </a:lnTo>
                  <a:lnTo>
                    <a:pt x="5879" y="111195"/>
                  </a:lnTo>
                  <a:lnTo>
                    <a:pt x="6547" y="111195"/>
                  </a:lnTo>
                  <a:lnTo>
                    <a:pt x="7215" y="56145"/>
                  </a:lnTo>
                  <a:lnTo>
                    <a:pt x="7883" y="33533"/>
                  </a:lnTo>
                  <a:lnTo>
                    <a:pt x="8551" y="33533"/>
                  </a:lnTo>
                  <a:lnTo>
                    <a:pt x="9219" y="23734"/>
                  </a:lnTo>
                  <a:lnTo>
                    <a:pt x="9887" y="12885"/>
                  </a:lnTo>
                  <a:lnTo>
                    <a:pt x="10555" y="33533"/>
                  </a:lnTo>
                  <a:lnTo>
                    <a:pt x="11223" y="33533"/>
                  </a:lnTo>
                  <a:lnTo>
                    <a:pt x="11891" y="0"/>
                  </a:lnTo>
                  <a:lnTo>
                    <a:pt x="12559" y="39147"/>
                  </a:lnTo>
                  <a:lnTo>
                    <a:pt x="13227" y="103710"/>
                  </a:lnTo>
                  <a:lnTo>
                    <a:pt x="13895" y="136166"/>
                  </a:lnTo>
                  <a:lnTo>
                    <a:pt x="14563" y="266639"/>
                  </a:lnTo>
                  <a:lnTo>
                    <a:pt x="15232" y="367828"/>
                  </a:lnTo>
                  <a:lnTo>
                    <a:pt x="15900" y="251626"/>
                  </a:lnTo>
                  <a:lnTo>
                    <a:pt x="16568" y="251626"/>
                  </a:lnTo>
                  <a:lnTo>
                    <a:pt x="17236" y="259700"/>
                  </a:lnTo>
                  <a:lnTo>
                    <a:pt x="17904" y="337335"/>
                  </a:lnTo>
                  <a:lnTo>
                    <a:pt x="18572" y="337335"/>
                  </a:lnTo>
                  <a:lnTo>
                    <a:pt x="19240" y="375102"/>
                  </a:lnTo>
                  <a:lnTo>
                    <a:pt x="19908" y="436278"/>
                  </a:lnTo>
                  <a:lnTo>
                    <a:pt x="20576" y="436278"/>
                  </a:lnTo>
                  <a:lnTo>
                    <a:pt x="21244" y="436278"/>
                  </a:lnTo>
                  <a:lnTo>
                    <a:pt x="21912" y="436278"/>
                  </a:lnTo>
                  <a:lnTo>
                    <a:pt x="22580" y="436278"/>
                  </a:lnTo>
                  <a:lnTo>
                    <a:pt x="23248" y="436278"/>
                  </a:lnTo>
                  <a:lnTo>
                    <a:pt x="23916" y="436278"/>
                  </a:lnTo>
                  <a:lnTo>
                    <a:pt x="24584" y="436278"/>
                  </a:lnTo>
                  <a:lnTo>
                    <a:pt x="25252" y="436278"/>
                  </a:lnTo>
                  <a:lnTo>
                    <a:pt x="25920" y="436278"/>
                  </a:lnTo>
                  <a:lnTo>
                    <a:pt x="26588" y="436278"/>
                  </a:lnTo>
                  <a:lnTo>
                    <a:pt x="27256" y="436278"/>
                  </a:lnTo>
                  <a:lnTo>
                    <a:pt x="27924" y="436278"/>
                  </a:lnTo>
                  <a:lnTo>
                    <a:pt x="28592" y="436278"/>
                  </a:lnTo>
                  <a:lnTo>
                    <a:pt x="29260" y="436278"/>
                  </a:lnTo>
                  <a:lnTo>
                    <a:pt x="29928" y="436278"/>
                  </a:lnTo>
                  <a:lnTo>
                    <a:pt x="30596" y="436278"/>
                  </a:lnTo>
                  <a:lnTo>
                    <a:pt x="31264" y="436278"/>
                  </a:lnTo>
                  <a:lnTo>
                    <a:pt x="31932" y="436278"/>
                  </a:lnTo>
                  <a:lnTo>
                    <a:pt x="32600" y="436278"/>
                  </a:lnTo>
                  <a:lnTo>
                    <a:pt x="33268" y="436278"/>
                  </a:lnTo>
                  <a:lnTo>
                    <a:pt x="33936" y="436278"/>
                  </a:lnTo>
                  <a:lnTo>
                    <a:pt x="34604" y="436278"/>
                  </a:lnTo>
                  <a:lnTo>
                    <a:pt x="35272" y="436278"/>
                  </a:lnTo>
                  <a:lnTo>
                    <a:pt x="35940" y="436278"/>
                  </a:lnTo>
                  <a:lnTo>
                    <a:pt x="36608" y="436278"/>
                  </a:lnTo>
                  <a:lnTo>
                    <a:pt x="37276" y="436278"/>
                  </a:lnTo>
                  <a:lnTo>
                    <a:pt x="37944" y="436278"/>
                  </a:lnTo>
                  <a:lnTo>
                    <a:pt x="38612" y="436278"/>
                  </a:lnTo>
                  <a:lnTo>
                    <a:pt x="39281" y="436278"/>
                  </a:lnTo>
                  <a:lnTo>
                    <a:pt x="39949" y="436278"/>
                  </a:lnTo>
                  <a:lnTo>
                    <a:pt x="40617" y="436278"/>
                  </a:lnTo>
                  <a:lnTo>
                    <a:pt x="41285" y="436278"/>
                  </a:lnTo>
                  <a:lnTo>
                    <a:pt x="41953" y="436278"/>
                  </a:lnTo>
                  <a:lnTo>
                    <a:pt x="42621" y="436278"/>
                  </a:lnTo>
                  <a:lnTo>
                    <a:pt x="43289" y="436278"/>
                  </a:lnTo>
                  <a:lnTo>
                    <a:pt x="43957" y="436278"/>
                  </a:lnTo>
                  <a:lnTo>
                    <a:pt x="44625" y="436278"/>
                  </a:lnTo>
                  <a:lnTo>
                    <a:pt x="45293" y="436278"/>
                  </a:lnTo>
                  <a:lnTo>
                    <a:pt x="45961" y="436278"/>
                  </a:lnTo>
                  <a:lnTo>
                    <a:pt x="46629" y="436278"/>
                  </a:lnTo>
                  <a:lnTo>
                    <a:pt x="47297" y="436278"/>
                  </a:lnTo>
                  <a:lnTo>
                    <a:pt x="47965" y="436278"/>
                  </a:lnTo>
                  <a:lnTo>
                    <a:pt x="48633" y="436278"/>
                  </a:lnTo>
                  <a:lnTo>
                    <a:pt x="49301" y="436278"/>
                  </a:lnTo>
                  <a:lnTo>
                    <a:pt x="49969" y="436278"/>
                  </a:lnTo>
                  <a:lnTo>
                    <a:pt x="50637" y="399887"/>
                  </a:lnTo>
                  <a:lnTo>
                    <a:pt x="51305" y="337335"/>
                  </a:lnTo>
                  <a:lnTo>
                    <a:pt x="51973" y="337335"/>
                  </a:lnTo>
                  <a:lnTo>
                    <a:pt x="52641" y="337335"/>
                  </a:lnTo>
                  <a:lnTo>
                    <a:pt x="53309" y="337335"/>
                  </a:lnTo>
                  <a:lnTo>
                    <a:pt x="53977" y="337335"/>
                  </a:lnTo>
                  <a:lnTo>
                    <a:pt x="54645" y="337335"/>
                  </a:lnTo>
                  <a:lnTo>
                    <a:pt x="55313" y="337335"/>
                  </a:lnTo>
                  <a:lnTo>
                    <a:pt x="55981" y="337335"/>
                  </a:lnTo>
                  <a:lnTo>
                    <a:pt x="56649" y="263776"/>
                  </a:lnTo>
                  <a:lnTo>
                    <a:pt x="57317" y="251626"/>
                  </a:lnTo>
                  <a:lnTo>
                    <a:pt x="57985" y="251626"/>
                  </a:lnTo>
                  <a:lnTo>
                    <a:pt x="58653" y="251626"/>
                  </a:lnTo>
                  <a:lnTo>
                    <a:pt x="59321" y="251626"/>
                  </a:lnTo>
                  <a:lnTo>
                    <a:pt x="59989" y="251626"/>
                  </a:lnTo>
                  <a:lnTo>
                    <a:pt x="60657" y="280341"/>
                  </a:lnTo>
                  <a:lnTo>
                    <a:pt x="61325" y="337335"/>
                  </a:lnTo>
                  <a:lnTo>
                    <a:pt x="61993" y="337335"/>
                  </a:lnTo>
                  <a:lnTo>
                    <a:pt x="62661" y="337335"/>
                  </a:lnTo>
                  <a:lnTo>
                    <a:pt x="63329" y="337335"/>
                  </a:lnTo>
                  <a:lnTo>
                    <a:pt x="63998" y="337335"/>
                  </a:lnTo>
                  <a:lnTo>
                    <a:pt x="64666" y="323726"/>
                  </a:lnTo>
                  <a:lnTo>
                    <a:pt x="65334" y="251626"/>
                  </a:lnTo>
                  <a:lnTo>
                    <a:pt x="66002" y="251626"/>
                  </a:lnTo>
                  <a:lnTo>
                    <a:pt x="66670" y="323726"/>
                  </a:lnTo>
                  <a:lnTo>
                    <a:pt x="67338" y="267877"/>
                  </a:lnTo>
                  <a:lnTo>
                    <a:pt x="68006" y="251626"/>
                  </a:lnTo>
                  <a:lnTo>
                    <a:pt x="68674" y="251626"/>
                  </a:lnTo>
                  <a:lnTo>
                    <a:pt x="69342" y="251626"/>
                  </a:lnTo>
                  <a:lnTo>
                    <a:pt x="70010" y="251626"/>
                  </a:lnTo>
                  <a:lnTo>
                    <a:pt x="70678" y="251626"/>
                  </a:lnTo>
                  <a:lnTo>
                    <a:pt x="71346" y="251626"/>
                  </a:lnTo>
                  <a:lnTo>
                    <a:pt x="72014" y="251626"/>
                  </a:lnTo>
                  <a:lnTo>
                    <a:pt x="72682" y="208949"/>
                  </a:lnTo>
                  <a:lnTo>
                    <a:pt x="73350" y="176026"/>
                  </a:lnTo>
                  <a:lnTo>
                    <a:pt x="74018" y="176026"/>
                  </a:lnTo>
                  <a:lnTo>
                    <a:pt x="74686" y="186814"/>
                  </a:lnTo>
                  <a:lnTo>
                    <a:pt x="75354" y="251626"/>
                  </a:lnTo>
                  <a:lnTo>
                    <a:pt x="76022" y="251626"/>
                  </a:lnTo>
                  <a:lnTo>
                    <a:pt x="76690" y="251626"/>
                  </a:lnTo>
                  <a:lnTo>
                    <a:pt x="77358" y="319253"/>
                  </a:lnTo>
                  <a:lnTo>
                    <a:pt x="78026" y="306018"/>
                  </a:lnTo>
                  <a:lnTo>
                    <a:pt x="78694" y="251626"/>
                  </a:lnTo>
                  <a:lnTo>
                    <a:pt x="79362" y="251626"/>
                  </a:lnTo>
                  <a:lnTo>
                    <a:pt x="80030" y="251626"/>
                  </a:lnTo>
                  <a:lnTo>
                    <a:pt x="80698" y="251626"/>
                  </a:lnTo>
                  <a:lnTo>
                    <a:pt x="81366" y="190451"/>
                  </a:lnTo>
                  <a:lnTo>
                    <a:pt x="82034" y="131267"/>
                  </a:lnTo>
                  <a:lnTo>
                    <a:pt x="82702" y="144710"/>
                  </a:lnTo>
                  <a:lnTo>
                    <a:pt x="83370" y="176026"/>
                  </a:lnTo>
                  <a:lnTo>
                    <a:pt x="84038" y="176026"/>
                  </a:lnTo>
                  <a:lnTo>
                    <a:pt x="84706" y="172470"/>
                  </a:lnTo>
                  <a:lnTo>
                    <a:pt x="85374" y="108400"/>
                  </a:lnTo>
                  <a:lnTo>
                    <a:pt x="86042" y="108400"/>
                  </a:lnTo>
                  <a:lnTo>
                    <a:pt x="86710" y="108400"/>
                  </a:lnTo>
                  <a:lnTo>
                    <a:pt x="87378" y="108400"/>
                  </a:lnTo>
                  <a:lnTo>
                    <a:pt x="88046" y="232368"/>
                  </a:lnTo>
                  <a:lnTo>
                    <a:pt x="88715" y="245103"/>
                  </a:lnTo>
                  <a:lnTo>
                    <a:pt x="89383" y="188983"/>
                  </a:lnTo>
                  <a:lnTo>
                    <a:pt x="90051" y="159802"/>
                  </a:lnTo>
                  <a:lnTo>
                    <a:pt x="90719" y="118378"/>
                  </a:lnTo>
                  <a:lnTo>
                    <a:pt x="91387" y="246527"/>
                  </a:lnTo>
                  <a:lnTo>
                    <a:pt x="92055" y="368471"/>
                  </a:lnTo>
                  <a:lnTo>
                    <a:pt x="92723" y="390552"/>
                  </a:lnTo>
                  <a:lnTo>
                    <a:pt x="93391" y="390552"/>
                  </a:lnTo>
                  <a:lnTo>
                    <a:pt x="94059" y="392124"/>
                  </a:lnTo>
                  <a:lnTo>
                    <a:pt x="94727" y="395342"/>
                  </a:lnTo>
                  <a:lnTo>
                    <a:pt x="95153" y="4364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76783" y="1881498"/>
              <a:ext cx="96850" cy="184790"/>
            </a:xfrm>
            <a:custGeom>
              <a:avLst/>
              <a:pathLst>
                <a:path w="96850" h="184790">
                  <a:moveTo>
                    <a:pt x="0" y="184790"/>
                  </a:moveTo>
                  <a:lnTo>
                    <a:pt x="653" y="94830"/>
                  </a:lnTo>
                  <a:lnTo>
                    <a:pt x="1321" y="0"/>
                  </a:lnTo>
                  <a:lnTo>
                    <a:pt x="1989" y="0"/>
                  </a:lnTo>
                  <a:lnTo>
                    <a:pt x="2657" y="0"/>
                  </a:lnTo>
                  <a:lnTo>
                    <a:pt x="3325" y="0"/>
                  </a:lnTo>
                  <a:lnTo>
                    <a:pt x="3993" y="0"/>
                  </a:lnTo>
                  <a:lnTo>
                    <a:pt x="4661" y="0"/>
                  </a:lnTo>
                  <a:lnTo>
                    <a:pt x="5329" y="0"/>
                  </a:lnTo>
                  <a:lnTo>
                    <a:pt x="5997" y="0"/>
                  </a:lnTo>
                  <a:lnTo>
                    <a:pt x="6665" y="0"/>
                  </a:lnTo>
                  <a:lnTo>
                    <a:pt x="7333" y="0"/>
                  </a:lnTo>
                  <a:lnTo>
                    <a:pt x="8001" y="0"/>
                  </a:lnTo>
                  <a:lnTo>
                    <a:pt x="8669" y="54391"/>
                  </a:lnTo>
                  <a:lnTo>
                    <a:pt x="9337" y="85708"/>
                  </a:lnTo>
                  <a:lnTo>
                    <a:pt x="10005" y="85708"/>
                  </a:lnTo>
                  <a:lnTo>
                    <a:pt x="10673" y="174042"/>
                  </a:lnTo>
                  <a:lnTo>
                    <a:pt x="11341" y="184651"/>
                  </a:lnTo>
                  <a:lnTo>
                    <a:pt x="12009" y="184651"/>
                  </a:lnTo>
                  <a:lnTo>
                    <a:pt x="12677" y="184651"/>
                  </a:lnTo>
                  <a:lnTo>
                    <a:pt x="13345" y="184651"/>
                  </a:lnTo>
                  <a:lnTo>
                    <a:pt x="14013" y="184651"/>
                  </a:lnTo>
                  <a:lnTo>
                    <a:pt x="14681" y="184651"/>
                  </a:lnTo>
                  <a:lnTo>
                    <a:pt x="15349" y="184651"/>
                  </a:lnTo>
                  <a:lnTo>
                    <a:pt x="16017" y="184651"/>
                  </a:lnTo>
                  <a:lnTo>
                    <a:pt x="16686" y="184651"/>
                  </a:lnTo>
                  <a:lnTo>
                    <a:pt x="17354" y="184651"/>
                  </a:lnTo>
                  <a:lnTo>
                    <a:pt x="18022" y="184651"/>
                  </a:lnTo>
                  <a:lnTo>
                    <a:pt x="18690" y="184651"/>
                  </a:lnTo>
                  <a:lnTo>
                    <a:pt x="19358" y="184651"/>
                  </a:lnTo>
                  <a:lnTo>
                    <a:pt x="20026" y="184651"/>
                  </a:lnTo>
                  <a:lnTo>
                    <a:pt x="20694" y="184651"/>
                  </a:lnTo>
                  <a:lnTo>
                    <a:pt x="21362" y="184651"/>
                  </a:lnTo>
                  <a:lnTo>
                    <a:pt x="22030" y="184651"/>
                  </a:lnTo>
                  <a:lnTo>
                    <a:pt x="22698" y="184651"/>
                  </a:lnTo>
                  <a:lnTo>
                    <a:pt x="23366" y="184651"/>
                  </a:lnTo>
                  <a:lnTo>
                    <a:pt x="24034" y="184651"/>
                  </a:lnTo>
                  <a:lnTo>
                    <a:pt x="24702" y="184651"/>
                  </a:lnTo>
                  <a:lnTo>
                    <a:pt x="25370" y="184651"/>
                  </a:lnTo>
                  <a:lnTo>
                    <a:pt x="26038" y="184651"/>
                  </a:lnTo>
                  <a:lnTo>
                    <a:pt x="26706" y="184651"/>
                  </a:lnTo>
                  <a:lnTo>
                    <a:pt x="27374" y="184651"/>
                  </a:lnTo>
                  <a:lnTo>
                    <a:pt x="28042" y="184651"/>
                  </a:lnTo>
                  <a:lnTo>
                    <a:pt x="28710" y="184651"/>
                  </a:lnTo>
                  <a:lnTo>
                    <a:pt x="29378" y="184651"/>
                  </a:lnTo>
                  <a:lnTo>
                    <a:pt x="30046" y="184651"/>
                  </a:lnTo>
                  <a:lnTo>
                    <a:pt x="30714" y="184651"/>
                  </a:lnTo>
                  <a:lnTo>
                    <a:pt x="31382" y="184651"/>
                  </a:lnTo>
                  <a:lnTo>
                    <a:pt x="32050" y="184651"/>
                  </a:lnTo>
                  <a:lnTo>
                    <a:pt x="32718" y="184651"/>
                  </a:lnTo>
                  <a:lnTo>
                    <a:pt x="33386" y="184651"/>
                  </a:lnTo>
                  <a:lnTo>
                    <a:pt x="34054" y="184651"/>
                  </a:lnTo>
                  <a:lnTo>
                    <a:pt x="34722" y="184651"/>
                  </a:lnTo>
                  <a:lnTo>
                    <a:pt x="35390" y="184651"/>
                  </a:lnTo>
                  <a:lnTo>
                    <a:pt x="36058" y="184651"/>
                  </a:lnTo>
                  <a:lnTo>
                    <a:pt x="36726" y="184651"/>
                  </a:lnTo>
                  <a:lnTo>
                    <a:pt x="37394" y="184651"/>
                  </a:lnTo>
                  <a:lnTo>
                    <a:pt x="38062" y="184651"/>
                  </a:lnTo>
                  <a:lnTo>
                    <a:pt x="38730" y="184651"/>
                  </a:lnTo>
                  <a:lnTo>
                    <a:pt x="39398" y="184651"/>
                  </a:lnTo>
                  <a:lnTo>
                    <a:pt x="40066" y="184651"/>
                  </a:lnTo>
                  <a:lnTo>
                    <a:pt x="40735" y="184651"/>
                  </a:lnTo>
                  <a:lnTo>
                    <a:pt x="41403" y="184651"/>
                  </a:lnTo>
                  <a:lnTo>
                    <a:pt x="42071" y="184651"/>
                  </a:lnTo>
                  <a:lnTo>
                    <a:pt x="42739" y="184651"/>
                  </a:lnTo>
                  <a:lnTo>
                    <a:pt x="43407" y="184651"/>
                  </a:lnTo>
                  <a:lnTo>
                    <a:pt x="44075" y="184651"/>
                  </a:lnTo>
                  <a:lnTo>
                    <a:pt x="44743" y="184651"/>
                  </a:lnTo>
                  <a:lnTo>
                    <a:pt x="45411" y="184651"/>
                  </a:lnTo>
                  <a:lnTo>
                    <a:pt x="46079" y="184651"/>
                  </a:lnTo>
                  <a:lnTo>
                    <a:pt x="46747" y="184651"/>
                  </a:lnTo>
                  <a:lnTo>
                    <a:pt x="47415" y="184651"/>
                  </a:lnTo>
                  <a:lnTo>
                    <a:pt x="48083" y="184651"/>
                  </a:lnTo>
                  <a:lnTo>
                    <a:pt x="48751" y="184651"/>
                  </a:lnTo>
                  <a:lnTo>
                    <a:pt x="49419" y="184651"/>
                  </a:lnTo>
                  <a:lnTo>
                    <a:pt x="50087" y="184651"/>
                  </a:lnTo>
                  <a:lnTo>
                    <a:pt x="50755" y="148260"/>
                  </a:lnTo>
                  <a:lnTo>
                    <a:pt x="51423" y="85708"/>
                  </a:lnTo>
                  <a:lnTo>
                    <a:pt x="52091" y="76603"/>
                  </a:lnTo>
                  <a:lnTo>
                    <a:pt x="52759" y="0"/>
                  </a:lnTo>
                  <a:lnTo>
                    <a:pt x="53427" y="0"/>
                  </a:lnTo>
                  <a:lnTo>
                    <a:pt x="54095" y="0"/>
                  </a:lnTo>
                  <a:lnTo>
                    <a:pt x="54763" y="0"/>
                  </a:lnTo>
                  <a:lnTo>
                    <a:pt x="55431" y="0"/>
                  </a:lnTo>
                  <a:lnTo>
                    <a:pt x="56099" y="0"/>
                  </a:lnTo>
                  <a:lnTo>
                    <a:pt x="56767" y="0"/>
                  </a:lnTo>
                  <a:lnTo>
                    <a:pt x="57435" y="0"/>
                  </a:lnTo>
                  <a:lnTo>
                    <a:pt x="58103" y="0"/>
                  </a:lnTo>
                  <a:lnTo>
                    <a:pt x="58771" y="0"/>
                  </a:lnTo>
                  <a:lnTo>
                    <a:pt x="59439" y="0"/>
                  </a:lnTo>
                  <a:lnTo>
                    <a:pt x="60107" y="0"/>
                  </a:lnTo>
                  <a:lnTo>
                    <a:pt x="60775" y="28714"/>
                  </a:lnTo>
                  <a:lnTo>
                    <a:pt x="61443" y="85708"/>
                  </a:lnTo>
                  <a:lnTo>
                    <a:pt x="62111" y="94943"/>
                  </a:lnTo>
                  <a:lnTo>
                    <a:pt x="62779" y="184651"/>
                  </a:lnTo>
                  <a:lnTo>
                    <a:pt x="63447" y="184651"/>
                  </a:lnTo>
                  <a:lnTo>
                    <a:pt x="64115" y="184651"/>
                  </a:lnTo>
                  <a:lnTo>
                    <a:pt x="64783" y="184651"/>
                  </a:lnTo>
                  <a:lnTo>
                    <a:pt x="65452" y="184651"/>
                  </a:lnTo>
                  <a:lnTo>
                    <a:pt x="66120" y="184651"/>
                  </a:lnTo>
                  <a:lnTo>
                    <a:pt x="66788" y="184651"/>
                  </a:lnTo>
                  <a:lnTo>
                    <a:pt x="67456" y="184651"/>
                  </a:lnTo>
                  <a:lnTo>
                    <a:pt x="68124" y="184651"/>
                  </a:lnTo>
                  <a:lnTo>
                    <a:pt x="68792" y="184651"/>
                  </a:lnTo>
                  <a:lnTo>
                    <a:pt x="69460" y="184651"/>
                  </a:lnTo>
                  <a:lnTo>
                    <a:pt x="70128" y="184651"/>
                  </a:lnTo>
                  <a:lnTo>
                    <a:pt x="70796" y="184651"/>
                  </a:lnTo>
                  <a:lnTo>
                    <a:pt x="71464" y="184651"/>
                  </a:lnTo>
                  <a:lnTo>
                    <a:pt x="72132" y="184651"/>
                  </a:lnTo>
                  <a:lnTo>
                    <a:pt x="72800" y="184651"/>
                  </a:lnTo>
                  <a:lnTo>
                    <a:pt x="73468" y="184651"/>
                  </a:lnTo>
                  <a:lnTo>
                    <a:pt x="74136" y="184651"/>
                  </a:lnTo>
                  <a:lnTo>
                    <a:pt x="74804" y="184651"/>
                  </a:lnTo>
                  <a:lnTo>
                    <a:pt x="75472" y="184651"/>
                  </a:lnTo>
                  <a:lnTo>
                    <a:pt x="76140" y="184651"/>
                  </a:lnTo>
                  <a:lnTo>
                    <a:pt x="76808" y="184651"/>
                  </a:lnTo>
                  <a:lnTo>
                    <a:pt x="77476" y="184651"/>
                  </a:lnTo>
                  <a:lnTo>
                    <a:pt x="78144" y="184651"/>
                  </a:lnTo>
                  <a:lnTo>
                    <a:pt x="78812" y="184651"/>
                  </a:lnTo>
                  <a:lnTo>
                    <a:pt x="79480" y="184651"/>
                  </a:lnTo>
                  <a:lnTo>
                    <a:pt x="80148" y="184651"/>
                  </a:lnTo>
                  <a:lnTo>
                    <a:pt x="80816" y="184651"/>
                  </a:lnTo>
                  <a:lnTo>
                    <a:pt x="81484" y="184651"/>
                  </a:lnTo>
                  <a:lnTo>
                    <a:pt x="82152" y="184651"/>
                  </a:lnTo>
                  <a:lnTo>
                    <a:pt x="82820" y="184651"/>
                  </a:lnTo>
                  <a:lnTo>
                    <a:pt x="83488" y="184651"/>
                  </a:lnTo>
                  <a:lnTo>
                    <a:pt x="84156" y="184651"/>
                  </a:lnTo>
                  <a:lnTo>
                    <a:pt x="84824" y="184651"/>
                  </a:lnTo>
                  <a:lnTo>
                    <a:pt x="85492" y="184651"/>
                  </a:lnTo>
                  <a:lnTo>
                    <a:pt x="86160" y="184651"/>
                  </a:lnTo>
                  <a:lnTo>
                    <a:pt x="86828" y="184651"/>
                  </a:lnTo>
                  <a:lnTo>
                    <a:pt x="87496" y="184651"/>
                  </a:lnTo>
                  <a:lnTo>
                    <a:pt x="88164" y="184651"/>
                  </a:lnTo>
                  <a:lnTo>
                    <a:pt x="88832" y="184651"/>
                  </a:lnTo>
                  <a:lnTo>
                    <a:pt x="89500" y="184651"/>
                  </a:lnTo>
                  <a:lnTo>
                    <a:pt x="90169" y="184651"/>
                  </a:lnTo>
                  <a:lnTo>
                    <a:pt x="90837" y="184651"/>
                  </a:lnTo>
                  <a:lnTo>
                    <a:pt x="91505" y="184651"/>
                  </a:lnTo>
                  <a:lnTo>
                    <a:pt x="92173" y="184651"/>
                  </a:lnTo>
                  <a:lnTo>
                    <a:pt x="92841" y="184651"/>
                  </a:lnTo>
                  <a:lnTo>
                    <a:pt x="93509" y="184651"/>
                  </a:lnTo>
                  <a:lnTo>
                    <a:pt x="94177" y="184651"/>
                  </a:lnTo>
                  <a:lnTo>
                    <a:pt x="94845" y="184651"/>
                  </a:lnTo>
                  <a:lnTo>
                    <a:pt x="95513" y="184651"/>
                  </a:lnTo>
                  <a:lnTo>
                    <a:pt x="96181" y="184651"/>
                  </a:lnTo>
                  <a:lnTo>
                    <a:pt x="96849" y="184651"/>
                  </a:lnTo>
                  <a:lnTo>
                    <a:pt x="96850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76590" y="1805898"/>
              <a:ext cx="54493" cy="260390"/>
            </a:xfrm>
            <a:custGeom>
              <a:avLst/>
              <a:pathLst>
                <a:path w="54493" h="260390">
                  <a:moveTo>
                    <a:pt x="0" y="260390"/>
                  </a:moveTo>
                  <a:lnTo>
                    <a:pt x="382" y="222980"/>
                  </a:lnTo>
                  <a:lnTo>
                    <a:pt x="1050" y="202602"/>
                  </a:lnTo>
                  <a:lnTo>
                    <a:pt x="1718" y="141427"/>
                  </a:lnTo>
                  <a:lnTo>
                    <a:pt x="2386" y="127002"/>
                  </a:lnTo>
                  <a:lnTo>
                    <a:pt x="3054" y="127002"/>
                  </a:lnTo>
                  <a:lnTo>
                    <a:pt x="3722" y="127002"/>
                  </a:lnTo>
                  <a:lnTo>
                    <a:pt x="4390" y="127002"/>
                  </a:lnTo>
                  <a:lnTo>
                    <a:pt x="5058" y="127002"/>
                  </a:lnTo>
                  <a:lnTo>
                    <a:pt x="5726" y="127002"/>
                  </a:lnTo>
                  <a:lnTo>
                    <a:pt x="6394" y="88929"/>
                  </a:lnTo>
                  <a:lnTo>
                    <a:pt x="7062" y="59376"/>
                  </a:lnTo>
                  <a:lnTo>
                    <a:pt x="7730" y="33473"/>
                  </a:lnTo>
                  <a:lnTo>
                    <a:pt x="8398" y="53024"/>
                  </a:lnTo>
                  <a:lnTo>
                    <a:pt x="9066" y="90583"/>
                  </a:lnTo>
                  <a:lnTo>
                    <a:pt x="9734" y="0"/>
                  </a:lnTo>
                  <a:lnTo>
                    <a:pt x="10402" y="55848"/>
                  </a:lnTo>
                  <a:lnTo>
                    <a:pt x="11070" y="75600"/>
                  </a:lnTo>
                  <a:lnTo>
                    <a:pt x="11738" y="143226"/>
                  </a:lnTo>
                  <a:lnTo>
                    <a:pt x="12407" y="161308"/>
                  </a:lnTo>
                  <a:lnTo>
                    <a:pt x="13075" y="161308"/>
                  </a:lnTo>
                  <a:lnTo>
                    <a:pt x="13743" y="161308"/>
                  </a:lnTo>
                  <a:lnTo>
                    <a:pt x="14411" y="161308"/>
                  </a:lnTo>
                  <a:lnTo>
                    <a:pt x="15079" y="161308"/>
                  </a:lnTo>
                  <a:lnTo>
                    <a:pt x="15747" y="161308"/>
                  </a:lnTo>
                  <a:lnTo>
                    <a:pt x="16415" y="213831"/>
                  </a:lnTo>
                  <a:lnTo>
                    <a:pt x="17083" y="260251"/>
                  </a:lnTo>
                  <a:lnTo>
                    <a:pt x="17751" y="260251"/>
                  </a:lnTo>
                  <a:lnTo>
                    <a:pt x="18419" y="260251"/>
                  </a:lnTo>
                  <a:lnTo>
                    <a:pt x="19087" y="260251"/>
                  </a:lnTo>
                  <a:lnTo>
                    <a:pt x="19755" y="260251"/>
                  </a:lnTo>
                  <a:lnTo>
                    <a:pt x="20423" y="260251"/>
                  </a:lnTo>
                  <a:lnTo>
                    <a:pt x="21091" y="260251"/>
                  </a:lnTo>
                  <a:lnTo>
                    <a:pt x="21759" y="184651"/>
                  </a:lnTo>
                  <a:lnTo>
                    <a:pt x="22427" y="108523"/>
                  </a:lnTo>
                  <a:lnTo>
                    <a:pt x="23095" y="75600"/>
                  </a:lnTo>
                  <a:lnTo>
                    <a:pt x="23763" y="75600"/>
                  </a:lnTo>
                  <a:lnTo>
                    <a:pt x="24431" y="75600"/>
                  </a:lnTo>
                  <a:lnTo>
                    <a:pt x="25099" y="75600"/>
                  </a:lnTo>
                  <a:lnTo>
                    <a:pt x="25767" y="75600"/>
                  </a:lnTo>
                  <a:lnTo>
                    <a:pt x="26435" y="75600"/>
                  </a:lnTo>
                  <a:lnTo>
                    <a:pt x="27103" y="75600"/>
                  </a:lnTo>
                  <a:lnTo>
                    <a:pt x="27771" y="75600"/>
                  </a:lnTo>
                  <a:lnTo>
                    <a:pt x="28439" y="75600"/>
                  </a:lnTo>
                  <a:lnTo>
                    <a:pt x="29107" y="75600"/>
                  </a:lnTo>
                  <a:lnTo>
                    <a:pt x="29775" y="75600"/>
                  </a:lnTo>
                  <a:lnTo>
                    <a:pt x="30443" y="75600"/>
                  </a:lnTo>
                  <a:lnTo>
                    <a:pt x="31111" y="75600"/>
                  </a:lnTo>
                  <a:lnTo>
                    <a:pt x="31779" y="138784"/>
                  </a:lnTo>
                  <a:lnTo>
                    <a:pt x="32447" y="218826"/>
                  </a:lnTo>
                  <a:lnTo>
                    <a:pt x="33115" y="260251"/>
                  </a:lnTo>
                  <a:lnTo>
                    <a:pt x="33783" y="260251"/>
                  </a:lnTo>
                  <a:lnTo>
                    <a:pt x="34451" y="260251"/>
                  </a:lnTo>
                  <a:lnTo>
                    <a:pt x="35119" y="260251"/>
                  </a:lnTo>
                  <a:lnTo>
                    <a:pt x="35787" y="260251"/>
                  </a:lnTo>
                  <a:lnTo>
                    <a:pt x="36455" y="260251"/>
                  </a:lnTo>
                  <a:lnTo>
                    <a:pt x="37124" y="260251"/>
                  </a:lnTo>
                  <a:lnTo>
                    <a:pt x="37792" y="260251"/>
                  </a:lnTo>
                  <a:lnTo>
                    <a:pt x="38460" y="260251"/>
                  </a:lnTo>
                  <a:lnTo>
                    <a:pt x="39128" y="260251"/>
                  </a:lnTo>
                  <a:lnTo>
                    <a:pt x="39796" y="260251"/>
                  </a:lnTo>
                  <a:lnTo>
                    <a:pt x="40464" y="199075"/>
                  </a:lnTo>
                  <a:lnTo>
                    <a:pt x="41132" y="129991"/>
                  </a:lnTo>
                  <a:lnTo>
                    <a:pt x="41800" y="75600"/>
                  </a:lnTo>
                  <a:lnTo>
                    <a:pt x="42468" y="75600"/>
                  </a:lnTo>
                  <a:lnTo>
                    <a:pt x="43136" y="75600"/>
                  </a:lnTo>
                  <a:lnTo>
                    <a:pt x="43804" y="75600"/>
                  </a:lnTo>
                  <a:lnTo>
                    <a:pt x="44472" y="75600"/>
                  </a:lnTo>
                  <a:lnTo>
                    <a:pt x="45140" y="75600"/>
                  </a:lnTo>
                  <a:lnTo>
                    <a:pt x="45808" y="75600"/>
                  </a:lnTo>
                  <a:lnTo>
                    <a:pt x="46476" y="75600"/>
                  </a:lnTo>
                  <a:lnTo>
                    <a:pt x="47144" y="75600"/>
                  </a:lnTo>
                  <a:lnTo>
                    <a:pt x="47812" y="75600"/>
                  </a:lnTo>
                  <a:lnTo>
                    <a:pt x="48480" y="75600"/>
                  </a:lnTo>
                  <a:lnTo>
                    <a:pt x="49148" y="75600"/>
                  </a:lnTo>
                  <a:lnTo>
                    <a:pt x="49816" y="75600"/>
                  </a:lnTo>
                  <a:lnTo>
                    <a:pt x="50484" y="125640"/>
                  </a:lnTo>
                  <a:lnTo>
                    <a:pt x="51152" y="194231"/>
                  </a:lnTo>
                  <a:lnTo>
                    <a:pt x="51820" y="260251"/>
                  </a:lnTo>
                  <a:lnTo>
                    <a:pt x="52488" y="260251"/>
                  </a:lnTo>
                  <a:lnTo>
                    <a:pt x="53156" y="260251"/>
                  </a:lnTo>
                  <a:lnTo>
                    <a:pt x="53824" y="260251"/>
                  </a:lnTo>
                  <a:lnTo>
                    <a:pt x="54492" y="260251"/>
                  </a:lnTo>
                  <a:lnTo>
                    <a:pt x="54493" y="2603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53287" y="1738271"/>
              <a:ext cx="11611" cy="328017"/>
            </a:xfrm>
            <a:custGeom>
              <a:avLst/>
              <a:pathLst>
                <a:path w="11611" h="328017">
                  <a:moveTo>
                    <a:pt x="0" y="328017"/>
                  </a:moveTo>
                  <a:lnTo>
                    <a:pt x="508" y="167759"/>
                  </a:lnTo>
                  <a:lnTo>
                    <a:pt x="1176" y="131303"/>
                  </a:lnTo>
                  <a:lnTo>
                    <a:pt x="1844" y="67626"/>
                  </a:lnTo>
                  <a:lnTo>
                    <a:pt x="2512" y="53519"/>
                  </a:lnTo>
                  <a:lnTo>
                    <a:pt x="3180" y="0"/>
                  </a:lnTo>
                  <a:lnTo>
                    <a:pt x="3848" y="0"/>
                  </a:lnTo>
                  <a:lnTo>
                    <a:pt x="4516" y="0"/>
                  </a:lnTo>
                  <a:lnTo>
                    <a:pt x="5184" y="0"/>
                  </a:lnTo>
                  <a:lnTo>
                    <a:pt x="5852" y="0"/>
                  </a:lnTo>
                  <a:lnTo>
                    <a:pt x="6520" y="0"/>
                  </a:lnTo>
                  <a:lnTo>
                    <a:pt x="7188" y="93968"/>
                  </a:lnTo>
                  <a:lnTo>
                    <a:pt x="7856" y="120201"/>
                  </a:lnTo>
                  <a:lnTo>
                    <a:pt x="8524" y="127002"/>
                  </a:lnTo>
                  <a:lnTo>
                    <a:pt x="9192" y="127002"/>
                  </a:lnTo>
                  <a:lnTo>
                    <a:pt x="9861" y="149870"/>
                  </a:lnTo>
                  <a:lnTo>
                    <a:pt x="10529" y="246600"/>
                  </a:lnTo>
                  <a:lnTo>
                    <a:pt x="11197" y="282378"/>
                  </a:lnTo>
                  <a:lnTo>
                    <a:pt x="11611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68807" y="1950554"/>
              <a:ext cx="3295" cy="115734"/>
            </a:xfrm>
            <a:custGeom>
              <a:avLst/>
              <a:pathLst>
                <a:path w="3295" h="115734">
                  <a:moveTo>
                    <a:pt x="0" y="115734"/>
                  </a:moveTo>
                  <a:lnTo>
                    <a:pt x="353" y="29612"/>
                  </a:lnTo>
                  <a:lnTo>
                    <a:pt x="1021" y="0"/>
                  </a:lnTo>
                  <a:lnTo>
                    <a:pt x="1689" y="12022"/>
                  </a:lnTo>
                  <a:lnTo>
                    <a:pt x="2357" y="66122"/>
                  </a:lnTo>
                  <a:lnTo>
                    <a:pt x="3025" y="100390"/>
                  </a:lnTo>
                  <a:lnTo>
                    <a:pt x="3295" y="1157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487196" y="2066149"/>
              <a:ext cx="1337" cy="139"/>
            </a:xfrm>
            <a:custGeom>
              <a:avLst/>
              <a:pathLst>
                <a:path w="1337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1337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00557" y="1881498"/>
              <a:ext cx="13176" cy="184790"/>
            </a:xfrm>
            <a:custGeom>
              <a:avLst/>
              <a:pathLst>
                <a:path w="13176" h="184790">
                  <a:moveTo>
                    <a:pt x="0" y="184790"/>
                  </a:moveTo>
                  <a:lnTo>
                    <a:pt x="0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18631"/>
                  </a:lnTo>
                  <a:lnTo>
                    <a:pt x="3341" y="76603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90583"/>
                  </a:lnTo>
                  <a:lnTo>
                    <a:pt x="12693" y="155492"/>
                  </a:lnTo>
                  <a:lnTo>
                    <a:pt x="13176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25274" y="1738271"/>
              <a:ext cx="76825" cy="328017"/>
            </a:xfrm>
            <a:custGeom>
              <a:avLst/>
              <a:pathLst>
                <a:path w="76825" h="328017">
                  <a:moveTo>
                    <a:pt x="0" y="328017"/>
                  </a:moveTo>
                  <a:lnTo>
                    <a:pt x="1" y="327878"/>
                  </a:lnTo>
                  <a:lnTo>
                    <a:pt x="669" y="327878"/>
                  </a:lnTo>
                  <a:lnTo>
                    <a:pt x="1337" y="327878"/>
                  </a:lnTo>
                  <a:lnTo>
                    <a:pt x="2005" y="327878"/>
                  </a:lnTo>
                  <a:lnTo>
                    <a:pt x="2673" y="327878"/>
                  </a:lnTo>
                  <a:lnTo>
                    <a:pt x="3341" y="327878"/>
                  </a:lnTo>
                  <a:lnTo>
                    <a:pt x="4009" y="327878"/>
                  </a:lnTo>
                  <a:lnTo>
                    <a:pt x="4677" y="327878"/>
                  </a:lnTo>
                  <a:lnTo>
                    <a:pt x="5345" y="327878"/>
                  </a:lnTo>
                  <a:lnTo>
                    <a:pt x="6013" y="327878"/>
                  </a:lnTo>
                  <a:lnTo>
                    <a:pt x="6681" y="327878"/>
                  </a:lnTo>
                  <a:lnTo>
                    <a:pt x="7349" y="327878"/>
                  </a:lnTo>
                  <a:lnTo>
                    <a:pt x="8017" y="327878"/>
                  </a:lnTo>
                  <a:lnTo>
                    <a:pt x="8685" y="327878"/>
                  </a:lnTo>
                  <a:lnTo>
                    <a:pt x="9353" y="327878"/>
                  </a:lnTo>
                  <a:lnTo>
                    <a:pt x="10021" y="327878"/>
                  </a:lnTo>
                  <a:lnTo>
                    <a:pt x="10689" y="327878"/>
                  </a:lnTo>
                  <a:lnTo>
                    <a:pt x="11357" y="327878"/>
                  </a:lnTo>
                  <a:lnTo>
                    <a:pt x="12025" y="327878"/>
                  </a:lnTo>
                  <a:lnTo>
                    <a:pt x="12693" y="327878"/>
                  </a:lnTo>
                  <a:lnTo>
                    <a:pt x="13361" y="327878"/>
                  </a:lnTo>
                  <a:lnTo>
                    <a:pt x="14029" y="327878"/>
                  </a:lnTo>
                  <a:lnTo>
                    <a:pt x="14697" y="327878"/>
                  </a:lnTo>
                  <a:lnTo>
                    <a:pt x="15365" y="327878"/>
                  </a:lnTo>
                  <a:lnTo>
                    <a:pt x="16033" y="327878"/>
                  </a:lnTo>
                  <a:lnTo>
                    <a:pt x="16701" y="327878"/>
                  </a:lnTo>
                  <a:lnTo>
                    <a:pt x="17369" y="327878"/>
                  </a:lnTo>
                  <a:lnTo>
                    <a:pt x="18037" y="327878"/>
                  </a:lnTo>
                  <a:lnTo>
                    <a:pt x="18705" y="327878"/>
                  </a:lnTo>
                  <a:lnTo>
                    <a:pt x="19373" y="327878"/>
                  </a:lnTo>
                  <a:lnTo>
                    <a:pt x="20041" y="327878"/>
                  </a:lnTo>
                  <a:lnTo>
                    <a:pt x="20709" y="327878"/>
                  </a:lnTo>
                  <a:lnTo>
                    <a:pt x="21377" y="327878"/>
                  </a:lnTo>
                  <a:lnTo>
                    <a:pt x="22045" y="327878"/>
                  </a:lnTo>
                  <a:lnTo>
                    <a:pt x="22713" y="327878"/>
                  </a:lnTo>
                  <a:lnTo>
                    <a:pt x="23381" y="327878"/>
                  </a:lnTo>
                  <a:lnTo>
                    <a:pt x="24050" y="327878"/>
                  </a:lnTo>
                  <a:lnTo>
                    <a:pt x="24718" y="327878"/>
                  </a:lnTo>
                  <a:lnTo>
                    <a:pt x="25386" y="327878"/>
                  </a:lnTo>
                  <a:lnTo>
                    <a:pt x="26054" y="327878"/>
                  </a:lnTo>
                  <a:lnTo>
                    <a:pt x="26722" y="327878"/>
                  </a:lnTo>
                  <a:lnTo>
                    <a:pt x="27390" y="327878"/>
                  </a:lnTo>
                  <a:lnTo>
                    <a:pt x="28058" y="327878"/>
                  </a:lnTo>
                  <a:lnTo>
                    <a:pt x="28726" y="327878"/>
                  </a:lnTo>
                  <a:lnTo>
                    <a:pt x="29394" y="327878"/>
                  </a:lnTo>
                  <a:lnTo>
                    <a:pt x="30062" y="327878"/>
                  </a:lnTo>
                  <a:lnTo>
                    <a:pt x="30730" y="327878"/>
                  </a:lnTo>
                  <a:lnTo>
                    <a:pt x="31398" y="327878"/>
                  </a:lnTo>
                  <a:lnTo>
                    <a:pt x="32066" y="327878"/>
                  </a:lnTo>
                  <a:lnTo>
                    <a:pt x="32734" y="327878"/>
                  </a:lnTo>
                  <a:lnTo>
                    <a:pt x="33402" y="327878"/>
                  </a:lnTo>
                  <a:lnTo>
                    <a:pt x="34070" y="327878"/>
                  </a:lnTo>
                  <a:lnTo>
                    <a:pt x="34738" y="327878"/>
                  </a:lnTo>
                  <a:lnTo>
                    <a:pt x="35406" y="327878"/>
                  </a:lnTo>
                  <a:lnTo>
                    <a:pt x="36074" y="327878"/>
                  </a:lnTo>
                  <a:lnTo>
                    <a:pt x="36742" y="327878"/>
                  </a:lnTo>
                  <a:lnTo>
                    <a:pt x="37410" y="327878"/>
                  </a:lnTo>
                  <a:lnTo>
                    <a:pt x="38078" y="327878"/>
                  </a:lnTo>
                  <a:lnTo>
                    <a:pt x="38746" y="327878"/>
                  </a:lnTo>
                  <a:lnTo>
                    <a:pt x="39414" y="327878"/>
                  </a:lnTo>
                  <a:lnTo>
                    <a:pt x="40082" y="327878"/>
                  </a:lnTo>
                  <a:lnTo>
                    <a:pt x="40750" y="327878"/>
                  </a:lnTo>
                  <a:lnTo>
                    <a:pt x="41418" y="327878"/>
                  </a:lnTo>
                  <a:lnTo>
                    <a:pt x="42086" y="327878"/>
                  </a:lnTo>
                  <a:lnTo>
                    <a:pt x="42754" y="327878"/>
                  </a:lnTo>
                  <a:lnTo>
                    <a:pt x="43422" y="327878"/>
                  </a:lnTo>
                  <a:lnTo>
                    <a:pt x="44090" y="327878"/>
                  </a:lnTo>
                  <a:lnTo>
                    <a:pt x="44758" y="327878"/>
                  </a:lnTo>
                  <a:lnTo>
                    <a:pt x="45426" y="327878"/>
                  </a:lnTo>
                  <a:lnTo>
                    <a:pt x="46094" y="327878"/>
                  </a:lnTo>
                  <a:lnTo>
                    <a:pt x="46762" y="327878"/>
                  </a:lnTo>
                  <a:lnTo>
                    <a:pt x="47430" y="327878"/>
                  </a:lnTo>
                  <a:lnTo>
                    <a:pt x="48098" y="327878"/>
                  </a:lnTo>
                  <a:lnTo>
                    <a:pt x="48767" y="327878"/>
                  </a:lnTo>
                  <a:lnTo>
                    <a:pt x="49435" y="327878"/>
                  </a:lnTo>
                  <a:lnTo>
                    <a:pt x="50103" y="327878"/>
                  </a:lnTo>
                  <a:lnTo>
                    <a:pt x="50771" y="327878"/>
                  </a:lnTo>
                  <a:lnTo>
                    <a:pt x="51439" y="327878"/>
                  </a:lnTo>
                  <a:lnTo>
                    <a:pt x="52107" y="233536"/>
                  </a:lnTo>
                  <a:lnTo>
                    <a:pt x="52775" y="228935"/>
                  </a:lnTo>
                  <a:lnTo>
                    <a:pt x="53443" y="228935"/>
                  </a:lnTo>
                  <a:lnTo>
                    <a:pt x="54111" y="228935"/>
                  </a:lnTo>
                  <a:lnTo>
                    <a:pt x="54779" y="228935"/>
                  </a:lnTo>
                  <a:lnTo>
                    <a:pt x="55447" y="202000"/>
                  </a:lnTo>
                  <a:lnTo>
                    <a:pt x="56115" y="143226"/>
                  </a:lnTo>
                  <a:lnTo>
                    <a:pt x="56783" y="89386"/>
                  </a:lnTo>
                  <a:lnTo>
                    <a:pt x="57451" y="36310"/>
                  </a:lnTo>
                  <a:lnTo>
                    <a:pt x="58119" y="0"/>
                  </a:lnTo>
                  <a:lnTo>
                    <a:pt x="58787" y="0"/>
                  </a:lnTo>
                  <a:lnTo>
                    <a:pt x="59455" y="0"/>
                  </a:lnTo>
                  <a:lnTo>
                    <a:pt x="60123" y="0"/>
                  </a:lnTo>
                  <a:lnTo>
                    <a:pt x="60791" y="0"/>
                  </a:lnTo>
                  <a:lnTo>
                    <a:pt x="61459" y="0"/>
                  </a:lnTo>
                  <a:lnTo>
                    <a:pt x="62127" y="64070"/>
                  </a:lnTo>
                  <a:lnTo>
                    <a:pt x="62795" y="67626"/>
                  </a:lnTo>
                  <a:lnTo>
                    <a:pt x="63463" y="67626"/>
                  </a:lnTo>
                  <a:lnTo>
                    <a:pt x="64131" y="67626"/>
                  </a:lnTo>
                  <a:lnTo>
                    <a:pt x="64799" y="67626"/>
                  </a:lnTo>
                  <a:lnTo>
                    <a:pt x="65467" y="89386"/>
                  </a:lnTo>
                  <a:lnTo>
                    <a:pt x="66135" y="143226"/>
                  </a:lnTo>
                  <a:lnTo>
                    <a:pt x="66803" y="202000"/>
                  </a:lnTo>
                  <a:lnTo>
                    <a:pt x="67471" y="271583"/>
                  </a:lnTo>
                  <a:lnTo>
                    <a:pt x="68139" y="327878"/>
                  </a:lnTo>
                  <a:lnTo>
                    <a:pt x="68807" y="327878"/>
                  </a:lnTo>
                  <a:lnTo>
                    <a:pt x="69475" y="327878"/>
                  </a:lnTo>
                  <a:lnTo>
                    <a:pt x="70143" y="327878"/>
                  </a:lnTo>
                  <a:lnTo>
                    <a:pt x="70811" y="327878"/>
                  </a:lnTo>
                  <a:lnTo>
                    <a:pt x="71479" y="327878"/>
                  </a:lnTo>
                  <a:lnTo>
                    <a:pt x="72147" y="327878"/>
                  </a:lnTo>
                  <a:lnTo>
                    <a:pt x="72815" y="327878"/>
                  </a:lnTo>
                  <a:lnTo>
                    <a:pt x="73484" y="327878"/>
                  </a:lnTo>
                  <a:lnTo>
                    <a:pt x="74152" y="327878"/>
                  </a:lnTo>
                  <a:lnTo>
                    <a:pt x="74820" y="327878"/>
                  </a:lnTo>
                  <a:lnTo>
                    <a:pt x="75488" y="327878"/>
                  </a:lnTo>
                  <a:lnTo>
                    <a:pt x="76156" y="327878"/>
                  </a:lnTo>
                  <a:lnTo>
                    <a:pt x="76824" y="327878"/>
                  </a:lnTo>
                  <a:lnTo>
                    <a:pt x="76825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14789" y="1967206"/>
              <a:ext cx="9832" cy="99082"/>
            </a:xfrm>
            <a:custGeom>
              <a:avLst/>
              <a:pathLst>
                <a:path w="9832" h="99082">
                  <a:moveTo>
                    <a:pt x="0" y="99082"/>
                  </a:moveTo>
                  <a:lnTo>
                    <a:pt x="1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98943"/>
                  </a:lnTo>
                  <a:lnTo>
                    <a:pt x="2673" y="98943"/>
                  </a:lnTo>
                  <a:lnTo>
                    <a:pt x="3341" y="98943"/>
                  </a:lnTo>
                  <a:lnTo>
                    <a:pt x="4009" y="98943"/>
                  </a:lnTo>
                  <a:lnTo>
                    <a:pt x="4677" y="98943"/>
                  </a:lnTo>
                  <a:lnTo>
                    <a:pt x="5345" y="98943"/>
                  </a:lnTo>
                  <a:lnTo>
                    <a:pt x="6013" y="98943"/>
                  </a:lnTo>
                  <a:lnTo>
                    <a:pt x="6681" y="72741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93968"/>
                  </a:lnTo>
                  <a:lnTo>
                    <a:pt x="9832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28191" y="2008501"/>
              <a:ext cx="1858" cy="57787"/>
            </a:xfrm>
            <a:custGeom>
              <a:avLst/>
              <a:pathLst>
                <a:path w="1858" h="57787">
                  <a:moveTo>
                    <a:pt x="0" y="57787"/>
                  </a:moveTo>
                  <a:lnTo>
                    <a:pt x="628" y="26121"/>
                  </a:lnTo>
                  <a:lnTo>
                    <a:pt x="1296" y="0"/>
                  </a:lnTo>
                  <a:lnTo>
                    <a:pt x="1858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51930" y="1738271"/>
              <a:ext cx="22150" cy="328017"/>
            </a:xfrm>
            <a:custGeom>
              <a:avLst/>
              <a:pathLst>
                <a:path w="22150" h="328017">
                  <a:moveTo>
                    <a:pt x="0" y="328017"/>
                  </a:moveTo>
                  <a:lnTo>
                    <a:pt x="270" y="294367"/>
                  </a:lnTo>
                  <a:lnTo>
                    <a:pt x="938" y="143773"/>
                  </a:lnTo>
                  <a:lnTo>
                    <a:pt x="1606" y="0"/>
                  </a:lnTo>
                  <a:lnTo>
                    <a:pt x="2274" y="0"/>
                  </a:lnTo>
                  <a:lnTo>
                    <a:pt x="2942" y="0"/>
                  </a:lnTo>
                  <a:lnTo>
                    <a:pt x="3610" y="0"/>
                  </a:lnTo>
                  <a:lnTo>
                    <a:pt x="4278" y="0"/>
                  </a:lnTo>
                  <a:lnTo>
                    <a:pt x="4946" y="71611"/>
                  </a:lnTo>
                  <a:lnTo>
                    <a:pt x="5614" y="39924"/>
                  </a:lnTo>
                  <a:lnTo>
                    <a:pt x="6282" y="31231"/>
                  </a:lnTo>
                  <a:lnTo>
                    <a:pt x="6950" y="9978"/>
                  </a:lnTo>
                  <a:lnTo>
                    <a:pt x="7618" y="9978"/>
                  </a:lnTo>
                  <a:lnTo>
                    <a:pt x="8286" y="9978"/>
                  </a:lnTo>
                  <a:lnTo>
                    <a:pt x="8954" y="9978"/>
                  </a:lnTo>
                  <a:lnTo>
                    <a:pt x="9622" y="37295"/>
                  </a:lnTo>
                  <a:lnTo>
                    <a:pt x="10290" y="89602"/>
                  </a:lnTo>
                  <a:lnTo>
                    <a:pt x="10958" y="205417"/>
                  </a:lnTo>
                  <a:lnTo>
                    <a:pt x="11626" y="270229"/>
                  </a:lnTo>
                  <a:lnTo>
                    <a:pt x="12294" y="201801"/>
                  </a:lnTo>
                  <a:lnTo>
                    <a:pt x="12962" y="194629"/>
                  </a:lnTo>
                  <a:lnTo>
                    <a:pt x="13630" y="194629"/>
                  </a:lnTo>
                  <a:lnTo>
                    <a:pt x="14298" y="194629"/>
                  </a:lnTo>
                  <a:lnTo>
                    <a:pt x="14966" y="209587"/>
                  </a:lnTo>
                  <a:lnTo>
                    <a:pt x="15634" y="244327"/>
                  </a:lnTo>
                  <a:lnTo>
                    <a:pt x="16302" y="249344"/>
                  </a:lnTo>
                  <a:lnTo>
                    <a:pt x="16970" y="228935"/>
                  </a:lnTo>
                  <a:lnTo>
                    <a:pt x="17638" y="296995"/>
                  </a:lnTo>
                  <a:lnTo>
                    <a:pt x="18306" y="244327"/>
                  </a:lnTo>
                  <a:lnTo>
                    <a:pt x="18974" y="244327"/>
                  </a:lnTo>
                  <a:lnTo>
                    <a:pt x="19642" y="270229"/>
                  </a:lnTo>
                  <a:lnTo>
                    <a:pt x="20310" y="270229"/>
                  </a:lnTo>
                  <a:lnTo>
                    <a:pt x="20978" y="270229"/>
                  </a:lnTo>
                  <a:lnTo>
                    <a:pt x="21646" y="270229"/>
                  </a:lnTo>
                  <a:lnTo>
                    <a:pt x="22150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81592" y="2066149"/>
              <a:ext cx="14698" cy="139"/>
            </a:xfrm>
            <a:custGeom>
              <a:avLst/>
              <a:pathLst>
                <a:path w="14698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4698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09399" y="1776492"/>
              <a:ext cx="16953" cy="289796"/>
            </a:xfrm>
            <a:custGeom>
              <a:avLst/>
              <a:pathLst>
                <a:path w="16953" h="289796">
                  <a:moveTo>
                    <a:pt x="0" y="289796"/>
                  </a:moveTo>
                  <a:lnTo>
                    <a:pt x="251" y="260244"/>
                  </a:lnTo>
                  <a:lnTo>
                    <a:pt x="919" y="215960"/>
                  </a:lnTo>
                  <a:lnTo>
                    <a:pt x="1587" y="225540"/>
                  </a:lnTo>
                  <a:lnTo>
                    <a:pt x="2255" y="222455"/>
                  </a:lnTo>
                  <a:lnTo>
                    <a:pt x="2923" y="248657"/>
                  </a:lnTo>
                  <a:lnTo>
                    <a:pt x="3591" y="248657"/>
                  </a:lnTo>
                  <a:lnTo>
                    <a:pt x="4259" y="178397"/>
                  </a:lnTo>
                  <a:lnTo>
                    <a:pt x="4927" y="204386"/>
                  </a:lnTo>
                  <a:lnTo>
                    <a:pt x="5595" y="128478"/>
                  </a:lnTo>
                  <a:lnTo>
                    <a:pt x="6263" y="63127"/>
                  </a:lnTo>
                  <a:lnTo>
                    <a:pt x="6931" y="96243"/>
                  </a:lnTo>
                  <a:lnTo>
                    <a:pt x="7599" y="27606"/>
                  </a:lnTo>
                  <a:lnTo>
                    <a:pt x="8267" y="27606"/>
                  </a:lnTo>
                  <a:lnTo>
                    <a:pt x="8935" y="1703"/>
                  </a:lnTo>
                  <a:lnTo>
                    <a:pt x="9603" y="0"/>
                  </a:lnTo>
                  <a:lnTo>
                    <a:pt x="10271" y="1494"/>
                  </a:lnTo>
                  <a:lnTo>
                    <a:pt x="10940" y="66093"/>
                  </a:lnTo>
                  <a:lnTo>
                    <a:pt x="11608" y="105005"/>
                  </a:lnTo>
                  <a:lnTo>
                    <a:pt x="12276" y="105005"/>
                  </a:lnTo>
                  <a:lnTo>
                    <a:pt x="12944" y="105005"/>
                  </a:lnTo>
                  <a:lnTo>
                    <a:pt x="13612" y="105005"/>
                  </a:lnTo>
                  <a:lnTo>
                    <a:pt x="14280" y="155046"/>
                  </a:lnTo>
                  <a:lnTo>
                    <a:pt x="14948" y="190714"/>
                  </a:lnTo>
                  <a:lnTo>
                    <a:pt x="15616" y="190714"/>
                  </a:lnTo>
                  <a:lnTo>
                    <a:pt x="16284" y="284330"/>
                  </a:lnTo>
                  <a:lnTo>
                    <a:pt x="16952" y="289657"/>
                  </a:lnTo>
                  <a:lnTo>
                    <a:pt x="16953" y="2897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38374" y="2066149"/>
              <a:ext cx="4010" cy="139"/>
            </a:xfrm>
            <a:custGeom>
              <a:avLst/>
              <a:pathLst>
                <a:path w="4010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010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55075" y="1967206"/>
              <a:ext cx="4469" cy="99082"/>
            </a:xfrm>
            <a:custGeom>
              <a:avLst/>
              <a:pathLst>
                <a:path w="4469" h="99082">
                  <a:moveTo>
                    <a:pt x="0" y="99082"/>
                  </a:moveTo>
                  <a:lnTo>
                    <a:pt x="1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77896"/>
                  </a:lnTo>
                  <a:lnTo>
                    <a:pt x="2673" y="0"/>
                  </a:lnTo>
                  <a:lnTo>
                    <a:pt x="3341" y="49684"/>
                  </a:lnTo>
                  <a:lnTo>
                    <a:pt x="4009" y="41294"/>
                  </a:lnTo>
                  <a:lnTo>
                    <a:pt x="4469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91048" y="1881498"/>
              <a:ext cx="8377" cy="184790"/>
            </a:xfrm>
            <a:custGeom>
              <a:avLst/>
              <a:pathLst>
                <a:path w="8377" h="184790">
                  <a:moveTo>
                    <a:pt x="0" y="184790"/>
                  </a:moveTo>
                  <a:lnTo>
                    <a:pt x="101" y="173421"/>
                  </a:lnTo>
                  <a:lnTo>
                    <a:pt x="769" y="140092"/>
                  </a:lnTo>
                  <a:lnTo>
                    <a:pt x="1437" y="141799"/>
                  </a:lnTo>
                  <a:lnTo>
                    <a:pt x="2105" y="90583"/>
                  </a:lnTo>
                  <a:lnTo>
                    <a:pt x="2773" y="0"/>
                  </a:lnTo>
                  <a:lnTo>
                    <a:pt x="3442" y="0"/>
                  </a:lnTo>
                  <a:lnTo>
                    <a:pt x="4110" y="0"/>
                  </a:lnTo>
                  <a:lnTo>
                    <a:pt x="4778" y="0"/>
                  </a:lnTo>
                  <a:lnTo>
                    <a:pt x="5446" y="0"/>
                  </a:lnTo>
                  <a:lnTo>
                    <a:pt x="6114" y="0"/>
                  </a:lnTo>
                  <a:lnTo>
                    <a:pt x="6782" y="16250"/>
                  </a:lnTo>
                  <a:lnTo>
                    <a:pt x="7450" y="85708"/>
                  </a:lnTo>
                  <a:lnTo>
                    <a:pt x="8118" y="85708"/>
                  </a:lnTo>
                  <a:lnTo>
                    <a:pt x="8377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826554" y="2066149"/>
              <a:ext cx="2674" cy="139"/>
            </a:xfrm>
            <a:custGeom>
              <a:avLst/>
              <a:pathLst>
                <a:path w="2674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2674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41919" y="1881498"/>
              <a:ext cx="24719" cy="184790"/>
            </a:xfrm>
            <a:custGeom>
              <a:avLst/>
              <a:pathLst>
                <a:path w="24719" h="184790">
                  <a:moveTo>
                    <a:pt x="0" y="184790"/>
                  </a:moveTo>
                  <a:lnTo>
                    <a:pt x="0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90309"/>
                  </a:lnTo>
                  <a:lnTo>
                    <a:pt x="4677" y="85708"/>
                  </a:lnTo>
                  <a:lnTo>
                    <a:pt x="5345" y="85708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81139"/>
                  </a:lnTo>
                  <a:lnTo>
                    <a:pt x="14697" y="85708"/>
                  </a:lnTo>
                  <a:lnTo>
                    <a:pt x="15365" y="85708"/>
                  </a:lnTo>
                  <a:lnTo>
                    <a:pt x="16033" y="184651"/>
                  </a:lnTo>
                  <a:lnTo>
                    <a:pt x="16701" y="184651"/>
                  </a:lnTo>
                  <a:lnTo>
                    <a:pt x="17369" y="184651"/>
                  </a:lnTo>
                  <a:lnTo>
                    <a:pt x="18037" y="184651"/>
                  </a:lnTo>
                  <a:lnTo>
                    <a:pt x="18705" y="184651"/>
                  </a:lnTo>
                  <a:lnTo>
                    <a:pt x="19373" y="184651"/>
                  </a:lnTo>
                  <a:lnTo>
                    <a:pt x="20041" y="184651"/>
                  </a:lnTo>
                  <a:lnTo>
                    <a:pt x="20709" y="184651"/>
                  </a:lnTo>
                  <a:lnTo>
                    <a:pt x="21377" y="184651"/>
                  </a:lnTo>
                  <a:lnTo>
                    <a:pt x="22045" y="184651"/>
                  </a:lnTo>
                  <a:lnTo>
                    <a:pt x="22713" y="184651"/>
                  </a:lnTo>
                  <a:lnTo>
                    <a:pt x="23381" y="184651"/>
                  </a:lnTo>
                  <a:lnTo>
                    <a:pt x="24049" y="184651"/>
                  </a:lnTo>
                  <a:lnTo>
                    <a:pt x="24717" y="184651"/>
                  </a:lnTo>
                  <a:lnTo>
                    <a:pt x="24719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892689" y="1881498"/>
              <a:ext cx="39595" cy="184790"/>
            </a:xfrm>
            <a:custGeom>
              <a:avLst/>
              <a:pathLst>
                <a:path w="39595" h="184790">
                  <a:moveTo>
                    <a:pt x="0" y="184790"/>
                  </a:moveTo>
                  <a:lnTo>
                    <a:pt x="0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84651"/>
                  </a:lnTo>
                  <a:lnTo>
                    <a:pt x="6013" y="184651"/>
                  </a:lnTo>
                  <a:lnTo>
                    <a:pt x="6681" y="184651"/>
                  </a:lnTo>
                  <a:lnTo>
                    <a:pt x="7349" y="184651"/>
                  </a:lnTo>
                  <a:lnTo>
                    <a:pt x="8017" y="184651"/>
                  </a:lnTo>
                  <a:lnTo>
                    <a:pt x="8685" y="184651"/>
                  </a:lnTo>
                  <a:lnTo>
                    <a:pt x="9353" y="184651"/>
                  </a:lnTo>
                  <a:lnTo>
                    <a:pt x="10021" y="184651"/>
                  </a:lnTo>
                  <a:lnTo>
                    <a:pt x="10689" y="184651"/>
                  </a:lnTo>
                  <a:lnTo>
                    <a:pt x="11357" y="184651"/>
                  </a:lnTo>
                  <a:lnTo>
                    <a:pt x="12025" y="184651"/>
                  </a:lnTo>
                  <a:lnTo>
                    <a:pt x="12693" y="184651"/>
                  </a:lnTo>
                  <a:lnTo>
                    <a:pt x="13361" y="184651"/>
                  </a:lnTo>
                  <a:lnTo>
                    <a:pt x="14029" y="184651"/>
                  </a:lnTo>
                  <a:lnTo>
                    <a:pt x="14697" y="184651"/>
                  </a:lnTo>
                  <a:lnTo>
                    <a:pt x="15365" y="184651"/>
                  </a:lnTo>
                  <a:lnTo>
                    <a:pt x="16033" y="184651"/>
                  </a:lnTo>
                  <a:lnTo>
                    <a:pt x="16701" y="184651"/>
                  </a:lnTo>
                  <a:lnTo>
                    <a:pt x="17369" y="184651"/>
                  </a:lnTo>
                  <a:lnTo>
                    <a:pt x="18037" y="184651"/>
                  </a:lnTo>
                  <a:lnTo>
                    <a:pt x="18705" y="184651"/>
                  </a:lnTo>
                  <a:lnTo>
                    <a:pt x="19373" y="184651"/>
                  </a:lnTo>
                  <a:lnTo>
                    <a:pt x="20041" y="184651"/>
                  </a:lnTo>
                  <a:lnTo>
                    <a:pt x="20709" y="184651"/>
                  </a:lnTo>
                  <a:lnTo>
                    <a:pt x="21377" y="184651"/>
                  </a:lnTo>
                  <a:lnTo>
                    <a:pt x="22045" y="184651"/>
                  </a:lnTo>
                  <a:lnTo>
                    <a:pt x="22713" y="184651"/>
                  </a:lnTo>
                  <a:lnTo>
                    <a:pt x="23381" y="184651"/>
                  </a:lnTo>
                  <a:lnTo>
                    <a:pt x="24049" y="184651"/>
                  </a:lnTo>
                  <a:lnTo>
                    <a:pt x="24717" y="184651"/>
                  </a:lnTo>
                  <a:lnTo>
                    <a:pt x="25386" y="184651"/>
                  </a:lnTo>
                  <a:lnTo>
                    <a:pt x="26054" y="184651"/>
                  </a:lnTo>
                  <a:lnTo>
                    <a:pt x="26722" y="184651"/>
                  </a:lnTo>
                  <a:lnTo>
                    <a:pt x="27390" y="184651"/>
                  </a:lnTo>
                  <a:lnTo>
                    <a:pt x="28058" y="184651"/>
                  </a:lnTo>
                  <a:lnTo>
                    <a:pt x="28726" y="184651"/>
                  </a:lnTo>
                  <a:lnTo>
                    <a:pt x="29394" y="148260"/>
                  </a:lnTo>
                  <a:lnTo>
                    <a:pt x="30062" y="85708"/>
                  </a:lnTo>
                  <a:lnTo>
                    <a:pt x="30730" y="85708"/>
                  </a:lnTo>
                  <a:lnTo>
                    <a:pt x="31398" y="76603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0"/>
                  </a:lnTo>
                  <a:lnTo>
                    <a:pt x="34070" y="0"/>
                  </a:lnTo>
                  <a:lnTo>
                    <a:pt x="34738" y="0"/>
                  </a:lnTo>
                  <a:lnTo>
                    <a:pt x="35406" y="0"/>
                  </a:lnTo>
                  <a:lnTo>
                    <a:pt x="36074" y="0"/>
                  </a:lnTo>
                  <a:lnTo>
                    <a:pt x="36742" y="0"/>
                  </a:lnTo>
                  <a:lnTo>
                    <a:pt x="37410" y="0"/>
                  </a:lnTo>
                  <a:lnTo>
                    <a:pt x="38078" y="0"/>
                  </a:lnTo>
                  <a:lnTo>
                    <a:pt x="38746" y="93968"/>
                  </a:lnTo>
                  <a:lnTo>
                    <a:pt x="39414" y="148915"/>
                  </a:lnTo>
                  <a:lnTo>
                    <a:pt x="39595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944127" y="1738271"/>
              <a:ext cx="40751" cy="328017"/>
            </a:xfrm>
            <a:custGeom>
              <a:avLst/>
              <a:pathLst>
                <a:path w="40751" h="328017">
                  <a:moveTo>
                    <a:pt x="0" y="328017"/>
                  </a:moveTo>
                  <a:lnTo>
                    <a:pt x="1" y="327878"/>
                  </a:lnTo>
                  <a:lnTo>
                    <a:pt x="669" y="327878"/>
                  </a:lnTo>
                  <a:lnTo>
                    <a:pt x="1337" y="327878"/>
                  </a:lnTo>
                  <a:lnTo>
                    <a:pt x="2005" y="327878"/>
                  </a:lnTo>
                  <a:lnTo>
                    <a:pt x="2673" y="327878"/>
                  </a:lnTo>
                  <a:lnTo>
                    <a:pt x="3341" y="327878"/>
                  </a:lnTo>
                  <a:lnTo>
                    <a:pt x="4009" y="327878"/>
                  </a:lnTo>
                  <a:lnTo>
                    <a:pt x="4677" y="327878"/>
                  </a:lnTo>
                  <a:lnTo>
                    <a:pt x="5345" y="327878"/>
                  </a:lnTo>
                  <a:lnTo>
                    <a:pt x="6013" y="327878"/>
                  </a:lnTo>
                  <a:lnTo>
                    <a:pt x="6681" y="327878"/>
                  </a:lnTo>
                  <a:lnTo>
                    <a:pt x="7349" y="327878"/>
                  </a:lnTo>
                  <a:lnTo>
                    <a:pt x="8017" y="327878"/>
                  </a:lnTo>
                  <a:lnTo>
                    <a:pt x="8685" y="327878"/>
                  </a:lnTo>
                  <a:lnTo>
                    <a:pt x="9353" y="327878"/>
                  </a:lnTo>
                  <a:lnTo>
                    <a:pt x="10021" y="327878"/>
                  </a:lnTo>
                  <a:lnTo>
                    <a:pt x="10689" y="327878"/>
                  </a:lnTo>
                  <a:lnTo>
                    <a:pt x="11357" y="327878"/>
                  </a:lnTo>
                  <a:lnTo>
                    <a:pt x="12025" y="327878"/>
                  </a:lnTo>
                  <a:lnTo>
                    <a:pt x="12693" y="327878"/>
                  </a:lnTo>
                  <a:lnTo>
                    <a:pt x="13361" y="327878"/>
                  </a:lnTo>
                  <a:lnTo>
                    <a:pt x="14029" y="327878"/>
                  </a:lnTo>
                  <a:lnTo>
                    <a:pt x="14697" y="327878"/>
                  </a:lnTo>
                  <a:lnTo>
                    <a:pt x="15365" y="327878"/>
                  </a:lnTo>
                  <a:lnTo>
                    <a:pt x="16033" y="327878"/>
                  </a:lnTo>
                  <a:lnTo>
                    <a:pt x="16701" y="327878"/>
                  </a:lnTo>
                  <a:lnTo>
                    <a:pt x="17369" y="327878"/>
                  </a:lnTo>
                  <a:lnTo>
                    <a:pt x="18037" y="327878"/>
                  </a:lnTo>
                  <a:lnTo>
                    <a:pt x="18705" y="327878"/>
                  </a:lnTo>
                  <a:lnTo>
                    <a:pt x="19373" y="327878"/>
                  </a:lnTo>
                  <a:lnTo>
                    <a:pt x="20041" y="327878"/>
                  </a:lnTo>
                  <a:lnTo>
                    <a:pt x="20709" y="327878"/>
                  </a:lnTo>
                  <a:lnTo>
                    <a:pt x="21377" y="327878"/>
                  </a:lnTo>
                  <a:lnTo>
                    <a:pt x="22045" y="327878"/>
                  </a:lnTo>
                  <a:lnTo>
                    <a:pt x="22713" y="327878"/>
                  </a:lnTo>
                  <a:lnTo>
                    <a:pt x="23381" y="327878"/>
                  </a:lnTo>
                  <a:lnTo>
                    <a:pt x="24050" y="327878"/>
                  </a:lnTo>
                  <a:lnTo>
                    <a:pt x="24718" y="327878"/>
                  </a:lnTo>
                  <a:lnTo>
                    <a:pt x="25386" y="327878"/>
                  </a:lnTo>
                  <a:lnTo>
                    <a:pt x="26054" y="296561"/>
                  </a:lnTo>
                  <a:lnTo>
                    <a:pt x="26722" y="228935"/>
                  </a:lnTo>
                  <a:lnTo>
                    <a:pt x="27390" y="228935"/>
                  </a:lnTo>
                  <a:lnTo>
                    <a:pt x="28058" y="228935"/>
                  </a:lnTo>
                  <a:lnTo>
                    <a:pt x="28726" y="180386"/>
                  </a:lnTo>
                  <a:lnTo>
                    <a:pt x="29394" y="67626"/>
                  </a:lnTo>
                  <a:lnTo>
                    <a:pt x="30062" y="12967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0"/>
                  </a:lnTo>
                  <a:lnTo>
                    <a:pt x="34070" y="0"/>
                  </a:lnTo>
                  <a:lnTo>
                    <a:pt x="34738" y="0"/>
                  </a:lnTo>
                  <a:lnTo>
                    <a:pt x="35406" y="0"/>
                  </a:lnTo>
                  <a:lnTo>
                    <a:pt x="36074" y="19550"/>
                  </a:lnTo>
                  <a:lnTo>
                    <a:pt x="36742" y="67626"/>
                  </a:lnTo>
                  <a:lnTo>
                    <a:pt x="37410" y="67626"/>
                  </a:lnTo>
                  <a:lnTo>
                    <a:pt x="38078" y="67626"/>
                  </a:lnTo>
                  <a:lnTo>
                    <a:pt x="38746" y="108101"/>
                  </a:lnTo>
                  <a:lnTo>
                    <a:pt x="39414" y="228935"/>
                  </a:lnTo>
                  <a:lnTo>
                    <a:pt x="40082" y="306831"/>
                  </a:lnTo>
                  <a:lnTo>
                    <a:pt x="40750" y="327878"/>
                  </a:lnTo>
                  <a:lnTo>
                    <a:pt x="40751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97141" y="1932901"/>
              <a:ext cx="10391" cy="133388"/>
            </a:xfrm>
            <a:custGeom>
              <a:avLst/>
              <a:pathLst>
                <a:path w="10391" h="133388">
                  <a:moveTo>
                    <a:pt x="0" y="133388"/>
                  </a:moveTo>
                  <a:lnTo>
                    <a:pt x="428" y="86719"/>
                  </a:lnTo>
                  <a:lnTo>
                    <a:pt x="1096" y="0"/>
                  </a:lnTo>
                  <a:lnTo>
                    <a:pt x="1764" y="0"/>
                  </a:lnTo>
                  <a:lnTo>
                    <a:pt x="2432" y="0"/>
                  </a:lnTo>
                  <a:lnTo>
                    <a:pt x="3100" y="0"/>
                  </a:lnTo>
                  <a:lnTo>
                    <a:pt x="3768" y="0"/>
                  </a:lnTo>
                  <a:lnTo>
                    <a:pt x="4436" y="25459"/>
                  </a:lnTo>
                  <a:lnTo>
                    <a:pt x="5104" y="83865"/>
                  </a:lnTo>
                  <a:lnTo>
                    <a:pt x="5772" y="83865"/>
                  </a:lnTo>
                  <a:lnTo>
                    <a:pt x="6440" y="88690"/>
                  </a:lnTo>
                  <a:lnTo>
                    <a:pt x="7108" y="88690"/>
                  </a:lnTo>
                  <a:lnTo>
                    <a:pt x="7776" y="88690"/>
                  </a:lnTo>
                  <a:lnTo>
                    <a:pt x="8444" y="83865"/>
                  </a:lnTo>
                  <a:lnTo>
                    <a:pt x="9112" y="105324"/>
                  </a:lnTo>
                  <a:lnTo>
                    <a:pt x="9780" y="75600"/>
                  </a:lnTo>
                  <a:lnTo>
                    <a:pt x="10391" y="13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013602" y="1967206"/>
              <a:ext cx="5331" cy="99082"/>
            </a:xfrm>
            <a:custGeom>
              <a:avLst/>
              <a:pathLst>
                <a:path w="5331" h="99082">
                  <a:moveTo>
                    <a:pt x="0" y="99082"/>
                  </a:moveTo>
                  <a:lnTo>
                    <a:pt x="0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62552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31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032461" y="1569870"/>
              <a:ext cx="18990" cy="496418"/>
            </a:xfrm>
            <a:custGeom>
              <a:avLst/>
              <a:pathLst>
                <a:path w="18990" h="496418">
                  <a:moveTo>
                    <a:pt x="0" y="496418"/>
                  </a:moveTo>
                  <a:lnTo>
                    <a:pt x="513" y="425974"/>
                  </a:lnTo>
                  <a:lnTo>
                    <a:pt x="1181" y="397335"/>
                  </a:lnTo>
                  <a:lnTo>
                    <a:pt x="1850" y="397335"/>
                  </a:lnTo>
                  <a:lnTo>
                    <a:pt x="2518" y="353052"/>
                  </a:lnTo>
                  <a:lnTo>
                    <a:pt x="3186" y="311627"/>
                  </a:lnTo>
                  <a:lnTo>
                    <a:pt x="3854" y="299704"/>
                  </a:lnTo>
                  <a:lnTo>
                    <a:pt x="4522" y="178101"/>
                  </a:lnTo>
                  <a:lnTo>
                    <a:pt x="5190" y="168400"/>
                  </a:lnTo>
                  <a:lnTo>
                    <a:pt x="5858" y="168400"/>
                  </a:lnTo>
                  <a:lnTo>
                    <a:pt x="6526" y="168400"/>
                  </a:lnTo>
                  <a:lnTo>
                    <a:pt x="7194" y="140148"/>
                  </a:lnTo>
                  <a:lnTo>
                    <a:pt x="7862" y="107225"/>
                  </a:lnTo>
                  <a:lnTo>
                    <a:pt x="8530" y="48707"/>
                  </a:lnTo>
                  <a:lnTo>
                    <a:pt x="9198" y="0"/>
                  </a:lnTo>
                  <a:lnTo>
                    <a:pt x="9866" y="0"/>
                  </a:lnTo>
                  <a:lnTo>
                    <a:pt x="10534" y="27746"/>
                  </a:lnTo>
                  <a:lnTo>
                    <a:pt x="11202" y="0"/>
                  </a:lnTo>
                  <a:lnTo>
                    <a:pt x="11870" y="0"/>
                  </a:lnTo>
                  <a:lnTo>
                    <a:pt x="12538" y="25174"/>
                  </a:lnTo>
                  <a:lnTo>
                    <a:pt x="13206" y="51376"/>
                  </a:lnTo>
                  <a:lnTo>
                    <a:pt x="13874" y="153418"/>
                  </a:lnTo>
                  <a:lnTo>
                    <a:pt x="14542" y="259944"/>
                  </a:lnTo>
                  <a:lnTo>
                    <a:pt x="15210" y="295403"/>
                  </a:lnTo>
                  <a:lnTo>
                    <a:pt x="15878" y="295403"/>
                  </a:lnTo>
                  <a:lnTo>
                    <a:pt x="16546" y="295403"/>
                  </a:lnTo>
                  <a:lnTo>
                    <a:pt x="17214" y="324957"/>
                  </a:lnTo>
                  <a:lnTo>
                    <a:pt x="17882" y="363030"/>
                  </a:lnTo>
                  <a:lnTo>
                    <a:pt x="18550" y="442654"/>
                  </a:lnTo>
                  <a:lnTo>
                    <a:pt x="18990" y="49641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051949" y="2024751"/>
              <a:ext cx="1351" cy="41537"/>
            </a:xfrm>
            <a:custGeom>
              <a:avLst/>
              <a:pathLst>
                <a:path w="1351" h="41537">
                  <a:moveTo>
                    <a:pt x="0" y="41537"/>
                  </a:moveTo>
                  <a:lnTo>
                    <a:pt x="399" y="0"/>
                  </a:lnTo>
                  <a:lnTo>
                    <a:pt x="1067" y="20909"/>
                  </a:lnTo>
                  <a:lnTo>
                    <a:pt x="1351" y="415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56545" y="1677096"/>
              <a:ext cx="14303" cy="389193"/>
            </a:xfrm>
            <a:custGeom>
              <a:avLst/>
              <a:pathLst>
                <a:path w="14303" h="389193">
                  <a:moveTo>
                    <a:pt x="0" y="389193"/>
                  </a:moveTo>
                  <a:lnTo>
                    <a:pt x="479" y="384079"/>
                  </a:lnTo>
                  <a:lnTo>
                    <a:pt x="1147" y="157982"/>
                  </a:lnTo>
                  <a:lnTo>
                    <a:pt x="1815" y="48465"/>
                  </a:lnTo>
                  <a:lnTo>
                    <a:pt x="2483" y="0"/>
                  </a:lnTo>
                  <a:lnTo>
                    <a:pt x="3151" y="0"/>
                  </a:lnTo>
                  <a:lnTo>
                    <a:pt x="3819" y="0"/>
                  </a:lnTo>
                  <a:lnTo>
                    <a:pt x="4487" y="0"/>
                  </a:lnTo>
                  <a:lnTo>
                    <a:pt x="5155" y="0"/>
                  </a:lnTo>
                  <a:lnTo>
                    <a:pt x="5823" y="48465"/>
                  </a:lnTo>
                  <a:lnTo>
                    <a:pt x="6491" y="61175"/>
                  </a:lnTo>
                  <a:lnTo>
                    <a:pt x="7159" y="61175"/>
                  </a:lnTo>
                  <a:lnTo>
                    <a:pt x="7827" y="61175"/>
                  </a:lnTo>
                  <a:lnTo>
                    <a:pt x="8495" y="61175"/>
                  </a:lnTo>
                  <a:lnTo>
                    <a:pt x="9163" y="61175"/>
                  </a:lnTo>
                  <a:lnTo>
                    <a:pt x="9831" y="39094"/>
                  </a:lnTo>
                  <a:lnTo>
                    <a:pt x="10499" y="0"/>
                  </a:lnTo>
                  <a:lnTo>
                    <a:pt x="11167" y="32923"/>
                  </a:lnTo>
                  <a:lnTo>
                    <a:pt x="11835" y="74143"/>
                  </a:lnTo>
                  <a:lnTo>
                    <a:pt x="12503" y="229902"/>
                  </a:lnTo>
                  <a:lnTo>
                    <a:pt x="13171" y="324442"/>
                  </a:lnTo>
                  <a:lnTo>
                    <a:pt x="13839" y="339670"/>
                  </a:lnTo>
                  <a:lnTo>
                    <a:pt x="14303" y="3891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98242" y="1967206"/>
              <a:ext cx="2191" cy="99082"/>
            </a:xfrm>
            <a:custGeom>
              <a:avLst/>
              <a:pathLst>
                <a:path w="2191" h="99082">
                  <a:moveTo>
                    <a:pt x="0" y="99082"/>
                  </a:moveTo>
                  <a:lnTo>
                    <a:pt x="200" y="25253"/>
                  </a:lnTo>
                  <a:lnTo>
                    <a:pt x="868" y="0"/>
                  </a:lnTo>
                  <a:lnTo>
                    <a:pt x="1536" y="0"/>
                  </a:lnTo>
                  <a:lnTo>
                    <a:pt x="2191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100594" y="2016766"/>
              <a:ext cx="6927" cy="49522"/>
            </a:xfrm>
            <a:custGeom>
              <a:avLst/>
              <a:pathLst>
                <a:path w="6927" h="49522">
                  <a:moveTo>
                    <a:pt x="0" y="49522"/>
                  </a:moveTo>
                  <a:lnTo>
                    <a:pt x="519" y="42436"/>
                  </a:lnTo>
                  <a:lnTo>
                    <a:pt x="1187" y="48448"/>
                  </a:lnTo>
                  <a:lnTo>
                    <a:pt x="1856" y="0"/>
                  </a:lnTo>
                  <a:lnTo>
                    <a:pt x="2524" y="0"/>
                  </a:lnTo>
                  <a:lnTo>
                    <a:pt x="3192" y="4824"/>
                  </a:lnTo>
                  <a:lnTo>
                    <a:pt x="3860" y="4824"/>
                  </a:lnTo>
                  <a:lnTo>
                    <a:pt x="4528" y="4824"/>
                  </a:lnTo>
                  <a:lnTo>
                    <a:pt x="5196" y="4824"/>
                  </a:lnTo>
                  <a:lnTo>
                    <a:pt x="5864" y="4824"/>
                  </a:lnTo>
                  <a:lnTo>
                    <a:pt x="6532" y="4824"/>
                  </a:lnTo>
                  <a:lnTo>
                    <a:pt x="6927" y="4952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113451" y="1397683"/>
              <a:ext cx="43778" cy="668606"/>
            </a:xfrm>
            <a:custGeom>
              <a:avLst/>
              <a:pathLst>
                <a:path w="43778" h="668606">
                  <a:moveTo>
                    <a:pt x="0" y="668606"/>
                  </a:moveTo>
                  <a:lnTo>
                    <a:pt x="355" y="556978"/>
                  </a:lnTo>
                  <a:lnTo>
                    <a:pt x="1023" y="535218"/>
                  </a:lnTo>
                  <a:lnTo>
                    <a:pt x="1691" y="467591"/>
                  </a:lnTo>
                  <a:lnTo>
                    <a:pt x="2359" y="409339"/>
                  </a:lnTo>
                  <a:lnTo>
                    <a:pt x="3027" y="406415"/>
                  </a:lnTo>
                  <a:lnTo>
                    <a:pt x="3695" y="406415"/>
                  </a:lnTo>
                  <a:lnTo>
                    <a:pt x="4363" y="406415"/>
                  </a:lnTo>
                  <a:lnTo>
                    <a:pt x="5031" y="282589"/>
                  </a:lnTo>
                  <a:lnTo>
                    <a:pt x="5699" y="225721"/>
                  </a:lnTo>
                  <a:lnTo>
                    <a:pt x="6367" y="200988"/>
                  </a:lnTo>
                  <a:lnTo>
                    <a:pt x="7035" y="30938"/>
                  </a:lnTo>
                  <a:lnTo>
                    <a:pt x="7703" y="0"/>
                  </a:lnTo>
                  <a:lnTo>
                    <a:pt x="8371" y="0"/>
                  </a:lnTo>
                  <a:lnTo>
                    <a:pt x="9039" y="0"/>
                  </a:lnTo>
                  <a:lnTo>
                    <a:pt x="9707" y="44958"/>
                  </a:lnTo>
                  <a:lnTo>
                    <a:pt x="10375" y="111012"/>
                  </a:lnTo>
                  <a:lnTo>
                    <a:pt x="11043" y="124620"/>
                  </a:lnTo>
                  <a:lnTo>
                    <a:pt x="11711" y="172187"/>
                  </a:lnTo>
                  <a:lnTo>
                    <a:pt x="12379" y="220895"/>
                  </a:lnTo>
                  <a:lnTo>
                    <a:pt x="13047" y="223563"/>
                  </a:lnTo>
                  <a:lnTo>
                    <a:pt x="13715" y="223563"/>
                  </a:lnTo>
                  <a:lnTo>
                    <a:pt x="14383" y="223563"/>
                  </a:lnTo>
                  <a:lnTo>
                    <a:pt x="15052" y="353556"/>
                  </a:lnTo>
                  <a:lnTo>
                    <a:pt x="15720" y="408215"/>
                  </a:lnTo>
                  <a:lnTo>
                    <a:pt x="16388" y="448689"/>
                  </a:lnTo>
                  <a:lnTo>
                    <a:pt x="17056" y="588129"/>
                  </a:lnTo>
                  <a:lnTo>
                    <a:pt x="17724" y="668466"/>
                  </a:lnTo>
                  <a:lnTo>
                    <a:pt x="18392" y="668466"/>
                  </a:lnTo>
                  <a:lnTo>
                    <a:pt x="19060" y="668466"/>
                  </a:lnTo>
                  <a:lnTo>
                    <a:pt x="19728" y="668466"/>
                  </a:lnTo>
                  <a:lnTo>
                    <a:pt x="20396" y="668466"/>
                  </a:lnTo>
                  <a:lnTo>
                    <a:pt x="21064" y="668466"/>
                  </a:lnTo>
                  <a:lnTo>
                    <a:pt x="21732" y="668466"/>
                  </a:lnTo>
                  <a:lnTo>
                    <a:pt x="22400" y="668466"/>
                  </a:lnTo>
                  <a:lnTo>
                    <a:pt x="23068" y="668466"/>
                  </a:lnTo>
                  <a:lnTo>
                    <a:pt x="23736" y="668466"/>
                  </a:lnTo>
                  <a:lnTo>
                    <a:pt x="24404" y="668466"/>
                  </a:lnTo>
                  <a:lnTo>
                    <a:pt x="25072" y="668466"/>
                  </a:lnTo>
                  <a:lnTo>
                    <a:pt x="25740" y="668466"/>
                  </a:lnTo>
                  <a:lnTo>
                    <a:pt x="26408" y="668466"/>
                  </a:lnTo>
                  <a:lnTo>
                    <a:pt x="27076" y="647420"/>
                  </a:lnTo>
                  <a:lnTo>
                    <a:pt x="27744" y="569523"/>
                  </a:lnTo>
                  <a:lnTo>
                    <a:pt x="28412" y="525240"/>
                  </a:lnTo>
                  <a:lnTo>
                    <a:pt x="29080" y="483815"/>
                  </a:lnTo>
                  <a:lnTo>
                    <a:pt x="29748" y="483815"/>
                  </a:lnTo>
                  <a:lnTo>
                    <a:pt x="30416" y="483815"/>
                  </a:lnTo>
                  <a:lnTo>
                    <a:pt x="31084" y="483815"/>
                  </a:lnTo>
                  <a:lnTo>
                    <a:pt x="31752" y="483815"/>
                  </a:lnTo>
                  <a:lnTo>
                    <a:pt x="32420" y="483815"/>
                  </a:lnTo>
                  <a:lnTo>
                    <a:pt x="33088" y="483815"/>
                  </a:lnTo>
                  <a:lnTo>
                    <a:pt x="33756" y="483815"/>
                  </a:lnTo>
                  <a:lnTo>
                    <a:pt x="34424" y="483815"/>
                  </a:lnTo>
                  <a:lnTo>
                    <a:pt x="35092" y="483815"/>
                  </a:lnTo>
                  <a:lnTo>
                    <a:pt x="35760" y="483815"/>
                  </a:lnTo>
                  <a:lnTo>
                    <a:pt x="36428" y="483815"/>
                  </a:lnTo>
                  <a:lnTo>
                    <a:pt x="37096" y="500066"/>
                  </a:lnTo>
                  <a:lnTo>
                    <a:pt x="37764" y="569523"/>
                  </a:lnTo>
                  <a:lnTo>
                    <a:pt x="38432" y="617090"/>
                  </a:lnTo>
                  <a:lnTo>
                    <a:pt x="39101" y="668466"/>
                  </a:lnTo>
                  <a:lnTo>
                    <a:pt x="39769" y="668466"/>
                  </a:lnTo>
                  <a:lnTo>
                    <a:pt x="40437" y="668466"/>
                  </a:lnTo>
                  <a:lnTo>
                    <a:pt x="41105" y="668466"/>
                  </a:lnTo>
                  <a:lnTo>
                    <a:pt x="41773" y="668466"/>
                  </a:lnTo>
                  <a:lnTo>
                    <a:pt x="42441" y="668466"/>
                  </a:lnTo>
                  <a:lnTo>
                    <a:pt x="43109" y="668466"/>
                  </a:lnTo>
                  <a:lnTo>
                    <a:pt x="43777" y="668466"/>
                  </a:lnTo>
                  <a:lnTo>
                    <a:pt x="43778" y="6686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168846" y="1986206"/>
              <a:ext cx="4060" cy="80082"/>
            </a:xfrm>
            <a:custGeom>
              <a:avLst/>
              <a:pathLst>
                <a:path w="4060" h="80082">
                  <a:moveTo>
                    <a:pt x="0" y="80082"/>
                  </a:moveTo>
                  <a:lnTo>
                    <a:pt x="407" y="47155"/>
                  </a:lnTo>
                  <a:lnTo>
                    <a:pt x="1075" y="0"/>
                  </a:lnTo>
                  <a:lnTo>
                    <a:pt x="1743" y="0"/>
                  </a:lnTo>
                  <a:lnTo>
                    <a:pt x="2411" y="0"/>
                  </a:lnTo>
                  <a:lnTo>
                    <a:pt x="3079" y="44315"/>
                  </a:lnTo>
                  <a:lnTo>
                    <a:pt x="3747" y="55849"/>
                  </a:lnTo>
                  <a:lnTo>
                    <a:pt x="4060" y="80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183280" y="2066149"/>
              <a:ext cx="669" cy="139"/>
            </a:xfrm>
            <a:custGeom>
              <a:avLst/>
              <a:pathLst>
                <a:path w="669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669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194614" y="1800221"/>
              <a:ext cx="13679" cy="266067"/>
            </a:xfrm>
            <a:custGeom>
              <a:avLst/>
              <a:pathLst>
                <a:path w="13679" h="266067">
                  <a:moveTo>
                    <a:pt x="0" y="266067"/>
                  </a:moveTo>
                  <a:lnTo>
                    <a:pt x="23" y="265013"/>
                  </a:lnTo>
                  <a:lnTo>
                    <a:pt x="691" y="265013"/>
                  </a:lnTo>
                  <a:lnTo>
                    <a:pt x="1359" y="220202"/>
                  </a:lnTo>
                  <a:lnTo>
                    <a:pt x="2027" y="148918"/>
                  </a:lnTo>
                  <a:lnTo>
                    <a:pt x="2695" y="108291"/>
                  </a:lnTo>
                  <a:lnTo>
                    <a:pt x="3363" y="92669"/>
                  </a:lnTo>
                  <a:lnTo>
                    <a:pt x="4031" y="0"/>
                  </a:lnTo>
                  <a:lnTo>
                    <a:pt x="4700" y="3877"/>
                  </a:lnTo>
                  <a:lnTo>
                    <a:pt x="5368" y="3877"/>
                  </a:lnTo>
                  <a:lnTo>
                    <a:pt x="6036" y="3877"/>
                  </a:lnTo>
                  <a:lnTo>
                    <a:pt x="6704" y="3877"/>
                  </a:lnTo>
                  <a:lnTo>
                    <a:pt x="7372" y="42972"/>
                  </a:lnTo>
                  <a:lnTo>
                    <a:pt x="8040" y="65053"/>
                  </a:lnTo>
                  <a:lnTo>
                    <a:pt x="8708" y="132679"/>
                  </a:lnTo>
                  <a:lnTo>
                    <a:pt x="9376" y="173154"/>
                  </a:lnTo>
                  <a:lnTo>
                    <a:pt x="10044" y="208279"/>
                  </a:lnTo>
                  <a:lnTo>
                    <a:pt x="10712" y="208279"/>
                  </a:lnTo>
                  <a:lnTo>
                    <a:pt x="11380" y="208279"/>
                  </a:lnTo>
                  <a:lnTo>
                    <a:pt x="12048" y="208279"/>
                  </a:lnTo>
                  <a:lnTo>
                    <a:pt x="12716" y="208279"/>
                  </a:lnTo>
                  <a:lnTo>
                    <a:pt x="13384" y="198628"/>
                  </a:lnTo>
                  <a:lnTo>
                    <a:pt x="13679" y="26606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209333" y="2066149"/>
              <a:ext cx="4678" cy="139"/>
            </a:xfrm>
            <a:custGeom>
              <a:avLst/>
              <a:pathLst>
                <a:path w="4678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4678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234014" y="1967206"/>
              <a:ext cx="1947" cy="99082"/>
            </a:xfrm>
            <a:custGeom>
              <a:avLst/>
              <a:pathLst>
                <a:path w="1947" h="99082">
                  <a:moveTo>
                    <a:pt x="0" y="99082"/>
                  </a:moveTo>
                  <a:lnTo>
                    <a:pt x="37" y="93968"/>
                  </a:lnTo>
                  <a:lnTo>
                    <a:pt x="705" y="0"/>
                  </a:lnTo>
                  <a:lnTo>
                    <a:pt x="1373" y="86756"/>
                  </a:lnTo>
                  <a:lnTo>
                    <a:pt x="1947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238192" y="2008501"/>
              <a:ext cx="995" cy="57787"/>
            </a:xfrm>
            <a:custGeom>
              <a:avLst/>
              <a:pathLst>
                <a:path w="995" h="57787">
                  <a:moveTo>
                    <a:pt x="0" y="57787"/>
                  </a:moveTo>
                  <a:lnTo>
                    <a:pt x="535" y="0"/>
                  </a:lnTo>
                  <a:lnTo>
                    <a:pt x="995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239590" y="1932901"/>
              <a:ext cx="10362" cy="133388"/>
            </a:xfrm>
            <a:custGeom>
              <a:avLst/>
              <a:pathLst>
                <a:path w="10362" h="133388">
                  <a:moveTo>
                    <a:pt x="0" y="133388"/>
                  </a:moveTo>
                  <a:lnTo>
                    <a:pt x="473" y="69757"/>
                  </a:lnTo>
                  <a:lnTo>
                    <a:pt x="1141" y="16238"/>
                  </a:lnTo>
                  <a:lnTo>
                    <a:pt x="1809" y="16238"/>
                  </a:lnTo>
                  <a:lnTo>
                    <a:pt x="2477" y="21063"/>
                  </a:lnTo>
                  <a:lnTo>
                    <a:pt x="3145" y="21063"/>
                  </a:lnTo>
                  <a:lnTo>
                    <a:pt x="3813" y="30764"/>
                  </a:lnTo>
                  <a:lnTo>
                    <a:pt x="4481" y="88690"/>
                  </a:lnTo>
                  <a:lnTo>
                    <a:pt x="5150" y="88690"/>
                  </a:lnTo>
                  <a:lnTo>
                    <a:pt x="5818" y="88690"/>
                  </a:lnTo>
                  <a:lnTo>
                    <a:pt x="6486" y="83865"/>
                  </a:lnTo>
                  <a:lnTo>
                    <a:pt x="7154" y="0"/>
                  </a:lnTo>
                  <a:lnTo>
                    <a:pt x="7822" y="0"/>
                  </a:lnTo>
                  <a:lnTo>
                    <a:pt x="8490" y="10787"/>
                  </a:lnTo>
                  <a:lnTo>
                    <a:pt x="9158" y="75600"/>
                  </a:lnTo>
                  <a:lnTo>
                    <a:pt x="9826" y="49697"/>
                  </a:lnTo>
                  <a:lnTo>
                    <a:pt x="10362" y="13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252087" y="2066149"/>
              <a:ext cx="6682" cy="139"/>
            </a:xfrm>
            <a:custGeom>
              <a:avLst/>
              <a:pathLst>
                <a:path w="6682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6682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273464" y="1881498"/>
              <a:ext cx="20441" cy="184790"/>
            </a:xfrm>
            <a:custGeom>
              <a:avLst/>
              <a:pathLst>
                <a:path w="20441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84651"/>
                  </a:lnTo>
                  <a:lnTo>
                    <a:pt x="6013" y="184651"/>
                  </a:lnTo>
                  <a:lnTo>
                    <a:pt x="6681" y="184651"/>
                  </a:lnTo>
                  <a:lnTo>
                    <a:pt x="7349" y="184651"/>
                  </a:lnTo>
                  <a:lnTo>
                    <a:pt x="8017" y="184651"/>
                  </a:lnTo>
                  <a:lnTo>
                    <a:pt x="8685" y="184651"/>
                  </a:lnTo>
                  <a:lnTo>
                    <a:pt x="9353" y="184651"/>
                  </a:lnTo>
                  <a:lnTo>
                    <a:pt x="10021" y="163605"/>
                  </a:lnTo>
                  <a:lnTo>
                    <a:pt x="10689" y="85708"/>
                  </a:lnTo>
                  <a:lnTo>
                    <a:pt x="11357" y="85708"/>
                  </a:lnTo>
                  <a:lnTo>
                    <a:pt x="12025" y="85708"/>
                  </a:lnTo>
                  <a:lnTo>
                    <a:pt x="12693" y="85708"/>
                  </a:lnTo>
                  <a:lnTo>
                    <a:pt x="13361" y="85708"/>
                  </a:lnTo>
                  <a:lnTo>
                    <a:pt x="14029" y="85708"/>
                  </a:lnTo>
                  <a:lnTo>
                    <a:pt x="14697" y="85708"/>
                  </a:lnTo>
                  <a:lnTo>
                    <a:pt x="15365" y="85708"/>
                  </a:lnTo>
                  <a:lnTo>
                    <a:pt x="16033" y="1625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93968"/>
                  </a:lnTo>
                  <a:lnTo>
                    <a:pt x="18705" y="120201"/>
                  </a:lnTo>
                  <a:lnTo>
                    <a:pt x="19373" y="127002"/>
                  </a:lnTo>
                  <a:lnTo>
                    <a:pt x="20041" y="143253"/>
                  </a:lnTo>
                  <a:lnTo>
                    <a:pt x="20441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318222" y="1865274"/>
              <a:ext cx="47891" cy="201014"/>
            </a:xfrm>
            <a:custGeom>
              <a:avLst/>
              <a:pathLst>
                <a:path w="47891" h="201014">
                  <a:moveTo>
                    <a:pt x="0" y="201014"/>
                  </a:moveTo>
                  <a:lnTo>
                    <a:pt x="0" y="200875"/>
                  </a:lnTo>
                  <a:lnTo>
                    <a:pt x="668" y="200875"/>
                  </a:lnTo>
                  <a:lnTo>
                    <a:pt x="1336" y="200875"/>
                  </a:lnTo>
                  <a:lnTo>
                    <a:pt x="2005" y="149499"/>
                  </a:lnTo>
                  <a:lnTo>
                    <a:pt x="2673" y="101932"/>
                  </a:lnTo>
                  <a:lnTo>
                    <a:pt x="3341" y="101932"/>
                  </a:lnTo>
                  <a:lnTo>
                    <a:pt x="4009" y="101932"/>
                  </a:lnTo>
                  <a:lnTo>
                    <a:pt x="4677" y="101932"/>
                  </a:lnTo>
                  <a:lnTo>
                    <a:pt x="5345" y="101932"/>
                  </a:lnTo>
                  <a:lnTo>
                    <a:pt x="6013" y="83850"/>
                  </a:lnTo>
                  <a:lnTo>
                    <a:pt x="6681" y="117324"/>
                  </a:lnTo>
                  <a:lnTo>
                    <a:pt x="7349" y="117324"/>
                  </a:lnTo>
                  <a:lnTo>
                    <a:pt x="8017" y="117324"/>
                  </a:lnTo>
                  <a:lnTo>
                    <a:pt x="8685" y="70904"/>
                  </a:lnTo>
                  <a:lnTo>
                    <a:pt x="9353" y="67626"/>
                  </a:lnTo>
                  <a:lnTo>
                    <a:pt x="10021" y="67626"/>
                  </a:lnTo>
                  <a:lnTo>
                    <a:pt x="10689" y="60534"/>
                  </a:lnTo>
                  <a:lnTo>
                    <a:pt x="11357" y="0"/>
                  </a:lnTo>
                  <a:lnTo>
                    <a:pt x="12025" y="32922"/>
                  </a:lnTo>
                  <a:lnTo>
                    <a:pt x="12693" y="67626"/>
                  </a:lnTo>
                  <a:lnTo>
                    <a:pt x="13361" y="67626"/>
                  </a:lnTo>
                  <a:lnTo>
                    <a:pt x="14029" y="67626"/>
                  </a:lnTo>
                  <a:lnTo>
                    <a:pt x="14697" y="67626"/>
                  </a:lnTo>
                  <a:lnTo>
                    <a:pt x="15365" y="67626"/>
                  </a:lnTo>
                  <a:lnTo>
                    <a:pt x="16033" y="82050"/>
                  </a:lnTo>
                  <a:lnTo>
                    <a:pt x="16701" y="117324"/>
                  </a:lnTo>
                  <a:lnTo>
                    <a:pt x="17369" y="117324"/>
                  </a:lnTo>
                  <a:lnTo>
                    <a:pt x="18037" y="117324"/>
                  </a:lnTo>
                  <a:lnTo>
                    <a:pt x="18705" y="160232"/>
                  </a:lnTo>
                  <a:lnTo>
                    <a:pt x="19373" y="101932"/>
                  </a:lnTo>
                  <a:lnTo>
                    <a:pt x="20041" y="101932"/>
                  </a:lnTo>
                  <a:lnTo>
                    <a:pt x="20709" y="111167"/>
                  </a:lnTo>
                  <a:lnTo>
                    <a:pt x="21377" y="200875"/>
                  </a:lnTo>
                  <a:lnTo>
                    <a:pt x="22045" y="134855"/>
                  </a:lnTo>
                  <a:lnTo>
                    <a:pt x="22713" y="101932"/>
                  </a:lnTo>
                  <a:lnTo>
                    <a:pt x="23381" y="101932"/>
                  </a:lnTo>
                  <a:lnTo>
                    <a:pt x="24049" y="101932"/>
                  </a:lnTo>
                  <a:lnTo>
                    <a:pt x="24717" y="101932"/>
                  </a:lnTo>
                  <a:lnTo>
                    <a:pt x="25385" y="101932"/>
                  </a:lnTo>
                  <a:lnTo>
                    <a:pt x="26053" y="101932"/>
                  </a:lnTo>
                  <a:lnTo>
                    <a:pt x="26722" y="101932"/>
                  </a:lnTo>
                  <a:lnTo>
                    <a:pt x="27390" y="101932"/>
                  </a:lnTo>
                  <a:lnTo>
                    <a:pt x="28058" y="66264"/>
                  </a:lnTo>
                  <a:lnTo>
                    <a:pt x="28726" y="16223"/>
                  </a:lnTo>
                  <a:lnTo>
                    <a:pt x="29394" y="110192"/>
                  </a:lnTo>
                  <a:lnTo>
                    <a:pt x="30062" y="117324"/>
                  </a:lnTo>
                  <a:lnTo>
                    <a:pt x="30730" y="117324"/>
                  </a:lnTo>
                  <a:lnTo>
                    <a:pt x="31398" y="117324"/>
                  </a:lnTo>
                  <a:lnTo>
                    <a:pt x="32066" y="133574"/>
                  </a:lnTo>
                  <a:lnTo>
                    <a:pt x="32734" y="117324"/>
                  </a:lnTo>
                  <a:lnTo>
                    <a:pt x="33402" y="105400"/>
                  </a:lnTo>
                  <a:lnTo>
                    <a:pt x="34070" y="41724"/>
                  </a:lnTo>
                  <a:lnTo>
                    <a:pt x="34738" y="32913"/>
                  </a:lnTo>
                  <a:lnTo>
                    <a:pt x="35406" y="68637"/>
                  </a:lnTo>
                  <a:lnTo>
                    <a:pt x="36074" y="58690"/>
                  </a:lnTo>
                  <a:lnTo>
                    <a:pt x="36742" y="27514"/>
                  </a:lnTo>
                  <a:lnTo>
                    <a:pt x="37410" y="27514"/>
                  </a:lnTo>
                  <a:lnTo>
                    <a:pt x="38078" y="51289"/>
                  </a:lnTo>
                  <a:lnTo>
                    <a:pt x="38746" y="60437"/>
                  </a:lnTo>
                  <a:lnTo>
                    <a:pt x="39414" y="22689"/>
                  </a:lnTo>
                  <a:lnTo>
                    <a:pt x="40082" y="22689"/>
                  </a:lnTo>
                  <a:lnTo>
                    <a:pt x="40750" y="22689"/>
                  </a:lnTo>
                  <a:lnTo>
                    <a:pt x="41418" y="22689"/>
                  </a:lnTo>
                  <a:lnTo>
                    <a:pt x="42086" y="49499"/>
                  </a:lnTo>
                  <a:lnTo>
                    <a:pt x="42754" y="46464"/>
                  </a:lnTo>
                  <a:lnTo>
                    <a:pt x="43422" y="36327"/>
                  </a:lnTo>
                  <a:lnTo>
                    <a:pt x="44090" y="155149"/>
                  </a:lnTo>
                  <a:lnTo>
                    <a:pt x="44758" y="114892"/>
                  </a:lnTo>
                  <a:lnTo>
                    <a:pt x="45426" y="151491"/>
                  </a:lnTo>
                  <a:lnTo>
                    <a:pt x="46094" y="165444"/>
                  </a:lnTo>
                  <a:lnTo>
                    <a:pt x="46762" y="143226"/>
                  </a:lnTo>
                  <a:lnTo>
                    <a:pt x="47430" y="143226"/>
                  </a:lnTo>
                  <a:lnTo>
                    <a:pt x="47891" y="20101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377701" y="1805898"/>
              <a:ext cx="14673" cy="260390"/>
            </a:xfrm>
            <a:custGeom>
              <a:avLst/>
              <a:pathLst>
                <a:path w="14673" h="260390">
                  <a:moveTo>
                    <a:pt x="0" y="260390"/>
                  </a:moveTo>
                  <a:lnTo>
                    <a:pt x="644" y="167616"/>
                  </a:lnTo>
                  <a:lnTo>
                    <a:pt x="1312" y="148066"/>
                  </a:lnTo>
                  <a:lnTo>
                    <a:pt x="1980" y="148066"/>
                  </a:lnTo>
                  <a:lnTo>
                    <a:pt x="2648" y="148066"/>
                  </a:lnTo>
                  <a:lnTo>
                    <a:pt x="3316" y="148066"/>
                  </a:lnTo>
                  <a:lnTo>
                    <a:pt x="3984" y="148066"/>
                  </a:lnTo>
                  <a:lnTo>
                    <a:pt x="4652" y="170933"/>
                  </a:lnTo>
                  <a:lnTo>
                    <a:pt x="5320" y="210867"/>
                  </a:lnTo>
                  <a:lnTo>
                    <a:pt x="5988" y="195639"/>
                  </a:lnTo>
                  <a:lnTo>
                    <a:pt x="6656" y="101100"/>
                  </a:lnTo>
                  <a:lnTo>
                    <a:pt x="7324" y="93968"/>
                  </a:lnTo>
                  <a:lnTo>
                    <a:pt x="7992" y="0"/>
                  </a:lnTo>
                  <a:lnTo>
                    <a:pt x="8660" y="0"/>
                  </a:lnTo>
                  <a:lnTo>
                    <a:pt x="9328" y="71601"/>
                  </a:lnTo>
                  <a:lnTo>
                    <a:pt x="9996" y="104314"/>
                  </a:lnTo>
                  <a:lnTo>
                    <a:pt x="10664" y="228935"/>
                  </a:lnTo>
                  <a:lnTo>
                    <a:pt x="11332" y="260251"/>
                  </a:lnTo>
                  <a:lnTo>
                    <a:pt x="12000" y="260251"/>
                  </a:lnTo>
                  <a:lnTo>
                    <a:pt x="12668" y="260251"/>
                  </a:lnTo>
                  <a:lnTo>
                    <a:pt x="13336" y="260251"/>
                  </a:lnTo>
                  <a:lnTo>
                    <a:pt x="14004" y="260251"/>
                  </a:lnTo>
                  <a:lnTo>
                    <a:pt x="14672" y="260251"/>
                  </a:lnTo>
                  <a:lnTo>
                    <a:pt x="14673" y="2603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412414" y="1967206"/>
              <a:ext cx="17943" cy="99082"/>
            </a:xfrm>
            <a:custGeom>
              <a:avLst/>
              <a:pathLst>
                <a:path w="17943" h="99082">
                  <a:moveTo>
                    <a:pt x="0" y="99082"/>
                  </a:moveTo>
                  <a:lnTo>
                    <a:pt x="1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98943"/>
                  </a:lnTo>
                  <a:lnTo>
                    <a:pt x="2673" y="98943"/>
                  </a:lnTo>
                  <a:lnTo>
                    <a:pt x="3341" y="98943"/>
                  </a:lnTo>
                  <a:lnTo>
                    <a:pt x="4009" y="98943"/>
                  </a:lnTo>
                  <a:lnTo>
                    <a:pt x="4677" y="98943"/>
                  </a:lnTo>
                  <a:lnTo>
                    <a:pt x="5345" y="98943"/>
                  </a:lnTo>
                  <a:lnTo>
                    <a:pt x="6013" y="98943"/>
                  </a:lnTo>
                  <a:lnTo>
                    <a:pt x="6681" y="98943"/>
                  </a:lnTo>
                  <a:lnTo>
                    <a:pt x="7349" y="98943"/>
                  </a:lnTo>
                  <a:lnTo>
                    <a:pt x="8017" y="98943"/>
                  </a:lnTo>
                  <a:lnTo>
                    <a:pt x="8685" y="98943"/>
                  </a:lnTo>
                  <a:lnTo>
                    <a:pt x="9353" y="98943"/>
                  </a:lnTo>
                  <a:lnTo>
                    <a:pt x="10021" y="98943"/>
                  </a:lnTo>
                  <a:lnTo>
                    <a:pt x="10689" y="98943"/>
                  </a:lnTo>
                  <a:lnTo>
                    <a:pt x="11357" y="98943"/>
                  </a:lnTo>
                  <a:lnTo>
                    <a:pt x="12025" y="98943"/>
                  </a:lnTo>
                  <a:lnTo>
                    <a:pt x="12693" y="98943"/>
                  </a:lnTo>
                  <a:lnTo>
                    <a:pt x="13361" y="98943"/>
                  </a:lnTo>
                  <a:lnTo>
                    <a:pt x="14029" y="28115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86756"/>
                  </a:lnTo>
                  <a:lnTo>
                    <a:pt x="17943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431163" y="1510668"/>
              <a:ext cx="20457" cy="555620"/>
            </a:xfrm>
            <a:custGeom>
              <a:avLst/>
              <a:pathLst>
                <a:path w="20457" h="555620">
                  <a:moveTo>
                    <a:pt x="0" y="555620"/>
                  </a:moveTo>
                  <a:lnTo>
                    <a:pt x="624" y="526547"/>
                  </a:lnTo>
                  <a:lnTo>
                    <a:pt x="1292" y="497832"/>
                  </a:lnTo>
                  <a:lnTo>
                    <a:pt x="1960" y="443992"/>
                  </a:lnTo>
                  <a:lnTo>
                    <a:pt x="2628" y="422232"/>
                  </a:lnTo>
                  <a:lnTo>
                    <a:pt x="3296" y="422232"/>
                  </a:lnTo>
                  <a:lnTo>
                    <a:pt x="3964" y="476762"/>
                  </a:lnTo>
                  <a:lnTo>
                    <a:pt x="4632" y="313473"/>
                  </a:lnTo>
                  <a:lnTo>
                    <a:pt x="5300" y="260251"/>
                  </a:lnTo>
                  <a:lnTo>
                    <a:pt x="5968" y="251647"/>
                  </a:lnTo>
                  <a:lnTo>
                    <a:pt x="6636" y="163528"/>
                  </a:lnTo>
                  <a:lnTo>
                    <a:pt x="7304" y="74553"/>
                  </a:lnTo>
                  <a:lnTo>
                    <a:pt x="7972" y="61629"/>
                  </a:lnTo>
                  <a:lnTo>
                    <a:pt x="8640" y="11111"/>
                  </a:lnTo>
                  <a:lnTo>
                    <a:pt x="9309" y="5249"/>
                  </a:lnTo>
                  <a:lnTo>
                    <a:pt x="9977" y="5249"/>
                  </a:lnTo>
                  <a:lnTo>
                    <a:pt x="10645" y="22926"/>
                  </a:lnTo>
                  <a:lnTo>
                    <a:pt x="11313" y="33536"/>
                  </a:lnTo>
                  <a:lnTo>
                    <a:pt x="11981" y="55296"/>
                  </a:lnTo>
                  <a:lnTo>
                    <a:pt x="12649" y="64852"/>
                  </a:lnTo>
                  <a:lnTo>
                    <a:pt x="13317" y="64852"/>
                  </a:lnTo>
                  <a:lnTo>
                    <a:pt x="13985" y="0"/>
                  </a:lnTo>
                  <a:lnTo>
                    <a:pt x="14653" y="71391"/>
                  </a:lnTo>
                  <a:lnTo>
                    <a:pt x="15321" y="101816"/>
                  </a:lnTo>
                  <a:lnTo>
                    <a:pt x="15989" y="92218"/>
                  </a:lnTo>
                  <a:lnTo>
                    <a:pt x="16657" y="193654"/>
                  </a:lnTo>
                  <a:lnTo>
                    <a:pt x="17325" y="335633"/>
                  </a:lnTo>
                  <a:lnTo>
                    <a:pt x="17993" y="338404"/>
                  </a:lnTo>
                  <a:lnTo>
                    <a:pt x="18661" y="456081"/>
                  </a:lnTo>
                  <a:lnTo>
                    <a:pt x="19329" y="491031"/>
                  </a:lnTo>
                  <a:lnTo>
                    <a:pt x="19997" y="497832"/>
                  </a:lnTo>
                  <a:lnTo>
                    <a:pt x="20457" y="55562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461150" y="1699346"/>
              <a:ext cx="67691" cy="366942"/>
            </a:xfrm>
            <a:custGeom>
              <a:avLst/>
              <a:pathLst>
                <a:path w="67691" h="366942">
                  <a:moveTo>
                    <a:pt x="0" y="366942"/>
                  </a:moveTo>
                  <a:lnTo>
                    <a:pt x="31" y="361828"/>
                  </a:lnTo>
                  <a:lnTo>
                    <a:pt x="699" y="240924"/>
                  </a:lnTo>
                  <a:lnTo>
                    <a:pt x="1367" y="182151"/>
                  </a:lnTo>
                  <a:lnTo>
                    <a:pt x="2035" y="182151"/>
                  </a:lnTo>
                  <a:lnTo>
                    <a:pt x="2703" y="182151"/>
                  </a:lnTo>
                  <a:lnTo>
                    <a:pt x="3371" y="182151"/>
                  </a:lnTo>
                  <a:lnTo>
                    <a:pt x="4039" y="182151"/>
                  </a:lnTo>
                  <a:lnTo>
                    <a:pt x="4707" y="182151"/>
                  </a:lnTo>
                  <a:lnTo>
                    <a:pt x="5375" y="182151"/>
                  </a:lnTo>
                  <a:lnTo>
                    <a:pt x="6043" y="182151"/>
                  </a:lnTo>
                  <a:lnTo>
                    <a:pt x="6711" y="182151"/>
                  </a:lnTo>
                  <a:lnTo>
                    <a:pt x="7379" y="182151"/>
                  </a:lnTo>
                  <a:lnTo>
                    <a:pt x="8047" y="182151"/>
                  </a:lnTo>
                  <a:lnTo>
                    <a:pt x="8715" y="182151"/>
                  </a:lnTo>
                  <a:lnTo>
                    <a:pt x="9383" y="194300"/>
                  </a:lnTo>
                  <a:lnTo>
                    <a:pt x="10051" y="267859"/>
                  </a:lnTo>
                  <a:lnTo>
                    <a:pt x="10719" y="295974"/>
                  </a:lnTo>
                  <a:lnTo>
                    <a:pt x="11387" y="366802"/>
                  </a:lnTo>
                  <a:lnTo>
                    <a:pt x="12055" y="366802"/>
                  </a:lnTo>
                  <a:lnTo>
                    <a:pt x="12723" y="366802"/>
                  </a:lnTo>
                  <a:lnTo>
                    <a:pt x="13391" y="366802"/>
                  </a:lnTo>
                  <a:lnTo>
                    <a:pt x="14059" y="366802"/>
                  </a:lnTo>
                  <a:lnTo>
                    <a:pt x="14727" y="366802"/>
                  </a:lnTo>
                  <a:lnTo>
                    <a:pt x="15395" y="366802"/>
                  </a:lnTo>
                  <a:lnTo>
                    <a:pt x="16063" y="366802"/>
                  </a:lnTo>
                  <a:lnTo>
                    <a:pt x="16731" y="366802"/>
                  </a:lnTo>
                  <a:lnTo>
                    <a:pt x="17399" y="366802"/>
                  </a:lnTo>
                  <a:lnTo>
                    <a:pt x="18067" y="366802"/>
                  </a:lnTo>
                  <a:lnTo>
                    <a:pt x="18736" y="366802"/>
                  </a:lnTo>
                  <a:lnTo>
                    <a:pt x="19404" y="366802"/>
                  </a:lnTo>
                  <a:lnTo>
                    <a:pt x="20072" y="366802"/>
                  </a:lnTo>
                  <a:lnTo>
                    <a:pt x="20740" y="366802"/>
                  </a:lnTo>
                  <a:lnTo>
                    <a:pt x="21408" y="366802"/>
                  </a:lnTo>
                  <a:lnTo>
                    <a:pt x="22076" y="300783"/>
                  </a:lnTo>
                  <a:lnTo>
                    <a:pt x="22744" y="295401"/>
                  </a:lnTo>
                  <a:lnTo>
                    <a:pt x="23412" y="283251"/>
                  </a:lnTo>
                  <a:lnTo>
                    <a:pt x="24080" y="309154"/>
                  </a:lnTo>
                  <a:lnTo>
                    <a:pt x="24748" y="262734"/>
                  </a:lnTo>
                  <a:lnTo>
                    <a:pt x="25416" y="233554"/>
                  </a:lnTo>
                  <a:lnTo>
                    <a:pt x="26084" y="233554"/>
                  </a:lnTo>
                  <a:lnTo>
                    <a:pt x="26752" y="233554"/>
                  </a:lnTo>
                  <a:lnTo>
                    <a:pt x="27420" y="185478"/>
                  </a:lnTo>
                  <a:lnTo>
                    <a:pt x="28088" y="165927"/>
                  </a:lnTo>
                  <a:lnTo>
                    <a:pt x="28756" y="122500"/>
                  </a:lnTo>
                  <a:lnTo>
                    <a:pt x="29424" y="104751"/>
                  </a:lnTo>
                  <a:lnTo>
                    <a:pt x="30092" y="104751"/>
                  </a:lnTo>
                  <a:lnTo>
                    <a:pt x="30760" y="104751"/>
                  </a:lnTo>
                  <a:lnTo>
                    <a:pt x="31428" y="104751"/>
                  </a:lnTo>
                  <a:lnTo>
                    <a:pt x="32096" y="143846"/>
                  </a:lnTo>
                  <a:lnTo>
                    <a:pt x="32764" y="197042"/>
                  </a:lnTo>
                  <a:lnTo>
                    <a:pt x="33432" y="207651"/>
                  </a:lnTo>
                  <a:lnTo>
                    <a:pt x="34100" y="106551"/>
                  </a:lnTo>
                  <a:lnTo>
                    <a:pt x="34768" y="150835"/>
                  </a:lnTo>
                  <a:lnTo>
                    <a:pt x="35436" y="182151"/>
                  </a:lnTo>
                  <a:lnTo>
                    <a:pt x="36104" y="182151"/>
                  </a:lnTo>
                  <a:lnTo>
                    <a:pt x="36772" y="182151"/>
                  </a:lnTo>
                  <a:lnTo>
                    <a:pt x="37440" y="240924"/>
                  </a:lnTo>
                  <a:lnTo>
                    <a:pt x="38108" y="267859"/>
                  </a:lnTo>
                  <a:lnTo>
                    <a:pt x="38776" y="335486"/>
                  </a:lnTo>
                  <a:lnTo>
                    <a:pt x="39444" y="366802"/>
                  </a:lnTo>
                  <a:lnTo>
                    <a:pt x="40112" y="366802"/>
                  </a:lnTo>
                  <a:lnTo>
                    <a:pt x="40780" y="366802"/>
                  </a:lnTo>
                  <a:lnTo>
                    <a:pt x="41448" y="366802"/>
                  </a:lnTo>
                  <a:lnTo>
                    <a:pt x="42116" y="366802"/>
                  </a:lnTo>
                  <a:lnTo>
                    <a:pt x="42784" y="335486"/>
                  </a:lnTo>
                  <a:lnTo>
                    <a:pt x="43453" y="267859"/>
                  </a:lnTo>
                  <a:lnTo>
                    <a:pt x="44121" y="267859"/>
                  </a:lnTo>
                  <a:lnTo>
                    <a:pt x="44789" y="267859"/>
                  </a:lnTo>
                  <a:lnTo>
                    <a:pt x="45457" y="267859"/>
                  </a:lnTo>
                  <a:lnTo>
                    <a:pt x="46125" y="267859"/>
                  </a:lnTo>
                  <a:lnTo>
                    <a:pt x="46793" y="267859"/>
                  </a:lnTo>
                  <a:lnTo>
                    <a:pt x="47461" y="267859"/>
                  </a:lnTo>
                  <a:lnTo>
                    <a:pt x="48129" y="267859"/>
                  </a:lnTo>
                  <a:lnTo>
                    <a:pt x="48797" y="219311"/>
                  </a:lnTo>
                  <a:lnTo>
                    <a:pt x="49465" y="135732"/>
                  </a:lnTo>
                  <a:lnTo>
                    <a:pt x="50133" y="106551"/>
                  </a:lnTo>
                  <a:lnTo>
                    <a:pt x="50801" y="106551"/>
                  </a:lnTo>
                  <a:lnTo>
                    <a:pt x="51469" y="106551"/>
                  </a:lnTo>
                  <a:lnTo>
                    <a:pt x="52137" y="106551"/>
                  </a:lnTo>
                  <a:lnTo>
                    <a:pt x="52805" y="128311"/>
                  </a:lnTo>
                  <a:lnTo>
                    <a:pt x="53473" y="182151"/>
                  </a:lnTo>
                  <a:lnTo>
                    <a:pt x="54141" y="139474"/>
                  </a:lnTo>
                  <a:lnTo>
                    <a:pt x="54809" y="193307"/>
                  </a:lnTo>
                  <a:lnTo>
                    <a:pt x="55477" y="207651"/>
                  </a:lnTo>
                  <a:lnTo>
                    <a:pt x="56145" y="233554"/>
                  </a:lnTo>
                  <a:lnTo>
                    <a:pt x="56813" y="182178"/>
                  </a:lnTo>
                  <a:lnTo>
                    <a:pt x="57481" y="73435"/>
                  </a:lnTo>
                  <a:lnTo>
                    <a:pt x="58149" y="0"/>
                  </a:lnTo>
                  <a:lnTo>
                    <a:pt x="58817" y="25273"/>
                  </a:lnTo>
                  <a:lnTo>
                    <a:pt x="59485" y="81825"/>
                  </a:lnTo>
                  <a:lnTo>
                    <a:pt x="60153" y="104751"/>
                  </a:lnTo>
                  <a:lnTo>
                    <a:pt x="60821" y="104751"/>
                  </a:lnTo>
                  <a:lnTo>
                    <a:pt x="61489" y="104751"/>
                  </a:lnTo>
                  <a:lnTo>
                    <a:pt x="62157" y="104751"/>
                  </a:lnTo>
                  <a:lnTo>
                    <a:pt x="62825" y="104751"/>
                  </a:lnTo>
                  <a:lnTo>
                    <a:pt x="63493" y="173389"/>
                  </a:lnTo>
                  <a:lnTo>
                    <a:pt x="64161" y="221540"/>
                  </a:lnTo>
                  <a:lnTo>
                    <a:pt x="64829" y="234564"/>
                  </a:lnTo>
                  <a:lnTo>
                    <a:pt x="65497" y="165927"/>
                  </a:lnTo>
                  <a:lnTo>
                    <a:pt x="66165" y="140025"/>
                  </a:lnTo>
                  <a:lnTo>
                    <a:pt x="66833" y="190065"/>
                  </a:lnTo>
                  <a:lnTo>
                    <a:pt x="67501" y="328970"/>
                  </a:lnTo>
                  <a:lnTo>
                    <a:pt x="67691" y="36694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537118" y="1932901"/>
              <a:ext cx="15584" cy="133388"/>
            </a:xfrm>
            <a:custGeom>
              <a:avLst/>
              <a:pathLst>
                <a:path w="15584" h="133388">
                  <a:moveTo>
                    <a:pt x="0" y="133388"/>
                  </a:moveTo>
                  <a:lnTo>
                    <a:pt x="217" y="128148"/>
                  </a:lnTo>
                  <a:lnTo>
                    <a:pt x="885" y="83865"/>
                  </a:lnTo>
                  <a:lnTo>
                    <a:pt x="1553" y="83865"/>
                  </a:lnTo>
                  <a:lnTo>
                    <a:pt x="2221" y="83865"/>
                  </a:lnTo>
                  <a:lnTo>
                    <a:pt x="2889" y="83865"/>
                  </a:lnTo>
                  <a:lnTo>
                    <a:pt x="3557" y="83865"/>
                  </a:lnTo>
                  <a:lnTo>
                    <a:pt x="4225" y="83865"/>
                  </a:lnTo>
                  <a:lnTo>
                    <a:pt x="4893" y="83865"/>
                  </a:lnTo>
                  <a:lnTo>
                    <a:pt x="5561" y="83865"/>
                  </a:lnTo>
                  <a:lnTo>
                    <a:pt x="6229" y="83865"/>
                  </a:lnTo>
                  <a:lnTo>
                    <a:pt x="6897" y="83865"/>
                  </a:lnTo>
                  <a:lnTo>
                    <a:pt x="7565" y="68637"/>
                  </a:lnTo>
                  <a:lnTo>
                    <a:pt x="8233" y="0"/>
                  </a:lnTo>
                  <a:lnTo>
                    <a:pt x="8901" y="7622"/>
                  </a:lnTo>
                  <a:lnTo>
                    <a:pt x="9569" y="121062"/>
                  </a:lnTo>
                  <a:lnTo>
                    <a:pt x="10237" y="72073"/>
                  </a:lnTo>
                  <a:lnTo>
                    <a:pt x="10905" y="133248"/>
                  </a:lnTo>
                  <a:lnTo>
                    <a:pt x="11574" y="133248"/>
                  </a:lnTo>
                  <a:lnTo>
                    <a:pt x="12242" y="133248"/>
                  </a:lnTo>
                  <a:lnTo>
                    <a:pt x="12910" y="133248"/>
                  </a:lnTo>
                  <a:lnTo>
                    <a:pt x="13578" y="133248"/>
                  </a:lnTo>
                  <a:lnTo>
                    <a:pt x="14246" y="133248"/>
                  </a:lnTo>
                  <a:lnTo>
                    <a:pt x="14914" y="133248"/>
                  </a:lnTo>
                  <a:lnTo>
                    <a:pt x="15582" y="133248"/>
                  </a:lnTo>
                  <a:lnTo>
                    <a:pt x="15584" y="13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553679" y="2008501"/>
              <a:ext cx="679" cy="57787"/>
            </a:xfrm>
            <a:custGeom>
              <a:avLst/>
              <a:pathLst>
                <a:path w="679" h="57787">
                  <a:moveTo>
                    <a:pt x="0" y="57787"/>
                  </a:moveTo>
                  <a:lnTo>
                    <a:pt x="357" y="0"/>
                  </a:lnTo>
                  <a:lnTo>
                    <a:pt x="679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555105" y="1969110"/>
              <a:ext cx="10305" cy="97178"/>
            </a:xfrm>
            <a:custGeom>
              <a:avLst/>
              <a:pathLst>
                <a:path w="10305" h="97178">
                  <a:moveTo>
                    <a:pt x="0" y="97178"/>
                  </a:moveTo>
                  <a:lnTo>
                    <a:pt x="267" y="55703"/>
                  </a:lnTo>
                  <a:lnTo>
                    <a:pt x="935" y="17095"/>
                  </a:lnTo>
                  <a:lnTo>
                    <a:pt x="1603" y="12112"/>
                  </a:lnTo>
                  <a:lnTo>
                    <a:pt x="2271" y="0"/>
                  </a:lnTo>
                  <a:lnTo>
                    <a:pt x="2939" y="0"/>
                  </a:lnTo>
                  <a:lnTo>
                    <a:pt x="3607" y="0"/>
                  </a:lnTo>
                  <a:lnTo>
                    <a:pt x="4275" y="0"/>
                  </a:lnTo>
                  <a:lnTo>
                    <a:pt x="4943" y="0"/>
                  </a:lnTo>
                  <a:lnTo>
                    <a:pt x="5611" y="0"/>
                  </a:lnTo>
                  <a:lnTo>
                    <a:pt x="6279" y="0"/>
                  </a:lnTo>
                  <a:lnTo>
                    <a:pt x="6947" y="0"/>
                  </a:lnTo>
                  <a:lnTo>
                    <a:pt x="7615" y="0"/>
                  </a:lnTo>
                  <a:lnTo>
                    <a:pt x="8283" y="16250"/>
                  </a:lnTo>
                  <a:lnTo>
                    <a:pt x="8951" y="56039"/>
                  </a:lnTo>
                  <a:lnTo>
                    <a:pt x="9619" y="41628"/>
                  </a:lnTo>
                  <a:lnTo>
                    <a:pt x="10287" y="94451"/>
                  </a:lnTo>
                  <a:lnTo>
                    <a:pt x="10305" y="971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67396" y="2066149"/>
              <a:ext cx="10690" cy="139"/>
            </a:xfrm>
            <a:custGeom>
              <a:avLst/>
              <a:pathLst>
                <a:path w="10690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0690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92113" y="2066149"/>
              <a:ext cx="16034" cy="139"/>
            </a:xfrm>
            <a:custGeom>
              <a:avLst/>
              <a:pathLst>
                <a:path w="16034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034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22842" y="1854014"/>
              <a:ext cx="60792" cy="212275"/>
            </a:xfrm>
            <a:custGeom>
              <a:avLst/>
              <a:pathLst>
                <a:path w="60792" h="212275">
                  <a:moveTo>
                    <a:pt x="0" y="212275"/>
                  </a:moveTo>
                  <a:lnTo>
                    <a:pt x="0" y="212135"/>
                  </a:lnTo>
                  <a:lnTo>
                    <a:pt x="669" y="212135"/>
                  </a:lnTo>
                  <a:lnTo>
                    <a:pt x="1337" y="212135"/>
                  </a:lnTo>
                  <a:lnTo>
                    <a:pt x="2005" y="212135"/>
                  </a:lnTo>
                  <a:lnTo>
                    <a:pt x="2673" y="212135"/>
                  </a:lnTo>
                  <a:lnTo>
                    <a:pt x="3341" y="212135"/>
                  </a:lnTo>
                  <a:lnTo>
                    <a:pt x="4009" y="212135"/>
                  </a:lnTo>
                  <a:lnTo>
                    <a:pt x="4677" y="212135"/>
                  </a:lnTo>
                  <a:lnTo>
                    <a:pt x="5345" y="212135"/>
                  </a:lnTo>
                  <a:lnTo>
                    <a:pt x="6013" y="212135"/>
                  </a:lnTo>
                  <a:lnTo>
                    <a:pt x="6681" y="212135"/>
                  </a:lnTo>
                  <a:lnTo>
                    <a:pt x="7349" y="212135"/>
                  </a:lnTo>
                  <a:lnTo>
                    <a:pt x="8017" y="212135"/>
                  </a:lnTo>
                  <a:lnTo>
                    <a:pt x="8685" y="212135"/>
                  </a:lnTo>
                  <a:lnTo>
                    <a:pt x="9353" y="212135"/>
                  </a:lnTo>
                  <a:lnTo>
                    <a:pt x="10021" y="212135"/>
                  </a:lnTo>
                  <a:lnTo>
                    <a:pt x="10689" y="212135"/>
                  </a:lnTo>
                  <a:lnTo>
                    <a:pt x="11357" y="212135"/>
                  </a:lnTo>
                  <a:lnTo>
                    <a:pt x="12025" y="212135"/>
                  </a:lnTo>
                  <a:lnTo>
                    <a:pt x="12693" y="212135"/>
                  </a:lnTo>
                  <a:lnTo>
                    <a:pt x="13361" y="212135"/>
                  </a:lnTo>
                  <a:lnTo>
                    <a:pt x="14029" y="212135"/>
                  </a:lnTo>
                  <a:lnTo>
                    <a:pt x="14697" y="212135"/>
                  </a:lnTo>
                  <a:lnTo>
                    <a:pt x="15365" y="212135"/>
                  </a:lnTo>
                  <a:lnTo>
                    <a:pt x="16033" y="212135"/>
                  </a:lnTo>
                  <a:lnTo>
                    <a:pt x="16701" y="212135"/>
                  </a:lnTo>
                  <a:lnTo>
                    <a:pt x="17369" y="212135"/>
                  </a:lnTo>
                  <a:lnTo>
                    <a:pt x="18037" y="122428"/>
                  </a:lnTo>
                  <a:lnTo>
                    <a:pt x="18705" y="113192"/>
                  </a:lnTo>
                  <a:lnTo>
                    <a:pt x="19373" y="56198"/>
                  </a:lnTo>
                  <a:lnTo>
                    <a:pt x="20041" y="27484"/>
                  </a:lnTo>
                  <a:lnTo>
                    <a:pt x="20709" y="27484"/>
                  </a:lnTo>
                  <a:lnTo>
                    <a:pt x="21377" y="27484"/>
                  </a:lnTo>
                  <a:lnTo>
                    <a:pt x="22045" y="27484"/>
                  </a:lnTo>
                  <a:lnTo>
                    <a:pt x="22713" y="27484"/>
                  </a:lnTo>
                  <a:lnTo>
                    <a:pt x="23381" y="27484"/>
                  </a:lnTo>
                  <a:lnTo>
                    <a:pt x="24049" y="27484"/>
                  </a:lnTo>
                  <a:lnTo>
                    <a:pt x="24717" y="27484"/>
                  </a:lnTo>
                  <a:lnTo>
                    <a:pt x="25386" y="27484"/>
                  </a:lnTo>
                  <a:lnTo>
                    <a:pt x="26054" y="27484"/>
                  </a:lnTo>
                  <a:lnTo>
                    <a:pt x="26722" y="27484"/>
                  </a:lnTo>
                  <a:lnTo>
                    <a:pt x="27390" y="27484"/>
                  </a:lnTo>
                  <a:lnTo>
                    <a:pt x="28058" y="68909"/>
                  </a:lnTo>
                  <a:lnTo>
                    <a:pt x="28726" y="3855"/>
                  </a:lnTo>
                  <a:lnTo>
                    <a:pt x="29394" y="0"/>
                  </a:lnTo>
                  <a:lnTo>
                    <a:pt x="30062" y="27484"/>
                  </a:lnTo>
                  <a:lnTo>
                    <a:pt x="30730" y="27484"/>
                  </a:lnTo>
                  <a:lnTo>
                    <a:pt x="31398" y="27484"/>
                  </a:lnTo>
                  <a:lnTo>
                    <a:pt x="32066" y="27484"/>
                  </a:lnTo>
                  <a:lnTo>
                    <a:pt x="32734" y="27484"/>
                  </a:lnTo>
                  <a:lnTo>
                    <a:pt x="33402" y="27484"/>
                  </a:lnTo>
                  <a:lnTo>
                    <a:pt x="34070" y="27484"/>
                  </a:lnTo>
                  <a:lnTo>
                    <a:pt x="34738" y="27484"/>
                  </a:lnTo>
                  <a:lnTo>
                    <a:pt x="35406" y="27484"/>
                  </a:lnTo>
                  <a:lnTo>
                    <a:pt x="36074" y="27484"/>
                  </a:lnTo>
                  <a:lnTo>
                    <a:pt x="36742" y="27484"/>
                  </a:lnTo>
                  <a:lnTo>
                    <a:pt x="37410" y="27484"/>
                  </a:lnTo>
                  <a:lnTo>
                    <a:pt x="38078" y="60407"/>
                  </a:lnTo>
                  <a:lnTo>
                    <a:pt x="38746" y="141307"/>
                  </a:lnTo>
                  <a:lnTo>
                    <a:pt x="39414" y="212135"/>
                  </a:lnTo>
                  <a:lnTo>
                    <a:pt x="40082" y="212135"/>
                  </a:lnTo>
                  <a:lnTo>
                    <a:pt x="40750" y="212135"/>
                  </a:lnTo>
                  <a:lnTo>
                    <a:pt x="41418" y="212135"/>
                  </a:lnTo>
                  <a:lnTo>
                    <a:pt x="42086" y="212135"/>
                  </a:lnTo>
                  <a:lnTo>
                    <a:pt x="42754" y="212135"/>
                  </a:lnTo>
                  <a:lnTo>
                    <a:pt x="43422" y="212135"/>
                  </a:lnTo>
                  <a:lnTo>
                    <a:pt x="44090" y="212135"/>
                  </a:lnTo>
                  <a:lnTo>
                    <a:pt x="44758" y="212135"/>
                  </a:lnTo>
                  <a:lnTo>
                    <a:pt x="45426" y="212135"/>
                  </a:lnTo>
                  <a:lnTo>
                    <a:pt x="46094" y="212135"/>
                  </a:lnTo>
                  <a:lnTo>
                    <a:pt x="46762" y="212135"/>
                  </a:lnTo>
                  <a:lnTo>
                    <a:pt x="47430" y="212135"/>
                  </a:lnTo>
                  <a:lnTo>
                    <a:pt x="48098" y="212135"/>
                  </a:lnTo>
                  <a:lnTo>
                    <a:pt x="48766" y="212135"/>
                  </a:lnTo>
                  <a:lnTo>
                    <a:pt x="49435" y="212135"/>
                  </a:lnTo>
                  <a:lnTo>
                    <a:pt x="50103" y="212135"/>
                  </a:lnTo>
                  <a:lnTo>
                    <a:pt x="50771" y="212135"/>
                  </a:lnTo>
                  <a:lnTo>
                    <a:pt x="51439" y="212135"/>
                  </a:lnTo>
                  <a:lnTo>
                    <a:pt x="52107" y="212135"/>
                  </a:lnTo>
                  <a:lnTo>
                    <a:pt x="52775" y="212135"/>
                  </a:lnTo>
                  <a:lnTo>
                    <a:pt x="53443" y="212135"/>
                  </a:lnTo>
                  <a:lnTo>
                    <a:pt x="54111" y="212135"/>
                  </a:lnTo>
                  <a:lnTo>
                    <a:pt x="54779" y="212135"/>
                  </a:lnTo>
                  <a:lnTo>
                    <a:pt x="55447" y="212135"/>
                  </a:lnTo>
                  <a:lnTo>
                    <a:pt x="56115" y="212135"/>
                  </a:lnTo>
                  <a:lnTo>
                    <a:pt x="56783" y="212135"/>
                  </a:lnTo>
                  <a:lnTo>
                    <a:pt x="57451" y="212135"/>
                  </a:lnTo>
                  <a:lnTo>
                    <a:pt x="58119" y="212135"/>
                  </a:lnTo>
                  <a:lnTo>
                    <a:pt x="58787" y="212135"/>
                  </a:lnTo>
                  <a:lnTo>
                    <a:pt x="59455" y="212135"/>
                  </a:lnTo>
                  <a:lnTo>
                    <a:pt x="60123" y="212135"/>
                  </a:lnTo>
                  <a:lnTo>
                    <a:pt x="60791" y="212135"/>
                  </a:lnTo>
                  <a:lnTo>
                    <a:pt x="60792" y="2122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14552" y="1788037"/>
              <a:ext cx="26206" cy="278252"/>
            </a:xfrm>
            <a:custGeom>
              <a:avLst/>
              <a:pathLst>
                <a:path w="26206" h="278252">
                  <a:moveTo>
                    <a:pt x="0" y="278252"/>
                  </a:moveTo>
                  <a:lnTo>
                    <a:pt x="479" y="273138"/>
                  </a:lnTo>
                  <a:lnTo>
                    <a:pt x="1147" y="179169"/>
                  </a:lnTo>
                  <a:lnTo>
                    <a:pt x="1815" y="174601"/>
                  </a:lnTo>
                  <a:lnTo>
                    <a:pt x="2483" y="93461"/>
                  </a:lnTo>
                  <a:lnTo>
                    <a:pt x="3151" y="93461"/>
                  </a:lnTo>
                  <a:lnTo>
                    <a:pt x="3819" y="184045"/>
                  </a:lnTo>
                  <a:lnTo>
                    <a:pt x="4487" y="194561"/>
                  </a:lnTo>
                  <a:lnTo>
                    <a:pt x="5155" y="141638"/>
                  </a:lnTo>
                  <a:lnTo>
                    <a:pt x="5823" y="80454"/>
                  </a:lnTo>
                  <a:lnTo>
                    <a:pt x="6491" y="4496"/>
                  </a:lnTo>
                  <a:lnTo>
                    <a:pt x="7159" y="5220"/>
                  </a:lnTo>
                  <a:lnTo>
                    <a:pt x="7827" y="38751"/>
                  </a:lnTo>
                  <a:lnTo>
                    <a:pt x="8495" y="48902"/>
                  </a:lnTo>
                  <a:lnTo>
                    <a:pt x="9163" y="48902"/>
                  </a:lnTo>
                  <a:lnTo>
                    <a:pt x="9831" y="48902"/>
                  </a:lnTo>
                  <a:lnTo>
                    <a:pt x="10499" y="48902"/>
                  </a:lnTo>
                  <a:lnTo>
                    <a:pt x="11167" y="9990"/>
                  </a:lnTo>
                  <a:lnTo>
                    <a:pt x="11835" y="0"/>
                  </a:lnTo>
                  <a:lnTo>
                    <a:pt x="12503" y="48902"/>
                  </a:lnTo>
                  <a:lnTo>
                    <a:pt x="13171" y="48902"/>
                  </a:lnTo>
                  <a:lnTo>
                    <a:pt x="13839" y="44077"/>
                  </a:lnTo>
                  <a:lnTo>
                    <a:pt x="14507" y="44077"/>
                  </a:lnTo>
                  <a:lnTo>
                    <a:pt x="15175" y="81788"/>
                  </a:lnTo>
                  <a:lnTo>
                    <a:pt x="15843" y="70850"/>
                  </a:lnTo>
                  <a:lnTo>
                    <a:pt x="16511" y="74036"/>
                  </a:lnTo>
                  <a:lnTo>
                    <a:pt x="17179" y="99989"/>
                  </a:lnTo>
                  <a:lnTo>
                    <a:pt x="17847" y="138062"/>
                  </a:lnTo>
                  <a:lnTo>
                    <a:pt x="18515" y="118961"/>
                  </a:lnTo>
                  <a:lnTo>
                    <a:pt x="19183" y="138062"/>
                  </a:lnTo>
                  <a:lnTo>
                    <a:pt x="19851" y="144864"/>
                  </a:lnTo>
                  <a:lnTo>
                    <a:pt x="20519" y="144864"/>
                  </a:lnTo>
                  <a:lnTo>
                    <a:pt x="21187" y="200713"/>
                  </a:lnTo>
                  <a:lnTo>
                    <a:pt x="21855" y="220464"/>
                  </a:lnTo>
                  <a:lnTo>
                    <a:pt x="22523" y="220464"/>
                  </a:lnTo>
                  <a:lnTo>
                    <a:pt x="23191" y="220464"/>
                  </a:lnTo>
                  <a:lnTo>
                    <a:pt x="23859" y="220464"/>
                  </a:lnTo>
                  <a:lnTo>
                    <a:pt x="24527" y="220464"/>
                  </a:lnTo>
                  <a:lnTo>
                    <a:pt x="25196" y="220464"/>
                  </a:lnTo>
                  <a:lnTo>
                    <a:pt x="25864" y="224488"/>
                  </a:lnTo>
                  <a:lnTo>
                    <a:pt x="26206" y="27825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58452" y="2066149"/>
              <a:ext cx="4678" cy="139"/>
            </a:xfrm>
            <a:custGeom>
              <a:avLst/>
              <a:pathLst>
                <a:path w="4678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4678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75153" y="2066149"/>
              <a:ext cx="6682" cy="139"/>
            </a:xfrm>
            <a:custGeom>
              <a:avLst/>
              <a:pathLst>
                <a:path w="6682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6682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93857" y="2066149"/>
              <a:ext cx="32067" cy="139"/>
            </a:xfrm>
            <a:custGeom>
              <a:avLst/>
              <a:pathLst>
                <a:path w="32067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067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37947" y="2066149"/>
              <a:ext cx="23382" cy="139"/>
            </a:xfrm>
            <a:custGeom>
              <a:avLst/>
              <a:pathLst>
                <a:path w="23382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3382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873353" y="2066149"/>
              <a:ext cx="16034" cy="139"/>
            </a:xfrm>
            <a:custGeom>
              <a:avLst/>
              <a:pathLst>
                <a:path w="16034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034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00923" y="1982598"/>
              <a:ext cx="17857" cy="83690"/>
            </a:xfrm>
            <a:custGeom>
              <a:avLst/>
              <a:pathLst>
                <a:path w="17857" h="83690">
                  <a:moveTo>
                    <a:pt x="0" y="83690"/>
                  </a:moveTo>
                  <a:lnTo>
                    <a:pt x="487" y="0"/>
                  </a:lnTo>
                  <a:lnTo>
                    <a:pt x="1155" y="72099"/>
                  </a:lnTo>
                  <a:lnTo>
                    <a:pt x="1823" y="52234"/>
                  </a:lnTo>
                  <a:lnTo>
                    <a:pt x="2491" y="83551"/>
                  </a:lnTo>
                  <a:lnTo>
                    <a:pt x="3159" y="83551"/>
                  </a:lnTo>
                  <a:lnTo>
                    <a:pt x="3828" y="83551"/>
                  </a:lnTo>
                  <a:lnTo>
                    <a:pt x="4496" y="83551"/>
                  </a:lnTo>
                  <a:lnTo>
                    <a:pt x="5164" y="83551"/>
                  </a:lnTo>
                  <a:lnTo>
                    <a:pt x="5832" y="83551"/>
                  </a:lnTo>
                  <a:lnTo>
                    <a:pt x="6500" y="83551"/>
                  </a:lnTo>
                  <a:lnTo>
                    <a:pt x="7168" y="83551"/>
                  </a:lnTo>
                  <a:lnTo>
                    <a:pt x="7836" y="83551"/>
                  </a:lnTo>
                  <a:lnTo>
                    <a:pt x="8504" y="83551"/>
                  </a:lnTo>
                  <a:lnTo>
                    <a:pt x="9172" y="83551"/>
                  </a:lnTo>
                  <a:lnTo>
                    <a:pt x="9840" y="83551"/>
                  </a:lnTo>
                  <a:lnTo>
                    <a:pt x="10508" y="83551"/>
                  </a:lnTo>
                  <a:lnTo>
                    <a:pt x="11176" y="83551"/>
                  </a:lnTo>
                  <a:lnTo>
                    <a:pt x="11844" y="83551"/>
                  </a:lnTo>
                  <a:lnTo>
                    <a:pt x="12512" y="83551"/>
                  </a:lnTo>
                  <a:lnTo>
                    <a:pt x="13180" y="83551"/>
                  </a:lnTo>
                  <a:lnTo>
                    <a:pt x="13848" y="83551"/>
                  </a:lnTo>
                  <a:lnTo>
                    <a:pt x="14516" y="83551"/>
                  </a:lnTo>
                  <a:lnTo>
                    <a:pt x="15184" y="83551"/>
                  </a:lnTo>
                  <a:lnTo>
                    <a:pt x="15852" y="83551"/>
                  </a:lnTo>
                  <a:lnTo>
                    <a:pt x="16520" y="83551"/>
                  </a:lnTo>
                  <a:lnTo>
                    <a:pt x="17188" y="83551"/>
                  </a:lnTo>
                  <a:lnTo>
                    <a:pt x="17856" y="83551"/>
                  </a:lnTo>
                  <a:lnTo>
                    <a:pt x="17857" y="836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41491" y="1881498"/>
              <a:ext cx="11919" cy="184790"/>
            </a:xfrm>
            <a:custGeom>
              <a:avLst/>
              <a:pathLst>
                <a:path w="11919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84651"/>
                  </a:lnTo>
                  <a:lnTo>
                    <a:pt x="6013" y="184651"/>
                  </a:lnTo>
                  <a:lnTo>
                    <a:pt x="6681" y="133275"/>
                  </a:lnTo>
                  <a:lnTo>
                    <a:pt x="7349" y="85708"/>
                  </a:lnTo>
                  <a:lnTo>
                    <a:pt x="8017" y="12149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120201"/>
                  </a:lnTo>
                  <a:lnTo>
                    <a:pt x="11357" y="127002"/>
                  </a:lnTo>
                  <a:lnTo>
                    <a:pt x="11919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979569" y="1881498"/>
              <a:ext cx="32735" cy="184790"/>
            </a:xfrm>
            <a:custGeom>
              <a:avLst/>
              <a:pathLst>
                <a:path w="32735" h="184790">
                  <a:moveTo>
                    <a:pt x="0" y="184790"/>
                  </a:moveTo>
                  <a:lnTo>
                    <a:pt x="0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84651"/>
                  </a:lnTo>
                  <a:lnTo>
                    <a:pt x="6013" y="184651"/>
                  </a:lnTo>
                  <a:lnTo>
                    <a:pt x="6681" y="184651"/>
                  </a:lnTo>
                  <a:lnTo>
                    <a:pt x="7349" y="184651"/>
                  </a:lnTo>
                  <a:lnTo>
                    <a:pt x="8017" y="184651"/>
                  </a:lnTo>
                  <a:lnTo>
                    <a:pt x="8685" y="184651"/>
                  </a:lnTo>
                  <a:lnTo>
                    <a:pt x="9353" y="184651"/>
                  </a:lnTo>
                  <a:lnTo>
                    <a:pt x="10021" y="184651"/>
                  </a:lnTo>
                  <a:lnTo>
                    <a:pt x="10689" y="99611"/>
                  </a:lnTo>
                  <a:lnTo>
                    <a:pt x="11357" y="85708"/>
                  </a:lnTo>
                  <a:lnTo>
                    <a:pt x="12025" y="85708"/>
                  </a:lnTo>
                  <a:lnTo>
                    <a:pt x="12693" y="28714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72099"/>
                  </a:lnTo>
                  <a:lnTo>
                    <a:pt x="21377" y="85708"/>
                  </a:lnTo>
                  <a:lnTo>
                    <a:pt x="22045" y="85708"/>
                  </a:lnTo>
                  <a:lnTo>
                    <a:pt x="22713" y="148260"/>
                  </a:lnTo>
                  <a:lnTo>
                    <a:pt x="23381" y="184651"/>
                  </a:lnTo>
                  <a:lnTo>
                    <a:pt x="24049" y="184651"/>
                  </a:lnTo>
                  <a:lnTo>
                    <a:pt x="24717" y="184651"/>
                  </a:lnTo>
                  <a:lnTo>
                    <a:pt x="25386" y="184651"/>
                  </a:lnTo>
                  <a:lnTo>
                    <a:pt x="26054" y="184651"/>
                  </a:lnTo>
                  <a:lnTo>
                    <a:pt x="26722" y="184651"/>
                  </a:lnTo>
                  <a:lnTo>
                    <a:pt x="27390" y="184651"/>
                  </a:lnTo>
                  <a:lnTo>
                    <a:pt x="28058" y="184651"/>
                  </a:lnTo>
                  <a:lnTo>
                    <a:pt x="28726" y="184651"/>
                  </a:lnTo>
                  <a:lnTo>
                    <a:pt x="29394" y="184651"/>
                  </a:lnTo>
                  <a:lnTo>
                    <a:pt x="30062" y="184651"/>
                  </a:lnTo>
                  <a:lnTo>
                    <a:pt x="30730" y="184651"/>
                  </a:lnTo>
                  <a:lnTo>
                    <a:pt x="31398" y="184651"/>
                  </a:lnTo>
                  <a:lnTo>
                    <a:pt x="32066" y="184651"/>
                  </a:lnTo>
                  <a:lnTo>
                    <a:pt x="32734" y="184651"/>
                  </a:lnTo>
                  <a:lnTo>
                    <a:pt x="32735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24327" y="1854014"/>
              <a:ext cx="14611" cy="212275"/>
            </a:xfrm>
            <a:custGeom>
              <a:avLst/>
              <a:pathLst>
                <a:path w="14611" h="212275">
                  <a:moveTo>
                    <a:pt x="0" y="212275"/>
                  </a:moveTo>
                  <a:lnTo>
                    <a:pt x="0" y="212135"/>
                  </a:lnTo>
                  <a:lnTo>
                    <a:pt x="669" y="212135"/>
                  </a:lnTo>
                  <a:lnTo>
                    <a:pt x="1337" y="113192"/>
                  </a:lnTo>
                  <a:lnTo>
                    <a:pt x="2005" y="113192"/>
                  </a:lnTo>
                  <a:lnTo>
                    <a:pt x="2673" y="0"/>
                  </a:lnTo>
                  <a:lnTo>
                    <a:pt x="3341" y="148644"/>
                  </a:lnTo>
                  <a:lnTo>
                    <a:pt x="4009" y="84101"/>
                  </a:lnTo>
                  <a:lnTo>
                    <a:pt x="4677" y="105233"/>
                  </a:lnTo>
                  <a:lnTo>
                    <a:pt x="5345" y="188041"/>
                  </a:lnTo>
                  <a:lnTo>
                    <a:pt x="6013" y="188041"/>
                  </a:lnTo>
                  <a:lnTo>
                    <a:pt x="6681" y="188041"/>
                  </a:lnTo>
                  <a:lnTo>
                    <a:pt x="7349" y="188041"/>
                  </a:lnTo>
                  <a:lnTo>
                    <a:pt x="8017" y="137563"/>
                  </a:lnTo>
                  <a:lnTo>
                    <a:pt x="8685" y="132192"/>
                  </a:lnTo>
                  <a:lnTo>
                    <a:pt x="9353" y="93279"/>
                  </a:lnTo>
                  <a:lnTo>
                    <a:pt x="10021" y="80816"/>
                  </a:lnTo>
                  <a:lnTo>
                    <a:pt x="10689" y="80816"/>
                  </a:lnTo>
                  <a:lnTo>
                    <a:pt x="11357" y="132192"/>
                  </a:lnTo>
                  <a:lnTo>
                    <a:pt x="12025" y="118957"/>
                  </a:lnTo>
                  <a:lnTo>
                    <a:pt x="12693" y="151191"/>
                  </a:lnTo>
                  <a:lnTo>
                    <a:pt x="13361" y="161822"/>
                  </a:lnTo>
                  <a:lnTo>
                    <a:pt x="14029" y="184232"/>
                  </a:lnTo>
                  <a:lnTo>
                    <a:pt x="14611" y="2122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39036" y="1738271"/>
              <a:ext cx="23135" cy="328017"/>
            </a:xfrm>
            <a:custGeom>
              <a:avLst/>
              <a:pathLst>
                <a:path w="23135" h="328017">
                  <a:moveTo>
                    <a:pt x="0" y="328017"/>
                  </a:moveTo>
                  <a:lnTo>
                    <a:pt x="655" y="101100"/>
                  </a:lnTo>
                  <a:lnTo>
                    <a:pt x="1323" y="0"/>
                  </a:lnTo>
                  <a:lnTo>
                    <a:pt x="1992" y="0"/>
                  </a:lnTo>
                  <a:lnTo>
                    <a:pt x="2660" y="0"/>
                  </a:lnTo>
                  <a:lnTo>
                    <a:pt x="3328" y="110134"/>
                  </a:lnTo>
                  <a:lnTo>
                    <a:pt x="3996" y="101100"/>
                  </a:lnTo>
                  <a:lnTo>
                    <a:pt x="4664" y="211890"/>
                  </a:lnTo>
                  <a:lnTo>
                    <a:pt x="5332" y="195018"/>
                  </a:lnTo>
                  <a:lnTo>
                    <a:pt x="6000" y="154517"/>
                  </a:lnTo>
                  <a:lnTo>
                    <a:pt x="6668" y="154517"/>
                  </a:lnTo>
                  <a:lnTo>
                    <a:pt x="7336" y="125985"/>
                  </a:lnTo>
                  <a:lnTo>
                    <a:pt x="8004" y="154517"/>
                  </a:lnTo>
                  <a:lnTo>
                    <a:pt x="8672" y="154517"/>
                  </a:lnTo>
                  <a:lnTo>
                    <a:pt x="9340" y="154517"/>
                  </a:lnTo>
                  <a:lnTo>
                    <a:pt x="10008" y="169273"/>
                  </a:lnTo>
                  <a:lnTo>
                    <a:pt x="10676" y="215692"/>
                  </a:lnTo>
                  <a:lnTo>
                    <a:pt x="11344" y="215692"/>
                  </a:lnTo>
                  <a:lnTo>
                    <a:pt x="12012" y="215692"/>
                  </a:lnTo>
                  <a:lnTo>
                    <a:pt x="12680" y="212491"/>
                  </a:lnTo>
                  <a:lnTo>
                    <a:pt x="13348" y="137246"/>
                  </a:lnTo>
                  <a:lnTo>
                    <a:pt x="14016" y="154517"/>
                  </a:lnTo>
                  <a:lnTo>
                    <a:pt x="14684" y="179551"/>
                  </a:lnTo>
                  <a:lnTo>
                    <a:pt x="15352" y="143253"/>
                  </a:lnTo>
                  <a:lnTo>
                    <a:pt x="16020" y="194629"/>
                  </a:lnTo>
                  <a:lnTo>
                    <a:pt x="16688" y="194629"/>
                  </a:lnTo>
                  <a:lnTo>
                    <a:pt x="17356" y="242745"/>
                  </a:lnTo>
                  <a:lnTo>
                    <a:pt x="18024" y="221841"/>
                  </a:lnTo>
                  <a:lnTo>
                    <a:pt x="18692" y="210867"/>
                  </a:lnTo>
                  <a:lnTo>
                    <a:pt x="19360" y="210867"/>
                  </a:lnTo>
                  <a:lnTo>
                    <a:pt x="20028" y="215692"/>
                  </a:lnTo>
                  <a:lnTo>
                    <a:pt x="20696" y="282151"/>
                  </a:lnTo>
                  <a:lnTo>
                    <a:pt x="21364" y="282151"/>
                  </a:lnTo>
                  <a:lnTo>
                    <a:pt x="22032" y="282151"/>
                  </a:lnTo>
                  <a:lnTo>
                    <a:pt x="22700" y="285369"/>
                  </a:lnTo>
                  <a:lnTo>
                    <a:pt x="23135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69641" y="1881498"/>
              <a:ext cx="20822" cy="184790"/>
            </a:xfrm>
            <a:custGeom>
              <a:avLst/>
              <a:pathLst>
                <a:path w="20822" h="184790">
                  <a:moveTo>
                    <a:pt x="0" y="184790"/>
                  </a:moveTo>
                  <a:lnTo>
                    <a:pt x="112" y="177704"/>
                  </a:lnTo>
                  <a:lnTo>
                    <a:pt x="780" y="101100"/>
                  </a:lnTo>
                  <a:lnTo>
                    <a:pt x="1448" y="101100"/>
                  </a:lnTo>
                  <a:lnTo>
                    <a:pt x="2116" y="101100"/>
                  </a:lnTo>
                  <a:lnTo>
                    <a:pt x="2784" y="101100"/>
                  </a:lnTo>
                  <a:lnTo>
                    <a:pt x="3452" y="101100"/>
                  </a:lnTo>
                  <a:lnTo>
                    <a:pt x="4120" y="0"/>
                  </a:lnTo>
                  <a:lnTo>
                    <a:pt x="4788" y="0"/>
                  </a:lnTo>
                  <a:lnTo>
                    <a:pt x="5456" y="0"/>
                  </a:lnTo>
                  <a:lnTo>
                    <a:pt x="6124" y="0"/>
                  </a:lnTo>
                  <a:lnTo>
                    <a:pt x="6792" y="0"/>
                  </a:lnTo>
                  <a:lnTo>
                    <a:pt x="7460" y="0"/>
                  </a:lnTo>
                  <a:lnTo>
                    <a:pt x="8128" y="0"/>
                  </a:lnTo>
                  <a:lnTo>
                    <a:pt x="8796" y="0"/>
                  </a:lnTo>
                  <a:lnTo>
                    <a:pt x="9464" y="72099"/>
                  </a:lnTo>
                  <a:lnTo>
                    <a:pt x="10132" y="94943"/>
                  </a:lnTo>
                  <a:lnTo>
                    <a:pt x="10800" y="184651"/>
                  </a:lnTo>
                  <a:lnTo>
                    <a:pt x="11468" y="184651"/>
                  </a:lnTo>
                  <a:lnTo>
                    <a:pt x="12136" y="184651"/>
                  </a:lnTo>
                  <a:lnTo>
                    <a:pt x="12804" y="184651"/>
                  </a:lnTo>
                  <a:lnTo>
                    <a:pt x="13472" y="184651"/>
                  </a:lnTo>
                  <a:lnTo>
                    <a:pt x="14140" y="184651"/>
                  </a:lnTo>
                  <a:lnTo>
                    <a:pt x="14809" y="184651"/>
                  </a:lnTo>
                  <a:lnTo>
                    <a:pt x="15477" y="184651"/>
                  </a:lnTo>
                  <a:lnTo>
                    <a:pt x="16145" y="184651"/>
                  </a:lnTo>
                  <a:lnTo>
                    <a:pt x="16813" y="184651"/>
                  </a:lnTo>
                  <a:lnTo>
                    <a:pt x="17481" y="184651"/>
                  </a:lnTo>
                  <a:lnTo>
                    <a:pt x="18149" y="184651"/>
                  </a:lnTo>
                  <a:lnTo>
                    <a:pt x="18817" y="184651"/>
                  </a:lnTo>
                  <a:lnTo>
                    <a:pt x="19485" y="184651"/>
                  </a:lnTo>
                  <a:lnTo>
                    <a:pt x="20153" y="184651"/>
                  </a:lnTo>
                  <a:lnTo>
                    <a:pt x="20821" y="184651"/>
                  </a:lnTo>
                  <a:lnTo>
                    <a:pt x="20822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04490" y="2066149"/>
              <a:ext cx="8686" cy="139"/>
            </a:xfrm>
            <a:custGeom>
              <a:avLst/>
              <a:pathLst>
                <a:path w="8686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868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26076" y="1881498"/>
              <a:ext cx="53903" cy="184790"/>
            </a:xfrm>
            <a:custGeom>
              <a:avLst/>
              <a:pathLst>
                <a:path w="53903" h="184790">
                  <a:moveTo>
                    <a:pt x="0" y="184790"/>
                  </a:moveTo>
                  <a:lnTo>
                    <a:pt x="460" y="127002"/>
                  </a:lnTo>
                  <a:lnTo>
                    <a:pt x="1128" y="101100"/>
                  </a:lnTo>
                  <a:lnTo>
                    <a:pt x="1796" y="93968"/>
                  </a:lnTo>
                  <a:lnTo>
                    <a:pt x="2464" y="0"/>
                  </a:lnTo>
                  <a:lnTo>
                    <a:pt x="3132" y="0"/>
                  </a:lnTo>
                  <a:lnTo>
                    <a:pt x="3800" y="0"/>
                  </a:lnTo>
                  <a:lnTo>
                    <a:pt x="4468" y="0"/>
                  </a:lnTo>
                  <a:lnTo>
                    <a:pt x="5136" y="4024"/>
                  </a:lnTo>
                  <a:lnTo>
                    <a:pt x="5804" y="85708"/>
                  </a:lnTo>
                  <a:lnTo>
                    <a:pt x="6472" y="133275"/>
                  </a:lnTo>
                  <a:lnTo>
                    <a:pt x="7140" y="184651"/>
                  </a:lnTo>
                  <a:lnTo>
                    <a:pt x="7808" y="184651"/>
                  </a:lnTo>
                  <a:lnTo>
                    <a:pt x="8476" y="184651"/>
                  </a:lnTo>
                  <a:lnTo>
                    <a:pt x="9144" y="184651"/>
                  </a:lnTo>
                  <a:lnTo>
                    <a:pt x="9812" y="184651"/>
                  </a:lnTo>
                  <a:lnTo>
                    <a:pt x="10480" y="184651"/>
                  </a:lnTo>
                  <a:lnTo>
                    <a:pt x="11148" y="184651"/>
                  </a:lnTo>
                  <a:lnTo>
                    <a:pt x="11816" y="184651"/>
                  </a:lnTo>
                  <a:lnTo>
                    <a:pt x="12484" y="184651"/>
                  </a:lnTo>
                  <a:lnTo>
                    <a:pt x="13152" y="184651"/>
                  </a:lnTo>
                  <a:lnTo>
                    <a:pt x="13820" y="184651"/>
                  </a:lnTo>
                  <a:lnTo>
                    <a:pt x="14488" y="184651"/>
                  </a:lnTo>
                  <a:lnTo>
                    <a:pt x="15156" y="184651"/>
                  </a:lnTo>
                  <a:lnTo>
                    <a:pt x="15824" y="184651"/>
                  </a:lnTo>
                  <a:lnTo>
                    <a:pt x="16492" y="184651"/>
                  </a:lnTo>
                  <a:lnTo>
                    <a:pt x="17160" y="184651"/>
                  </a:lnTo>
                  <a:lnTo>
                    <a:pt x="17829" y="184651"/>
                  </a:lnTo>
                  <a:lnTo>
                    <a:pt x="18497" y="184651"/>
                  </a:lnTo>
                  <a:lnTo>
                    <a:pt x="19165" y="184651"/>
                  </a:lnTo>
                  <a:lnTo>
                    <a:pt x="19833" y="184651"/>
                  </a:lnTo>
                  <a:lnTo>
                    <a:pt x="20501" y="184651"/>
                  </a:lnTo>
                  <a:lnTo>
                    <a:pt x="21169" y="184651"/>
                  </a:lnTo>
                  <a:lnTo>
                    <a:pt x="21837" y="184651"/>
                  </a:lnTo>
                  <a:lnTo>
                    <a:pt x="22505" y="184651"/>
                  </a:lnTo>
                  <a:lnTo>
                    <a:pt x="23173" y="184651"/>
                  </a:lnTo>
                  <a:lnTo>
                    <a:pt x="23841" y="184651"/>
                  </a:lnTo>
                  <a:lnTo>
                    <a:pt x="24509" y="184651"/>
                  </a:lnTo>
                  <a:lnTo>
                    <a:pt x="25177" y="184651"/>
                  </a:lnTo>
                  <a:lnTo>
                    <a:pt x="25845" y="184651"/>
                  </a:lnTo>
                  <a:lnTo>
                    <a:pt x="26513" y="184651"/>
                  </a:lnTo>
                  <a:lnTo>
                    <a:pt x="27181" y="184651"/>
                  </a:lnTo>
                  <a:lnTo>
                    <a:pt x="27849" y="184651"/>
                  </a:lnTo>
                  <a:lnTo>
                    <a:pt x="28517" y="184651"/>
                  </a:lnTo>
                  <a:lnTo>
                    <a:pt x="29185" y="184651"/>
                  </a:lnTo>
                  <a:lnTo>
                    <a:pt x="29853" y="184651"/>
                  </a:lnTo>
                  <a:lnTo>
                    <a:pt x="30521" y="184651"/>
                  </a:lnTo>
                  <a:lnTo>
                    <a:pt x="31189" y="184651"/>
                  </a:lnTo>
                  <a:lnTo>
                    <a:pt x="31857" y="85708"/>
                  </a:lnTo>
                  <a:lnTo>
                    <a:pt x="32525" y="85708"/>
                  </a:lnTo>
                  <a:lnTo>
                    <a:pt x="33193" y="85708"/>
                  </a:lnTo>
                  <a:lnTo>
                    <a:pt x="33861" y="85708"/>
                  </a:lnTo>
                  <a:lnTo>
                    <a:pt x="34529" y="85708"/>
                  </a:lnTo>
                  <a:lnTo>
                    <a:pt x="35197" y="85708"/>
                  </a:lnTo>
                  <a:lnTo>
                    <a:pt x="35865" y="37159"/>
                  </a:lnTo>
                  <a:lnTo>
                    <a:pt x="36533" y="0"/>
                  </a:lnTo>
                  <a:lnTo>
                    <a:pt x="37201" y="0"/>
                  </a:lnTo>
                  <a:lnTo>
                    <a:pt x="37869" y="0"/>
                  </a:lnTo>
                  <a:lnTo>
                    <a:pt x="38537" y="0"/>
                  </a:lnTo>
                  <a:lnTo>
                    <a:pt x="39205" y="0"/>
                  </a:lnTo>
                  <a:lnTo>
                    <a:pt x="39873" y="0"/>
                  </a:lnTo>
                  <a:lnTo>
                    <a:pt x="40541" y="0"/>
                  </a:lnTo>
                  <a:lnTo>
                    <a:pt x="41209" y="0"/>
                  </a:lnTo>
                  <a:lnTo>
                    <a:pt x="41877" y="85708"/>
                  </a:lnTo>
                  <a:lnTo>
                    <a:pt x="42546" y="85708"/>
                  </a:lnTo>
                  <a:lnTo>
                    <a:pt x="43214" y="85708"/>
                  </a:lnTo>
                  <a:lnTo>
                    <a:pt x="43882" y="85708"/>
                  </a:lnTo>
                  <a:lnTo>
                    <a:pt x="44550" y="85708"/>
                  </a:lnTo>
                  <a:lnTo>
                    <a:pt x="45218" y="85708"/>
                  </a:lnTo>
                  <a:lnTo>
                    <a:pt x="45886" y="138231"/>
                  </a:lnTo>
                  <a:lnTo>
                    <a:pt x="46554" y="184651"/>
                  </a:lnTo>
                  <a:lnTo>
                    <a:pt x="47222" y="184651"/>
                  </a:lnTo>
                  <a:lnTo>
                    <a:pt x="47890" y="184651"/>
                  </a:lnTo>
                  <a:lnTo>
                    <a:pt x="48558" y="184651"/>
                  </a:lnTo>
                  <a:lnTo>
                    <a:pt x="49226" y="184651"/>
                  </a:lnTo>
                  <a:lnTo>
                    <a:pt x="49894" y="184651"/>
                  </a:lnTo>
                  <a:lnTo>
                    <a:pt x="50562" y="184651"/>
                  </a:lnTo>
                  <a:lnTo>
                    <a:pt x="51230" y="184651"/>
                  </a:lnTo>
                  <a:lnTo>
                    <a:pt x="51898" y="184651"/>
                  </a:lnTo>
                  <a:lnTo>
                    <a:pt x="52566" y="184651"/>
                  </a:lnTo>
                  <a:lnTo>
                    <a:pt x="53234" y="184651"/>
                  </a:lnTo>
                  <a:lnTo>
                    <a:pt x="53902" y="184651"/>
                  </a:lnTo>
                  <a:lnTo>
                    <a:pt x="53903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00018" y="2066149"/>
              <a:ext cx="44759" cy="139"/>
            </a:xfrm>
            <a:custGeom>
              <a:avLst/>
              <a:pathLst>
                <a:path w="44759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4049" y="0"/>
                  </a:lnTo>
                  <a:lnTo>
                    <a:pt x="24717" y="0"/>
                  </a:lnTo>
                  <a:lnTo>
                    <a:pt x="25385" y="0"/>
                  </a:lnTo>
                  <a:lnTo>
                    <a:pt x="26053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0"/>
                  </a:lnTo>
                  <a:lnTo>
                    <a:pt x="34070" y="0"/>
                  </a:lnTo>
                  <a:lnTo>
                    <a:pt x="34738" y="0"/>
                  </a:lnTo>
                  <a:lnTo>
                    <a:pt x="35406" y="0"/>
                  </a:lnTo>
                  <a:lnTo>
                    <a:pt x="36074" y="0"/>
                  </a:lnTo>
                  <a:lnTo>
                    <a:pt x="36742" y="0"/>
                  </a:lnTo>
                  <a:lnTo>
                    <a:pt x="37410" y="0"/>
                  </a:lnTo>
                  <a:lnTo>
                    <a:pt x="38078" y="0"/>
                  </a:lnTo>
                  <a:lnTo>
                    <a:pt x="38746" y="0"/>
                  </a:lnTo>
                  <a:lnTo>
                    <a:pt x="39414" y="0"/>
                  </a:lnTo>
                  <a:lnTo>
                    <a:pt x="40082" y="0"/>
                  </a:lnTo>
                  <a:lnTo>
                    <a:pt x="40750" y="0"/>
                  </a:lnTo>
                  <a:lnTo>
                    <a:pt x="41418" y="0"/>
                  </a:lnTo>
                  <a:lnTo>
                    <a:pt x="42086" y="0"/>
                  </a:lnTo>
                  <a:lnTo>
                    <a:pt x="42754" y="0"/>
                  </a:lnTo>
                  <a:lnTo>
                    <a:pt x="43422" y="0"/>
                  </a:lnTo>
                  <a:lnTo>
                    <a:pt x="44090" y="0"/>
                  </a:lnTo>
                  <a:lnTo>
                    <a:pt x="44758" y="0"/>
                  </a:lnTo>
                  <a:lnTo>
                    <a:pt x="44759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60140" y="1897749"/>
              <a:ext cx="5936" cy="168540"/>
            </a:xfrm>
            <a:custGeom>
              <a:avLst/>
              <a:pathLst>
                <a:path w="5936" h="168540">
                  <a:moveTo>
                    <a:pt x="0" y="168540"/>
                  </a:moveTo>
                  <a:lnTo>
                    <a:pt x="0" y="168400"/>
                  </a:lnTo>
                  <a:lnTo>
                    <a:pt x="668" y="168400"/>
                  </a:lnTo>
                  <a:lnTo>
                    <a:pt x="1336" y="168400"/>
                  </a:lnTo>
                  <a:lnTo>
                    <a:pt x="2005" y="168400"/>
                  </a:lnTo>
                  <a:lnTo>
                    <a:pt x="2673" y="88063"/>
                  </a:lnTo>
                  <a:lnTo>
                    <a:pt x="3341" y="69457"/>
                  </a:lnTo>
                  <a:lnTo>
                    <a:pt x="4009" y="0"/>
                  </a:lnTo>
                  <a:lnTo>
                    <a:pt x="4677" y="84849"/>
                  </a:lnTo>
                  <a:lnTo>
                    <a:pt x="5345" y="84849"/>
                  </a:lnTo>
                  <a:lnTo>
                    <a:pt x="5936" y="16854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77509" y="1967206"/>
              <a:ext cx="9893" cy="99082"/>
            </a:xfrm>
            <a:custGeom>
              <a:avLst/>
              <a:pathLst>
                <a:path w="9893" h="99082">
                  <a:moveTo>
                    <a:pt x="0" y="99082"/>
                  </a:moveTo>
                  <a:lnTo>
                    <a:pt x="0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98943"/>
                  </a:lnTo>
                  <a:lnTo>
                    <a:pt x="2673" y="98943"/>
                  </a:lnTo>
                  <a:lnTo>
                    <a:pt x="3341" y="98943"/>
                  </a:lnTo>
                  <a:lnTo>
                    <a:pt x="4009" y="98943"/>
                  </a:lnTo>
                  <a:lnTo>
                    <a:pt x="4677" y="98943"/>
                  </a:lnTo>
                  <a:lnTo>
                    <a:pt x="5345" y="98943"/>
                  </a:lnTo>
                  <a:lnTo>
                    <a:pt x="6013" y="98943"/>
                  </a:lnTo>
                  <a:lnTo>
                    <a:pt x="6681" y="98943"/>
                  </a:lnTo>
                  <a:lnTo>
                    <a:pt x="7349" y="98943"/>
                  </a:lnTo>
                  <a:lnTo>
                    <a:pt x="8017" y="23343"/>
                  </a:lnTo>
                  <a:lnTo>
                    <a:pt x="8685" y="0"/>
                  </a:lnTo>
                  <a:lnTo>
                    <a:pt x="9353" y="90583"/>
                  </a:lnTo>
                  <a:lnTo>
                    <a:pt x="9893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88215" y="1986623"/>
              <a:ext cx="7274" cy="79666"/>
            </a:xfrm>
            <a:custGeom>
              <a:avLst/>
              <a:pathLst>
                <a:path w="7274" h="79666">
                  <a:moveTo>
                    <a:pt x="0" y="79666"/>
                  </a:moveTo>
                  <a:lnTo>
                    <a:pt x="651" y="0"/>
                  </a:lnTo>
                  <a:lnTo>
                    <a:pt x="1319" y="21878"/>
                  </a:lnTo>
                  <a:lnTo>
                    <a:pt x="1987" y="21878"/>
                  </a:lnTo>
                  <a:lnTo>
                    <a:pt x="2655" y="21878"/>
                  </a:lnTo>
                  <a:lnTo>
                    <a:pt x="3323" y="21878"/>
                  </a:lnTo>
                  <a:lnTo>
                    <a:pt x="3991" y="21878"/>
                  </a:lnTo>
                  <a:lnTo>
                    <a:pt x="4659" y="21878"/>
                  </a:lnTo>
                  <a:lnTo>
                    <a:pt x="5327" y="21878"/>
                  </a:lnTo>
                  <a:lnTo>
                    <a:pt x="5995" y="21878"/>
                  </a:lnTo>
                  <a:lnTo>
                    <a:pt x="6663" y="21878"/>
                  </a:lnTo>
                  <a:lnTo>
                    <a:pt x="7274" y="7966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99554" y="2066149"/>
              <a:ext cx="31399" cy="139"/>
            </a:xfrm>
            <a:custGeom>
              <a:avLst/>
              <a:pathLst>
                <a:path w="31399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1399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43250" y="1805898"/>
              <a:ext cx="10969" cy="260390"/>
            </a:xfrm>
            <a:custGeom>
              <a:avLst/>
              <a:pathLst>
                <a:path w="10969" h="260390">
                  <a:moveTo>
                    <a:pt x="0" y="260390"/>
                  </a:moveTo>
                  <a:lnTo>
                    <a:pt x="395" y="152203"/>
                  </a:lnTo>
                  <a:lnTo>
                    <a:pt x="1063" y="75600"/>
                  </a:lnTo>
                  <a:lnTo>
                    <a:pt x="1731" y="75600"/>
                  </a:lnTo>
                  <a:lnTo>
                    <a:pt x="2399" y="75600"/>
                  </a:lnTo>
                  <a:lnTo>
                    <a:pt x="3067" y="75600"/>
                  </a:lnTo>
                  <a:lnTo>
                    <a:pt x="3735" y="75600"/>
                  </a:lnTo>
                  <a:lnTo>
                    <a:pt x="4403" y="29180"/>
                  </a:lnTo>
                  <a:lnTo>
                    <a:pt x="5071" y="0"/>
                  </a:lnTo>
                  <a:lnTo>
                    <a:pt x="5739" y="0"/>
                  </a:lnTo>
                  <a:lnTo>
                    <a:pt x="6407" y="0"/>
                  </a:lnTo>
                  <a:lnTo>
                    <a:pt x="7075" y="0"/>
                  </a:lnTo>
                  <a:lnTo>
                    <a:pt x="7743" y="0"/>
                  </a:lnTo>
                  <a:lnTo>
                    <a:pt x="8411" y="90583"/>
                  </a:lnTo>
                  <a:lnTo>
                    <a:pt x="9079" y="76612"/>
                  </a:lnTo>
                  <a:lnTo>
                    <a:pt x="9747" y="49724"/>
                  </a:lnTo>
                  <a:lnTo>
                    <a:pt x="10415" y="134174"/>
                  </a:lnTo>
                  <a:lnTo>
                    <a:pt x="10969" y="2603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66357" y="1677096"/>
              <a:ext cx="28726" cy="389193"/>
            </a:xfrm>
            <a:custGeom>
              <a:avLst/>
              <a:pathLst>
                <a:path w="28726" h="389193">
                  <a:moveTo>
                    <a:pt x="0" y="389193"/>
                  </a:moveTo>
                  <a:lnTo>
                    <a:pt x="1" y="389053"/>
                  </a:lnTo>
                  <a:lnTo>
                    <a:pt x="669" y="389053"/>
                  </a:lnTo>
                  <a:lnTo>
                    <a:pt x="1337" y="389053"/>
                  </a:lnTo>
                  <a:lnTo>
                    <a:pt x="2005" y="389053"/>
                  </a:lnTo>
                  <a:lnTo>
                    <a:pt x="2673" y="368007"/>
                  </a:lnTo>
                  <a:lnTo>
                    <a:pt x="3341" y="290110"/>
                  </a:lnTo>
                  <a:lnTo>
                    <a:pt x="4009" y="290110"/>
                  </a:lnTo>
                  <a:lnTo>
                    <a:pt x="4677" y="176918"/>
                  </a:lnTo>
                  <a:lnTo>
                    <a:pt x="5345" y="111216"/>
                  </a:lnTo>
                  <a:lnTo>
                    <a:pt x="6013" y="61175"/>
                  </a:lnTo>
                  <a:lnTo>
                    <a:pt x="6681" y="61175"/>
                  </a:lnTo>
                  <a:lnTo>
                    <a:pt x="7349" y="61175"/>
                  </a:lnTo>
                  <a:lnTo>
                    <a:pt x="8017" y="23775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11777"/>
                  </a:lnTo>
                  <a:lnTo>
                    <a:pt x="13361" y="36001"/>
                  </a:lnTo>
                  <a:lnTo>
                    <a:pt x="14029" y="0"/>
                  </a:lnTo>
                  <a:lnTo>
                    <a:pt x="14697" y="84043"/>
                  </a:lnTo>
                  <a:lnTo>
                    <a:pt x="15365" y="146884"/>
                  </a:lnTo>
                  <a:lnTo>
                    <a:pt x="16033" y="204402"/>
                  </a:lnTo>
                  <a:lnTo>
                    <a:pt x="16701" y="204402"/>
                  </a:lnTo>
                  <a:lnTo>
                    <a:pt x="17369" y="204402"/>
                  </a:lnTo>
                  <a:lnTo>
                    <a:pt x="18037" y="254442"/>
                  </a:lnTo>
                  <a:lnTo>
                    <a:pt x="18705" y="290110"/>
                  </a:lnTo>
                  <a:lnTo>
                    <a:pt x="19373" y="290110"/>
                  </a:lnTo>
                  <a:lnTo>
                    <a:pt x="20041" y="290110"/>
                  </a:lnTo>
                  <a:lnTo>
                    <a:pt x="20709" y="290110"/>
                  </a:lnTo>
                  <a:lnTo>
                    <a:pt x="21377" y="290110"/>
                  </a:lnTo>
                  <a:lnTo>
                    <a:pt x="22045" y="290110"/>
                  </a:lnTo>
                  <a:lnTo>
                    <a:pt x="22713" y="290110"/>
                  </a:lnTo>
                  <a:lnTo>
                    <a:pt x="23381" y="327878"/>
                  </a:lnTo>
                  <a:lnTo>
                    <a:pt x="24050" y="389053"/>
                  </a:lnTo>
                  <a:lnTo>
                    <a:pt x="24718" y="389053"/>
                  </a:lnTo>
                  <a:lnTo>
                    <a:pt x="25386" y="389053"/>
                  </a:lnTo>
                  <a:lnTo>
                    <a:pt x="26054" y="389053"/>
                  </a:lnTo>
                  <a:lnTo>
                    <a:pt x="26722" y="389053"/>
                  </a:lnTo>
                  <a:lnTo>
                    <a:pt x="27390" y="389053"/>
                  </a:lnTo>
                  <a:lnTo>
                    <a:pt x="28058" y="389053"/>
                  </a:lnTo>
                  <a:lnTo>
                    <a:pt x="28726" y="389053"/>
                  </a:lnTo>
                  <a:lnTo>
                    <a:pt x="28726" y="3891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403935" y="1904971"/>
              <a:ext cx="9331" cy="161317"/>
            </a:xfrm>
            <a:custGeom>
              <a:avLst/>
              <a:pathLst>
                <a:path w="9331" h="161317">
                  <a:moveTo>
                    <a:pt x="0" y="161317"/>
                  </a:moveTo>
                  <a:lnTo>
                    <a:pt x="499" y="125897"/>
                  </a:lnTo>
                  <a:lnTo>
                    <a:pt x="1167" y="92022"/>
                  </a:lnTo>
                  <a:lnTo>
                    <a:pt x="1835" y="81234"/>
                  </a:lnTo>
                  <a:lnTo>
                    <a:pt x="2503" y="81234"/>
                  </a:lnTo>
                  <a:lnTo>
                    <a:pt x="3172" y="43238"/>
                  </a:lnTo>
                  <a:lnTo>
                    <a:pt x="3840" y="43238"/>
                  </a:lnTo>
                  <a:lnTo>
                    <a:pt x="4508" y="43238"/>
                  </a:lnTo>
                  <a:lnTo>
                    <a:pt x="5176" y="43238"/>
                  </a:lnTo>
                  <a:lnTo>
                    <a:pt x="5844" y="43238"/>
                  </a:lnTo>
                  <a:lnTo>
                    <a:pt x="6512" y="43238"/>
                  </a:lnTo>
                  <a:lnTo>
                    <a:pt x="7180" y="43238"/>
                  </a:lnTo>
                  <a:lnTo>
                    <a:pt x="7848" y="0"/>
                  </a:lnTo>
                  <a:lnTo>
                    <a:pt x="8516" y="34171"/>
                  </a:lnTo>
                  <a:lnTo>
                    <a:pt x="9184" y="138319"/>
                  </a:lnTo>
                  <a:lnTo>
                    <a:pt x="9331" y="1613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422938" y="2008501"/>
              <a:ext cx="3904" cy="57787"/>
            </a:xfrm>
            <a:custGeom>
              <a:avLst/>
              <a:pathLst>
                <a:path w="3904" h="57787">
                  <a:moveTo>
                    <a:pt x="0" y="57787"/>
                  </a:moveTo>
                  <a:lnTo>
                    <a:pt x="201" y="45717"/>
                  </a:lnTo>
                  <a:lnTo>
                    <a:pt x="869" y="0"/>
                  </a:lnTo>
                  <a:lnTo>
                    <a:pt x="1537" y="0"/>
                  </a:lnTo>
                  <a:lnTo>
                    <a:pt x="2205" y="0"/>
                  </a:lnTo>
                  <a:lnTo>
                    <a:pt x="2873" y="0"/>
                  </a:lnTo>
                  <a:lnTo>
                    <a:pt x="3541" y="24532"/>
                  </a:lnTo>
                  <a:lnTo>
                    <a:pt x="3904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430385" y="1881498"/>
              <a:ext cx="43058" cy="184790"/>
            </a:xfrm>
            <a:custGeom>
              <a:avLst/>
              <a:pathLst>
                <a:path w="43058" h="184790">
                  <a:moveTo>
                    <a:pt x="0" y="184790"/>
                  </a:moveTo>
                  <a:lnTo>
                    <a:pt x="103" y="179676"/>
                  </a:lnTo>
                  <a:lnTo>
                    <a:pt x="771" y="85708"/>
                  </a:lnTo>
                  <a:lnTo>
                    <a:pt x="1439" y="85708"/>
                  </a:lnTo>
                  <a:lnTo>
                    <a:pt x="2107" y="85708"/>
                  </a:lnTo>
                  <a:lnTo>
                    <a:pt x="2775" y="128356"/>
                  </a:lnTo>
                  <a:lnTo>
                    <a:pt x="3443" y="184651"/>
                  </a:lnTo>
                  <a:lnTo>
                    <a:pt x="4111" y="184651"/>
                  </a:lnTo>
                  <a:lnTo>
                    <a:pt x="4779" y="184651"/>
                  </a:lnTo>
                  <a:lnTo>
                    <a:pt x="5447" y="184651"/>
                  </a:lnTo>
                  <a:lnTo>
                    <a:pt x="6115" y="184651"/>
                  </a:lnTo>
                  <a:lnTo>
                    <a:pt x="6783" y="184651"/>
                  </a:lnTo>
                  <a:lnTo>
                    <a:pt x="7451" y="184651"/>
                  </a:lnTo>
                  <a:lnTo>
                    <a:pt x="8119" y="184651"/>
                  </a:lnTo>
                  <a:lnTo>
                    <a:pt x="8787" y="184651"/>
                  </a:lnTo>
                  <a:lnTo>
                    <a:pt x="9455" y="184651"/>
                  </a:lnTo>
                  <a:lnTo>
                    <a:pt x="10123" y="184651"/>
                  </a:lnTo>
                  <a:lnTo>
                    <a:pt x="10791" y="184651"/>
                  </a:lnTo>
                  <a:lnTo>
                    <a:pt x="11459" y="184651"/>
                  </a:lnTo>
                  <a:lnTo>
                    <a:pt x="12127" y="184651"/>
                  </a:lnTo>
                  <a:lnTo>
                    <a:pt x="12795" y="133275"/>
                  </a:lnTo>
                  <a:lnTo>
                    <a:pt x="13463" y="85708"/>
                  </a:lnTo>
                  <a:lnTo>
                    <a:pt x="14131" y="85708"/>
                  </a:lnTo>
                  <a:lnTo>
                    <a:pt x="14800" y="85708"/>
                  </a:lnTo>
                  <a:lnTo>
                    <a:pt x="15468" y="85708"/>
                  </a:lnTo>
                  <a:lnTo>
                    <a:pt x="16136" y="85708"/>
                  </a:lnTo>
                  <a:lnTo>
                    <a:pt x="16804" y="85708"/>
                  </a:lnTo>
                  <a:lnTo>
                    <a:pt x="17472" y="85708"/>
                  </a:lnTo>
                  <a:lnTo>
                    <a:pt x="18140" y="24532"/>
                  </a:lnTo>
                  <a:lnTo>
                    <a:pt x="18808" y="0"/>
                  </a:lnTo>
                  <a:lnTo>
                    <a:pt x="19476" y="0"/>
                  </a:lnTo>
                  <a:lnTo>
                    <a:pt x="20144" y="0"/>
                  </a:lnTo>
                  <a:lnTo>
                    <a:pt x="20812" y="0"/>
                  </a:lnTo>
                  <a:lnTo>
                    <a:pt x="21480" y="0"/>
                  </a:lnTo>
                  <a:lnTo>
                    <a:pt x="22148" y="0"/>
                  </a:lnTo>
                  <a:lnTo>
                    <a:pt x="22816" y="41424"/>
                  </a:lnTo>
                  <a:lnTo>
                    <a:pt x="23484" y="85708"/>
                  </a:lnTo>
                  <a:lnTo>
                    <a:pt x="24152" y="85708"/>
                  </a:lnTo>
                  <a:lnTo>
                    <a:pt x="24820" y="85708"/>
                  </a:lnTo>
                  <a:lnTo>
                    <a:pt x="25488" y="85708"/>
                  </a:lnTo>
                  <a:lnTo>
                    <a:pt x="26156" y="85708"/>
                  </a:lnTo>
                  <a:lnTo>
                    <a:pt x="26824" y="85708"/>
                  </a:lnTo>
                  <a:lnTo>
                    <a:pt x="27492" y="85708"/>
                  </a:lnTo>
                  <a:lnTo>
                    <a:pt x="28160" y="153335"/>
                  </a:lnTo>
                  <a:lnTo>
                    <a:pt x="28828" y="184651"/>
                  </a:lnTo>
                  <a:lnTo>
                    <a:pt x="29496" y="184651"/>
                  </a:lnTo>
                  <a:lnTo>
                    <a:pt x="30164" y="184651"/>
                  </a:lnTo>
                  <a:lnTo>
                    <a:pt x="30832" y="174042"/>
                  </a:lnTo>
                  <a:lnTo>
                    <a:pt x="31500" y="85708"/>
                  </a:lnTo>
                  <a:lnTo>
                    <a:pt x="32168" y="85708"/>
                  </a:lnTo>
                  <a:lnTo>
                    <a:pt x="32836" y="37159"/>
                  </a:lnTo>
                  <a:lnTo>
                    <a:pt x="33504" y="0"/>
                  </a:lnTo>
                  <a:lnTo>
                    <a:pt x="34172" y="0"/>
                  </a:lnTo>
                  <a:lnTo>
                    <a:pt x="34840" y="0"/>
                  </a:lnTo>
                  <a:lnTo>
                    <a:pt x="35508" y="0"/>
                  </a:lnTo>
                  <a:lnTo>
                    <a:pt x="36176" y="0"/>
                  </a:lnTo>
                  <a:lnTo>
                    <a:pt x="36844" y="0"/>
                  </a:lnTo>
                  <a:lnTo>
                    <a:pt x="37512" y="0"/>
                  </a:lnTo>
                  <a:lnTo>
                    <a:pt x="38180" y="86756"/>
                  </a:lnTo>
                  <a:lnTo>
                    <a:pt x="38848" y="101100"/>
                  </a:lnTo>
                  <a:lnTo>
                    <a:pt x="39517" y="120201"/>
                  </a:lnTo>
                  <a:lnTo>
                    <a:pt x="40185" y="99518"/>
                  </a:lnTo>
                  <a:lnTo>
                    <a:pt x="40853" y="58574"/>
                  </a:lnTo>
                  <a:lnTo>
                    <a:pt x="41521" y="127002"/>
                  </a:lnTo>
                  <a:lnTo>
                    <a:pt x="42189" y="127002"/>
                  </a:lnTo>
                  <a:lnTo>
                    <a:pt x="42857" y="172720"/>
                  </a:lnTo>
                  <a:lnTo>
                    <a:pt x="43058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475438" y="2008501"/>
              <a:ext cx="2374" cy="57787"/>
            </a:xfrm>
            <a:custGeom>
              <a:avLst/>
              <a:pathLst>
                <a:path w="2374" h="57787">
                  <a:moveTo>
                    <a:pt x="0" y="57787"/>
                  </a:moveTo>
                  <a:lnTo>
                    <a:pt x="475" y="0"/>
                  </a:lnTo>
                  <a:lnTo>
                    <a:pt x="1143" y="0"/>
                  </a:lnTo>
                  <a:lnTo>
                    <a:pt x="1811" y="0"/>
                  </a:lnTo>
                  <a:lnTo>
                    <a:pt x="2374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480104" y="2037215"/>
              <a:ext cx="827" cy="29073"/>
            </a:xfrm>
            <a:custGeom>
              <a:avLst/>
              <a:pathLst>
                <a:path w="827" h="29073">
                  <a:moveTo>
                    <a:pt x="0" y="29073"/>
                  </a:moveTo>
                  <a:lnTo>
                    <a:pt x="486" y="0"/>
                  </a:lnTo>
                  <a:lnTo>
                    <a:pt x="827" y="2907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490040" y="2008501"/>
              <a:ext cx="1801" cy="57787"/>
            </a:xfrm>
            <a:custGeom>
              <a:avLst/>
              <a:pathLst>
                <a:path w="1801" h="57787">
                  <a:moveTo>
                    <a:pt x="0" y="57787"/>
                  </a:moveTo>
                  <a:lnTo>
                    <a:pt x="570" y="0"/>
                  </a:lnTo>
                  <a:lnTo>
                    <a:pt x="1238" y="0"/>
                  </a:lnTo>
                  <a:lnTo>
                    <a:pt x="1801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497144" y="2021996"/>
              <a:ext cx="2485" cy="44292"/>
            </a:xfrm>
            <a:custGeom>
              <a:avLst/>
              <a:pathLst>
                <a:path w="2485" h="44292">
                  <a:moveTo>
                    <a:pt x="0" y="44292"/>
                  </a:moveTo>
                  <a:lnTo>
                    <a:pt x="147" y="38142"/>
                  </a:lnTo>
                  <a:lnTo>
                    <a:pt x="815" y="0"/>
                  </a:lnTo>
                  <a:lnTo>
                    <a:pt x="1483" y="0"/>
                  </a:lnTo>
                  <a:lnTo>
                    <a:pt x="2151" y="6450"/>
                  </a:lnTo>
                  <a:lnTo>
                    <a:pt x="2485" y="4429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502854" y="1881498"/>
              <a:ext cx="11043" cy="184790"/>
            </a:xfrm>
            <a:custGeom>
              <a:avLst/>
              <a:pathLst>
                <a:path w="11043" h="184790">
                  <a:moveTo>
                    <a:pt x="0" y="184790"/>
                  </a:moveTo>
                  <a:lnTo>
                    <a:pt x="449" y="140092"/>
                  </a:lnTo>
                  <a:lnTo>
                    <a:pt x="1117" y="135267"/>
                  </a:lnTo>
                  <a:lnTo>
                    <a:pt x="1785" y="120039"/>
                  </a:lnTo>
                  <a:lnTo>
                    <a:pt x="2453" y="25500"/>
                  </a:lnTo>
                  <a:lnTo>
                    <a:pt x="3121" y="36288"/>
                  </a:lnTo>
                  <a:lnTo>
                    <a:pt x="3789" y="101100"/>
                  </a:lnTo>
                  <a:lnTo>
                    <a:pt x="4457" y="66954"/>
                  </a:lnTo>
                  <a:lnTo>
                    <a:pt x="5125" y="0"/>
                  </a:lnTo>
                  <a:lnTo>
                    <a:pt x="5793" y="0"/>
                  </a:lnTo>
                  <a:lnTo>
                    <a:pt x="6461" y="0"/>
                  </a:lnTo>
                  <a:lnTo>
                    <a:pt x="7129" y="0"/>
                  </a:lnTo>
                  <a:lnTo>
                    <a:pt x="7797" y="0"/>
                  </a:lnTo>
                  <a:lnTo>
                    <a:pt x="8465" y="0"/>
                  </a:lnTo>
                  <a:lnTo>
                    <a:pt x="9133" y="45718"/>
                  </a:lnTo>
                  <a:lnTo>
                    <a:pt x="9801" y="85708"/>
                  </a:lnTo>
                  <a:lnTo>
                    <a:pt x="10469" y="172464"/>
                  </a:lnTo>
                  <a:lnTo>
                    <a:pt x="11043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524327" y="1881498"/>
              <a:ext cx="25738" cy="184790"/>
            </a:xfrm>
            <a:custGeom>
              <a:avLst/>
              <a:pathLst>
                <a:path w="25738" h="184790">
                  <a:moveTo>
                    <a:pt x="0" y="184790"/>
                  </a:moveTo>
                  <a:lnTo>
                    <a:pt x="352" y="85708"/>
                  </a:lnTo>
                  <a:lnTo>
                    <a:pt x="1020" y="85708"/>
                  </a:lnTo>
                  <a:lnTo>
                    <a:pt x="1688" y="85708"/>
                  </a:lnTo>
                  <a:lnTo>
                    <a:pt x="2356" y="85708"/>
                  </a:lnTo>
                  <a:lnTo>
                    <a:pt x="3024" y="85708"/>
                  </a:lnTo>
                  <a:lnTo>
                    <a:pt x="3692" y="85708"/>
                  </a:lnTo>
                  <a:lnTo>
                    <a:pt x="4361" y="85708"/>
                  </a:lnTo>
                  <a:lnTo>
                    <a:pt x="5029" y="85708"/>
                  </a:lnTo>
                  <a:lnTo>
                    <a:pt x="5697" y="50040"/>
                  </a:lnTo>
                  <a:lnTo>
                    <a:pt x="6365" y="0"/>
                  </a:lnTo>
                  <a:lnTo>
                    <a:pt x="7033" y="0"/>
                  </a:lnTo>
                  <a:lnTo>
                    <a:pt x="7701" y="0"/>
                  </a:lnTo>
                  <a:lnTo>
                    <a:pt x="8369" y="0"/>
                  </a:lnTo>
                  <a:lnTo>
                    <a:pt x="9037" y="0"/>
                  </a:lnTo>
                  <a:lnTo>
                    <a:pt x="9705" y="4024"/>
                  </a:lnTo>
                  <a:lnTo>
                    <a:pt x="10373" y="85708"/>
                  </a:lnTo>
                  <a:lnTo>
                    <a:pt x="11041" y="85708"/>
                  </a:lnTo>
                  <a:lnTo>
                    <a:pt x="11709" y="85708"/>
                  </a:lnTo>
                  <a:lnTo>
                    <a:pt x="12377" y="85708"/>
                  </a:lnTo>
                  <a:lnTo>
                    <a:pt x="13045" y="85708"/>
                  </a:lnTo>
                  <a:lnTo>
                    <a:pt x="13713" y="85708"/>
                  </a:lnTo>
                  <a:lnTo>
                    <a:pt x="14381" y="85708"/>
                  </a:lnTo>
                  <a:lnTo>
                    <a:pt x="15049" y="85708"/>
                  </a:lnTo>
                  <a:lnTo>
                    <a:pt x="15717" y="123475"/>
                  </a:lnTo>
                  <a:lnTo>
                    <a:pt x="16385" y="184651"/>
                  </a:lnTo>
                  <a:lnTo>
                    <a:pt x="17053" y="184651"/>
                  </a:lnTo>
                  <a:lnTo>
                    <a:pt x="17721" y="184651"/>
                  </a:lnTo>
                  <a:lnTo>
                    <a:pt x="18389" y="184651"/>
                  </a:lnTo>
                  <a:lnTo>
                    <a:pt x="19057" y="184651"/>
                  </a:lnTo>
                  <a:lnTo>
                    <a:pt x="19725" y="184651"/>
                  </a:lnTo>
                  <a:lnTo>
                    <a:pt x="20393" y="184651"/>
                  </a:lnTo>
                  <a:lnTo>
                    <a:pt x="21061" y="184651"/>
                  </a:lnTo>
                  <a:lnTo>
                    <a:pt x="21729" y="184651"/>
                  </a:lnTo>
                  <a:lnTo>
                    <a:pt x="22397" y="184651"/>
                  </a:lnTo>
                  <a:lnTo>
                    <a:pt x="23065" y="184651"/>
                  </a:lnTo>
                  <a:lnTo>
                    <a:pt x="23733" y="184651"/>
                  </a:lnTo>
                  <a:lnTo>
                    <a:pt x="24401" y="184651"/>
                  </a:lnTo>
                  <a:lnTo>
                    <a:pt x="25069" y="184651"/>
                  </a:lnTo>
                  <a:lnTo>
                    <a:pt x="25737" y="184651"/>
                  </a:lnTo>
                  <a:lnTo>
                    <a:pt x="25738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560770" y="1854014"/>
              <a:ext cx="22032" cy="212275"/>
            </a:xfrm>
            <a:custGeom>
              <a:avLst/>
              <a:pathLst>
                <a:path w="22032" h="212275">
                  <a:moveTo>
                    <a:pt x="0" y="212275"/>
                  </a:moveTo>
                  <a:lnTo>
                    <a:pt x="651" y="132609"/>
                  </a:lnTo>
                  <a:lnTo>
                    <a:pt x="1319" y="128584"/>
                  </a:lnTo>
                  <a:lnTo>
                    <a:pt x="1987" y="121452"/>
                  </a:lnTo>
                  <a:lnTo>
                    <a:pt x="2655" y="27484"/>
                  </a:lnTo>
                  <a:lnTo>
                    <a:pt x="3323" y="27484"/>
                  </a:lnTo>
                  <a:lnTo>
                    <a:pt x="3991" y="27484"/>
                  </a:lnTo>
                  <a:lnTo>
                    <a:pt x="4659" y="27484"/>
                  </a:lnTo>
                  <a:lnTo>
                    <a:pt x="5327" y="27484"/>
                  </a:lnTo>
                  <a:lnTo>
                    <a:pt x="5995" y="27484"/>
                  </a:lnTo>
                  <a:lnTo>
                    <a:pt x="6663" y="27484"/>
                  </a:lnTo>
                  <a:lnTo>
                    <a:pt x="7331" y="27484"/>
                  </a:lnTo>
                  <a:lnTo>
                    <a:pt x="7999" y="27484"/>
                  </a:lnTo>
                  <a:lnTo>
                    <a:pt x="8667" y="27484"/>
                  </a:lnTo>
                  <a:lnTo>
                    <a:pt x="9335" y="15561"/>
                  </a:lnTo>
                  <a:lnTo>
                    <a:pt x="10003" y="0"/>
                  </a:lnTo>
                  <a:lnTo>
                    <a:pt x="10671" y="23485"/>
                  </a:lnTo>
                  <a:lnTo>
                    <a:pt x="11339" y="27484"/>
                  </a:lnTo>
                  <a:lnTo>
                    <a:pt x="12007" y="27484"/>
                  </a:lnTo>
                  <a:lnTo>
                    <a:pt x="12676" y="27484"/>
                  </a:lnTo>
                  <a:lnTo>
                    <a:pt x="13344" y="27484"/>
                  </a:lnTo>
                  <a:lnTo>
                    <a:pt x="14012" y="27484"/>
                  </a:lnTo>
                  <a:lnTo>
                    <a:pt x="14680" y="27484"/>
                  </a:lnTo>
                  <a:lnTo>
                    <a:pt x="15348" y="27484"/>
                  </a:lnTo>
                  <a:lnTo>
                    <a:pt x="16016" y="27484"/>
                  </a:lnTo>
                  <a:lnTo>
                    <a:pt x="16684" y="27484"/>
                  </a:lnTo>
                  <a:lnTo>
                    <a:pt x="17352" y="27484"/>
                  </a:lnTo>
                  <a:lnTo>
                    <a:pt x="18020" y="27484"/>
                  </a:lnTo>
                  <a:lnTo>
                    <a:pt x="18688" y="27484"/>
                  </a:lnTo>
                  <a:lnTo>
                    <a:pt x="19356" y="56198"/>
                  </a:lnTo>
                  <a:lnTo>
                    <a:pt x="20024" y="146115"/>
                  </a:lnTo>
                  <a:lnTo>
                    <a:pt x="20692" y="212135"/>
                  </a:lnTo>
                  <a:lnTo>
                    <a:pt x="21360" y="212135"/>
                  </a:lnTo>
                  <a:lnTo>
                    <a:pt x="22028" y="212135"/>
                  </a:lnTo>
                  <a:lnTo>
                    <a:pt x="22032" y="2122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584528" y="2064884"/>
              <a:ext cx="350" cy="1404"/>
            </a:xfrm>
            <a:custGeom>
              <a:avLst/>
              <a:pathLst>
                <a:path w="350" h="1404">
                  <a:moveTo>
                    <a:pt x="0" y="1404"/>
                  </a:moveTo>
                  <a:lnTo>
                    <a:pt x="274" y="0"/>
                  </a:lnTo>
                  <a:lnTo>
                    <a:pt x="350" y="14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596826" y="2066149"/>
              <a:ext cx="30063" cy="139"/>
            </a:xfrm>
            <a:custGeom>
              <a:avLst/>
              <a:pathLst>
                <a:path w="30063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4049" y="0"/>
                  </a:lnTo>
                  <a:lnTo>
                    <a:pt x="24717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063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640248" y="2066149"/>
              <a:ext cx="48099" cy="139"/>
            </a:xfrm>
            <a:custGeom>
              <a:avLst/>
              <a:pathLst>
                <a:path w="48099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4049" y="0"/>
                  </a:lnTo>
                  <a:lnTo>
                    <a:pt x="24717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0"/>
                  </a:lnTo>
                  <a:lnTo>
                    <a:pt x="34070" y="0"/>
                  </a:lnTo>
                  <a:lnTo>
                    <a:pt x="34738" y="0"/>
                  </a:lnTo>
                  <a:lnTo>
                    <a:pt x="35406" y="0"/>
                  </a:lnTo>
                  <a:lnTo>
                    <a:pt x="36074" y="0"/>
                  </a:lnTo>
                  <a:lnTo>
                    <a:pt x="36742" y="0"/>
                  </a:lnTo>
                  <a:lnTo>
                    <a:pt x="37410" y="0"/>
                  </a:lnTo>
                  <a:lnTo>
                    <a:pt x="38078" y="0"/>
                  </a:lnTo>
                  <a:lnTo>
                    <a:pt x="38746" y="0"/>
                  </a:lnTo>
                  <a:lnTo>
                    <a:pt x="39414" y="0"/>
                  </a:lnTo>
                  <a:lnTo>
                    <a:pt x="40082" y="0"/>
                  </a:lnTo>
                  <a:lnTo>
                    <a:pt x="40750" y="0"/>
                  </a:lnTo>
                  <a:lnTo>
                    <a:pt x="41418" y="0"/>
                  </a:lnTo>
                  <a:lnTo>
                    <a:pt x="42086" y="0"/>
                  </a:lnTo>
                  <a:lnTo>
                    <a:pt x="42754" y="0"/>
                  </a:lnTo>
                  <a:lnTo>
                    <a:pt x="43422" y="0"/>
                  </a:lnTo>
                  <a:lnTo>
                    <a:pt x="44090" y="0"/>
                  </a:lnTo>
                  <a:lnTo>
                    <a:pt x="44758" y="0"/>
                  </a:lnTo>
                  <a:lnTo>
                    <a:pt x="45426" y="0"/>
                  </a:lnTo>
                  <a:lnTo>
                    <a:pt x="46094" y="0"/>
                  </a:lnTo>
                  <a:lnTo>
                    <a:pt x="46762" y="0"/>
                  </a:lnTo>
                  <a:lnTo>
                    <a:pt x="47430" y="0"/>
                  </a:lnTo>
                  <a:lnTo>
                    <a:pt x="48098" y="0"/>
                  </a:lnTo>
                  <a:lnTo>
                    <a:pt x="48099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694271" y="1621247"/>
              <a:ext cx="23469" cy="445042"/>
            </a:xfrm>
            <a:custGeom>
              <a:avLst/>
              <a:pathLst>
                <a:path w="23469" h="445042">
                  <a:moveTo>
                    <a:pt x="0" y="445042"/>
                  </a:moveTo>
                  <a:lnTo>
                    <a:pt x="87" y="437294"/>
                  </a:lnTo>
                  <a:lnTo>
                    <a:pt x="755" y="387254"/>
                  </a:lnTo>
                  <a:lnTo>
                    <a:pt x="1423" y="387254"/>
                  </a:lnTo>
                  <a:lnTo>
                    <a:pt x="2091" y="352128"/>
                  </a:lnTo>
                  <a:lnTo>
                    <a:pt x="2759" y="311654"/>
                  </a:lnTo>
                  <a:lnTo>
                    <a:pt x="3427" y="311654"/>
                  </a:lnTo>
                  <a:lnTo>
                    <a:pt x="4095" y="197607"/>
                  </a:lnTo>
                  <a:lnTo>
                    <a:pt x="4763" y="156949"/>
                  </a:lnTo>
                  <a:lnTo>
                    <a:pt x="5431" y="109174"/>
                  </a:lnTo>
                  <a:lnTo>
                    <a:pt x="6099" y="0"/>
                  </a:lnTo>
                  <a:lnTo>
                    <a:pt x="6767" y="0"/>
                  </a:lnTo>
                  <a:lnTo>
                    <a:pt x="7436" y="0"/>
                  </a:lnTo>
                  <a:lnTo>
                    <a:pt x="8104" y="0"/>
                  </a:lnTo>
                  <a:lnTo>
                    <a:pt x="8772" y="0"/>
                  </a:lnTo>
                  <a:lnTo>
                    <a:pt x="9440" y="41424"/>
                  </a:lnTo>
                  <a:lnTo>
                    <a:pt x="10108" y="79624"/>
                  </a:lnTo>
                  <a:lnTo>
                    <a:pt x="10776" y="117024"/>
                  </a:lnTo>
                  <a:lnTo>
                    <a:pt x="11444" y="117024"/>
                  </a:lnTo>
                  <a:lnTo>
                    <a:pt x="12112" y="146578"/>
                  </a:lnTo>
                  <a:lnTo>
                    <a:pt x="12780" y="126725"/>
                  </a:lnTo>
                  <a:lnTo>
                    <a:pt x="13448" y="117024"/>
                  </a:lnTo>
                  <a:lnTo>
                    <a:pt x="14116" y="240500"/>
                  </a:lnTo>
                  <a:lnTo>
                    <a:pt x="14784" y="260251"/>
                  </a:lnTo>
                  <a:lnTo>
                    <a:pt x="15452" y="332351"/>
                  </a:lnTo>
                  <a:lnTo>
                    <a:pt x="16120" y="345959"/>
                  </a:lnTo>
                  <a:lnTo>
                    <a:pt x="16788" y="345959"/>
                  </a:lnTo>
                  <a:lnTo>
                    <a:pt x="17456" y="345959"/>
                  </a:lnTo>
                  <a:lnTo>
                    <a:pt x="18124" y="345959"/>
                  </a:lnTo>
                  <a:lnTo>
                    <a:pt x="18792" y="345959"/>
                  </a:lnTo>
                  <a:lnTo>
                    <a:pt x="19460" y="345959"/>
                  </a:lnTo>
                  <a:lnTo>
                    <a:pt x="20128" y="345959"/>
                  </a:lnTo>
                  <a:lnTo>
                    <a:pt x="20796" y="345959"/>
                  </a:lnTo>
                  <a:lnTo>
                    <a:pt x="21464" y="345959"/>
                  </a:lnTo>
                  <a:lnTo>
                    <a:pt x="22132" y="345959"/>
                  </a:lnTo>
                  <a:lnTo>
                    <a:pt x="22800" y="429053"/>
                  </a:lnTo>
                  <a:lnTo>
                    <a:pt x="23468" y="444902"/>
                  </a:lnTo>
                  <a:lnTo>
                    <a:pt x="23469" y="44504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731768" y="2066149"/>
              <a:ext cx="4010" cy="139"/>
            </a:xfrm>
            <a:custGeom>
              <a:avLst/>
              <a:pathLst>
                <a:path w="4010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010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747800" y="2066149"/>
              <a:ext cx="2006" cy="139"/>
            </a:xfrm>
            <a:custGeom>
              <a:avLst/>
              <a:pathLst>
                <a:path w="2006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762497" y="1967206"/>
              <a:ext cx="1991" cy="99082"/>
            </a:xfrm>
            <a:custGeom>
              <a:avLst/>
              <a:pathLst>
                <a:path w="1991" h="99082">
                  <a:moveTo>
                    <a:pt x="0" y="99082"/>
                  </a:moveTo>
                  <a:lnTo>
                    <a:pt x="0" y="98943"/>
                  </a:lnTo>
                  <a:lnTo>
                    <a:pt x="668" y="77896"/>
                  </a:lnTo>
                  <a:lnTo>
                    <a:pt x="1336" y="0"/>
                  </a:lnTo>
                  <a:lnTo>
                    <a:pt x="1991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791890" y="1738271"/>
              <a:ext cx="68140" cy="328017"/>
            </a:xfrm>
            <a:custGeom>
              <a:avLst/>
              <a:pathLst>
                <a:path w="68140" h="328017">
                  <a:moveTo>
                    <a:pt x="0" y="328017"/>
                  </a:moveTo>
                  <a:lnTo>
                    <a:pt x="1" y="327878"/>
                  </a:lnTo>
                  <a:lnTo>
                    <a:pt x="669" y="327878"/>
                  </a:lnTo>
                  <a:lnTo>
                    <a:pt x="1337" y="327878"/>
                  </a:lnTo>
                  <a:lnTo>
                    <a:pt x="2005" y="327878"/>
                  </a:lnTo>
                  <a:lnTo>
                    <a:pt x="2673" y="327878"/>
                  </a:lnTo>
                  <a:lnTo>
                    <a:pt x="3341" y="327878"/>
                  </a:lnTo>
                  <a:lnTo>
                    <a:pt x="4009" y="327878"/>
                  </a:lnTo>
                  <a:lnTo>
                    <a:pt x="4677" y="327878"/>
                  </a:lnTo>
                  <a:lnTo>
                    <a:pt x="5345" y="327878"/>
                  </a:lnTo>
                  <a:lnTo>
                    <a:pt x="6013" y="327878"/>
                  </a:lnTo>
                  <a:lnTo>
                    <a:pt x="6681" y="327878"/>
                  </a:lnTo>
                  <a:lnTo>
                    <a:pt x="7349" y="327878"/>
                  </a:lnTo>
                  <a:lnTo>
                    <a:pt x="8017" y="327878"/>
                  </a:lnTo>
                  <a:lnTo>
                    <a:pt x="8685" y="327878"/>
                  </a:lnTo>
                  <a:lnTo>
                    <a:pt x="9353" y="327878"/>
                  </a:lnTo>
                  <a:lnTo>
                    <a:pt x="10021" y="327878"/>
                  </a:lnTo>
                  <a:lnTo>
                    <a:pt x="10689" y="261858"/>
                  </a:lnTo>
                  <a:lnTo>
                    <a:pt x="11357" y="135253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43138"/>
                  </a:lnTo>
                  <a:lnTo>
                    <a:pt x="21377" y="151300"/>
                  </a:lnTo>
                  <a:lnTo>
                    <a:pt x="22045" y="327878"/>
                  </a:lnTo>
                  <a:lnTo>
                    <a:pt x="22713" y="327878"/>
                  </a:lnTo>
                  <a:lnTo>
                    <a:pt x="23382" y="327878"/>
                  </a:lnTo>
                  <a:lnTo>
                    <a:pt x="24050" y="327878"/>
                  </a:lnTo>
                  <a:lnTo>
                    <a:pt x="24718" y="327878"/>
                  </a:lnTo>
                  <a:lnTo>
                    <a:pt x="25386" y="327878"/>
                  </a:lnTo>
                  <a:lnTo>
                    <a:pt x="26054" y="327878"/>
                  </a:lnTo>
                  <a:lnTo>
                    <a:pt x="26722" y="327878"/>
                  </a:lnTo>
                  <a:lnTo>
                    <a:pt x="27390" y="327878"/>
                  </a:lnTo>
                  <a:lnTo>
                    <a:pt x="28058" y="327878"/>
                  </a:lnTo>
                  <a:lnTo>
                    <a:pt x="28726" y="327878"/>
                  </a:lnTo>
                  <a:lnTo>
                    <a:pt x="29394" y="327878"/>
                  </a:lnTo>
                  <a:lnTo>
                    <a:pt x="30062" y="327878"/>
                  </a:lnTo>
                  <a:lnTo>
                    <a:pt x="30730" y="327878"/>
                  </a:lnTo>
                  <a:lnTo>
                    <a:pt x="31398" y="327878"/>
                  </a:lnTo>
                  <a:lnTo>
                    <a:pt x="32066" y="327878"/>
                  </a:lnTo>
                  <a:lnTo>
                    <a:pt x="32734" y="327878"/>
                  </a:lnTo>
                  <a:lnTo>
                    <a:pt x="33402" y="327878"/>
                  </a:lnTo>
                  <a:lnTo>
                    <a:pt x="34070" y="327878"/>
                  </a:lnTo>
                  <a:lnTo>
                    <a:pt x="34738" y="327878"/>
                  </a:lnTo>
                  <a:lnTo>
                    <a:pt x="35406" y="327878"/>
                  </a:lnTo>
                  <a:lnTo>
                    <a:pt x="36074" y="327878"/>
                  </a:lnTo>
                  <a:lnTo>
                    <a:pt x="36742" y="327878"/>
                  </a:lnTo>
                  <a:lnTo>
                    <a:pt x="37410" y="327878"/>
                  </a:lnTo>
                  <a:lnTo>
                    <a:pt x="38078" y="327878"/>
                  </a:lnTo>
                  <a:lnTo>
                    <a:pt x="38746" y="327878"/>
                  </a:lnTo>
                  <a:lnTo>
                    <a:pt x="39414" y="327878"/>
                  </a:lnTo>
                  <a:lnTo>
                    <a:pt x="40082" y="327878"/>
                  </a:lnTo>
                  <a:lnTo>
                    <a:pt x="40750" y="327878"/>
                  </a:lnTo>
                  <a:lnTo>
                    <a:pt x="41418" y="327878"/>
                  </a:lnTo>
                  <a:lnTo>
                    <a:pt x="42086" y="327878"/>
                  </a:lnTo>
                  <a:lnTo>
                    <a:pt x="42754" y="327878"/>
                  </a:lnTo>
                  <a:lnTo>
                    <a:pt x="43422" y="327878"/>
                  </a:lnTo>
                  <a:lnTo>
                    <a:pt x="44090" y="327878"/>
                  </a:lnTo>
                  <a:lnTo>
                    <a:pt x="44758" y="327878"/>
                  </a:lnTo>
                  <a:lnTo>
                    <a:pt x="45426" y="327878"/>
                  </a:lnTo>
                  <a:lnTo>
                    <a:pt x="46094" y="327878"/>
                  </a:lnTo>
                  <a:lnTo>
                    <a:pt x="46762" y="327878"/>
                  </a:lnTo>
                  <a:lnTo>
                    <a:pt x="47431" y="327878"/>
                  </a:lnTo>
                  <a:lnTo>
                    <a:pt x="48099" y="327878"/>
                  </a:lnTo>
                  <a:lnTo>
                    <a:pt x="48767" y="327878"/>
                  </a:lnTo>
                  <a:lnTo>
                    <a:pt x="49435" y="327878"/>
                  </a:lnTo>
                  <a:lnTo>
                    <a:pt x="50103" y="327878"/>
                  </a:lnTo>
                  <a:lnTo>
                    <a:pt x="50771" y="327878"/>
                  </a:lnTo>
                  <a:lnTo>
                    <a:pt x="51439" y="327878"/>
                  </a:lnTo>
                  <a:lnTo>
                    <a:pt x="52107" y="327878"/>
                  </a:lnTo>
                  <a:lnTo>
                    <a:pt x="52775" y="327878"/>
                  </a:lnTo>
                  <a:lnTo>
                    <a:pt x="53443" y="327878"/>
                  </a:lnTo>
                  <a:lnTo>
                    <a:pt x="54111" y="327878"/>
                  </a:lnTo>
                  <a:lnTo>
                    <a:pt x="54779" y="327878"/>
                  </a:lnTo>
                  <a:lnTo>
                    <a:pt x="55447" y="327878"/>
                  </a:lnTo>
                  <a:lnTo>
                    <a:pt x="56115" y="327878"/>
                  </a:lnTo>
                  <a:lnTo>
                    <a:pt x="56783" y="327878"/>
                  </a:lnTo>
                  <a:lnTo>
                    <a:pt x="57451" y="327878"/>
                  </a:lnTo>
                  <a:lnTo>
                    <a:pt x="58119" y="327878"/>
                  </a:lnTo>
                  <a:lnTo>
                    <a:pt x="58787" y="327878"/>
                  </a:lnTo>
                  <a:lnTo>
                    <a:pt x="59455" y="327878"/>
                  </a:lnTo>
                  <a:lnTo>
                    <a:pt x="60123" y="327878"/>
                  </a:lnTo>
                  <a:lnTo>
                    <a:pt x="60791" y="327878"/>
                  </a:lnTo>
                  <a:lnTo>
                    <a:pt x="61459" y="327878"/>
                  </a:lnTo>
                  <a:lnTo>
                    <a:pt x="62127" y="327878"/>
                  </a:lnTo>
                  <a:lnTo>
                    <a:pt x="62795" y="327878"/>
                  </a:lnTo>
                  <a:lnTo>
                    <a:pt x="63463" y="327878"/>
                  </a:lnTo>
                  <a:lnTo>
                    <a:pt x="64131" y="327878"/>
                  </a:lnTo>
                  <a:lnTo>
                    <a:pt x="64799" y="327878"/>
                  </a:lnTo>
                  <a:lnTo>
                    <a:pt x="65467" y="327878"/>
                  </a:lnTo>
                  <a:lnTo>
                    <a:pt x="66135" y="327878"/>
                  </a:lnTo>
                  <a:lnTo>
                    <a:pt x="66803" y="327878"/>
                  </a:lnTo>
                  <a:lnTo>
                    <a:pt x="67471" y="327878"/>
                  </a:lnTo>
                  <a:lnTo>
                    <a:pt x="68139" y="327878"/>
                  </a:lnTo>
                  <a:lnTo>
                    <a:pt x="68140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876061" y="2066149"/>
              <a:ext cx="2673" cy="139"/>
            </a:xfrm>
            <a:custGeom>
              <a:avLst/>
              <a:pathLst>
                <a:path w="2673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2673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893776" y="2052467"/>
              <a:ext cx="789" cy="13821"/>
            </a:xfrm>
            <a:custGeom>
              <a:avLst/>
              <a:pathLst>
                <a:path w="789" h="13821">
                  <a:moveTo>
                    <a:pt x="0" y="13821"/>
                  </a:moveTo>
                  <a:lnTo>
                    <a:pt x="323" y="0"/>
                  </a:lnTo>
                  <a:lnTo>
                    <a:pt x="789" y="1382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894900" y="2042055"/>
              <a:ext cx="2568" cy="24233"/>
            </a:xfrm>
            <a:custGeom>
              <a:avLst/>
              <a:pathLst>
                <a:path w="2568" h="24233">
                  <a:moveTo>
                    <a:pt x="0" y="24233"/>
                  </a:moveTo>
                  <a:lnTo>
                    <a:pt x="535" y="0"/>
                  </a:lnTo>
                  <a:lnTo>
                    <a:pt x="1203" y="0"/>
                  </a:lnTo>
                  <a:lnTo>
                    <a:pt x="1871" y="0"/>
                  </a:lnTo>
                  <a:lnTo>
                    <a:pt x="2539" y="20754"/>
                  </a:lnTo>
                  <a:lnTo>
                    <a:pt x="2568" y="242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916323" y="1881498"/>
              <a:ext cx="11846" cy="184790"/>
            </a:xfrm>
            <a:custGeom>
              <a:avLst/>
              <a:pathLst>
                <a:path w="11846" h="184790">
                  <a:moveTo>
                    <a:pt x="0" y="184790"/>
                  </a:moveTo>
                  <a:lnTo>
                    <a:pt x="488" y="140498"/>
                  </a:lnTo>
                  <a:lnTo>
                    <a:pt x="1156" y="140498"/>
                  </a:lnTo>
                  <a:lnTo>
                    <a:pt x="1824" y="140498"/>
                  </a:lnTo>
                  <a:lnTo>
                    <a:pt x="2492" y="138925"/>
                  </a:lnTo>
                  <a:lnTo>
                    <a:pt x="3160" y="138925"/>
                  </a:lnTo>
                  <a:lnTo>
                    <a:pt x="3828" y="138925"/>
                  </a:lnTo>
                  <a:lnTo>
                    <a:pt x="4496" y="67641"/>
                  </a:lnTo>
                  <a:lnTo>
                    <a:pt x="5164" y="67641"/>
                  </a:lnTo>
                  <a:lnTo>
                    <a:pt x="5833" y="9978"/>
                  </a:lnTo>
                  <a:lnTo>
                    <a:pt x="6501" y="36288"/>
                  </a:lnTo>
                  <a:lnTo>
                    <a:pt x="7169" y="90583"/>
                  </a:lnTo>
                  <a:lnTo>
                    <a:pt x="7837" y="0"/>
                  </a:lnTo>
                  <a:lnTo>
                    <a:pt x="8505" y="20378"/>
                  </a:lnTo>
                  <a:lnTo>
                    <a:pt x="9173" y="85708"/>
                  </a:lnTo>
                  <a:lnTo>
                    <a:pt x="9841" y="94943"/>
                  </a:lnTo>
                  <a:lnTo>
                    <a:pt x="10509" y="184651"/>
                  </a:lnTo>
                  <a:lnTo>
                    <a:pt x="11177" y="184651"/>
                  </a:lnTo>
                  <a:lnTo>
                    <a:pt x="11845" y="184651"/>
                  </a:lnTo>
                  <a:lnTo>
                    <a:pt x="11846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940192" y="2066149"/>
              <a:ext cx="2006" cy="139"/>
            </a:xfrm>
            <a:custGeom>
              <a:avLst/>
              <a:pathLst>
                <a:path w="2006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956443" y="1932901"/>
              <a:ext cx="5631" cy="133388"/>
            </a:xfrm>
            <a:custGeom>
              <a:avLst/>
              <a:pathLst>
                <a:path w="5631" h="133388">
                  <a:moveTo>
                    <a:pt x="0" y="133388"/>
                  </a:moveTo>
                  <a:lnTo>
                    <a:pt x="450" y="75600"/>
                  </a:lnTo>
                  <a:lnTo>
                    <a:pt x="1118" y="75600"/>
                  </a:lnTo>
                  <a:lnTo>
                    <a:pt x="1786" y="75600"/>
                  </a:lnTo>
                  <a:lnTo>
                    <a:pt x="2454" y="29180"/>
                  </a:lnTo>
                  <a:lnTo>
                    <a:pt x="3122" y="0"/>
                  </a:lnTo>
                  <a:lnTo>
                    <a:pt x="3790" y="0"/>
                  </a:lnTo>
                  <a:lnTo>
                    <a:pt x="4458" y="68637"/>
                  </a:lnTo>
                  <a:lnTo>
                    <a:pt x="5126" y="66278"/>
                  </a:lnTo>
                  <a:lnTo>
                    <a:pt x="5631" y="13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975658" y="1738271"/>
              <a:ext cx="6476" cy="328017"/>
            </a:xfrm>
            <a:custGeom>
              <a:avLst/>
              <a:pathLst>
                <a:path w="6476" h="328017">
                  <a:moveTo>
                    <a:pt x="0" y="328017"/>
                  </a:moveTo>
                  <a:lnTo>
                    <a:pt x="608" y="307511"/>
                  </a:lnTo>
                  <a:lnTo>
                    <a:pt x="1276" y="244327"/>
                  </a:lnTo>
                  <a:lnTo>
                    <a:pt x="1944" y="168727"/>
                  </a:lnTo>
                  <a:lnTo>
                    <a:pt x="2612" y="90583"/>
                  </a:lnTo>
                  <a:lnTo>
                    <a:pt x="3280" y="0"/>
                  </a:lnTo>
                  <a:lnTo>
                    <a:pt x="3948" y="101100"/>
                  </a:lnTo>
                  <a:lnTo>
                    <a:pt x="4616" y="101100"/>
                  </a:lnTo>
                  <a:lnTo>
                    <a:pt x="5284" y="127002"/>
                  </a:lnTo>
                  <a:lnTo>
                    <a:pt x="5952" y="248615"/>
                  </a:lnTo>
                  <a:lnTo>
                    <a:pt x="6476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021911" y="1888142"/>
              <a:ext cx="8427" cy="178146"/>
            </a:xfrm>
            <a:custGeom>
              <a:avLst/>
              <a:pathLst>
                <a:path w="8427" h="178146">
                  <a:moveTo>
                    <a:pt x="0" y="178146"/>
                  </a:moveTo>
                  <a:lnTo>
                    <a:pt x="449" y="133448"/>
                  </a:lnTo>
                  <a:lnTo>
                    <a:pt x="1117" y="133448"/>
                  </a:lnTo>
                  <a:lnTo>
                    <a:pt x="1785" y="128624"/>
                  </a:lnTo>
                  <a:lnTo>
                    <a:pt x="2453" y="133448"/>
                  </a:lnTo>
                  <a:lnTo>
                    <a:pt x="3121" y="115862"/>
                  </a:lnTo>
                  <a:lnTo>
                    <a:pt x="3789" y="0"/>
                  </a:lnTo>
                  <a:lnTo>
                    <a:pt x="4457" y="63416"/>
                  </a:lnTo>
                  <a:lnTo>
                    <a:pt x="5125" y="94456"/>
                  </a:lnTo>
                  <a:lnTo>
                    <a:pt x="5793" y="94456"/>
                  </a:lnTo>
                  <a:lnTo>
                    <a:pt x="6461" y="94456"/>
                  </a:lnTo>
                  <a:lnTo>
                    <a:pt x="7129" y="94456"/>
                  </a:lnTo>
                  <a:lnTo>
                    <a:pt x="7797" y="144497"/>
                  </a:lnTo>
                  <a:lnTo>
                    <a:pt x="8427" y="17814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055091" y="2066149"/>
              <a:ext cx="14032" cy="139"/>
            </a:xfrm>
            <a:custGeom>
              <a:avLst/>
              <a:pathLst>
                <a:path w="14032" h="139">
                  <a:moveTo>
                    <a:pt x="0" y="139"/>
                  </a:moveTo>
                  <a:lnTo>
                    <a:pt x="2" y="0"/>
                  </a:lnTo>
                  <a:lnTo>
                    <a:pt x="670" y="0"/>
                  </a:lnTo>
                  <a:lnTo>
                    <a:pt x="1338" y="0"/>
                  </a:lnTo>
                  <a:lnTo>
                    <a:pt x="2006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032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087170" y="1967206"/>
              <a:ext cx="14686" cy="99082"/>
            </a:xfrm>
            <a:custGeom>
              <a:avLst/>
              <a:pathLst>
                <a:path w="14686" h="99082">
                  <a:moveTo>
                    <a:pt x="0" y="99082"/>
                  </a:moveTo>
                  <a:lnTo>
                    <a:pt x="656" y="41294"/>
                  </a:lnTo>
                  <a:lnTo>
                    <a:pt x="1324" y="41294"/>
                  </a:lnTo>
                  <a:lnTo>
                    <a:pt x="1992" y="15392"/>
                  </a:lnTo>
                  <a:lnTo>
                    <a:pt x="2660" y="15392"/>
                  </a:lnTo>
                  <a:lnTo>
                    <a:pt x="3328" y="59267"/>
                  </a:lnTo>
                  <a:lnTo>
                    <a:pt x="3996" y="0"/>
                  </a:lnTo>
                  <a:lnTo>
                    <a:pt x="4664" y="0"/>
                  </a:lnTo>
                  <a:lnTo>
                    <a:pt x="5333" y="0"/>
                  </a:lnTo>
                  <a:lnTo>
                    <a:pt x="6001" y="0"/>
                  </a:lnTo>
                  <a:lnTo>
                    <a:pt x="6669" y="0"/>
                  </a:lnTo>
                  <a:lnTo>
                    <a:pt x="7337" y="0"/>
                  </a:lnTo>
                  <a:lnTo>
                    <a:pt x="8005" y="0"/>
                  </a:lnTo>
                  <a:lnTo>
                    <a:pt x="8673" y="0"/>
                  </a:lnTo>
                  <a:lnTo>
                    <a:pt x="9341" y="0"/>
                  </a:lnTo>
                  <a:lnTo>
                    <a:pt x="10009" y="28115"/>
                  </a:lnTo>
                  <a:lnTo>
                    <a:pt x="10677" y="98943"/>
                  </a:lnTo>
                  <a:lnTo>
                    <a:pt x="11345" y="98943"/>
                  </a:lnTo>
                  <a:lnTo>
                    <a:pt x="12013" y="98943"/>
                  </a:lnTo>
                  <a:lnTo>
                    <a:pt x="12681" y="98943"/>
                  </a:lnTo>
                  <a:lnTo>
                    <a:pt x="13349" y="98943"/>
                  </a:lnTo>
                  <a:lnTo>
                    <a:pt x="14017" y="98943"/>
                  </a:lnTo>
                  <a:lnTo>
                    <a:pt x="14685" y="98943"/>
                  </a:lnTo>
                  <a:lnTo>
                    <a:pt x="14686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13879" y="2066149"/>
              <a:ext cx="18038" cy="139"/>
            </a:xfrm>
            <a:custGeom>
              <a:avLst/>
              <a:pathLst>
                <a:path w="18038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038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144608" y="1522303"/>
              <a:ext cx="45284" cy="543985"/>
            </a:xfrm>
            <a:custGeom>
              <a:avLst/>
              <a:pathLst>
                <a:path w="45284" h="543985">
                  <a:moveTo>
                    <a:pt x="0" y="543985"/>
                  </a:moveTo>
                  <a:lnTo>
                    <a:pt x="0" y="543846"/>
                  </a:lnTo>
                  <a:lnTo>
                    <a:pt x="669" y="543846"/>
                  </a:lnTo>
                  <a:lnTo>
                    <a:pt x="1337" y="543846"/>
                  </a:lnTo>
                  <a:lnTo>
                    <a:pt x="2005" y="458806"/>
                  </a:lnTo>
                  <a:lnTo>
                    <a:pt x="2673" y="444902"/>
                  </a:lnTo>
                  <a:lnTo>
                    <a:pt x="3341" y="426821"/>
                  </a:lnTo>
                  <a:lnTo>
                    <a:pt x="4009" y="359194"/>
                  </a:lnTo>
                  <a:lnTo>
                    <a:pt x="4677" y="359194"/>
                  </a:lnTo>
                  <a:lnTo>
                    <a:pt x="5345" y="359194"/>
                  </a:lnTo>
                  <a:lnTo>
                    <a:pt x="6013" y="287170"/>
                  </a:lnTo>
                  <a:lnTo>
                    <a:pt x="6681" y="232218"/>
                  </a:lnTo>
                  <a:lnTo>
                    <a:pt x="7349" y="215967"/>
                  </a:lnTo>
                  <a:lnTo>
                    <a:pt x="8017" y="169548"/>
                  </a:lnTo>
                  <a:lnTo>
                    <a:pt x="8685" y="154792"/>
                  </a:lnTo>
                  <a:lnTo>
                    <a:pt x="9353" y="115193"/>
                  </a:lnTo>
                  <a:lnTo>
                    <a:pt x="10021" y="47567"/>
                  </a:lnTo>
                  <a:lnTo>
                    <a:pt x="10689" y="18606"/>
                  </a:lnTo>
                  <a:lnTo>
                    <a:pt x="11357" y="0"/>
                  </a:lnTo>
                  <a:lnTo>
                    <a:pt x="12025" y="40203"/>
                  </a:lnTo>
                  <a:lnTo>
                    <a:pt x="12693" y="47567"/>
                  </a:lnTo>
                  <a:lnTo>
                    <a:pt x="13361" y="57518"/>
                  </a:lnTo>
                  <a:lnTo>
                    <a:pt x="14029" y="98943"/>
                  </a:lnTo>
                  <a:lnTo>
                    <a:pt x="14697" y="98943"/>
                  </a:lnTo>
                  <a:lnTo>
                    <a:pt x="15365" y="98943"/>
                  </a:lnTo>
                  <a:lnTo>
                    <a:pt x="16033" y="126260"/>
                  </a:lnTo>
                  <a:lnTo>
                    <a:pt x="16701" y="140367"/>
                  </a:lnTo>
                  <a:lnTo>
                    <a:pt x="17369" y="154792"/>
                  </a:lnTo>
                  <a:lnTo>
                    <a:pt x="18037" y="146098"/>
                  </a:lnTo>
                  <a:lnTo>
                    <a:pt x="18705" y="45102"/>
                  </a:lnTo>
                  <a:lnTo>
                    <a:pt x="19373" y="32923"/>
                  </a:lnTo>
                  <a:lnTo>
                    <a:pt x="20041" y="20970"/>
                  </a:lnTo>
                  <a:lnTo>
                    <a:pt x="20709" y="28115"/>
                  </a:lnTo>
                  <a:lnTo>
                    <a:pt x="21377" y="47567"/>
                  </a:lnTo>
                  <a:lnTo>
                    <a:pt x="22045" y="47567"/>
                  </a:lnTo>
                  <a:lnTo>
                    <a:pt x="22713" y="47567"/>
                  </a:lnTo>
                  <a:lnTo>
                    <a:pt x="23381" y="47567"/>
                  </a:lnTo>
                  <a:lnTo>
                    <a:pt x="24049" y="35340"/>
                  </a:lnTo>
                  <a:lnTo>
                    <a:pt x="24717" y="0"/>
                  </a:lnTo>
                  <a:lnTo>
                    <a:pt x="25386" y="0"/>
                  </a:lnTo>
                  <a:lnTo>
                    <a:pt x="26054" y="20970"/>
                  </a:lnTo>
                  <a:lnTo>
                    <a:pt x="26722" y="47567"/>
                  </a:lnTo>
                  <a:lnTo>
                    <a:pt x="27390" y="47567"/>
                  </a:lnTo>
                  <a:lnTo>
                    <a:pt x="28058" y="47567"/>
                  </a:lnTo>
                  <a:lnTo>
                    <a:pt x="28726" y="157716"/>
                  </a:lnTo>
                  <a:lnTo>
                    <a:pt x="29394" y="178567"/>
                  </a:lnTo>
                  <a:lnTo>
                    <a:pt x="30062" y="252278"/>
                  </a:lnTo>
                  <a:lnTo>
                    <a:pt x="30730" y="242169"/>
                  </a:lnTo>
                  <a:lnTo>
                    <a:pt x="31398" y="215967"/>
                  </a:lnTo>
                  <a:lnTo>
                    <a:pt x="32066" y="215967"/>
                  </a:lnTo>
                  <a:lnTo>
                    <a:pt x="32734" y="215967"/>
                  </a:lnTo>
                  <a:lnTo>
                    <a:pt x="33402" y="215967"/>
                  </a:lnTo>
                  <a:lnTo>
                    <a:pt x="34070" y="232218"/>
                  </a:lnTo>
                  <a:lnTo>
                    <a:pt x="34738" y="266008"/>
                  </a:lnTo>
                  <a:lnTo>
                    <a:pt x="35406" y="215967"/>
                  </a:lnTo>
                  <a:lnTo>
                    <a:pt x="36074" y="215967"/>
                  </a:lnTo>
                  <a:lnTo>
                    <a:pt x="36742" y="215967"/>
                  </a:lnTo>
                  <a:lnTo>
                    <a:pt x="37410" y="215967"/>
                  </a:lnTo>
                  <a:lnTo>
                    <a:pt x="38078" y="276502"/>
                  </a:lnTo>
                  <a:lnTo>
                    <a:pt x="38746" y="283594"/>
                  </a:lnTo>
                  <a:lnTo>
                    <a:pt x="39414" y="327878"/>
                  </a:lnTo>
                  <a:lnTo>
                    <a:pt x="40082" y="359194"/>
                  </a:lnTo>
                  <a:lnTo>
                    <a:pt x="40750" y="409234"/>
                  </a:lnTo>
                  <a:lnTo>
                    <a:pt x="41418" y="444902"/>
                  </a:lnTo>
                  <a:lnTo>
                    <a:pt x="42086" y="426821"/>
                  </a:lnTo>
                  <a:lnTo>
                    <a:pt x="42754" y="359194"/>
                  </a:lnTo>
                  <a:lnTo>
                    <a:pt x="43422" y="359194"/>
                  </a:lnTo>
                  <a:lnTo>
                    <a:pt x="44090" y="359194"/>
                  </a:lnTo>
                  <a:lnTo>
                    <a:pt x="44758" y="466329"/>
                  </a:lnTo>
                  <a:lnTo>
                    <a:pt x="45284" y="5439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191800" y="2021996"/>
              <a:ext cx="4301" cy="44292"/>
            </a:xfrm>
            <a:custGeom>
              <a:avLst/>
              <a:pathLst>
                <a:path w="4301" h="44292">
                  <a:moveTo>
                    <a:pt x="0" y="44292"/>
                  </a:moveTo>
                  <a:lnTo>
                    <a:pt x="239" y="3217"/>
                  </a:lnTo>
                  <a:lnTo>
                    <a:pt x="907" y="0"/>
                  </a:lnTo>
                  <a:lnTo>
                    <a:pt x="1575" y="43238"/>
                  </a:lnTo>
                  <a:lnTo>
                    <a:pt x="2243" y="43238"/>
                  </a:lnTo>
                  <a:lnTo>
                    <a:pt x="2911" y="43238"/>
                  </a:lnTo>
                  <a:lnTo>
                    <a:pt x="3579" y="43238"/>
                  </a:lnTo>
                  <a:lnTo>
                    <a:pt x="4247" y="43238"/>
                  </a:lnTo>
                  <a:lnTo>
                    <a:pt x="4301" y="4429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204731" y="1881498"/>
              <a:ext cx="9194" cy="184790"/>
            </a:xfrm>
            <a:custGeom>
              <a:avLst/>
              <a:pathLst>
                <a:path w="9194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28356"/>
                  </a:lnTo>
                  <a:lnTo>
                    <a:pt x="2005" y="85708"/>
                  </a:lnTo>
                  <a:lnTo>
                    <a:pt x="2673" y="12149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101100"/>
                  </a:lnTo>
                  <a:lnTo>
                    <a:pt x="8685" y="127002"/>
                  </a:lnTo>
                  <a:lnTo>
                    <a:pt x="9194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214263" y="1588131"/>
              <a:ext cx="25013" cy="478158"/>
            </a:xfrm>
            <a:custGeom>
              <a:avLst/>
              <a:pathLst>
                <a:path w="25013" h="478158">
                  <a:moveTo>
                    <a:pt x="0" y="478158"/>
                  </a:moveTo>
                  <a:lnTo>
                    <a:pt x="489" y="428635"/>
                  </a:lnTo>
                  <a:lnTo>
                    <a:pt x="1157" y="382084"/>
                  </a:lnTo>
                  <a:lnTo>
                    <a:pt x="1825" y="313470"/>
                  </a:lnTo>
                  <a:lnTo>
                    <a:pt x="2493" y="304657"/>
                  </a:lnTo>
                  <a:lnTo>
                    <a:pt x="3161" y="356277"/>
                  </a:lnTo>
                  <a:lnTo>
                    <a:pt x="3829" y="365833"/>
                  </a:lnTo>
                  <a:lnTo>
                    <a:pt x="4497" y="365833"/>
                  </a:lnTo>
                  <a:lnTo>
                    <a:pt x="5165" y="310519"/>
                  </a:lnTo>
                  <a:lnTo>
                    <a:pt x="5833" y="304657"/>
                  </a:lnTo>
                  <a:lnTo>
                    <a:pt x="6501" y="267808"/>
                  </a:lnTo>
                  <a:lnTo>
                    <a:pt x="7169" y="217492"/>
                  </a:lnTo>
                  <a:lnTo>
                    <a:pt x="7837" y="197432"/>
                  </a:lnTo>
                  <a:lnTo>
                    <a:pt x="8505" y="192607"/>
                  </a:lnTo>
                  <a:lnTo>
                    <a:pt x="9173" y="108742"/>
                  </a:lnTo>
                  <a:lnTo>
                    <a:pt x="9841" y="87796"/>
                  </a:lnTo>
                  <a:lnTo>
                    <a:pt x="10509" y="123607"/>
                  </a:lnTo>
                  <a:lnTo>
                    <a:pt x="11177" y="60997"/>
                  </a:lnTo>
                  <a:lnTo>
                    <a:pt x="11845" y="53879"/>
                  </a:lnTo>
                  <a:lnTo>
                    <a:pt x="12513" y="39874"/>
                  </a:lnTo>
                  <a:lnTo>
                    <a:pt x="13181" y="29859"/>
                  </a:lnTo>
                  <a:lnTo>
                    <a:pt x="13849" y="16891"/>
                  </a:lnTo>
                  <a:lnTo>
                    <a:pt x="14517" y="16891"/>
                  </a:lnTo>
                  <a:lnTo>
                    <a:pt x="15185" y="14756"/>
                  </a:lnTo>
                  <a:lnTo>
                    <a:pt x="15853" y="0"/>
                  </a:lnTo>
                  <a:lnTo>
                    <a:pt x="16521" y="70724"/>
                  </a:lnTo>
                  <a:lnTo>
                    <a:pt x="17189" y="126959"/>
                  </a:lnTo>
                  <a:lnTo>
                    <a:pt x="17857" y="149865"/>
                  </a:lnTo>
                  <a:lnTo>
                    <a:pt x="18525" y="149865"/>
                  </a:lnTo>
                  <a:lnTo>
                    <a:pt x="19193" y="149865"/>
                  </a:lnTo>
                  <a:lnTo>
                    <a:pt x="19861" y="149865"/>
                  </a:lnTo>
                  <a:lnTo>
                    <a:pt x="20530" y="159101"/>
                  </a:lnTo>
                  <a:lnTo>
                    <a:pt x="21198" y="254771"/>
                  </a:lnTo>
                  <a:lnTo>
                    <a:pt x="21866" y="361008"/>
                  </a:lnTo>
                  <a:lnTo>
                    <a:pt x="22534" y="421542"/>
                  </a:lnTo>
                  <a:lnTo>
                    <a:pt x="23202" y="396740"/>
                  </a:lnTo>
                  <a:lnTo>
                    <a:pt x="23870" y="420370"/>
                  </a:lnTo>
                  <a:lnTo>
                    <a:pt x="24538" y="420370"/>
                  </a:lnTo>
                  <a:lnTo>
                    <a:pt x="25013" y="4781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252161" y="2066149"/>
              <a:ext cx="2005" cy="139"/>
            </a:xfrm>
            <a:custGeom>
              <a:avLst/>
              <a:pathLst>
                <a:path w="2005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5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266857" y="1967206"/>
              <a:ext cx="39222" cy="99082"/>
            </a:xfrm>
            <a:custGeom>
              <a:avLst/>
              <a:pathLst>
                <a:path w="39222" h="99082">
                  <a:moveTo>
                    <a:pt x="0" y="99082"/>
                  </a:moveTo>
                  <a:lnTo>
                    <a:pt x="0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98943"/>
                  </a:lnTo>
                  <a:lnTo>
                    <a:pt x="2673" y="98943"/>
                  </a:lnTo>
                  <a:lnTo>
                    <a:pt x="3341" y="98943"/>
                  </a:lnTo>
                  <a:lnTo>
                    <a:pt x="4009" y="98943"/>
                  </a:lnTo>
                  <a:lnTo>
                    <a:pt x="4677" y="98943"/>
                  </a:lnTo>
                  <a:lnTo>
                    <a:pt x="5345" y="98943"/>
                  </a:lnTo>
                  <a:lnTo>
                    <a:pt x="6013" y="98943"/>
                  </a:lnTo>
                  <a:lnTo>
                    <a:pt x="6681" y="98943"/>
                  </a:lnTo>
                  <a:lnTo>
                    <a:pt x="7349" y="98943"/>
                  </a:lnTo>
                  <a:lnTo>
                    <a:pt x="8017" y="98943"/>
                  </a:lnTo>
                  <a:lnTo>
                    <a:pt x="8685" y="98943"/>
                  </a:lnTo>
                  <a:lnTo>
                    <a:pt x="9353" y="98943"/>
                  </a:lnTo>
                  <a:lnTo>
                    <a:pt x="10021" y="98943"/>
                  </a:lnTo>
                  <a:lnTo>
                    <a:pt x="10689" y="98943"/>
                  </a:lnTo>
                  <a:lnTo>
                    <a:pt x="11357" y="98943"/>
                  </a:lnTo>
                  <a:lnTo>
                    <a:pt x="12025" y="98943"/>
                  </a:lnTo>
                  <a:lnTo>
                    <a:pt x="12693" y="98943"/>
                  </a:lnTo>
                  <a:lnTo>
                    <a:pt x="13361" y="98943"/>
                  </a:lnTo>
                  <a:lnTo>
                    <a:pt x="14029" y="98943"/>
                  </a:lnTo>
                  <a:lnTo>
                    <a:pt x="14697" y="98943"/>
                  </a:lnTo>
                  <a:lnTo>
                    <a:pt x="15365" y="98943"/>
                  </a:lnTo>
                  <a:lnTo>
                    <a:pt x="16033" y="98943"/>
                  </a:lnTo>
                  <a:lnTo>
                    <a:pt x="16701" y="98943"/>
                  </a:lnTo>
                  <a:lnTo>
                    <a:pt x="17369" y="98943"/>
                  </a:lnTo>
                  <a:lnTo>
                    <a:pt x="18037" y="98943"/>
                  </a:lnTo>
                  <a:lnTo>
                    <a:pt x="18705" y="98943"/>
                  </a:lnTo>
                  <a:lnTo>
                    <a:pt x="19373" y="98943"/>
                  </a:lnTo>
                  <a:lnTo>
                    <a:pt x="20041" y="98943"/>
                  </a:lnTo>
                  <a:lnTo>
                    <a:pt x="20709" y="98943"/>
                  </a:lnTo>
                  <a:lnTo>
                    <a:pt x="21377" y="98943"/>
                  </a:lnTo>
                  <a:lnTo>
                    <a:pt x="22045" y="98943"/>
                  </a:lnTo>
                  <a:lnTo>
                    <a:pt x="22713" y="98943"/>
                  </a:lnTo>
                  <a:lnTo>
                    <a:pt x="23381" y="98943"/>
                  </a:lnTo>
                  <a:lnTo>
                    <a:pt x="24049" y="98943"/>
                  </a:lnTo>
                  <a:lnTo>
                    <a:pt x="24717" y="98943"/>
                  </a:lnTo>
                  <a:lnTo>
                    <a:pt x="25386" y="98943"/>
                  </a:lnTo>
                  <a:lnTo>
                    <a:pt x="26054" y="98943"/>
                  </a:lnTo>
                  <a:lnTo>
                    <a:pt x="26722" y="98943"/>
                  </a:lnTo>
                  <a:lnTo>
                    <a:pt x="27390" y="98943"/>
                  </a:lnTo>
                  <a:lnTo>
                    <a:pt x="28058" y="98943"/>
                  </a:lnTo>
                  <a:lnTo>
                    <a:pt x="28726" y="98943"/>
                  </a:lnTo>
                  <a:lnTo>
                    <a:pt x="29394" y="4601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25253"/>
                  </a:lnTo>
                  <a:lnTo>
                    <a:pt x="34070" y="15392"/>
                  </a:lnTo>
                  <a:lnTo>
                    <a:pt x="34738" y="41294"/>
                  </a:lnTo>
                  <a:lnTo>
                    <a:pt x="35406" y="41294"/>
                  </a:lnTo>
                  <a:lnTo>
                    <a:pt x="36074" y="41294"/>
                  </a:lnTo>
                  <a:lnTo>
                    <a:pt x="36742" y="41294"/>
                  </a:lnTo>
                  <a:lnTo>
                    <a:pt x="37410" y="41294"/>
                  </a:lnTo>
                  <a:lnTo>
                    <a:pt x="38078" y="41294"/>
                  </a:lnTo>
                  <a:lnTo>
                    <a:pt x="38746" y="41294"/>
                  </a:lnTo>
                  <a:lnTo>
                    <a:pt x="39222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311615" y="2066149"/>
              <a:ext cx="25386" cy="139"/>
            </a:xfrm>
            <a:custGeom>
              <a:avLst/>
              <a:pathLst>
                <a:path w="25386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4049" y="0"/>
                  </a:lnTo>
                  <a:lnTo>
                    <a:pt x="24717" y="0"/>
                  </a:lnTo>
                  <a:lnTo>
                    <a:pt x="25385" y="0"/>
                  </a:lnTo>
                  <a:lnTo>
                    <a:pt x="2538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357041" y="2066149"/>
              <a:ext cx="4678" cy="139"/>
            </a:xfrm>
            <a:custGeom>
              <a:avLst/>
              <a:pathLst>
                <a:path w="4678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4678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374410" y="1731885"/>
              <a:ext cx="89954" cy="334404"/>
            </a:xfrm>
            <a:custGeom>
              <a:avLst/>
              <a:pathLst>
                <a:path w="89954" h="334404">
                  <a:moveTo>
                    <a:pt x="0" y="334404"/>
                  </a:moveTo>
                  <a:lnTo>
                    <a:pt x="1" y="334264"/>
                  </a:lnTo>
                  <a:lnTo>
                    <a:pt x="669" y="334264"/>
                  </a:lnTo>
                  <a:lnTo>
                    <a:pt x="1337" y="334264"/>
                  </a:lnTo>
                  <a:lnTo>
                    <a:pt x="2005" y="334264"/>
                  </a:lnTo>
                  <a:lnTo>
                    <a:pt x="2673" y="334264"/>
                  </a:lnTo>
                  <a:lnTo>
                    <a:pt x="3341" y="334264"/>
                  </a:lnTo>
                  <a:lnTo>
                    <a:pt x="4009" y="334264"/>
                  </a:lnTo>
                  <a:lnTo>
                    <a:pt x="4677" y="334264"/>
                  </a:lnTo>
                  <a:lnTo>
                    <a:pt x="5345" y="334264"/>
                  </a:lnTo>
                  <a:lnTo>
                    <a:pt x="6013" y="334264"/>
                  </a:lnTo>
                  <a:lnTo>
                    <a:pt x="6681" y="334264"/>
                  </a:lnTo>
                  <a:lnTo>
                    <a:pt x="7349" y="334264"/>
                  </a:lnTo>
                  <a:lnTo>
                    <a:pt x="8017" y="334264"/>
                  </a:lnTo>
                  <a:lnTo>
                    <a:pt x="8685" y="334264"/>
                  </a:lnTo>
                  <a:lnTo>
                    <a:pt x="9353" y="334264"/>
                  </a:lnTo>
                  <a:lnTo>
                    <a:pt x="10021" y="334264"/>
                  </a:lnTo>
                  <a:lnTo>
                    <a:pt x="10689" y="334264"/>
                  </a:lnTo>
                  <a:lnTo>
                    <a:pt x="11357" y="334264"/>
                  </a:lnTo>
                  <a:lnTo>
                    <a:pt x="12025" y="334264"/>
                  </a:lnTo>
                  <a:lnTo>
                    <a:pt x="12693" y="334264"/>
                  </a:lnTo>
                  <a:lnTo>
                    <a:pt x="13361" y="334264"/>
                  </a:lnTo>
                  <a:lnTo>
                    <a:pt x="14029" y="334264"/>
                  </a:lnTo>
                  <a:lnTo>
                    <a:pt x="14697" y="334264"/>
                  </a:lnTo>
                  <a:lnTo>
                    <a:pt x="15365" y="334264"/>
                  </a:lnTo>
                  <a:lnTo>
                    <a:pt x="16033" y="334264"/>
                  </a:lnTo>
                  <a:lnTo>
                    <a:pt x="16701" y="334264"/>
                  </a:lnTo>
                  <a:lnTo>
                    <a:pt x="17369" y="334264"/>
                  </a:lnTo>
                  <a:lnTo>
                    <a:pt x="18037" y="334264"/>
                  </a:lnTo>
                  <a:lnTo>
                    <a:pt x="18705" y="334264"/>
                  </a:lnTo>
                  <a:lnTo>
                    <a:pt x="19373" y="334264"/>
                  </a:lnTo>
                  <a:lnTo>
                    <a:pt x="20041" y="334264"/>
                  </a:lnTo>
                  <a:lnTo>
                    <a:pt x="20709" y="334264"/>
                  </a:lnTo>
                  <a:lnTo>
                    <a:pt x="21377" y="334264"/>
                  </a:lnTo>
                  <a:lnTo>
                    <a:pt x="22045" y="334264"/>
                  </a:lnTo>
                  <a:lnTo>
                    <a:pt x="22713" y="334264"/>
                  </a:lnTo>
                  <a:lnTo>
                    <a:pt x="23382" y="334264"/>
                  </a:lnTo>
                  <a:lnTo>
                    <a:pt x="24050" y="334264"/>
                  </a:lnTo>
                  <a:lnTo>
                    <a:pt x="24718" y="334264"/>
                  </a:lnTo>
                  <a:lnTo>
                    <a:pt x="25386" y="334264"/>
                  </a:lnTo>
                  <a:lnTo>
                    <a:pt x="26054" y="334264"/>
                  </a:lnTo>
                  <a:lnTo>
                    <a:pt x="26722" y="334264"/>
                  </a:lnTo>
                  <a:lnTo>
                    <a:pt x="27390" y="334264"/>
                  </a:lnTo>
                  <a:lnTo>
                    <a:pt x="28058" y="334264"/>
                  </a:lnTo>
                  <a:lnTo>
                    <a:pt x="28726" y="334264"/>
                  </a:lnTo>
                  <a:lnTo>
                    <a:pt x="29394" y="334264"/>
                  </a:lnTo>
                  <a:lnTo>
                    <a:pt x="30062" y="334264"/>
                  </a:lnTo>
                  <a:lnTo>
                    <a:pt x="30730" y="334264"/>
                  </a:lnTo>
                  <a:lnTo>
                    <a:pt x="31398" y="334264"/>
                  </a:lnTo>
                  <a:lnTo>
                    <a:pt x="32066" y="334264"/>
                  </a:lnTo>
                  <a:lnTo>
                    <a:pt x="32734" y="334264"/>
                  </a:lnTo>
                  <a:lnTo>
                    <a:pt x="33402" y="334264"/>
                  </a:lnTo>
                  <a:lnTo>
                    <a:pt x="34070" y="334264"/>
                  </a:lnTo>
                  <a:lnTo>
                    <a:pt x="34738" y="334264"/>
                  </a:lnTo>
                  <a:lnTo>
                    <a:pt x="35406" y="334264"/>
                  </a:lnTo>
                  <a:lnTo>
                    <a:pt x="36074" y="334264"/>
                  </a:lnTo>
                  <a:lnTo>
                    <a:pt x="36742" y="334264"/>
                  </a:lnTo>
                  <a:lnTo>
                    <a:pt x="37410" y="334264"/>
                  </a:lnTo>
                  <a:lnTo>
                    <a:pt x="38078" y="334264"/>
                  </a:lnTo>
                  <a:lnTo>
                    <a:pt x="38746" y="334264"/>
                  </a:lnTo>
                  <a:lnTo>
                    <a:pt x="39414" y="334264"/>
                  </a:lnTo>
                  <a:lnTo>
                    <a:pt x="40082" y="334264"/>
                  </a:lnTo>
                  <a:lnTo>
                    <a:pt x="40750" y="334264"/>
                  </a:lnTo>
                  <a:lnTo>
                    <a:pt x="41418" y="334264"/>
                  </a:lnTo>
                  <a:lnTo>
                    <a:pt x="42086" y="334264"/>
                  </a:lnTo>
                  <a:lnTo>
                    <a:pt x="42754" y="334264"/>
                  </a:lnTo>
                  <a:lnTo>
                    <a:pt x="43422" y="334264"/>
                  </a:lnTo>
                  <a:lnTo>
                    <a:pt x="44090" y="334264"/>
                  </a:lnTo>
                  <a:lnTo>
                    <a:pt x="44758" y="334264"/>
                  </a:lnTo>
                  <a:lnTo>
                    <a:pt x="45426" y="334264"/>
                  </a:lnTo>
                  <a:lnTo>
                    <a:pt x="46094" y="334264"/>
                  </a:lnTo>
                  <a:lnTo>
                    <a:pt x="46762" y="334264"/>
                  </a:lnTo>
                  <a:lnTo>
                    <a:pt x="47431" y="334264"/>
                  </a:lnTo>
                  <a:lnTo>
                    <a:pt x="48099" y="334264"/>
                  </a:lnTo>
                  <a:lnTo>
                    <a:pt x="48767" y="334264"/>
                  </a:lnTo>
                  <a:lnTo>
                    <a:pt x="49435" y="334264"/>
                  </a:lnTo>
                  <a:lnTo>
                    <a:pt x="50103" y="334264"/>
                  </a:lnTo>
                  <a:lnTo>
                    <a:pt x="50771" y="334264"/>
                  </a:lnTo>
                  <a:lnTo>
                    <a:pt x="51439" y="334264"/>
                  </a:lnTo>
                  <a:lnTo>
                    <a:pt x="52107" y="334264"/>
                  </a:lnTo>
                  <a:lnTo>
                    <a:pt x="52775" y="334264"/>
                  </a:lnTo>
                  <a:lnTo>
                    <a:pt x="53443" y="334264"/>
                  </a:lnTo>
                  <a:lnTo>
                    <a:pt x="54111" y="334264"/>
                  </a:lnTo>
                  <a:lnTo>
                    <a:pt x="54779" y="334264"/>
                  </a:lnTo>
                  <a:lnTo>
                    <a:pt x="55447" y="334264"/>
                  </a:lnTo>
                  <a:lnTo>
                    <a:pt x="56115" y="334264"/>
                  </a:lnTo>
                  <a:lnTo>
                    <a:pt x="56783" y="334264"/>
                  </a:lnTo>
                  <a:lnTo>
                    <a:pt x="57451" y="334264"/>
                  </a:lnTo>
                  <a:lnTo>
                    <a:pt x="58119" y="334264"/>
                  </a:lnTo>
                  <a:lnTo>
                    <a:pt x="58787" y="334264"/>
                  </a:lnTo>
                  <a:lnTo>
                    <a:pt x="59455" y="334264"/>
                  </a:lnTo>
                  <a:lnTo>
                    <a:pt x="60123" y="334264"/>
                  </a:lnTo>
                  <a:lnTo>
                    <a:pt x="60791" y="334264"/>
                  </a:lnTo>
                  <a:lnTo>
                    <a:pt x="61459" y="334264"/>
                  </a:lnTo>
                  <a:lnTo>
                    <a:pt x="62127" y="334264"/>
                  </a:lnTo>
                  <a:lnTo>
                    <a:pt x="62795" y="334264"/>
                  </a:lnTo>
                  <a:lnTo>
                    <a:pt x="63463" y="334264"/>
                  </a:lnTo>
                  <a:lnTo>
                    <a:pt x="64131" y="334264"/>
                  </a:lnTo>
                  <a:lnTo>
                    <a:pt x="64799" y="287845"/>
                  </a:lnTo>
                  <a:lnTo>
                    <a:pt x="65467" y="235321"/>
                  </a:lnTo>
                  <a:lnTo>
                    <a:pt x="66135" y="235321"/>
                  </a:lnTo>
                  <a:lnTo>
                    <a:pt x="66803" y="235321"/>
                  </a:lnTo>
                  <a:lnTo>
                    <a:pt x="67471" y="235321"/>
                  </a:lnTo>
                  <a:lnTo>
                    <a:pt x="68139" y="186773"/>
                  </a:lnTo>
                  <a:lnTo>
                    <a:pt x="68807" y="149613"/>
                  </a:lnTo>
                  <a:lnTo>
                    <a:pt x="69475" y="118296"/>
                  </a:lnTo>
                  <a:lnTo>
                    <a:pt x="70143" y="74013"/>
                  </a:lnTo>
                  <a:lnTo>
                    <a:pt x="70811" y="42696"/>
                  </a:lnTo>
                  <a:lnTo>
                    <a:pt x="71479" y="6386"/>
                  </a:lnTo>
                  <a:lnTo>
                    <a:pt x="72148" y="6386"/>
                  </a:lnTo>
                  <a:lnTo>
                    <a:pt x="72816" y="6386"/>
                  </a:lnTo>
                  <a:lnTo>
                    <a:pt x="73484" y="6386"/>
                  </a:lnTo>
                  <a:lnTo>
                    <a:pt x="74152" y="6386"/>
                  </a:lnTo>
                  <a:lnTo>
                    <a:pt x="74820" y="35940"/>
                  </a:lnTo>
                  <a:lnTo>
                    <a:pt x="75488" y="74013"/>
                  </a:lnTo>
                  <a:lnTo>
                    <a:pt x="76156" y="74013"/>
                  </a:lnTo>
                  <a:lnTo>
                    <a:pt x="76824" y="74013"/>
                  </a:lnTo>
                  <a:lnTo>
                    <a:pt x="77492" y="70457"/>
                  </a:lnTo>
                  <a:lnTo>
                    <a:pt x="78160" y="42696"/>
                  </a:lnTo>
                  <a:lnTo>
                    <a:pt x="78828" y="74013"/>
                  </a:lnTo>
                  <a:lnTo>
                    <a:pt x="79496" y="103193"/>
                  </a:lnTo>
                  <a:lnTo>
                    <a:pt x="80164" y="149613"/>
                  </a:lnTo>
                  <a:lnTo>
                    <a:pt x="80832" y="157687"/>
                  </a:lnTo>
                  <a:lnTo>
                    <a:pt x="81500" y="149613"/>
                  </a:lnTo>
                  <a:lnTo>
                    <a:pt x="82168" y="149613"/>
                  </a:lnTo>
                  <a:lnTo>
                    <a:pt x="82836" y="149613"/>
                  </a:lnTo>
                  <a:lnTo>
                    <a:pt x="83504" y="149613"/>
                  </a:lnTo>
                  <a:lnTo>
                    <a:pt x="84172" y="92095"/>
                  </a:lnTo>
                  <a:lnTo>
                    <a:pt x="84840" y="0"/>
                  </a:lnTo>
                  <a:lnTo>
                    <a:pt x="85508" y="17636"/>
                  </a:lnTo>
                  <a:lnTo>
                    <a:pt x="86176" y="105054"/>
                  </a:lnTo>
                  <a:lnTo>
                    <a:pt x="86844" y="198923"/>
                  </a:lnTo>
                  <a:lnTo>
                    <a:pt x="87512" y="220823"/>
                  </a:lnTo>
                  <a:lnTo>
                    <a:pt x="88180" y="295635"/>
                  </a:lnTo>
                  <a:lnTo>
                    <a:pt x="88848" y="295635"/>
                  </a:lnTo>
                  <a:lnTo>
                    <a:pt x="89516" y="295635"/>
                  </a:lnTo>
                  <a:lnTo>
                    <a:pt x="89954" y="3344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475282" y="2066149"/>
              <a:ext cx="7350" cy="139"/>
            </a:xfrm>
            <a:custGeom>
              <a:avLst/>
              <a:pathLst>
                <a:path w="7350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4" y="0"/>
                  </a:lnTo>
                  <a:lnTo>
                    <a:pt x="2672" y="0"/>
                  </a:lnTo>
                  <a:lnTo>
                    <a:pt x="3340" y="0"/>
                  </a:lnTo>
                  <a:lnTo>
                    <a:pt x="4008" y="0"/>
                  </a:lnTo>
                  <a:lnTo>
                    <a:pt x="4676" y="0"/>
                  </a:lnTo>
                  <a:lnTo>
                    <a:pt x="5344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7350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514028" y="1967206"/>
              <a:ext cx="2526" cy="99082"/>
            </a:xfrm>
            <a:custGeom>
              <a:avLst/>
              <a:pathLst>
                <a:path w="2526" h="99082">
                  <a:moveTo>
                    <a:pt x="0" y="99082"/>
                  </a:moveTo>
                  <a:lnTo>
                    <a:pt x="0" y="98943"/>
                  </a:lnTo>
                  <a:lnTo>
                    <a:pt x="668" y="23343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526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531216" y="2047917"/>
              <a:ext cx="1070" cy="18371"/>
            </a:xfrm>
            <a:custGeom>
              <a:avLst/>
              <a:pathLst>
                <a:path w="1070" h="18371">
                  <a:moveTo>
                    <a:pt x="0" y="18371"/>
                  </a:moveTo>
                  <a:lnTo>
                    <a:pt x="180" y="2950"/>
                  </a:lnTo>
                  <a:lnTo>
                    <a:pt x="848" y="0"/>
                  </a:lnTo>
                  <a:lnTo>
                    <a:pt x="1070" y="1837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33630" y="1637497"/>
              <a:ext cx="14289" cy="428791"/>
            </a:xfrm>
            <a:custGeom>
              <a:avLst/>
              <a:pathLst>
                <a:path w="14289" h="428791">
                  <a:moveTo>
                    <a:pt x="0" y="428791"/>
                  </a:moveTo>
                  <a:lnTo>
                    <a:pt x="438" y="384093"/>
                  </a:lnTo>
                  <a:lnTo>
                    <a:pt x="1106" y="295403"/>
                  </a:lnTo>
                  <a:lnTo>
                    <a:pt x="1774" y="265945"/>
                  </a:lnTo>
                  <a:lnTo>
                    <a:pt x="2442" y="126976"/>
                  </a:lnTo>
                  <a:lnTo>
                    <a:pt x="3111" y="100774"/>
                  </a:lnTo>
                  <a:lnTo>
                    <a:pt x="3779" y="120324"/>
                  </a:lnTo>
                  <a:lnTo>
                    <a:pt x="4447" y="140489"/>
                  </a:lnTo>
                  <a:lnTo>
                    <a:pt x="5115" y="100774"/>
                  </a:lnTo>
                  <a:lnTo>
                    <a:pt x="5783" y="100774"/>
                  </a:lnTo>
                  <a:lnTo>
                    <a:pt x="6451" y="69457"/>
                  </a:lnTo>
                  <a:lnTo>
                    <a:pt x="7119" y="0"/>
                  </a:lnTo>
                  <a:lnTo>
                    <a:pt x="7787" y="30905"/>
                  </a:lnTo>
                  <a:lnTo>
                    <a:pt x="8455" y="39598"/>
                  </a:lnTo>
                  <a:lnTo>
                    <a:pt x="9123" y="39598"/>
                  </a:lnTo>
                  <a:lnTo>
                    <a:pt x="9791" y="39598"/>
                  </a:lnTo>
                  <a:lnTo>
                    <a:pt x="10459" y="39598"/>
                  </a:lnTo>
                  <a:lnTo>
                    <a:pt x="11127" y="39598"/>
                  </a:lnTo>
                  <a:lnTo>
                    <a:pt x="11795" y="42522"/>
                  </a:lnTo>
                  <a:lnTo>
                    <a:pt x="12463" y="137084"/>
                  </a:lnTo>
                  <a:lnTo>
                    <a:pt x="13131" y="269501"/>
                  </a:lnTo>
                  <a:lnTo>
                    <a:pt x="13799" y="288602"/>
                  </a:lnTo>
                  <a:lnTo>
                    <a:pt x="14289" y="4287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7700" y="1881498"/>
              <a:ext cx="8401" cy="184790"/>
            </a:xfrm>
            <a:custGeom>
              <a:avLst/>
              <a:pathLst>
                <a:path w="8401" h="184790">
                  <a:moveTo>
                    <a:pt x="0" y="184790"/>
                  </a:moveTo>
                  <a:lnTo>
                    <a:pt x="479" y="179676"/>
                  </a:lnTo>
                  <a:lnTo>
                    <a:pt x="1147" y="85708"/>
                  </a:lnTo>
                  <a:lnTo>
                    <a:pt x="1815" y="85708"/>
                  </a:lnTo>
                  <a:lnTo>
                    <a:pt x="2483" y="85708"/>
                  </a:lnTo>
                  <a:lnTo>
                    <a:pt x="3151" y="85708"/>
                  </a:lnTo>
                  <a:lnTo>
                    <a:pt x="3819" y="85708"/>
                  </a:lnTo>
                  <a:lnTo>
                    <a:pt x="4487" y="0"/>
                  </a:lnTo>
                  <a:lnTo>
                    <a:pt x="5155" y="0"/>
                  </a:lnTo>
                  <a:lnTo>
                    <a:pt x="5823" y="0"/>
                  </a:lnTo>
                  <a:lnTo>
                    <a:pt x="6491" y="32923"/>
                  </a:lnTo>
                  <a:lnTo>
                    <a:pt x="7159" y="85708"/>
                  </a:lnTo>
                  <a:lnTo>
                    <a:pt x="7827" y="172464"/>
                  </a:lnTo>
                  <a:lnTo>
                    <a:pt x="8401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96234" y="1446703"/>
              <a:ext cx="47065" cy="619585"/>
            </a:xfrm>
            <a:custGeom>
              <a:avLst/>
              <a:pathLst>
                <a:path w="47065" h="619585">
                  <a:moveTo>
                    <a:pt x="0" y="619585"/>
                  </a:moveTo>
                  <a:lnTo>
                    <a:pt x="630" y="585935"/>
                  </a:lnTo>
                  <a:lnTo>
                    <a:pt x="1298" y="535894"/>
                  </a:lnTo>
                  <a:lnTo>
                    <a:pt x="1966" y="535894"/>
                  </a:lnTo>
                  <a:lnTo>
                    <a:pt x="2634" y="535894"/>
                  </a:lnTo>
                  <a:lnTo>
                    <a:pt x="3302" y="535894"/>
                  </a:lnTo>
                  <a:lnTo>
                    <a:pt x="3970" y="504578"/>
                  </a:lnTo>
                  <a:lnTo>
                    <a:pt x="4638" y="460294"/>
                  </a:lnTo>
                  <a:lnTo>
                    <a:pt x="5306" y="460294"/>
                  </a:lnTo>
                  <a:lnTo>
                    <a:pt x="5974" y="496982"/>
                  </a:lnTo>
                  <a:lnTo>
                    <a:pt x="6642" y="418570"/>
                  </a:lnTo>
                  <a:lnTo>
                    <a:pt x="7310" y="418570"/>
                  </a:lnTo>
                  <a:lnTo>
                    <a:pt x="7978" y="418570"/>
                  </a:lnTo>
                  <a:lnTo>
                    <a:pt x="8646" y="418570"/>
                  </a:lnTo>
                  <a:lnTo>
                    <a:pt x="9314" y="411769"/>
                  </a:lnTo>
                  <a:lnTo>
                    <a:pt x="9982" y="392668"/>
                  </a:lnTo>
                  <a:lnTo>
                    <a:pt x="10650" y="418870"/>
                  </a:lnTo>
                  <a:lnTo>
                    <a:pt x="11318" y="460294"/>
                  </a:lnTo>
                  <a:lnTo>
                    <a:pt x="11986" y="460294"/>
                  </a:lnTo>
                  <a:lnTo>
                    <a:pt x="12654" y="460294"/>
                  </a:lnTo>
                  <a:lnTo>
                    <a:pt x="13322" y="460294"/>
                  </a:lnTo>
                  <a:lnTo>
                    <a:pt x="13990" y="489475"/>
                  </a:lnTo>
                  <a:lnTo>
                    <a:pt x="14658" y="535894"/>
                  </a:lnTo>
                  <a:lnTo>
                    <a:pt x="15326" y="535894"/>
                  </a:lnTo>
                  <a:lnTo>
                    <a:pt x="15994" y="577319"/>
                  </a:lnTo>
                  <a:lnTo>
                    <a:pt x="16662" y="619446"/>
                  </a:lnTo>
                  <a:lnTo>
                    <a:pt x="17330" y="619446"/>
                  </a:lnTo>
                  <a:lnTo>
                    <a:pt x="17998" y="619446"/>
                  </a:lnTo>
                  <a:lnTo>
                    <a:pt x="18666" y="619446"/>
                  </a:lnTo>
                  <a:lnTo>
                    <a:pt x="19334" y="619446"/>
                  </a:lnTo>
                  <a:lnTo>
                    <a:pt x="20003" y="619446"/>
                  </a:lnTo>
                  <a:lnTo>
                    <a:pt x="20671" y="619446"/>
                  </a:lnTo>
                  <a:lnTo>
                    <a:pt x="21339" y="619446"/>
                  </a:lnTo>
                  <a:lnTo>
                    <a:pt x="22007" y="619446"/>
                  </a:lnTo>
                  <a:lnTo>
                    <a:pt x="22675" y="619446"/>
                  </a:lnTo>
                  <a:lnTo>
                    <a:pt x="23343" y="619446"/>
                  </a:lnTo>
                  <a:lnTo>
                    <a:pt x="24011" y="619446"/>
                  </a:lnTo>
                  <a:lnTo>
                    <a:pt x="24679" y="619446"/>
                  </a:lnTo>
                  <a:lnTo>
                    <a:pt x="25347" y="619446"/>
                  </a:lnTo>
                  <a:lnTo>
                    <a:pt x="26015" y="619446"/>
                  </a:lnTo>
                  <a:lnTo>
                    <a:pt x="26683" y="619446"/>
                  </a:lnTo>
                  <a:lnTo>
                    <a:pt x="27351" y="619446"/>
                  </a:lnTo>
                  <a:lnTo>
                    <a:pt x="28019" y="534406"/>
                  </a:lnTo>
                  <a:lnTo>
                    <a:pt x="28687" y="493567"/>
                  </a:lnTo>
                  <a:lnTo>
                    <a:pt x="29355" y="434794"/>
                  </a:lnTo>
                  <a:lnTo>
                    <a:pt x="30023" y="434794"/>
                  </a:lnTo>
                  <a:lnTo>
                    <a:pt x="30691" y="434794"/>
                  </a:lnTo>
                  <a:lnTo>
                    <a:pt x="31359" y="434794"/>
                  </a:lnTo>
                  <a:lnTo>
                    <a:pt x="32027" y="434794"/>
                  </a:lnTo>
                  <a:lnTo>
                    <a:pt x="32695" y="362770"/>
                  </a:lnTo>
                  <a:lnTo>
                    <a:pt x="33363" y="359194"/>
                  </a:lnTo>
                  <a:lnTo>
                    <a:pt x="34031" y="298018"/>
                  </a:lnTo>
                  <a:lnTo>
                    <a:pt x="34699" y="201860"/>
                  </a:lnTo>
                  <a:lnTo>
                    <a:pt x="35367" y="153496"/>
                  </a:lnTo>
                  <a:lnTo>
                    <a:pt x="36035" y="84835"/>
                  </a:lnTo>
                  <a:lnTo>
                    <a:pt x="36703" y="42104"/>
                  </a:lnTo>
                  <a:lnTo>
                    <a:pt x="37371" y="0"/>
                  </a:lnTo>
                  <a:lnTo>
                    <a:pt x="38039" y="115513"/>
                  </a:lnTo>
                  <a:lnTo>
                    <a:pt x="38707" y="119706"/>
                  </a:lnTo>
                  <a:lnTo>
                    <a:pt x="39375" y="132416"/>
                  </a:lnTo>
                  <a:lnTo>
                    <a:pt x="40043" y="132416"/>
                  </a:lnTo>
                  <a:lnTo>
                    <a:pt x="40711" y="132416"/>
                  </a:lnTo>
                  <a:lnTo>
                    <a:pt x="41379" y="132416"/>
                  </a:lnTo>
                  <a:lnTo>
                    <a:pt x="42047" y="132416"/>
                  </a:lnTo>
                  <a:lnTo>
                    <a:pt x="42715" y="174412"/>
                  </a:lnTo>
                  <a:lnTo>
                    <a:pt x="43383" y="202602"/>
                  </a:lnTo>
                  <a:lnTo>
                    <a:pt x="44052" y="245251"/>
                  </a:lnTo>
                  <a:lnTo>
                    <a:pt x="44720" y="328863"/>
                  </a:lnTo>
                  <a:lnTo>
                    <a:pt x="45388" y="381170"/>
                  </a:lnTo>
                  <a:lnTo>
                    <a:pt x="46056" y="472089"/>
                  </a:lnTo>
                  <a:lnTo>
                    <a:pt x="46724" y="542046"/>
                  </a:lnTo>
                  <a:lnTo>
                    <a:pt x="47065" y="6195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658321" y="1881498"/>
              <a:ext cx="21378" cy="184790"/>
            </a:xfrm>
            <a:custGeom>
              <a:avLst/>
              <a:pathLst>
                <a:path w="21378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68802"/>
                  </a:lnTo>
                  <a:lnTo>
                    <a:pt x="6013" y="85708"/>
                  </a:lnTo>
                  <a:lnTo>
                    <a:pt x="6681" y="81139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12149"/>
                  </a:lnTo>
                  <a:lnTo>
                    <a:pt x="16033" y="85708"/>
                  </a:lnTo>
                  <a:lnTo>
                    <a:pt x="16701" y="90309"/>
                  </a:lnTo>
                  <a:lnTo>
                    <a:pt x="17369" y="184651"/>
                  </a:lnTo>
                  <a:lnTo>
                    <a:pt x="18037" y="184651"/>
                  </a:lnTo>
                  <a:lnTo>
                    <a:pt x="18705" y="184651"/>
                  </a:lnTo>
                  <a:lnTo>
                    <a:pt x="19373" y="184651"/>
                  </a:lnTo>
                  <a:lnTo>
                    <a:pt x="20041" y="184651"/>
                  </a:lnTo>
                  <a:lnTo>
                    <a:pt x="20709" y="184651"/>
                  </a:lnTo>
                  <a:lnTo>
                    <a:pt x="21377" y="184651"/>
                  </a:lnTo>
                  <a:lnTo>
                    <a:pt x="21378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684418" y="2008501"/>
              <a:ext cx="3757" cy="57787"/>
            </a:xfrm>
            <a:custGeom>
              <a:avLst/>
              <a:pathLst>
                <a:path w="3757" h="57787">
                  <a:moveTo>
                    <a:pt x="0" y="57787"/>
                  </a:moveTo>
                  <a:lnTo>
                    <a:pt x="624" y="28489"/>
                  </a:lnTo>
                  <a:lnTo>
                    <a:pt x="1293" y="0"/>
                  </a:lnTo>
                  <a:lnTo>
                    <a:pt x="1961" y="0"/>
                  </a:lnTo>
                  <a:lnTo>
                    <a:pt x="2629" y="0"/>
                  </a:lnTo>
                  <a:lnTo>
                    <a:pt x="3297" y="0"/>
                  </a:lnTo>
                  <a:lnTo>
                    <a:pt x="3757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694750" y="2047050"/>
              <a:ext cx="569" cy="19238"/>
            </a:xfrm>
            <a:custGeom>
              <a:avLst/>
              <a:pathLst>
                <a:path w="569" h="19238">
                  <a:moveTo>
                    <a:pt x="0" y="19238"/>
                  </a:moveTo>
                  <a:lnTo>
                    <a:pt x="313" y="0"/>
                  </a:lnTo>
                  <a:lnTo>
                    <a:pt x="569" y="1923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698623" y="1877499"/>
              <a:ext cx="37654" cy="188789"/>
            </a:xfrm>
            <a:custGeom>
              <a:avLst/>
              <a:pathLst>
                <a:path w="37654" h="188789">
                  <a:moveTo>
                    <a:pt x="0" y="188789"/>
                  </a:moveTo>
                  <a:lnTo>
                    <a:pt x="449" y="144091"/>
                  </a:lnTo>
                  <a:lnTo>
                    <a:pt x="1117" y="146141"/>
                  </a:lnTo>
                  <a:lnTo>
                    <a:pt x="1785" y="76465"/>
                  </a:lnTo>
                  <a:lnTo>
                    <a:pt x="2453" y="86165"/>
                  </a:lnTo>
                  <a:lnTo>
                    <a:pt x="3121" y="76465"/>
                  </a:lnTo>
                  <a:lnTo>
                    <a:pt x="3789" y="76465"/>
                  </a:lnTo>
                  <a:lnTo>
                    <a:pt x="4457" y="76465"/>
                  </a:lnTo>
                  <a:lnTo>
                    <a:pt x="5125" y="119603"/>
                  </a:lnTo>
                  <a:lnTo>
                    <a:pt x="5793" y="76465"/>
                  </a:lnTo>
                  <a:lnTo>
                    <a:pt x="6461" y="76465"/>
                  </a:lnTo>
                  <a:lnTo>
                    <a:pt x="7129" y="76465"/>
                  </a:lnTo>
                  <a:lnTo>
                    <a:pt x="7797" y="71640"/>
                  </a:lnTo>
                  <a:lnTo>
                    <a:pt x="8465" y="91190"/>
                  </a:lnTo>
                  <a:lnTo>
                    <a:pt x="9133" y="124038"/>
                  </a:lnTo>
                  <a:lnTo>
                    <a:pt x="9801" y="29499"/>
                  </a:lnTo>
                  <a:lnTo>
                    <a:pt x="10469" y="22367"/>
                  </a:lnTo>
                  <a:lnTo>
                    <a:pt x="11137" y="0"/>
                  </a:lnTo>
                  <a:lnTo>
                    <a:pt x="11805" y="3998"/>
                  </a:lnTo>
                  <a:lnTo>
                    <a:pt x="12473" y="8023"/>
                  </a:lnTo>
                  <a:lnTo>
                    <a:pt x="13141" y="89707"/>
                  </a:lnTo>
                  <a:lnTo>
                    <a:pt x="13809" y="89707"/>
                  </a:lnTo>
                  <a:lnTo>
                    <a:pt x="14477" y="89707"/>
                  </a:lnTo>
                  <a:lnTo>
                    <a:pt x="15145" y="122630"/>
                  </a:lnTo>
                  <a:lnTo>
                    <a:pt x="15813" y="188650"/>
                  </a:lnTo>
                  <a:lnTo>
                    <a:pt x="16481" y="188650"/>
                  </a:lnTo>
                  <a:lnTo>
                    <a:pt x="17149" y="188650"/>
                  </a:lnTo>
                  <a:lnTo>
                    <a:pt x="17817" y="188650"/>
                  </a:lnTo>
                  <a:lnTo>
                    <a:pt x="18486" y="188650"/>
                  </a:lnTo>
                  <a:lnTo>
                    <a:pt x="19154" y="188650"/>
                  </a:lnTo>
                  <a:lnTo>
                    <a:pt x="19822" y="188650"/>
                  </a:lnTo>
                  <a:lnTo>
                    <a:pt x="20490" y="188650"/>
                  </a:lnTo>
                  <a:lnTo>
                    <a:pt x="21158" y="188650"/>
                  </a:lnTo>
                  <a:lnTo>
                    <a:pt x="21826" y="188650"/>
                  </a:lnTo>
                  <a:lnTo>
                    <a:pt x="22494" y="188650"/>
                  </a:lnTo>
                  <a:lnTo>
                    <a:pt x="23162" y="188650"/>
                  </a:lnTo>
                  <a:lnTo>
                    <a:pt x="23830" y="188650"/>
                  </a:lnTo>
                  <a:lnTo>
                    <a:pt x="24498" y="188650"/>
                  </a:lnTo>
                  <a:lnTo>
                    <a:pt x="25166" y="188650"/>
                  </a:lnTo>
                  <a:lnTo>
                    <a:pt x="25834" y="188650"/>
                  </a:lnTo>
                  <a:lnTo>
                    <a:pt x="26502" y="188650"/>
                  </a:lnTo>
                  <a:lnTo>
                    <a:pt x="27170" y="188650"/>
                  </a:lnTo>
                  <a:lnTo>
                    <a:pt x="27838" y="188650"/>
                  </a:lnTo>
                  <a:lnTo>
                    <a:pt x="28506" y="188650"/>
                  </a:lnTo>
                  <a:lnTo>
                    <a:pt x="29174" y="188650"/>
                  </a:lnTo>
                  <a:lnTo>
                    <a:pt x="29842" y="188650"/>
                  </a:lnTo>
                  <a:lnTo>
                    <a:pt x="30510" y="188650"/>
                  </a:lnTo>
                  <a:lnTo>
                    <a:pt x="31178" y="188650"/>
                  </a:lnTo>
                  <a:lnTo>
                    <a:pt x="31846" y="188650"/>
                  </a:lnTo>
                  <a:lnTo>
                    <a:pt x="32514" y="188650"/>
                  </a:lnTo>
                  <a:lnTo>
                    <a:pt x="33182" y="188650"/>
                  </a:lnTo>
                  <a:lnTo>
                    <a:pt x="33850" y="188650"/>
                  </a:lnTo>
                  <a:lnTo>
                    <a:pt x="34518" y="172801"/>
                  </a:lnTo>
                  <a:lnTo>
                    <a:pt x="35186" y="89707"/>
                  </a:lnTo>
                  <a:lnTo>
                    <a:pt x="35854" y="89707"/>
                  </a:lnTo>
                  <a:lnTo>
                    <a:pt x="36522" y="89707"/>
                  </a:lnTo>
                  <a:lnTo>
                    <a:pt x="37190" y="129631"/>
                  </a:lnTo>
                  <a:lnTo>
                    <a:pt x="37654" y="18878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764830" y="1689509"/>
              <a:ext cx="11734" cy="376779"/>
            </a:xfrm>
            <a:custGeom>
              <a:avLst/>
              <a:pathLst>
                <a:path w="11734" h="376779">
                  <a:moveTo>
                    <a:pt x="0" y="376779"/>
                  </a:moveTo>
                  <a:lnTo>
                    <a:pt x="376" y="330119"/>
                  </a:lnTo>
                  <a:lnTo>
                    <a:pt x="1044" y="239610"/>
                  </a:lnTo>
                  <a:lnTo>
                    <a:pt x="1712" y="193892"/>
                  </a:lnTo>
                  <a:lnTo>
                    <a:pt x="2381" y="193892"/>
                  </a:lnTo>
                  <a:lnTo>
                    <a:pt x="3049" y="193892"/>
                  </a:lnTo>
                  <a:lnTo>
                    <a:pt x="3717" y="150988"/>
                  </a:lnTo>
                  <a:lnTo>
                    <a:pt x="4385" y="173020"/>
                  </a:lnTo>
                  <a:lnTo>
                    <a:pt x="5053" y="159756"/>
                  </a:lnTo>
                  <a:lnTo>
                    <a:pt x="5721" y="116518"/>
                  </a:lnTo>
                  <a:lnTo>
                    <a:pt x="6389" y="48486"/>
                  </a:lnTo>
                  <a:lnTo>
                    <a:pt x="7057" y="0"/>
                  </a:lnTo>
                  <a:lnTo>
                    <a:pt x="7725" y="27510"/>
                  </a:lnTo>
                  <a:lnTo>
                    <a:pt x="8393" y="96310"/>
                  </a:lnTo>
                  <a:lnTo>
                    <a:pt x="9061" y="48761"/>
                  </a:lnTo>
                  <a:lnTo>
                    <a:pt x="9729" y="48761"/>
                  </a:lnTo>
                  <a:lnTo>
                    <a:pt x="10397" y="164504"/>
                  </a:lnTo>
                  <a:lnTo>
                    <a:pt x="11065" y="268592"/>
                  </a:lnTo>
                  <a:lnTo>
                    <a:pt x="11733" y="376639"/>
                  </a:lnTo>
                  <a:lnTo>
                    <a:pt x="11734" y="37677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779724" y="2058541"/>
              <a:ext cx="457" cy="7747"/>
            </a:xfrm>
            <a:custGeom>
              <a:avLst/>
              <a:pathLst>
                <a:path w="457" h="7747">
                  <a:moveTo>
                    <a:pt x="0" y="7747"/>
                  </a:moveTo>
                  <a:lnTo>
                    <a:pt x="179" y="0"/>
                  </a:lnTo>
                  <a:lnTo>
                    <a:pt x="457" y="774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797271" y="1881498"/>
              <a:ext cx="13267" cy="184790"/>
            </a:xfrm>
            <a:custGeom>
              <a:avLst/>
              <a:pathLst>
                <a:path w="13267" h="184790">
                  <a:moveTo>
                    <a:pt x="0" y="184790"/>
                  </a:moveTo>
                  <a:lnTo>
                    <a:pt x="0" y="184651"/>
                  </a:lnTo>
                  <a:lnTo>
                    <a:pt x="668" y="184651"/>
                  </a:lnTo>
                  <a:lnTo>
                    <a:pt x="1336" y="184651"/>
                  </a:lnTo>
                  <a:lnTo>
                    <a:pt x="2005" y="148260"/>
                  </a:lnTo>
                  <a:lnTo>
                    <a:pt x="2673" y="85708"/>
                  </a:lnTo>
                  <a:lnTo>
                    <a:pt x="3341" y="85708"/>
                  </a:lnTo>
                  <a:lnTo>
                    <a:pt x="4009" y="4024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28714"/>
                  </a:lnTo>
                  <a:lnTo>
                    <a:pt x="12693" y="172464"/>
                  </a:lnTo>
                  <a:lnTo>
                    <a:pt x="13267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21988" y="2066149"/>
              <a:ext cx="7351" cy="139"/>
            </a:xfrm>
            <a:custGeom>
              <a:avLst/>
              <a:pathLst>
                <a:path w="7351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7351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32810" y="2008501"/>
              <a:ext cx="7462" cy="57787"/>
            </a:xfrm>
            <a:custGeom>
              <a:avLst/>
              <a:pathLst>
                <a:path w="7462" h="57787">
                  <a:moveTo>
                    <a:pt x="0" y="57787"/>
                  </a:moveTo>
                  <a:lnTo>
                    <a:pt x="535" y="0"/>
                  </a:lnTo>
                  <a:lnTo>
                    <a:pt x="1203" y="0"/>
                  </a:lnTo>
                  <a:lnTo>
                    <a:pt x="1871" y="0"/>
                  </a:lnTo>
                  <a:lnTo>
                    <a:pt x="2539" y="0"/>
                  </a:lnTo>
                  <a:lnTo>
                    <a:pt x="3207" y="0"/>
                  </a:lnTo>
                  <a:lnTo>
                    <a:pt x="3875" y="0"/>
                  </a:lnTo>
                  <a:lnTo>
                    <a:pt x="4543" y="0"/>
                  </a:lnTo>
                  <a:lnTo>
                    <a:pt x="5211" y="0"/>
                  </a:lnTo>
                  <a:lnTo>
                    <a:pt x="5879" y="0"/>
                  </a:lnTo>
                  <a:lnTo>
                    <a:pt x="6547" y="0"/>
                  </a:lnTo>
                  <a:lnTo>
                    <a:pt x="7215" y="41424"/>
                  </a:lnTo>
                  <a:lnTo>
                    <a:pt x="7462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47970" y="1881498"/>
              <a:ext cx="12098" cy="184790"/>
            </a:xfrm>
            <a:custGeom>
              <a:avLst/>
              <a:pathLst>
                <a:path w="12098" h="184790">
                  <a:moveTo>
                    <a:pt x="0" y="184790"/>
                  </a:moveTo>
                  <a:lnTo>
                    <a:pt x="72" y="181394"/>
                  </a:lnTo>
                  <a:lnTo>
                    <a:pt x="740" y="127002"/>
                  </a:lnTo>
                  <a:lnTo>
                    <a:pt x="1408" y="120201"/>
                  </a:lnTo>
                  <a:lnTo>
                    <a:pt x="2076" y="101100"/>
                  </a:lnTo>
                  <a:lnTo>
                    <a:pt x="2744" y="86756"/>
                  </a:lnTo>
                  <a:lnTo>
                    <a:pt x="3412" y="0"/>
                  </a:lnTo>
                  <a:lnTo>
                    <a:pt x="4080" y="0"/>
                  </a:lnTo>
                  <a:lnTo>
                    <a:pt x="4748" y="0"/>
                  </a:lnTo>
                  <a:lnTo>
                    <a:pt x="5416" y="41424"/>
                  </a:lnTo>
                  <a:lnTo>
                    <a:pt x="6084" y="85708"/>
                  </a:lnTo>
                  <a:lnTo>
                    <a:pt x="6752" y="85708"/>
                  </a:lnTo>
                  <a:lnTo>
                    <a:pt x="7420" y="85708"/>
                  </a:lnTo>
                  <a:lnTo>
                    <a:pt x="8088" y="85708"/>
                  </a:lnTo>
                  <a:lnTo>
                    <a:pt x="8756" y="85708"/>
                  </a:lnTo>
                  <a:lnTo>
                    <a:pt x="9424" y="85708"/>
                  </a:lnTo>
                  <a:lnTo>
                    <a:pt x="10092" y="118631"/>
                  </a:lnTo>
                  <a:lnTo>
                    <a:pt x="10760" y="184651"/>
                  </a:lnTo>
                  <a:lnTo>
                    <a:pt x="11428" y="184651"/>
                  </a:lnTo>
                  <a:lnTo>
                    <a:pt x="12096" y="184651"/>
                  </a:lnTo>
                  <a:lnTo>
                    <a:pt x="12098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78102" y="1881498"/>
              <a:ext cx="45989" cy="184790"/>
            </a:xfrm>
            <a:custGeom>
              <a:avLst/>
              <a:pathLst>
                <a:path w="45989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184651"/>
                  </a:lnTo>
                  <a:lnTo>
                    <a:pt x="6013" y="184651"/>
                  </a:lnTo>
                  <a:lnTo>
                    <a:pt x="6681" y="184651"/>
                  </a:lnTo>
                  <a:lnTo>
                    <a:pt x="7349" y="113823"/>
                  </a:lnTo>
                  <a:lnTo>
                    <a:pt x="8017" y="85708"/>
                  </a:lnTo>
                  <a:lnTo>
                    <a:pt x="8685" y="76603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58773"/>
                  </a:lnTo>
                  <a:lnTo>
                    <a:pt x="18037" y="85708"/>
                  </a:lnTo>
                  <a:lnTo>
                    <a:pt x="18705" y="94943"/>
                  </a:lnTo>
                  <a:lnTo>
                    <a:pt x="19373" y="184651"/>
                  </a:lnTo>
                  <a:lnTo>
                    <a:pt x="20041" y="184651"/>
                  </a:lnTo>
                  <a:lnTo>
                    <a:pt x="20709" y="184651"/>
                  </a:lnTo>
                  <a:lnTo>
                    <a:pt x="21377" y="184651"/>
                  </a:lnTo>
                  <a:lnTo>
                    <a:pt x="22045" y="184651"/>
                  </a:lnTo>
                  <a:lnTo>
                    <a:pt x="22713" y="184651"/>
                  </a:lnTo>
                  <a:lnTo>
                    <a:pt x="23381" y="184651"/>
                  </a:lnTo>
                  <a:lnTo>
                    <a:pt x="24050" y="184651"/>
                  </a:lnTo>
                  <a:lnTo>
                    <a:pt x="24718" y="184651"/>
                  </a:lnTo>
                  <a:lnTo>
                    <a:pt x="25386" y="184651"/>
                  </a:lnTo>
                  <a:lnTo>
                    <a:pt x="26054" y="184651"/>
                  </a:lnTo>
                  <a:lnTo>
                    <a:pt x="26722" y="184651"/>
                  </a:lnTo>
                  <a:lnTo>
                    <a:pt x="27390" y="184651"/>
                  </a:lnTo>
                  <a:lnTo>
                    <a:pt x="28058" y="184651"/>
                  </a:lnTo>
                  <a:lnTo>
                    <a:pt x="28726" y="184651"/>
                  </a:lnTo>
                  <a:lnTo>
                    <a:pt x="29394" y="184651"/>
                  </a:lnTo>
                  <a:lnTo>
                    <a:pt x="30062" y="184651"/>
                  </a:lnTo>
                  <a:lnTo>
                    <a:pt x="30730" y="184651"/>
                  </a:lnTo>
                  <a:lnTo>
                    <a:pt x="31398" y="184651"/>
                  </a:lnTo>
                  <a:lnTo>
                    <a:pt x="32066" y="184651"/>
                  </a:lnTo>
                  <a:lnTo>
                    <a:pt x="32734" y="184651"/>
                  </a:lnTo>
                  <a:lnTo>
                    <a:pt x="33402" y="109051"/>
                  </a:lnTo>
                  <a:lnTo>
                    <a:pt x="34070" y="45718"/>
                  </a:lnTo>
                  <a:lnTo>
                    <a:pt x="34738" y="0"/>
                  </a:lnTo>
                  <a:lnTo>
                    <a:pt x="35406" y="0"/>
                  </a:lnTo>
                  <a:lnTo>
                    <a:pt x="36074" y="0"/>
                  </a:lnTo>
                  <a:lnTo>
                    <a:pt x="36742" y="0"/>
                  </a:lnTo>
                  <a:lnTo>
                    <a:pt x="37410" y="0"/>
                  </a:lnTo>
                  <a:lnTo>
                    <a:pt x="38078" y="0"/>
                  </a:lnTo>
                  <a:lnTo>
                    <a:pt x="38746" y="0"/>
                  </a:lnTo>
                  <a:lnTo>
                    <a:pt x="39414" y="0"/>
                  </a:lnTo>
                  <a:lnTo>
                    <a:pt x="40082" y="0"/>
                  </a:lnTo>
                  <a:lnTo>
                    <a:pt x="40750" y="0"/>
                  </a:lnTo>
                  <a:lnTo>
                    <a:pt x="41418" y="0"/>
                  </a:lnTo>
                  <a:lnTo>
                    <a:pt x="42086" y="0"/>
                  </a:lnTo>
                  <a:lnTo>
                    <a:pt x="42754" y="0"/>
                  </a:lnTo>
                  <a:lnTo>
                    <a:pt x="43422" y="63184"/>
                  </a:lnTo>
                  <a:lnTo>
                    <a:pt x="44090" y="178974"/>
                  </a:lnTo>
                  <a:lnTo>
                    <a:pt x="44758" y="151535"/>
                  </a:lnTo>
                  <a:lnTo>
                    <a:pt x="45426" y="127002"/>
                  </a:lnTo>
                  <a:lnTo>
                    <a:pt x="45989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935553" y="1881498"/>
              <a:ext cx="19374" cy="184790"/>
            </a:xfrm>
            <a:custGeom>
              <a:avLst/>
              <a:pathLst>
                <a:path w="19374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23475"/>
                  </a:lnTo>
                  <a:lnTo>
                    <a:pt x="1337" y="85708"/>
                  </a:lnTo>
                  <a:lnTo>
                    <a:pt x="2005" y="54391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50040"/>
                  </a:lnTo>
                  <a:lnTo>
                    <a:pt x="11357" y="85708"/>
                  </a:lnTo>
                  <a:lnTo>
                    <a:pt x="12025" y="118631"/>
                  </a:lnTo>
                  <a:lnTo>
                    <a:pt x="12693" y="184651"/>
                  </a:lnTo>
                  <a:lnTo>
                    <a:pt x="13361" y="184651"/>
                  </a:lnTo>
                  <a:lnTo>
                    <a:pt x="14029" y="184651"/>
                  </a:lnTo>
                  <a:lnTo>
                    <a:pt x="14697" y="184651"/>
                  </a:lnTo>
                  <a:lnTo>
                    <a:pt x="15365" y="184651"/>
                  </a:lnTo>
                  <a:lnTo>
                    <a:pt x="16033" y="184651"/>
                  </a:lnTo>
                  <a:lnTo>
                    <a:pt x="16701" y="184651"/>
                  </a:lnTo>
                  <a:lnTo>
                    <a:pt x="17369" y="184651"/>
                  </a:lnTo>
                  <a:lnTo>
                    <a:pt x="18037" y="184651"/>
                  </a:lnTo>
                  <a:lnTo>
                    <a:pt x="18705" y="184651"/>
                  </a:lnTo>
                  <a:lnTo>
                    <a:pt x="19373" y="184651"/>
                  </a:lnTo>
                  <a:lnTo>
                    <a:pt x="19374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966282" y="2066149"/>
              <a:ext cx="15366" cy="139"/>
            </a:xfrm>
            <a:custGeom>
              <a:avLst/>
              <a:pathLst>
                <a:path w="15366" h="139">
                  <a:moveTo>
                    <a:pt x="0" y="139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1336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536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995675" y="1967206"/>
              <a:ext cx="23860" cy="99082"/>
            </a:xfrm>
            <a:custGeom>
              <a:avLst/>
              <a:pathLst>
                <a:path w="23860" h="99082">
                  <a:moveTo>
                    <a:pt x="0" y="99082"/>
                  </a:moveTo>
                  <a:lnTo>
                    <a:pt x="1" y="98943"/>
                  </a:lnTo>
                  <a:lnTo>
                    <a:pt x="669" y="98943"/>
                  </a:lnTo>
                  <a:lnTo>
                    <a:pt x="1337" y="98943"/>
                  </a:lnTo>
                  <a:lnTo>
                    <a:pt x="2005" y="98943"/>
                  </a:lnTo>
                  <a:lnTo>
                    <a:pt x="2673" y="98943"/>
                  </a:lnTo>
                  <a:lnTo>
                    <a:pt x="3341" y="98943"/>
                  </a:lnTo>
                  <a:lnTo>
                    <a:pt x="4009" y="98943"/>
                  </a:lnTo>
                  <a:lnTo>
                    <a:pt x="4677" y="98943"/>
                  </a:lnTo>
                  <a:lnTo>
                    <a:pt x="5345" y="98943"/>
                  </a:lnTo>
                  <a:lnTo>
                    <a:pt x="6013" y="98943"/>
                  </a:lnTo>
                  <a:lnTo>
                    <a:pt x="6681" y="98943"/>
                  </a:lnTo>
                  <a:lnTo>
                    <a:pt x="7349" y="98943"/>
                  </a:lnTo>
                  <a:lnTo>
                    <a:pt x="8017" y="98943"/>
                  </a:lnTo>
                  <a:lnTo>
                    <a:pt x="8685" y="98943"/>
                  </a:lnTo>
                  <a:lnTo>
                    <a:pt x="9353" y="98943"/>
                  </a:lnTo>
                  <a:lnTo>
                    <a:pt x="10021" y="98943"/>
                  </a:lnTo>
                  <a:lnTo>
                    <a:pt x="10689" y="98943"/>
                  </a:lnTo>
                  <a:lnTo>
                    <a:pt x="11357" y="98943"/>
                  </a:lnTo>
                  <a:lnTo>
                    <a:pt x="12025" y="98943"/>
                  </a:lnTo>
                  <a:lnTo>
                    <a:pt x="12693" y="98943"/>
                  </a:lnTo>
                  <a:lnTo>
                    <a:pt x="13361" y="98943"/>
                  </a:lnTo>
                  <a:lnTo>
                    <a:pt x="14029" y="98943"/>
                  </a:lnTo>
                  <a:lnTo>
                    <a:pt x="14697" y="98943"/>
                  </a:lnTo>
                  <a:lnTo>
                    <a:pt x="15365" y="98943"/>
                  </a:lnTo>
                  <a:lnTo>
                    <a:pt x="16033" y="98943"/>
                  </a:lnTo>
                  <a:lnTo>
                    <a:pt x="16701" y="98943"/>
                  </a:lnTo>
                  <a:lnTo>
                    <a:pt x="17369" y="98943"/>
                  </a:lnTo>
                  <a:lnTo>
                    <a:pt x="18037" y="98943"/>
                  </a:lnTo>
                  <a:lnTo>
                    <a:pt x="18705" y="98943"/>
                  </a:lnTo>
                  <a:lnTo>
                    <a:pt x="19373" y="93616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93968"/>
                  </a:lnTo>
                  <a:lnTo>
                    <a:pt x="23860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019768" y="2008501"/>
              <a:ext cx="5740" cy="57787"/>
            </a:xfrm>
            <a:custGeom>
              <a:avLst/>
              <a:pathLst>
                <a:path w="5740" h="57787">
                  <a:moveTo>
                    <a:pt x="0" y="57787"/>
                  </a:moveTo>
                  <a:lnTo>
                    <a:pt x="624" y="28714"/>
                  </a:lnTo>
                  <a:lnTo>
                    <a:pt x="1292" y="0"/>
                  </a:lnTo>
                  <a:lnTo>
                    <a:pt x="1960" y="0"/>
                  </a:lnTo>
                  <a:lnTo>
                    <a:pt x="2628" y="0"/>
                  </a:lnTo>
                  <a:lnTo>
                    <a:pt x="3296" y="0"/>
                  </a:lnTo>
                  <a:lnTo>
                    <a:pt x="3964" y="0"/>
                  </a:lnTo>
                  <a:lnTo>
                    <a:pt x="4632" y="0"/>
                  </a:lnTo>
                  <a:lnTo>
                    <a:pt x="5300" y="4024"/>
                  </a:lnTo>
                  <a:lnTo>
                    <a:pt x="5740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037761" y="2066149"/>
              <a:ext cx="15366" cy="139"/>
            </a:xfrm>
            <a:custGeom>
              <a:avLst/>
              <a:pathLst>
                <a:path w="15366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536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057750" y="1949139"/>
              <a:ext cx="11823" cy="117149"/>
            </a:xfrm>
            <a:custGeom>
              <a:avLst/>
              <a:pathLst>
                <a:path w="11823" h="117149">
                  <a:moveTo>
                    <a:pt x="0" y="117149"/>
                  </a:moveTo>
                  <a:lnTo>
                    <a:pt x="52" y="109402"/>
                  </a:lnTo>
                  <a:lnTo>
                    <a:pt x="720" y="59361"/>
                  </a:lnTo>
                  <a:lnTo>
                    <a:pt x="1388" y="59361"/>
                  </a:lnTo>
                  <a:lnTo>
                    <a:pt x="2056" y="77858"/>
                  </a:lnTo>
                  <a:lnTo>
                    <a:pt x="2724" y="0"/>
                  </a:lnTo>
                  <a:lnTo>
                    <a:pt x="3392" y="4825"/>
                  </a:lnTo>
                  <a:lnTo>
                    <a:pt x="4060" y="4825"/>
                  </a:lnTo>
                  <a:lnTo>
                    <a:pt x="4728" y="71284"/>
                  </a:lnTo>
                  <a:lnTo>
                    <a:pt x="5396" y="116095"/>
                  </a:lnTo>
                  <a:lnTo>
                    <a:pt x="6064" y="72856"/>
                  </a:lnTo>
                  <a:lnTo>
                    <a:pt x="6732" y="116095"/>
                  </a:lnTo>
                  <a:lnTo>
                    <a:pt x="7400" y="84778"/>
                  </a:lnTo>
                  <a:lnTo>
                    <a:pt x="8069" y="47854"/>
                  </a:lnTo>
                  <a:lnTo>
                    <a:pt x="8737" y="37066"/>
                  </a:lnTo>
                  <a:lnTo>
                    <a:pt x="9405" y="39746"/>
                  </a:lnTo>
                  <a:lnTo>
                    <a:pt x="10073" y="58826"/>
                  </a:lnTo>
                  <a:lnTo>
                    <a:pt x="10741" y="92915"/>
                  </a:lnTo>
                  <a:lnTo>
                    <a:pt x="11409" y="92915"/>
                  </a:lnTo>
                  <a:lnTo>
                    <a:pt x="11823" y="1171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072489" y="1892788"/>
              <a:ext cx="10015" cy="173500"/>
            </a:xfrm>
            <a:custGeom>
              <a:avLst/>
              <a:pathLst>
                <a:path w="10015" h="173500">
                  <a:moveTo>
                    <a:pt x="0" y="173500"/>
                  </a:moveTo>
                  <a:lnTo>
                    <a:pt x="10" y="172445"/>
                  </a:lnTo>
                  <a:lnTo>
                    <a:pt x="678" y="94841"/>
                  </a:lnTo>
                  <a:lnTo>
                    <a:pt x="1346" y="68031"/>
                  </a:lnTo>
                  <a:lnTo>
                    <a:pt x="2014" y="0"/>
                  </a:lnTo>
                  <a:lnTo>
                    <a:pt x="2682" y="25034"/>
                  </a:lnTo>
                  <a:lnTo>
                    <a:pt x="3350" y="26004"/>
                  </a:lnTo>
                  <a:lnTo>
                    <a:pt x="4018" y="14209"/>
                  </a:lnTo>
                  <a:lnTo>
                    <a:pt x="4686" y="35969"/>
                  </a:lnTo>
                  <a:lnTo>
                    <a:pt x="5354" y="115712"/>
                  </a:lnTo>
                  <a:lnTo>
                    <a:pt x="6022" y="115712"/>
                  </a:lnTo>
                  <a:lnTo>
                    <a:pt x="6690" y="115712"/>
                  </a:lnTo>
                  <a:lnTo>
                    <a:pt x="7358" y="108910"/>
                  </a:lnTo>
                  <a:lnTo>
                    <a:pt x="8026" y="89809"/>
                  </a:lnTo>
                  <a:lnTo>
                    <a:pt x="8694" y="89809"/>
                  </a:lnTo>
                  <a:lnTo>
                    <a:pt x="9362" y="89809"/>
                  </a:lnTo>
                  <a:lnTo>
                    <a:pt x="10015" y="17350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092791" y="1798290"/>
              <a:ext cx="32898" cy="267999"/>
            </a:xfrm>
            <a:custGeom>
              <a:avLst/>
              <a:pathLst>
                <a:path w="32898" h="267999">
                  <a:moveTo>
                    <a:pt x="0" y="267999"/>
                  </a:moveTo>
                  <a:lnTo>
                    <a:pt x="417" y="223301"/>
                  </a:lnTo>
                  <a:lnTo>
                    <a:pt x="1085" y="223301"/>
                  </a:lnTo>
                  <a:lnTo>
                    <a:pt x="1753" y="223301"/>
                  </a:lnTo>
                  <a:lnTo>
                    <a:pt x="2421" y="223301"/>
                  </a:lnTo>
                  <a:lnTo>
                    <a:pt x="3089" y="223301"/>
                  </a:lnTo>
                  <a:lnTo>
                    <a:pt x="3757" y="223301"/>
                  </a:lnTo>
                  <a:lnTo>
                    <a:pt x="4425" y="216208"/>
                  </a:lnTo>
                  <a:lnTo>
                    <a:pt x="5093" y="150849"/>
                  </a:lnTo>
                  <a:lnTo>
                    <a:pt x="5761" y="150849"/>
                  </a:lnTo>
                  <a:lnTo>
                    <a:pt x="6429" y="135621"/>
                  </a:lnTo>
                  <a:lnTo>
                    <a:pt x="7097" y="117024"/>
                  </a:lnTo>
                  <a:lnTo>
                    <a:pt x="7765" y="112284"/>
                  </a:lnTo>
                  <a:lnTo>
                    <a:pt x="8433" y="173792"/>
                  </a:lnTo>
                  <a:lnTo>
                    <a:pt x="9101" y="83208"/>
                  </a:lnTo>
                  <a:lnTo>
                    <a:pt x="9769" y="87232"/>
                  </a:lnTo>
                  <a:lnTo>
                    <a:pt x="10437" y="168916"/>
                  </a:lnTo>
                  <a:lnTo>
                    <a:pt x="11105" y="168916"/>
                  </a:lnTo>
                  <a:lnTo>
                    <a:pt x="11773" y="168916"/>
                  </a:lnTo>
                  <a:lnTo>
                    <a:pt x="12441" y="168916"/>
                  </a:lnTo>
                  <a:lnTo>
                    <a:pt x="13109" y="168916"/>
                  </a:lnTo>
                  <a:lnTo>
                    <a:pt x="13777" y="168916"/>
                  </a:lnTo>
                  <a:lnTo>
                    <a:pt x="14445" y="178152"/>
                  </a:lnTo>
                  <a:lnTo>
                    <a:pt x="15113" y="267859"/>
                  </a:lnTo>
                  <a:lnTo>
                    <a:pt x="15781" y="267859"/>
                  </a:lnTo>
                  <a:lnTo>
                    <a:pt x="16449" y="267859"/>
                  </a:lnTo>
                  <a:lnTo>
                    <a:pt x="17117" y="267859"/>
                  </a:lnTo>
                  <a:lnTo>
                    <a:pt x="17785" y="267859"/>
                  </a:lnTo>
                  <a:lnTo>
                    <a:pt x="18453" y="267859"/>
                  </a:lnTo>
                  <a:lnTo>
                    <a:pt x="19121" y="267859"/>
                  </a:lnTo>
                  <a:lnTo>
                    <a:pt x="19789" y="267859"/>
                  </a:lnTo>
                  <a:lnTo>
                    <a:pt x="20457" y="182820"/>
                  </a:lnTo>
                  <a:lnTo>
                    <a:pt x="21125" y="168916"/>
                  </a:lnTo>
                  <a:lnTo>
                    <a:pt x="21793" y="168916"/>
                  </a:lnTo>
                  <a:lnTo>
                    <a:pt x="22461" y="168916"/>
                  </a:lnTo>
                  <a:lnTo>
                    <a:pt x="23129" y="168916"/>
                  </a:lnTo>
                  <a:lnTo>
                    <a:pt x="23797" y="168916"/>
                  </a:lnTo>
                  <a:lnTo>
                    <a:pt x="24466" y="168916"/>
                  </a:lnTo>
                  <a:lnTo>
                    <a:pt x="25134" y="128926"/>
                  </a:lnTo>
                  <a:lnTo>
                    <a:pt x="25802" y="83208"/>
                  </a:lnTo>
                  <a:lnTo>
                    <a:pt x="26470" y="184308"/>
                  </a:lnTo>
                  <a:lnTo>
                    <a:pt x="27138" y="172093"/>
                  </a:lnTo>
                  <a:lnTo>
                    <a:pt x="27806" y="134611"/>
                  </a:lnTo>
                  <a:lnTo>
                    <a:pt x="28474" y="134611"/>
                  </a:lnTo>
                  <a:lnTo>
                    <a:pt x="29142" y="89852"/>
                  </a:lnTo>
                  <a:lnTo>
                    <a:pt x="29810" y="0"/>
                  </a:lnTo>
                  <a:lnTo>
                    <a:pt x="30478" y="85805"/>
                  </a:lnTo>
                  <a:lnTo>
                    <a:pt x="31146" y="160957"/>
                  </a:lnTo>
                  <a:lnTo>
                    <a:pt x="31814" y="162530"/>
                  </a:lnTo>
                  <a:lnTo>
                    <a:pt x="32482" y="243765"/>
                  </a:lnTo>
                  <a:lnTo>
                    <a:pt x="32898" y="26799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127591" y="2049682"/>
              <a:ext cx="708" cy="16606"/>
            </a:xfrm>
            <a:custGeom>
              <a:avLst/>
              <a:pathLst>
                <a:path w="708" h="16606">
                  <a:moveTo>
                    <a:pt x="0" y="16606"/>
                  </a:moveTo>
                  <a:lnTo>
                    <a:pt x="354" y="0"/>
                  </a:lnTo>
                  <a:lnTo>
                    <a:pt x="708" y="166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131709" y="2044979"/>
              <a:ext cx="442" cy="21309"/>
            </a:xfrm>
            <a:custGeom>
              <a:avLst/>
              <a:pathLst>
                <a:path w="442" h="21309">
                  <a:moveTo>
                    <a:pt x="0" y="21309"/>
                  </a:moveTo>
                  <a:lnTo>
                    <a:pt x="244" y="0"/>
                  </a:lnTo>
                  <a:lnTo>
                    <a:pt x="442" y="2130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132932" y="1800549"/>
              <a:ext cx="10557" cy="265739"/>
            </a:xfrm>
            <a:custGeom>
              <a:avLst/>
              <a:pathLst>
                <a:path w="10557" h="265739">
                  <a:moveTo>
                    <a:pt x="0" y="265739"/>
                  </a:moveTo>
                  <a:lnTo>
                    <a:pt x="357" y="207416"/>
                  </a:lnTo>
                  <a:lnTo>
                    <a:pt x="1025" y="185656"/>
                  </a:lnTo>
                  <a:lnTo>
                    <a:pt x="1693" y="185656"/>
                  </a:lnTo>
                  <a:lnTo>
                    <a:pt x="2361" y="104422"/>
                  </a:lnTo>
                  <a:lnTo>
                    <a:pt x="3029" y="102849"/>
                  </a:lnTo>
                  <a:lnTo>
                    <a:pt x="3697" y="36390"/>
                  </a:lnTo>
                  <a:lnTo>
                    <a:pt x="4365" y="0"/>
                  </a:lnTo>
                  <a:lnTo>
                    <a:pt x="5033" y="36390"/>
                  </a:lnTo>
                  <a:lnTo>
                    <a:pt x="5701" y="36390"/>
                  </a:lnTo>
                  <a:lnTo>
                    <a:pt x="6369" y="36390"/>
                  </a:lnTo>
                  <a:lnTo>
                    <a:pt x="7037" y="36390"/>
                  </a:lnTo>
                  <a:lnTo>
                    <a:pt x="7705" y="36390"/>
                  </a:lnTo>
                  <a:lnTo>
                    <a:pt x="8373" y="36390"/>
                  </a:lnTo>
                  <a:lnTo>
                    <a:pt x="9041" y="128240"/>
                  </a:lnTo>
                  <a:lnTo>
                    <a:pt x="9709" y="166285"/>
                  </a:lnTo>
                  <a:lnTo>
                    <a:pt x="10377" y="257992"/>
                  </a:lnTo>
                  <a:lnTo>
                    <a:pt x="10557" y="2657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157362" y="1949139"/>
              <a:ext cx="10260" cy="117149"/>
            </a:xfrm>
            <a:custGeom>
              <a:avLst/>
              <a:pathLst>
                <a:path w="10260" h="117149">
                  <a:moveTo>
                    <a:pt x="0" y="117149"/>
                  </a:moveTo>
                  <a:lnTo>
                    <a:pt x="644" y="32809"/>
                  </a:lnTo>
                  <a:lnTo>
                    <a:pt x="1312" y="52398"/>
                  </a:lnTo>
                  <a:lnTo>
                    <a:pt x="1980" y="0"/>
                  </a:lnTo>
                  <a:lnTo>
                    <a:pt x="2648" y="0"/>
                  </a:lnTo>
                  <a:lnTo>
                    <a:pt x="3316" y="4825"/>
                  </a:lnTo>
                  <a:lnTo>
                    <a:pt x="3984" y="4825"/>
                  </a:lnTo>
                  <a:lnTo>
                    <a:pt x="4652" y="4825"/>
                  </a:lnTo>
                  <a:lnTo>
                    <a:pt x="5320" y="4825"/>
                  </a:lnTo>
                  <a:lnTo>
                    <a:pt x="5989" y="4825"/>
                  </a:lnTo>
                  <a:lnTo>
                    <a:pt x="6657" y="4825"/>
                  </a:lnTo>
                  <a:lnTo>
                    <a:pt x="7325" y="4825"/>
                  </a:lnTo>
                  <a:lnTo>
                    <a:pt x="7993" y="4825"/>
                  </a:lnTo>
                  <a:lnTo>
                    <a:pt x="8661" y="4825"/>
                  </a:lnTo>
                  <a:lnTo>
                    <a:pt x="9329" y="37748"/>
                  </a:lnTo>
                  <a:lnTo>
                    <a:pt x="9997" y="86876"/>
                  </a:lnTo>
                  <a:lnTo>
                    <a:pt x="10260" y="1171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70698" y="1677096"/>
              <a:ext cx="22272" cy="389193"/>
            </a:xfrm>
            <a:custGeom>
              <a:avLst/>
              <a:pathLst>
                <a:path w="22272" h="389193">
                  <a:moveTo>
                    <a:pt x="0" y="389193"/>
                  </a:moveTo>
                  <a:lnTo>
                    <a:pt x="0" y="389053"/>
                  </a:lnTo>
                  <a:lnTo>
                    <a:pt x="668" y="389053"/>
                  </a:lnTo>
                  <a:lnTo>
                    <a:pt x="1336" y="389053"/>
                  </a:lnTo>
                  <a:lnTo>
                    <a:pt x="2005" y="389053"/>
                  </a:lnTo>
                  <a:lnTo>
                    <a:pt x="2673" y="389053"/>
                  </a:lnTo>
                  <a:lnTo>
                    <a:pt x="3341" y="389053"/>
                  </a:lnTo>
                  <a:lnTo>
                    <a:pt x="4009" y="389053"/>
                  </a:lnTo>
                  <a:lnTo>
                    <a:pt x="4677" y="389053"/>
                  </a:lnTo>
                  <a:lnTo>
                    <a:pt x="5345" y="389053"/>
                  </a:lnTo>
                  <a:lnTo>
                    <a:pt x="6013" y="357737"/>
                  </a:lnTo>
                  <a:lnTo>
                    <a:pt x="6681" y="224780"/>
                  </a:lnTo>
                  <a:lnTo>
                    <a:pt x="7349" y="204402"/>
                  </a:lnTo>
                  <a:lnTo>
                    <a:pt x="8017" y="204402"/>
                  </a:lnTo>
                  <a:lnTo>
                    <a:pt x="8685" y="204402"/>
                  </a:lnTo>
                  <a:lnTo>
                    <a:pt x="9353" y="204402"/>
                  </a:lnTo>
                  <a:lnTo>
                    <a:pt x="10021" y="204402"/>
                  </a:lnTo>
                  <a:lnTo>
                    <a:pt x="10689" y="196428"/>
                  </a:lnTo>
                  <a:lnTo>
                    <a:pt x="11357" y="128802"/>
                  </a:lnTo>
                  <a:lnTo>
                    <a:pt x="12025" y="2681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17748"/>
                  </a:lnTo>
                  <a:lnTo>
                    <a:pt x="16701" y="111216"/>
                  </a:lnTo>
                  <a:lnTo>
                    <a:pt x="17369" y="128802"/>
                  </a:lnTo>
                  <a:lnTo>
                    <a:pt x="18037" y="128802"/>
                  </a:lnTo>
                  <a:lnTo>
                    <a:pt x="18705" y="128802"/>
                  </a:lnTo>
                  <a:lnTo>
                    <a:pt x="19373" y="128802"/>
                  </a:lnTo>
                  <a:lnTo>
                    <a:pt x="20041" y="128802"/>
                  </a:lnTo>
                  <a:lnTo>
                    <a:pt x="20709" y="135974"/>
                  </a:lnTo>
                  <a:lnTo>
                    <a:pt x="21377" y="204402"/>
                  </a:lnTo>
                  <a:lnTo>
                    <a:pt x="22045" y="342634"/>
                  </a:lnTo>
                  <a:lnTo>
                    <a:pt x="22272" y="3891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20537" y="2005205"/>
              <a:ext cx="4106" cy="61083"/>
            </a:xfrm>
            <a:custGeom>
              <a:avLst/>
              <a:pathLst>
                <a:path w="4106" h="61083">
                  <a:moveTo>
                    <a:pt x="0" y="61083"/>
                  </a:moveTo>
                  <a:lnTo>
                    <a:pt x="264" y="36849"/>
                  </a:lnTo>
                  <a:lnTo>
                    <a:pt x="932" y="0"/>
                  </a:lnTo>
                  <a:lnTo>
                    <a:pt x="1600" y="31041"/>
                  </a:lnTo>
                  <a:lnTo>
                    <a:pt x="2268" y="36849"/>
                  </a:lnTo>
                  <a:lnTo>
                    <a:pt x="2936" y="13609"/>
                  </a:lnTo>
                  <a:lnTo>
                    <a:pt x="3604" y="16790"/>
                  </a:lnTo>
                  <a:lnTo>
                    <a:pt x="4106" y="6108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224974" y="1877499"/>
              <a:ext cx="27225" cy="188789"/>
            </a:xfrm>
            <a:custGeom>
              <a:avLst/>
              <a:pathLst>
                <a:path w="27225" h="188789">
                  <a:moveTo>
                    <a:pt x="0" y="188789"/>
                  </a:moveTo>
                  <a:lnTo>
                    <a:pt x="502" y="144091"/>
                  </a:lnTo>
                  <a:lnTo>
                    <a:pt x="1170" y="144091"/>
                  </a:lnTo>
                  <a:lnTo>
                    <a:pt x="1839" y="139266"/>
                  </a:lnTo>
                  <a:lnTo>
                    <a:pt x="2507" y="55401"/>
                  </a:lnTo>
                  <a:lnTo>
                    <a:pt x="3175" y="29499"/>
                  </a:lnTo>
                  <a:lnTo>
                    <a:pt x="3843" y="0"/>
                  </a:lnTo>
                  <a:lnTo>
                    <a:pt x="4511" y="3998"/>
                  </a:lnTo>
                  <a:lnTo>
                    <a:pt x="5179" y="3998"/>
                  </a:lnTo>
                  <a:lnTo>
                    <a:pt x="5847" y="89707"/>
                  </a:lnTo>
                  <a:lnTo>
                    <a:pt x="6515" y="152259"/>
                  </a:lnTo>
                  <a:lnTo>
                    <a:pt x="7183" y="188650"/>
                  </a:lnTo>
                  <a:lnTo>
                    <a:pt x="7851" y="188650"/>
                  </a:lnTo>
                  <a:lnTo>
                    <a:pt x="8519" y="188650"/>
                  </a:lnTo>
                  <a:lnTo>
                    <a:pt x="9187" y="188650"/>
                  </a:lnTo>
                  <a:lnTo>
                    <a:pt x="9855" y="188650"/>
                  </a:lnTo>
                  <a:lnTo>
                    <a:pt x="10523" y="188650"/>
                  </a:lnTo>
                  <a:lnTo>
                    <a:pt x="11191" y="188650"/>
                  </a:lnTo>
                  <a:lnTo>
                    <a:pt x="11859" y="188650"/>
                  </a:lnTo>
                  <a:lnTo>
                    <a:pt x="12527" y="188650"/>
                  </a:lnTo>
                  <a:lnTo>
                    <a:pt x="13195" y="188650"/>
                  </a:lnTo>
                  <a:lnTo>
                    <a:pt x="13863" y="188650"/>
                  </a:lnTo>
                  <a:lnTo>
                    <a:pt x="14531" y="188650"/>
                  </a:lnTo>
                  <a:lnTo>
                    <a:pt x="15199" y="188650"/>
                  </a:lnTo>
                  <a:lnTo>
                    <a:pt x="15867" y="188650"/>
                  </a:lnTo>
                  <a:lnTo>
                    <a:pt x="16535" y="188650"/>
                  </a:lnTo>
                  <a:lnTo>
                    <a:pt x="17203" y="188650"/>
                  </a:lnTo>
                  <a:lnTo>
                    <a:pt x="17871" y="188650"/>
                  </a:lnTo>
                  <a:lnTo>
                    <a:pt x="18539" y="188650"/>
                  </a:lnTo>
                  <a:lnTo>
                    <a:pt x="19207" y="188650"/>
                  </a:lnTo>
                  <a:lnTo>
                    <a:pt x="19875" y="188650"/>
                  </a:lnTo>
                  <a:lnTo>
                    <a:pt x="20543" y="188650"/>
                  </a:lnTo>
                  <a:lnTo>
                    <a:pt x="21211" y="188650"/>
                  </a:lnTo>
                  <a:lnTo>
                    <a:pt x="21879" y="188650"/>
                  </a:lnTo>
                  <a:lnTo>
                    <a:pt x="22547" y="188650"/>
                  </a:lnTo>
                  <a:lnTo>
                    <a:pt x="23215" y="188650"/>
                  </a:lnTo>
                  <a:lnTo>
                    <a:pt x="23883" y="188650"/>
                  </a:lnTo>
                  <a:lnTo>
                    <a:pt x="24551" y="188650"/>
                  </a:lnTo>
                  <a:lnTo>
                    <a:pt x="25219" y="188650"/>
                  </a:lnTo>
                  <a:lnTo>
                    <a:pt x="25888" y="188650"/>
                  </a:lnTo>
                  <a:lnTo>
                    <a:pt x="26556" y="188650"/>
                  </a:lnTo>
                  <a:lnTo>
                    <a:pt x="27224" y="188650"/>
                  </a:lnTo>
                  <a:lnTo>
                    <a:pt x="27225" y="18878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257537" y="1652288"/>
              <a:ext cx="15667" cy="414000"/>
            </a:xfrm>
            <a:custGeom>
              <a:avLst/>
              <a:pathLst>
                <a:path w="15667" h="414000">
                  <a:moveTo>
                    <a:pt x="0" y="414000"/>
                  </a:moveTo>
                  <a:lnTo>
                    <a:pt x="5" y="412846"/>
                  </a:lnTo>
                  <a:lnTo>
                    <a:pt x="673" y="369708"/>
                  </a:lnTo>
                  <a:lnTo>
                    <a:pt x="1341" y="369708"/>
                  </a:lnTo>
                  <a:lnTo>
                    <a:pt x="2009" y="356997"/>
                  </a:lnTo>
                  <a:lnTo>
                    <a:pt x="2677" y="268933"/>
                  </a:lnTo>
                  <a:lnTo>
                    <a:pt x="3345" y="252683"/>
                  </a:lnTo>
                  <a:lnTo>
                    <a:pt x="4013" y="252683"/>
                  </a:lnTo>
                  <a:lnTo>
                    <a:pt x="4681" y="234230"/>
                  </a:lnTo>
                  <a:lnTo>
                    <a:pt x="5349" y="163732"/>
                  </a:lnTo>
                  <a:lnTo>
                    <a:pt x="6017" y="41424"/>
                  </a:lnTo>
                  <a:lnTo>
                    <a:pt x="6685" y="0"/>
                  </a:lnTo>
                  <a:lnTo>
                    <a:pt x="7353" y="30213"/>
                  </a:lnTo>
                  <a:lnTo>
                    <a:pt x="8021" y="21371"/>
                  </a:lnTo>
                  <a:lnTo>
                    <a:pt x="8689" y="36599"/>
                  </a:lnTo>
                  <a:lnTo>
                    <a:pt x="9357" y="43131"/>
                  </a:lnTo>
                  <a:lnTo>
                    <a:pt x="10025" y="62102"/>
                  </a:lnTo>
                  <a:lnTo>
                    <a:pt x="10693" y="95961"/>
                  </a:lnTo>
                  <a:lnTo>
                    <a:pt x="11361" y="95961"/>
                  </a:lnTo>
                  <a:lnTo>
                    <a:pt x="12029" y="106749"/>
                  </a:lnTo>
                  <a:lnTo>
                    <a:pt x="12698" y="194013"/>
                  </a:lnTo>
                  <a:lnTo>
                    <a:pt x="13366" y="212986"/>
                  </a:lnTo>
                  <a:lnTo>
                    <a:pt x="14034" y="212986"/>
                  </a:lnTo>
                  <a:lnTo>
                    <a:pt x="14702" y="235853"/>
                  </a:lnTo>
                  <a:lnTo>
                    <a:pt x="15370" y="336461"/>
                  </a:lnTo>
                  <a:lnTo>
                    <a:pt x="15667" y="41400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287042" y="2008501"/>
              <a:ext cx="2528" cy="57787"/>
            </a:xfrm>
            <a:custGeom>
              <a:avLst/>
              <a:pathLst>
                <a:path w="2528" h="57787">
                  <a:moveTo>
                    <a:pt x="0" y="57787"/>
                  </a:moveTo>
                  <a:lnTo>
                    <a:pt x="562" y="0"/>
                  </a:lnTo>
                  <a:lnTo>
                    <a:pt x="1230" y="0"/>
                  </a:lnTo>
                  <a:lnTo>
                    <a:pt x="1898" y="24532"/>
                  </a:lnTo>
                  <a:lnTo>
                    <a:pt x="2528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289639" y="1621247"/>
              <a:ext cx="65436" cy="445042"/>
            </a:xfrm>
            <a:custGeom>
              <a:avLst/>
              <a:pathLst>
                <a:path w="65436" h="445042">
                  <a:moveTo>
                    <a:pt x="0" y="445042"/>
                  </a:moveTo>
                  <a:lnTo>
                    <a:pt x="637" y="403478"/>
                  </a:lnTo>
                  <a:lnTo>
                    <a:pt x="1305" y="444902"/>
                  </a:lnTo>
                  <a:lnTo>
                    <a:pt x="1973" y="444902"/>
                  </a:lnTo>
                  <a:lnTo>
                    <a:pt x="2641" y="383727"/>
                  </a:lnTo>
                  <a:lnTo>
                    <a:pt x="3309" y="345959"/>
                  </a:lnTo>
                  <a:lnTo>
                    <a:pt x="3977" y="345959"/>
                  </a:lnTo>
                  <a:lnTo>
                    <a:pt x="4645" y="345959"/>
                  </a:lnTo>
                  <a:lnTo>
                    <a:pt x="5313" y="345959"/>
                  </a:lnTo>
                  <a:lnTo>
                    <a:pt x="5981" y="345959"/>
                  </a:lnTo>
                  <a:lnTo>
                    <a:pt x="6649" y="345959"/>
                  </a:lnTo>
                  <a:lnTo>
                    <a:pt x="7317" y="336855"/>
                  </a:lnTo>
                  <a:lnTo>
                    <a:pt x="7985" y="260251"/>
                  </a:lnTo>
                  <a:lnTo>
                    <a:pt x="8653" y="260251"/>
                  </a:lnTo>
                  <a:lnTo>
                    <a:pt x="9321" y="260251"/>
                  </a:lnTo>
                  <a:lnTo>
                    <a:pt x="9989" y="260251"/>
                  </a:lnTo>
                  <a:lnTo>
                    <a:pt x="10657" y="260251"/>
                  </a:lnTo>
                  <a:lnTo>
                    <a:pt x="11325" y="260251"/>
                  </a:lnTo>
                  <a:lnTo>
                    <a:pt x="11993" y="260251"/>
                  </a:lnTo>
                  <a:lnTo>
                    <a:pt x="12661" y="310291"/>
                  </a:lnTo>
                  <a:lnTo>
                    <a:pt x="13329" y="345959"/>
                  </a:lnTo>
                  <a:lnTo>
                    <a:pt x="13997" y="345959"/>
                  </a:lnTo>
                  <a:lnTo>
                    <a:pt x="14665" y="264275"/>
                  </a:lnTo>
                  <a:lnTo>
                    <a:pt x="15333" y="260251"/>
                  </a:lnTo>
                  <a:lnTo>
                    <a:pt x="16001" y="260251"/>
                  </a:lnTo>
                  <a:lnTo>
                    <a:pt x="16669" y="260251"/>
                  </a:lnTo>
                  <a:lnTo>
                    <a:pt x="17337" y="268325"/>
                  </a:lnTo>
                  <a:lnTo>
                    <a:pt x="18005" y="345959"/>
                  </a:lnTo>
                  <a:lnTo>
                    <a:pt x="18673" y="345959"/>
                  </a:lnTo>
                  <a:lnTo>
                    <a:pt x="19341" y="297411"/>
                  </a:lnTo>
                  <a:lnTo>
                    <a:pt x="20009" y="260251"/>
                  </a:lnTo>
                  <a:lnTo>
                    <a:pt x="20677" y="260251"/>
                  </a:lnTo>
                  <a:lnTo>
                    <a:pt x="21345" y="260251"/>
                  </a:lnTo>
                  <a:lnTo>
                    <a:pt x="22013" y="260251"/>
                  </a:lnTo>
                  <a:lnTo>
                    <a:pt x="22681" y="260251"/>
                  </a:lnTo>
                  <a:lnTo>
                    <a:pt x="23350" y="260251"/>
                  </a:lnTo>
                  <a:lnTo>
                    <a:pt x="24018" y="260251"/>
                  </a:lnTo>
                  <a:lnTo>
                    <a:pt x="24686" y="341391"/>
                  </a:lnTo>
                  <a:lnTo>
                    <a:pt x="25354" y="345959"/>
                  </a:lnTo>
                  <a:lnTo>
                    <a:pt x="26022" y="345959"/>
                  </a:lnTo>
                  <a:lnTo>
                    <a:pt x="26690" y="345959"/>
                  </a:lnTo>
                  <a:lnTo>
                    <a:pt x="27358" y="345959"/>
                  </a:lnTo>
                  <a:lnTo>
                    <a:pt x="28026" y="345959"/>
                  </a:lnTo>
                  <a:lnTo>
                    <a:pt x="28694" y="345959"/>
                  </a:lnTo>
                  <a:lnTo>
                    <a:pt x="29362" y="398483"/>
                  </a:lnTo>
                  <a:lnTo>
                    <a:pt x="30030" y="444902"/>
                  </a:lnTo>
                  <a:lnTo>
                    <a:pt x="30698" y="444902"/>
                  </a:lnTo>
                  <a:lnTo>
                    <a:pt x="31366" y="444902"/>
                  </a:lnTo>
                  <a:lnTo>
                    <a:pt x="32034" y="444902"/>
                  </a:lnTo>
                  <a:lnTo>
                    <a:pt x="32702" y="444902"/>
                  </a:lnTo>
                  <a:lnTo>
                    <a:pt x="33370" y="444902"/>
                  </a:lnTo>
                  <a:lnTo>
                    <a:pt x="34038" y="444902"/>
                  </a:lnTo>
                  <a:lnTo>
                    <a:pt x="34706" y="393526"/>
                  </a:lnTo>
                  <a:lnTo>
                    <a:pt x="35374" y="345959"/>
                  </a:lnTo>
                  <a:lnTo>
                    <a:pt x="36042" y="345959"/>
                  </a:lnTo>
                  <a:lnTo>
                    <a:pt x="36710" y="345959"/>
                  </a:lnTo>
                  <a:lnTo>
                    <a:pt x="37378" y="345959"/>
                  </a:lnTo>
                  <a:lnTo>
                    <a:pt x="38046" y="345959"/>
                  </a:lnTo>
                  <a:lnTo>
                    <a:pt x="38714" y="345959"/>
                  </a:lnTo>
                  <a:lnTo>
                    <a:pt x="39382" y="345959"/>
                  </a:lnTo>
                  <a:lnTo>
                    <a:pt x="40050" y="323436"/>
                  </a:lnTo>
                  <a:lnTo>
                    <a:pt x="40718" y="260251"/>
                  </a:lnTo>
                  <a:lnTo>
                    <a:pt x="41386" y="260251"/>
                  </a:lnTo>
                  <a:lnTo>
                    <a:pt x="42054" y="260251"/>
                  </a:lnTo>
                  <a:lnTo>
                    <a:pt x="42722" y="260251"/>
                  </a:lnTo>
                  <a:lnTo>
                    <a:pt x="43390" y="199075"/>
                  </a:lnTo>
                  <a:lnTo>
                    <a:pt x="44058" y="136575"/>
                  </a:lnTo>
                  <a:lnTo>
                    <a:pt x="44726" y="149947"/>
                  </a:lnTo>
                  <a:lnTo>
                    <a:pt x="45394" y="136575"/>
                  </a:lnTo>
                  <a:lnTo>
                    <a:pt x="46062" y="117024"/>
                  </a:lnTo>
                  <a:lnTo>
                    <a:pt x="46730" y="117024"/>
                  </a:lnTo>
                  <a:lnTo>
                    <a:pt x="47398" y="117024"/>
                  </a:lnTo>
                  <a:lnTo>
                    <a:pt x="48067" y="117024"/>
                  </a:lnTo>
                  <a:lnTo>
                    <a:pt x="48735" y="117024"/>
                  </a:lnTo>
                  <a:lnTo>
                    <a:pt x="49403" y="117024"/>
                  </a:lnTo>
                  <a:lnTo>
                    <a:pt x="50071" y="107468"/>
                  </a:lnTo>
                  <a:lnTo>
                    <a:pt x="50739" y="82659"/>
                  </a:lnTo>
                  <a:lnTo>
                    <a:pt x="51407" y="32923"/>
                  </a:lnTo>
                  <a:lnTo>
                    <a:pt x="52075" y="0"/>
                  </a:lnTo>
                  <a:lnTo>
                    <a:pt x="52743" y="0"/>
                  </a:lnTo>
                  <a:lnTo>
                    <a:pt x="53411" y="44283"/>
                  </a:lnTo>
                  <a:lnTo>
                    <a:pt x="54079" y="98052"/>
                  </a:lnTo>
                  <a:lnTo>
                    <a:pt x="54747" y="117024"/>
                  </a:lnTo>
                  <a:lnTo>
                    <a:pt x="55415" y="163604"/>
                  </a:lnTo>
                  <a:lnTo>
                    <a:pt x="56083" y="184651"/>
                  </a:lnTo>
                  <a:lnTo>
                    <a:pt x="56751" y="184651"/>
                  </a:lnTo>
                  <a:lnTo>
                    <a:pt x="57419" y="184651"/>
                  </a:lnTo>
                  <a:lnTo>
                    <a:pt x="58087" y="184651"/>
                  </a:lnTo>
                  <a:lnTo>
                    <a:pt x="58755" y="184651"/>
                  </a:lnTo>
                  <a:lnTo>
                    <a:pt x="59423" y="184651"/>
                  </a:lnTo>
                  <a:lnTo>
                    <a:pt x="60091" y="213831"/>
                  </a:lnTo>
                  <a:lnTo>
                    <a:pt x="60759" y="305969"/>
                  </a:lnTo>
                  <a:lnTo>
                    <a:pt x="61427" y="383727"/>
                  </a:lnTo>
                  <a:lnTo>
                    <a:pt x="62095" y="444902"/>
                  </a:lnTo>
                  <a:lnTo>
                    <a:pt x="62763" y="444902"/>
                  </a:lnTo>
                  <a:lnTo>
                    <a:pt x="63431" y="444902"/>
                  </a:lnTo>
                  <a:lnTo>
                    <a:pt x="64099" y="444902"/>
                  </a:lnTo>
                  <a:lnTo>
                    <a:pt x="64767" y="444902"/>
                  </a:lnTo>
                  <a:lnTo>
                    <a:pt x="65435" y="444902"/>
                  </a:lnTo>
                  <a:lnTo>
                    <a:pt x="65436" y="44504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366799" y="1672666"/>
              <a:ext cx="36375" cy="393622"/>
            </a:xfrm>
            <a:custGeom>
              <a:avLst/>
              <a:pathLst>
                <a:path w="36375" h="393622">
                  <a:moveTo>
                    <a:pt x="0" y="393622"/>
                  </a:moveTo>
                  <a:lnTo>
                    <a:pt x="300" y="345368"/>
                  </a:lnTo>
                  <a:lnTo>
                    <a:pt x="968" y="281298"/>
                  </a:lnTo>
                  <a:lnTo>
                    <a:pt x="1636" y="243897"/>
                  </a:lnTo>
                  <a:lnTo>
                    <a:pt x="2304" y="172961"/>
                  </a:lnTo>
                  <a:lnTo>
                    <a:pt x="2972" y="65330"/>
                  </a:lnTo>
                  <a:lnTo>
                    <a:pt x="3640" y="0"/>
                  </a:lnTo>
                  <a:lnTo>
                    <a:pt x="4308" y="46080"/>
                  </a:lnTo>
                  <a:lnTo>
                    <a:pt x="4976" y="14429"/>
                  </a:lnTo>
                  <a:lnTo>
                    <a:pt x="5644" y="51979"/>
                  </a:lnTo>
                  <a:lnTo>
                    <a:pt x="6312" y="51979"/>
                  </a:lnTo>
                  <a:lnTo>
                    <a:pt x="6980" y="89975"/>
                  </a:lnTo>
                  <a:lnTo>
                    <a:pt x="7648" y="91866"/>
                  </a:lnTo>
                  <a:lnTo>
                    <a:pt x="8316" y="128888"/>
                  </a:lnTo>
                  <a:lnTo>
                    <a:pt x="8984" y="128888"/>
                  </a:lnTo>
                  <a:lnTo>
                    <a:pt x="9652" y="143084"/>
                  </a:lnTo>
                  <a:lnTo>
                    <a:pt x="10320" y="145138"/>
                  </a:lnTo>
                  <a:lnTo>
                    <a:pt x="10988" y="132912"/>
                  </a:lnTo>
                  <a:lnTo>
                    <a:pt x="11657" y="192364"/>
                  </a:lnTo>
                  <a:lnTo>
                    <a:pt x="12325" y="215707"/>
                  </a:lnTo>
                  <a:lnTo>
                    <a:pt x="12993" y="293743"/>
                  </a:lnTo>
                  <a:lnTo>
                    <a:pt x="13661" y="287337"/>
                  </a:lnTo>
                  <a:lnTo>
                    <a:pt x="14329" y="313539"/>
                  </a:lnTo>
                  <a:lnTo>
                    <a:pt x="14997" y="322699"/>
                  </a:lnTo>
                  <a:lnTo>
                    <a:pt x="15665" y="331392"/>
                  </a:lnTo>
                  <a:lnTo>
                    <a:pt x="16333" y="288154"/>
                  </a:lnTo>
                  <a:lnTo>
                    <a:pt x="17001" y="220122"/>
                  </a:lnTo>
                  <a:lnTo>
                    <a:pt x="17669" y="220122"/>
                  </a:lnTo>
                  <a:lnTo>
                    <a:pt x="18337" y="220122"/>
                  </a:lnTo>
                  <a:lnTo>
                    <a:pt x="19005" y="220122"/>
                  </a:lnTo>
                  <a:lnTo>
                    <a:pt x="19673" y="234878"/>
                  </a:lnTo>
                  <a:lnTo>
                    <a:pt x="20341" y="304383"/>
                  </a:lnTo>
                  <a:lnTo>
                    <a:pt x="21009" y="327861"/>
                  </a:lnTo>
                  <a:lnTo>
                    <a:pt x="21677" y="302800"/>
                  </a:lnTo>
                  <a:lnTo>
                    <a:pt x="22345" y="258872"/>
                  </a:lnTo>
                  <a:lnTo>
                    <a:pt x="23013" y="308443"/>
                  </a:lnTo>
                  <a:lnTo>
                    <a:pt x="23681" y="393483"/>
                  </a:lnTo>
                  <a:lnTo>
                    <a:pt x="24349" y="393483"/>
                  </a:lnTo>
                  <a:lnTo>
                    <a:pt x="25017" y="393483"/>
                  </a:lnTo>
                  <a:lnTo>
                    <a:pt x="25685" y="393483"/>
                  </a:lnTo>
                  <a:lnTo>
                    <a:pt x="26353" y="393483"/>
                  </a:lnTo>
                  <a:lnTo>
                    <a:pt x="27021" y="393483"/>
                  </a:lnTo>
                  <a:lnTo>
                    <a:pt x="27689" y="393483"/>
                  </a:lnTo>
                  <a:lnTo>
                    <a:pt x="28357" y="393483"/>
                  </a:lnTo>
                  <a:lnTo>
                    <a:pt x="29025" y="393483"/>
                  </a:lnTo>
                  <a:lnTo>
                    <a:pt x="29693" y="393483"/>
                  </a:lnTo>
                  <a:lnTo>
                    <a:pt x="30361" y="393483"/>
                  </a:lnTo>
                  <a:lnTo>
                    <a:pt x="31029" y="393483"/>
                  </a:lnTo>
                  <a:lnTo>
                    <a:pt x="31697" y="393483"/>
                  </a:lnTo>
                  <a:lnTo>
                    <a:pt x="32365" y="393483"/>
                  </a:lnTo>
                  <a:lnTo>
                    <a:pt x="33033" y="393483"/>
                  </a:lnTo>
                  <a:lnTo>
                    <a:pt x="33701" y="393483"/>
                  </a:lnTo>
                  <a:lnTo>
                    <a:pt x="34369" y="393483"/>
                  </a:lnTo>
                  <a:lnTo>
                    <a:pt x="35037" y="393483"/>
                  </a:lnTo>
                  <a:lnTo>
                    <a:pt x="35705" y="393483"/>
                  </a:lnTo>
                  <a:lnTo>
                    <a:pt x="36374" y="393483"/>
                  </a:lnTo>
                  <a:lnTo>
                    <a:pt x="36375" y="39362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415864" y="1881498"/>
              <a:ext cx="6473" cy="184790"/>
            </a:xfrm>
            <a:custGeom>
              <a:avLst/>
              <a:pathLst>
                <a:path w="6473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33275"/>
                  </a:lnTo>
                  <a:lnTo>
                    <a:pt x="4677" y="58773"/>
                  </a:lnTo>
                  <a:lnTo>
                    <a:pt x="5345" y="0"/>
                  </a:lnTo>
                  <a:lnTo>
                    <a:pt x="6013" y="127002"/>
                  </a:lnTo>
                  <a:lnTo>
                    <a:pt x="6473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433233" y="1869575"/>
              <a:ext cx="24499" cy="196713"/>
            </a:xfrm>
            <a:custGeom>
              <a:avLst/>
              <a:pathLst>
                <a:path w="24499" h="196713">
                  <a:moveTo>
                    <a:pt x="0" y="196713"/>
                  </a:moveTo>
                  <a:lnTo>
                    <a:pt x="0" y="196574"/>
                  </a:lnTo>
                  <a:lnTo>
                    <a:pt x="669" y="196574"/>
                  </a:lnTo>
                  <a:lnTo>
                    <a:pt x="1337" y="196574"/>
                  </a:lnTo>
                  <a:lnTo>
                    <a:pt x="2005" y="196574"/>
                  </a:lnTo>
                  <a:lnTo>
                    <a:pt x="2673" y="196574"/>
                  </a:lnTo>
                  <a:lnTo>
                    <a:pt x="3341" y="196574"/>
                  </a:lnTo>
                  <a:lnTo>
                    <a:pt x="4009" y="196574"/>
                  </a:lnTo>
                  <a:lnTo>
                    <a:pt x="4677" y="196574"/>
                  </a:lnTo>
                  <a:lnTo>
                    <a:pt x="5345" y="196574"/>
                  </a:lnTo>
                  <a:lnTo>
                    <a:pt x="6013" y="196574"/>
                  </a:lnTo>
                  <a:lnTo>
                    <a:pt x="6681" y="196574"/>
                  </a:lnTo>
                  <a:lnTo>
                    <a:pt x="7349" y="196574"/>
                  </a:lnTo>
                  <a:lnTo>
                    <a:pt x="8017" y="196574"/>
                  </a:lnTo>
                  <a:lnTo>
                    <a:pt x="8685" y="196574"/>
                  </a:lnTo>
                  <a:lnTo>
                    <a:pt x="9353" y="196574"/>
                  </a:lnTo>
                  <a:lnTo>
                    <a:pt x="10021" y="196574"/>
                  </a:lnTo>
                  <a:lnTo>
                    <a:pt x="10689" y="196574"/>
                  </a:lnTo>
                  <a:lnTo>
                    <a:pt x="11357" y="196574"/>
                  </a:lnTo>
                  <a:lnTo>
                    <a:pt x="12025" y="196574"/>
                  </a:lnTo>
                  <a:lnTo>
                    <a:pt x="12693" y="196574"/>
                  </a:lnTo>
                  <a:lnTo>
                    <a:pt x="13361" y="196574"/>
                  </a:lnTo>
                  <a:lnTo>
                    <a:pt x="14029" y="196574"/>
                  </a:lnTo>
                  <a:lnTo>
                    <a:pt x="14697" y="196574"/>
                  </a:lnTo>
                  <a:lnTo>
                    <a:pt x="15365" y="135398"/>
                  </a:lnTo>
                  <a:lnTo>
                    <a:pt x="16033" y="97631"/>
                  </a:lnTo>
                  <a:lnTo>
                    <a:pt x="16701" y="97631"/>
                  </a:lnTo>
                  <a:lnTo>
                    <a:pt x="17369" y="15947"/>
                  </a:lnTo>
                  <a:lnTo>
                    <a:pt x="18037" y="11923"/>
                  </a:lnTo>
                  <a:lnTo>
                    <a:pt x="18705" y="11923"/>
                  </a:lnTo>
                  <a:lnTo>
                    <a:pt x="19373" y="11923"/>
                  </a:lnTo>
                  <a:lnTo>
                    <a:pt x="20041" y="11923"/>
                  </a:lnTo>
                  <a:lnTo>
                    <a:pt x="20709" y="0"/>
                  </a:lnTo>
                  <a:lnTo>
                    <a:pt x="21377" y="30291"/>
                  </a:lnTo>
                  <a:lnTo>
                    <a:pt x="22045" y="37423"/>
                  </a:lnTo>
                  <a:lnTo>
                    <a:pt x="22713" y="147191"/>
                  </a:lnTo>
                  <a:lnTo>
                    <a:pt x="23381" y="147191"/>
                  </a:lnTo>
                  <a:lnTo>
                    <a:pt x="24049" y="152015"/>
                  </a:lnTo>
                  <a:lnTo>
                    <a:pt x="24499" y="19671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461712" y="1623927"/>
              <a:ext cx="38976" cy="442362"/>
            </a:xfrm>
            <a:custGeom>
              <a:avLst/>
              <a:pathLst>
                <a:path w="38976" h="442362">
                  <a:moveTo>
                    <a:pt x="0" y="442362"/>
                  </a:moveTo>
                  <a:lnTo>
                    <a:pt x="247" y="398069"/>
                  </a:lnTo>
                  <a:lnTo>
                    <a:pt x="915" y="336893"/>
                  </a:lnTo>
                  <a:lnTo>
                    <a:pt x="1583" y="336893"/>
                  </a:lnTo>
                  <a:lnTo>
                    <a:pt x="2251" y="345706"/>
                  </a:lnTo>
                  <a:lnTo>
                    <a:pt x="2919" y="338245"/>
                  </a:lnTo>
                  <a:lnTo>
                    <a:pt x="3587" y="279471"/>
                  </a:lnTo>
                  <a:lnTo>
                    <a:pt x="4255" y="208187"/>
                  </a:lnTo>
                  <a:lnTo>
                    <a:pt x="4923" y="192959"/>
                  </a:lnTo>
                  <a:lnTo>
                    <a:pt x="5591" y="117521"/>
                  </a:lnTo>
                  <a:lnTo>
                    <a:pt x="6259" y="98420"/>
                  </a:lnTo>
                  <a:lnTo>
                    <a:pt x="6927" y="91288"/>
                  </a:lnTo>
                  <a:lnTo>
                    <a:pt x="7595" y="0"/>
                  </a:lnTo>
                  <a:lnTo>
                    <a:pt x="8263" y="53168"/>
                  </a:lnTo>
                  <a:lnTo>
                    <a:pt x="8931" y="53168"/>
                  </a:lnTo>
                  <a:lnTo>
                    <a:pt x="9599" y="70917"/>
                  </a:lnTo>
                  <a:lnTo>
                    <a:pt x="10267" y="181971"/>
                  </a:lnTo>
                  <a:lnTo>
                    <a:pt x="10935" y="257571"/>
                  </a:lnTo>
                  <a:lnTo>
                    <a:pt x="11603" y="257571"/>
                  </a:lnTo>
                  <a:lnTo>
                    <a:pt x="12271" y="257571"/>
                  </a:lnTo>
                  <a:lnTo>
                    <a:pt x="12939" y="338711"/>
                  </a:lnTo>
                  <a:lnTo>
                    <a:pt x="13607" y="442222"/>
                  </a:lnTo>
                  <a:lnTo>
                    <a:pt x="14275" y="442222"/>
                  </a:lnTo>
                  <a:lnTo>
                    <a:pt x="14944" y="442222"/>
                  </a:lnTo>
                  <a:lnTo>
                    <a:pt x="15612" y="442222"/>
                  </a:lnTo>
                  <a:lnTo>
                    <a:pt x="16280" y="442222"/>
                  </a:lnTo>
                  <a:lnTo>
                    <a:pt x="16948" y="442222"/>
                  </a:lnTo>
                  <a:lnTo>
                    <a:pt x="17616" y="442222"/>
                  </a:lnTo>
                  <a:lnTo>
                    <a:pt x="18284" y="442222"/>
                  </a:lnTo>
                  <a:lnTo>
                    <a:pt x="18952" y="442222"/>
                  </a:lnTo>
                  <a:lnTo>
                    <a:pt x="19620" y="442222"/>
                  </a:lnTo>
                  <a:lnTo>
                    <a:pt x="20288" y="442222"/>
                  </a:lnTo>
                  <a:lnTo>
                    <a:pt x="20956" y="442222"/>
                  </a:lnTo>
                  <a:lnTo>
                    <a:pt x="21624" y="442222"/>
                  </a:lnTo>
                  <a:lnTo>
                    <a:pt x="22292" y="442222"/>
                  </a:lnTo>
                  <a:lnTo>
                    <a:pt x="22960" y="442222"/>
                  </a:lnTo>
                  <a:lnTo>
                    <a:pt x="23628" y="442222"/>
                  </a:lnTo>
                  <a:lnTo>
                    <a:pt x="24296" y="442222"/>
                  </a:lnTo>
                  <a:lnTo>
                    <a:pt x="24964" y="442222"/>
                  </a:lnTo>
                  <a:lnTo>
                    <a:pt x="25632" y="376202"/>
                  </a:lnTo>
                  <a:lnTo>
                    <a:pt x="26300" y="261595"/>
                  </a:lnTo>
                  <a:lnTo>
                    <a:pt x="26968" y="241722"/>
                  </a:lnTo>
                  <a:lnTo>
                    <a:pt x="27636" y="167864"/>
                  </a:lnTo>
                  <a:lnTo>
                    <a:pt x="28304" y="205111"/>
                  </a:lnTo>
                  <a:lnTo>
                    <a:pt x="28972" y="154269"/>
                  </a:lnTo>
                  <a:lnTo>
                    <a:pt x="29640" y="180171"/>
                  </a:lnTo>
                  <a:lnTo>
                    <a:pt x="30308" y="180171"/>
                  </a:lnTo>
                  <a:lnTo>
                    <a:pt x="30976" y="180171"/>
                  </a:lnTo>
                  <a:lnTo>
                    <a:pt x="31644" y="180171"/>
                  </a:lnTo>
                  <a:lnTo>
                    <a:pt x="32312" y="180171"/>
                  </a:lnTo>
                  <a:lnTo>
                    <a:pt x="32980" y="180171"/>
                  </a:lnTo>
                  <a:lnTo>
                    <a:pt x="33648" y="180171"/>
                  </a:lnTo>
                  <a:lnTo>
                    <a:pt x="34316" y="180171"/>
                  </a:lnTo>
                  <a:lnTo>
                    <a:pt x="34984" y="171478"/>
                  </a:lnTo>
                  <a:lnTo>
                    <a:pt x="35652" y="160067"/>
                  </a:lnTo>
                  <a:lnTo>
                    <a:pt x="36320" y="238146"/>
                  </a:lnTo>
                  <a:lnTo>
                    <a:pt x="36988" y="254314"/>
                  </a:lnTo>
                  <a:lnTo>
                    <a:pt x="37656" y="323398"/>
                  </a:lnTo>
                  <a:lnTo>
                    <a:pt x="38324" y="362696"/>
                  </a:lnTo>
                  <a:lnTo>
                    <a:pt x="38976" y="4423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5500718" y="1967206"/>
              <a:ext cx="5988" cy="99082"/>
            </a:xfrm>
            <a:custGeom>
              <a:avLst/>
              <a:pathLst>
                <a:path w="5988" h="99082">
                  <a:moveTo>
                    <a:pt x="0" y="99082"/>
                  </a:moveTo>
                  <a:lnTo>
                    <a:pt x="654" y="0"/>
                  </a:lnTo>
                  <a:lnTo>
                    <a:pt x="1322" y="0"/>
                  </a:lnTo>
                  <a:lnTo>
                    <a:pt x="1990" y="0"/>
                  </a:lnTo>
                  <a:lnTo>
                    <a:pt x="2658" y="0"/>
                  </a:lnTo>
                  <a:lnTo>
                    <a:pt x="3326" y="0"/>
                  </a:lnTo>
                  <a:lnTo>
                    <a:pt x="3994" y="0"/>
                  </a:lnTo>
                  <a:lnTo>
                    <a:pt x="4662" y="0"/>
                  </a:lnTo>
                  <a:lnTo>
                    <a:pt x="5330" y="0"/>
                  </a:lnTo>
                  <a:lnTo>
                    <a:pt x="5988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518904" y="1738271"/>
              <a:ext cx="33223" cy="328017"/>
            </a:xfrm>
            <a:custGeom>
              <a:avLst/>
              <a:pathLst>
                <a:path w="33223" h="328017">
                  <a:moveTo>
                    <a:pt x="0" y="328017"/>
                  </a:moveTo>
                  <a:lnTo>
                    <a:pt x="505" y="206411"/>
                  </a:lnTo>
                  <a:lnTo>
                    <a:pt x="1173" y="143226"/>
                  </a:lnTo>
                  <a:lnTo>
                    <a:pt x="1841" y="143226"/>
                  </a:lnTo>
                  <a:lnTo>
                    <a:pt x="2509" y="143226"/>
                  </a:lnTo>
                  <a:lnTo>
                    <a:pt x="3177" y="143226"/>
                  </a:lnTo>
                  <a:lnTo>
                    <a:pt x="3845" y="143226"/>
                  </a:lnTo>
                  <a:lnTo>
                    <a:pt x="4513" y="143226"/>
                  </a:lnTo>
                  <a:lnTo>
                    <a:pt x="5181" y="143226"/>
                  </a:lnTo>
                  <a:lnTo>
                    <a:pt x="5849" y="143226"/>
                  </a:lnTo>
                  <a:lnTo>
                    <a:pt x="6517" y="143226"/>
                  </a:lnTo>
                  <a:lnTo>
                    <a:pt x="7185" y="143226"/>
                  </a:lnTo>
                  <a:lnTo>
                    <a:pt x="7853" y="143226"/>
                  </a:lnTo>
                  <a:lnTo>
                    <a:pt x="8521" y="143226"/>
                  </a:lnTo>
                  <a:lnTo>
                    <a:pt x="9189" y="143226"/>
                  </a:lnTo>
                  <a:lnTo>
                    <a:pt x="9857" y="184651"/>
                  </a:lnTo>
                  <a:lnTo>
                    <a:pt x="10526" y="252278"/>
                  </a:lnTo>
                  <a:lnTo>
                    <a:pt x="11194" y="327878"/>
                  </a:lnTo>
                  <a:lnTo>
                    <a:pt x="11862" y="327878"/>
                  </a:lnTo>
                  <a:lnTo>
                    <a:pt x="12530" y="327878"/>
                  </a:lnTo>
                  <a:lnTo>
                    <a:pt x="13198" y="327878"/>
                  </a:lnTo>
                  <a:lnTo>
                    <a:pt x="13866" y="327878"/>
                  </a:lnTo>
                  <a:lnTo>
                    <a:pt x="14534" y="327878"/>
                  </a:lnTo>
                  <a:lnTo>
                    <a:pt x="15202" y="327878"/>
                  </a:lnTo>
                  <a:lnTo>
                    <a:pt x="15870" y="327878"/>
                  </a:lnTo>
                  <a:lnTo>
                    <a:pt x="16538" y="327878"/>
                  </a:lnTo>
                  <a:lnTo>
                    <a:pt x="17206" y="327878"/>
                  </a:lnTo>
                  <a:lnTo>
                    <a:pt x="17874" y="327878"/>
                  </a:lnTo>
                  <a:lnTo>
                    <a:pt x="18542" y="327878"/>
                  </a:lnTo>
                  <a:lnTo>
                    <a:pt x="19210" y="327878"/>
                  </a:lnTo>
                  <a:lnTo>
                    <a:pt x="19878" y="327878"/>
                  </a:lnTo>
                  <a:lnTo>
                    <a:pt x="20546" y="327878"/>
                  </a:lnTo>
                  <a:lnTo>
                    <a:pt x="21214" y="327878"/>
                  </a:lnTo>
                  <a:lnTo>
                    <a:pt x="21882" y="301676"/>
                  </a:lnTo>
                  <a:lnTo>
                    <a:pt x="22550" y="147250"/>
                  </a:lnTo>
                  <a:lnTo>
                    <a:pt x="23218" y="67626"/>
                  </a:lnTo>
                  <a:lnTo>
                    <a:pt x="23886" y="67626"/>
                  </a:lnTo>
                  <a:lnTo>
                    <a:pt x="24554" y="67626"/>
                  </a:lnTo>
                  <a:lnTo>
                    <a:pt x="25222" y="67626"/>
                  </a:lnTo>
                  <a:lnTo>
                    <a:pt x="25890" y="67626"/>
                  </a:lnTo>
                  <a:lnTo>
                    <a:pt x="26558" y="12967"/>
                  </a:lnTo>
                  <a:lnTo>
                    <a:pt x="27226" y="0"/>
                  </a:lnTo>
                  <a:lnTo>
                    <a:pt x="27894" y="0"/>
                  </a:lnTo>
                  <a:lnTo>
                    <a:pt x="28562" y="0"/>
                  </a:lnTo>
                  <a:lnTo>
                    <a:pt x="29230" y="0"/>
                  </a:lnTo>
                  <a:lnTo>
                    <a:pt x="29898" y="0"/>
                  </a:lnTo>
                  <a:lnTo>
                    <a:pt x="30566" y="93968"/>
                  </a:lnTo>
                  <a:lnTo>
                    <a:pt x="31234" y="101100"/>
                  </a:lnTo>
                  <a:lnTo>
                    <a:pt x="31902" y="117350"/>
                  </a:lnTo>
                  <a:lnTo>
                    <a:pt x="32570" y="240327"/>
                  </a:lnTo>
                  <a:lnTo>
                    <a:pt x="33223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566057" y="2053963"/>
              <a:ext cx="688" cy="12325"/>
            </a:xfrm>
            <a:custGeom>
              <a:avLst/>
              <a:pathLst>
                <a:path w="688" h="12325">
                  <a:moveTo>
                    <a:pt x="0" y="12325"/>
                  </a:moveTo>
                  <a:lnTo>
                    <a:pt x="114" y="0"/>
                  </a:lnTo>
                  <a:lnTo>
                    <a:pt x="688" y="1232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575443" y="2062065"/>
              <a:ext cx="160" cy="4223"/>
            </a:xfrm>
            <a:custGeom>
              <a:avLst/>
              <a:pathLst>
                <a:path w="160" h="4223">
                  <a:moveTo>
                    <a:pt x="0" y="4223"/>
                  </a:moveTo>
                  <a:lnTo>
                    <a:pt x="80" y="0"/>
                  </a:lnTo>
                  <a:lnTo>
                    <a:pt x="160" y="422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576763" y="1748249"/>
              <a:ext cx="15243" cy="318039"/>
            </a:xfrm>
            <a:custGeom>
              <a:avLst/>
              <a:pathLst>
                <a:path w="15243" h="318039">
                  <a:moveTo>
                    <a:pt x="0" y="318039"/>
                  </a:moveTo>
                  <a:lnTo>
                    <a:pt x="96" y="312800"/>
                  </a:lnTo>
                  <a:lnTo>
                    <a:pt x="764" y="268516"/>
                  </a:lnTo>
                  <a:lnTo>
                    <a:pt x="1432" y="231916"/>
                  </a:lnTo>
                  <a:lnTo>
                    <a:pt x="2100" y="205714"/>
                  </a:lnTo>
                  <a:lnTo>
                    <a:pt x="2768" y="205714"/>
                  </a:lnTo>
                  <a:lnTo>
                    <a:pt x="3436" y="215415"/>
                  </a:lnTo>
                  <a:lnTo>
                    <a:pt x="4105" y="240605"/>
                  </a:lnTo>
                  <a:lnTo>
                    <a:pt x="4773" y="200889"/>
                  </a:lnTo>
                  <a:lnTo>
                    <a:pt x="5441" y="124486"/>
                  </a:lnTo>
                  <a:lnTo>
                    <a:pt x="6109" y="55848"/>
                  </a:lnTo>
                  <a:lnTo>
                    <a:pt x="6777" y="55848"/>
                  </a:lnTo>
                  <a:lnTo>
                    <a:pt x="7445" y="16250"/>
                  </a:lnTo>
                  <a:lnTo>
                    <a:pt x="8113" y="0"/>
                  </a:lnTo>
                  <a:lnTo>
                    <a:pt x="8781" y="47155"/>
                  </a:lnTo>
                  <a:lnTo>
                    <a:pt x="9449" y="55848"/>
                  </a:lnTo>
                  <a:lnTo>
                    <a:pt x="10117" y="53722"/>
                  </a:lnTo>
                  <a:lnTo>
                    <a:pt x="10785" y="80605"/>
                  </a:lnTo>
                  <a:lnTo>
                    <a:pt x="11453" y="130837"/>
                  </a:lnTo>
                  <a:lnTo>
                    <a:pt x="12121" y="158749"/>
                  </a:lnTo>
                  <a:lnTo>
                    <a:pt x="12789" y="184651"/>
                  </a:lnTo>
                  <a:lnTo>
                    <a:pt x="13457" y="184651"/>
                  </a:lnTo>
                  <a:lnTo>
                    <a:pt x="14125" y="213831"/>
                  </a:lnTo>
                  <a:lnTo>
                    <a:pt x="14793" y="260251"/>
                  </a:lnTo>
                  <a:lnTo>
                    <a:pt x="15243" y="3180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598872" y="1804098"/>
              <a:ext cx="11070" cy="262190"/>
            </a:xfrm>
            <a:custGeom>
              <a:avLst/>
              <a:pathLst>
                <a:path w="11070" h="262190">
                  <a:moveTo>
                    <a:pt x="0" y="262190"/>
                  </a:moveTo>
                  <a:lnTo>
                    <a:pt x="32" y="257076"/>
                  </a:lnTo>
                  <a:lnTo>
                    <a:pt x="700" y="65476"/>
                  </a:lnTo>
                  <a:lnTo>
                    <a:pt x="1368" y="1799"/>
                  </a:lnTo>
                  <a:lnTo>
                    <a:pt x="2036" y="1799"/>
                  </a:lnTo>
                  <a:lnTo>
                    <a:pt x="2704" y="1799"/>
                  </a:lnTo>
                  <a:lnTo>
                    <a:pt x="3372" y="1799"/>
                  </a:lnTo>
                  <a:lnTo>
                    <a:pt x="4040" y="1799"/>
                  </a:lnTo>
                  <a:lnTo>
                    <a:pt x="4708" y="92383"/>
                  </a:lnTo>
                  <a:lnTo>
                    <a:pt x="5376" y="54823"/>
                  </a:lnTo>
                  <a:lnTo>
                    <a:pt x="6044" y="0"/>
                  </a:lnTo>
                  <a:lnTo>
                    <a:pt x="6712" y="68637"/>
                  </a:lnTo>
                  <a:lnTo>
                    <a:pt x="7380" y="83865"/>
                  </a:lnTo>
                  <a:lnTo>
                    <a:pt x="8048" y="88690"/>
                  </a:lnTo>
                  <a:lnTo>
                    <a:pt x="8716" y="88690"/>
                  </a:lnTo>
                  <a:lnTo>
                    <a:pt x="9384" y="88690"/>
                  </a:lnTo>
                  <a:lnTo>
                    <a:pt x="10052" y="149865"/>
                  </a:lnTo>
                  <a:lnTo>
                    <a:pt x="10720" y="228280"/>
                  </a:lnTo>
                  <a:lnTo>
                    <a:pt x="11070" y="2621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5615733" y="1967206"/>
              <a:ext cx="11229" cy="99082"/>
            </a:xfrm>
            <a:custGeom>
              <a:avLst/>
              <a:pathLst>
                <a:path w="11229" h="99082">
                  <a:moveTo>
                    <a:pt x="0" y="99082"/>
                  </a:moveTo>
                  <a:lnTo>
                    <a:pt x="539" y="90583"/>
                  </a:lnTo>
                  <a:lnTo>
                    <a:pt x="1207" y="0"/>
                  </a:lnTo>
                  <a:lnTo>
                    <a:pt x="1875" y="0"/>
                  </a:lnTo>
                  <a:lnTo>
                    <a:pt x="2543" y="0"/>
                  </a:lnTo>
                  <a:lnTo>
                    <a:pt x="3211" y="0"/>
                  </a:lnTo>
                  <a:lnTo>
                    <a:pt x="3879" y="0"/>
                  </a:lnTo>
                  <a:lnTo>
                    <a:pt x="4548" y="0"/>
                  </a:lnTo>
                  <a:lnTo>
                    <a:pt x="5216" y="0"/>
                  </a:lnTo>
                  <a:lnTo>
                    <a:pt x="5884" y="0"/>
                  </a:lnTo>
                  <a:lnTo>
                    <a:pt x="6552" y="0"/>
                  </a:lnTo>
                  <a:lnTo>
                    <a:pt x="7220" y="0"/>
                  </a:lnTo>
                  <a:lnTo>
                    <a:pt x="7888" y="0"/>
                  </a:lnTo>
                  <a:lnTo>
                    <a:pt x="8556" y="62552"/>
                  </a:lnTo>
                  <a:lnTo>
                    <a:pt x="9224" y="98943"/>
                  </a:lnTo>
                  <a:lnTo>
                    <a:pt x="9892" y="98943"/>
                  </a:lnTo>
                  <a:lnTo>
                    <a:pt x="10560" y="98943"/>
                  </a:lnTo>
                  <a:lnTo>
                    <a:pt x="11228" y="98943"/>
                  </a:lnTo>
                  <a:lnTo>
                    <a:pt x="11229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5629413" y="1536672"/>
              <a:ext cx="14491" cy="529616"/>
            </a:xfrm>
            <a:custGeom>
              <a:avLst/>
              <a:pathLst>
                <a:path w="14491" h="529616">
                  <a:moveTo>
                    <a:pt x="0" y="529616"/>
                  </a:moveTo>
                  <a:lnTo>
                    <a:pt x="220" y="469474"/>
                  </a:lnTo>
                  <a:lnTo>
                    <a:pt x="888" y="347935"/>
                  </a:lnTo>
                  <a:lnTo>
                    <a:pt x="1556" y="241252"/>
                  </a:lnTo>
                  <a:lnTo>
                    <a:pt x="2224" y="168673"/>
                  </a:lnTo>
                  <a:lnTo>
                    <a:pt x="2892" y="147889"/>
                  </a:lnTo>
                  <a:lnTo>
                    <a:pt x="3560" y="129282"/>
                  </a:lnTo>
                  <a:lnTo>
                    <a:pt x="4228" y="84999"/>
                  </a:lnTo>
                  <a:lnTo>
                    <a:pt x="4896" y="70892"/>
                  </a:lnTo>
                  <a:lnTo>
                    <a:pt x="5564" y="70892"/>
                  </a:lnTo>
                  <a:lnTo>
                    <a:pt x="6232" y="70892"/>
                  </a:lnTo>
                  <a:lnTo>
                    <a:pt x="6900" y="70892"/>
                  </a:lnTo>
                  <a:lnTo>
                    <a:pt x="7569" y="70892"/>
                  </a:lnTo>
                  <a:lnTo>
                    <a:pt x="8237" y="87858"/>
                  </a:lnTo>
                  <a:lnTo>
                    <a:pt x="8905" y="60479"/>
                  </a:lnTo>
                  <a:lnTo>
                    <a:pt x="9573" y="0"/>
                  </a:lnTo>
                  <a:lnTo>
                    <a:pt x="10241" y="80272"/>
                  </a:lnTo>
                  <a:lnTo>
                    <a:pt x="10909" y="125724"/>
                  </a:lnTo>
                  <a:lnTo>
                    <a:pt x="11577" y="190530"/>
                  </a:lnTo>
                  <a:lnTo>
                    <a:pt x="12245" y="352740"/>
                  </a:lnTo>
                  <a:lnTo>
                    <a:pt x="12913" y="298406"/>
                  </a:lnTo>
                  <a:lnTo>
                    <a:pt x="13581" y="344825"/>
                  </a:lnTo>
                  <a:lnTo>
                    <a:pt x="14249" y="478101"/>
                  </a:lnTo>
                  <a:lnTo>
                    <a:pt x="14491" y="52961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657690" y="2066149"/>
              <a:ext cx="2006" cy="139"/>
            </a:xfrm>
            <a:custGeom>
              <a:avLst/>
              <a:pathLst>
                <a:path w="2006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5685698" y="1738271"/>
              <a:ext cx="24649" cy="328017"/>
            </a:xfrm>
            <a:custGeom>
              <a:avLst/>
              <a:pathLst>
                <a:path w="24649" h="328017">
                  <a:moveTo>
                    <a:pt x="0" y="328017"/>
                  </a:moveTo>
                  <a:lnTo>
                    <a:pt x="50" y="324621"/>
                  </a:lnTo>
                  <a:lnTo>
                    <a:pt x="718" y="194629"/>
                  </a:lnTo>
                  <a:lnTo>
                    <a:pt x="1386" y="194629"/>
                  </a:lnTo>
                  <a:lnTo>
                    <a:pt x="2054" y="168727"/>
                  </a:lnTo>
                  <a:lnTo>
                    <a:pt x="2722" y="100419"/>
                  </a:lnTo>
                  <a:lnTo>
                    <a:pt x="3390" y="0"/>
                  </a:lnTo>
                  <a:lnTo>
                    <a:pt x="4058" y="0"/>
                  </a:lnTo>
                  <a:lnTo>
                    <a:pt x="4726" y="0"/>
                  </a:lnTo>
                  <a:lnTo>
                    <a:pt x="5394" y="0"/>
                  </a:lnTo>
                  <a:lnTo>
                    <a:pt x="6062" y="0"/>
                  </a:lnTo>
                  <a:lnTo>
                    <a:pt x="6730" y="0"/>
                  </a:lnTo>
                  <a:lnTo>
                    <a:pt x="7398" y="0"/>
                  </a:lnTo>
                  <a:lnTo>
                    <a:pt x="8066" y="0"/>
                  </a:lnTo>
                  <a:lnTo>
                    <a:pt x="8734" y="0"/>
                  </a:lnTo>
                  <a:lnTo>
                    <a:pt x="9402" y="57017"/>
                  </a:lnTo>
                  <a:lnTo>
                    <a:pt x="10070" y="93086"/>
                  </a:lnTo>
                  <a:lnTo>
                    <a:pt x="10738" y="228935"/>
                  </a:lnTo>
                  <a:lnTo>
                    <a:pt x="11406" y="228935"/>
                  </a:lnTo>
                  <a:lnTo>
                    <a:pt x="12074" y="228935"/>
                  </a:lnTo>
                  <a:lnTo>
                    <a:pt x="12742" y="317268"/>
                  </a:lnTo>
                  <a:lnTo>
                    <a:pt x="13410" y="327878"/>
                  </a:lnTo>
                  <a:lnTo>
                    <a:pt x="14078" y="327878"/>
                  </a:lnTo>
                  <a:lnTo>
                    <a:pt x="14746" y="327878"/>
                  </a:lnTo>
                  <a:lnTo>
                    <a:pt x="15414" y="327878"/>
                  </a:lnTo>
                  <a:lnTo>
                    <a:pt x="16082" y="327878"/>
                  </a:lnTo>
                  <a:lnTo>
                    <a:pt x="16750" y="327878"/>
                  </a:lnTo>
                  <a:lnTo>
                    <a:pt x="17418" y="327878"/>
                  </a:lnTo>
                  <a:lnTo>
                    <a:pt x="18086" y="327878"/>
                  </a:lnTo>
                  <a:lnTo>
                    <a:pt x="18754" y="327878"/>
                  </a:lnTo>
                  <a:lnTo>
                    <a:pt x="19422" y="327878"/>
                  </a:lnTo>
                  <a:lnTo>
                    <a:pt x="20090" y="228935"/>
                  </a:lnTo>
                  <a:lnTo>
                    <a:pt x="20759" y="228935"/>
                  </a:lnTo>
                  <a:lnTo>
                    <a:pt x="21427" y="228935"/>
                  </a:lnTo>
                  <a:lnTo>
                    <a:pt x="22095" y="228935"/>
                  </a:lnTo>
                  <a:lnTo>
                    <a:pt x="22763" y="228935"/>
                  </a:lnTo>
                  <a:lnTo>
                    <a:pt x="23431" y="228935"/>
                  </a:lnTo>
                  <a:lnTo>
                    <a:pt x="24099" y="228935"/>
                  </a:lnTo>
                  <a:lnTo>
                    <a:pt x="24649" y="3280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5726497" y="1677096"/>
              <a:ext cx="35375" cy="389193"/>
            </a:xfrm>
            <a:custGeom>
              <a:avLst/>
              <a:pathLst>
                <a:path w="35375" h="389193">
                  <a:moveTo>
                    <a:pt x="0" y="389193"/>
                  </a:moveTo>
                  <a:lnTo>
                    <a:pt x="0" y="389053"/>
                  </a:lnTo>
                  <a:lnTo>
                    <a:pt x="668" y="389053"/>
                  </a:lnTo>
                  <a:lnTo>
                    <a:pt x="1336" y="389053"/>
                  </a:lnTo>
                  <a:lnTo>
                    <a:pt x="2005" y="389053"/>
                  </a:lnTo>
                  <a:lnTo>
                    <a:pt x="2673" y="318225"/>
                  </a:lnTo>
                  <a:lnTo>
                    <a:pt x="3341" y="208426"/>
                  </a:lnTo>
                  <a:lnTo>
                    <a:pt x="4009" y="204402"/>
                  </a:lnTo>
                  <a:lnTo>
                    <a:pt x="4677" y="204402"/>
                  </a:lnTo>
                  <a:lnTo>
                    <a:pt x="5345" y="204402"/>
                  </a:lnTo>
                  <a:lnTo>
                    <a:pt x="6013" y="165489"/>
                  </a:lnTo>
                  <a:lnTo>
                    <a:pt x="6681" y="128802"/>
                  </a:lnTo>
                  <a:lnTo>
                    <a:pt x="7349" y="128802"/>
                  </a:lnTo>
                  <a:lnTo>
                    <a:pt x="8017" y="128802"/>
                  </a:lnTo>
                  <a:lnTo>
                    <a:pt x="8685" y="90729"/>
                  </a:lnTo>
                  <a:lnTo>
                    <a:pt x="9353" y="61175"/>
                  </a:lnTo>
                  <a:lnTo>
                    <a:pt x="10021" y="61175"/>
                  </a:lnTo>
                  <a:lnTo>
                    <a:pt x="10689" y="61175"/>
                  </a:lnTo>
                  <a:lnTo>
                    <a:pt x="11357" y="48465"/>
                  </a:lnTo>
                  <a:lnTo>
                    <a:pt x="12025" y="0"/>
                  </a:lnTo>
                  <a:lnTo>
                    <a:pt x="12693" y="42203"/>
                  </a:lnTo>
                  <a:lnTo>
                    <a:pt x="13361" y="125246"/>
                  </a:lnTo>
                  <a:lnTo>
                    <a:pt x="14029" y="128802"/>
                  </a:lnTo>
                  <a:lnTo>
                    <a:pt x="14697" y="128802"/>
                  </a:lnTo>
                  <a:lnTo>
                    <a:pt x="15365" y="128802"/>
                  </a:lnTo>
                  <a:lnTo>
                    <a:pt x="16033" y="165489"/>
                  </a:lnTo>
                  <a:lnTo>
                    <a:pt x="16701" y="204402"/>
                  </a:lnTo>
                  <a:lnTo>
                    <a:pt x="17369" y="192479"/>
                  </a:lnTo>
                  <a:lnTo>
                    <a:pt x="18037" y="128802"/>
                  </a:lnTo>
                  <a:lnTo>
                    <a:pt x="18705" y="169276"/>
                  </a:lnTo>
                  <a:lnTo>
                    <a:pt x="19373" y="204402"/>
                  </a:lnTo>
                  <a:lnTo>
                    <a:pt x="20041" y="204402"/>
                  </a:lnTo>
                  <a:lnTo>
                    <a:pt x="20709" y="204402"/>
                  </a:lnTo>
                  <a:lnTo>
                    <a:pt x="21377" y="220653"/>
                  </a:lnTo>
                  <a:lnTo>
                    <a:pt x="22045" y="290110"/>
                  </a:lnTo>
                  <a:lnTo>
                    <a:pt x="22713" y="290110"/>
                  </a:lnTo>
                  <a:lnTo>
                    <a:pt x="23381" y="290110"/>
                  </a:lnTo>
                  <a:lnTo>
                    <a:pt x="24049" y="290110"/>
                  </a:lnTo>
                  <a:lnTo>
                    <a:pt x="24717" y="245827"/>
                  </a:lnTo>
                  <a:lnTo>
                    <a:pt x="25385" y="204402"/>
                  </a:lnTo>
                  <a:lnTo>
                    <a:pt x="26053" y="204402"/>
                  </a:lnTo>
                  <a:lnTo>
                    <a:pt x="26722" y="204402"/>
                  </a:lnTo>
                  <a:lnTo>
                    <a:pt x="27390" y="216551"/>
                  </a:lnTo>
                  <a:lnTo>
                    <a:pt x="28058" y="349378"/>
                  </a:lnTo>
                  <a:lnTo>
                    <a:pt x="28726" y="305502"/>
                  </a:lnTo>
                  <a:lnTo>
                    <a:pt x="29394" y="305502"/>
                  </a:lnTo>
                  <a:lnTo>
                    <a:pt x="30062" y="305502"/>
                  </a:lnTo>
                  <a:lnTo>
                    <a:pt x="30730" y="305502"/>
                  </a:lnTo>
                  <a:lnTo>
                    <a:pt x="31398" y="305502"/>
                  </a:lnTo>
                  <a:lnTo>
                    <a:pt x="32066" y="305502"/>
                  </a:lnTo>
                  <a:lnTo>
                    <a:pt x="32734" y="305502"/>
                  </a:lnTo>
                  <a:lnTo>
                    <a:pt x="33402" y="305502"/>
                  </a:lnTo>
                  <a:lnTo>
                    <a:pt x="34070" y="305502"/>
                  </a:lnTo>
                  <a:lnTo>
                    <a:pt x="34738" y="346927"/>
                  </a:lnTo>
                  <a:lnTo>
                    <a:pt x="35375" y="3891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5764144" y="1881498"/>
              <a:ext cx="16465" cy="184790"/>
            </a:xfrm>
            <a:custGeom>
              <a:avLst/>
              <a:pathLst>
                <a:path w="16465" h="184790">
                  <a:moveTo>
                    <a:pt x="0" y="184790"/>
                  </a:moveTo>
                  <a:lnTo>
                    <a:pt x="430" y="134023"/>
                  </a:lnTo>
                  <a:lnTo>
                    <a:pt x="1099" y="121478"/>
                  </a:lnTo>
                  <a:lnTo>
                    <a:pt x="1767" y="101100"/>
                  </a:lnTo>
                  <a:lnTo>
                    <a:pt x="2435" y="101100"/>
                  </a:lnTo>
                  <a:lnTo>
                    <a:pt x="3103" y="101100"/>
                  </a:lnTo>
                  <a:lnTo>
                    <a:pt x="3771" y="101100"/>
                  </a:lnTo>
                  <a:lnTo>
                    <a:pt x="4439" y="101100"/>
                  </a:lnTo>
                  <a:lnTo>
                    <a:pt x="5107" y="101100"/>
                  </a:lnTo>
                  <a:lnTo>
                    <a:pt x="5775" y="101100"/>
                  </a:lnTo>
                  <a:lnTo>
                    <a:pt x="6443" y="101100"/>
                  </a:lnTo>
                  <a:lnTo>
                    <a:pt x="7111" y="101100"/>
                  </a:lnTo>
                  <a:lnTo>
                    <a:pt x="7779" y="93968"/>
                  </a:lnTo>
                  <a:lnTo>
                    <a:pt x="8447" y="0"/>
                  </a:lnTo>
                  <a:lnTo>
                    <a:pt x="9115" y="0"/>
                  </a:lnTo>
                  <a:lnTo>
                    <a:pt x="9783" y="0"/>
                  </a:lnTo>
                  <a:lnTo>
                    <a:pt x="10451" y="81139"/>
                  </a:lnTo>
                  <a:lnTo>
                    <a:pt x="11119" y="158449"/>
                  </a:lnTo>
                  <a:lnTo>
                    <a:pt x="11787" y="184651"/>
                  </a:lnTo>
                  <a:lnTo>
                    <a:pt x="12455" y="184651"/>
                  </a:lnTo>
                  <a:lnTo>
                    <a:pt x="13123" y="184651"/>
                  </a:lnTo>
                  <a:lnTo>
                    <a:pt x="13791" y="184651"/>
                  </a:lnTo>
                  <a:lnTo>
                    <a:pt x="14459" y="184651"/>
                  </a:lnTo>
                  <a:lnTo>
                    <a:pt x="15127" y="184651"/>
                  </a:lnTo>
                  <a:lnTo>
                    <a:pt x="15795" y="184651"/>
                  </a:lnTo>
                  <a:lnTo>
                    <a:pt x="16463" y="184651"/>
                  </a:lnTo>
                  <a:lnTo>
                    <a:pt x="16465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781966" y="1647106"/>
              <a:ext cx="43303" cy="419182"/>
            </a:xfrm>
            <a:custGeom>
              <a:avLst/>
              <a:pathLst>
                <a:path w="43303" h="419182">
                  <a:moveTo>
                    <a:pt x="0" y="419182"/>
                  </a:moveTo>
                  <a:lnTo>
                    <a:pt x="645" y="360025"/>
                  </a:lnTo>
                  <a:lnTo>
                    <a:pt x="1314" y="285794"/>
                  </a:lnTo>
                  <a:lnTo>
                    <a:pt x="1982" y="285794"/>
                  </a:lnTo>
                  <a:lnTo>
                    <a:pt x="2650" y="285794"/>
                  </a:lnTo>
                  <a:lnTo>
                    <a:pt x="3318" y="285794"/>
                  </a:lnTo>
                  <a:lnTo>
                    <a:pt x="3986" y="247721"/>
                  </a:lnTo>
                  <a:lnTo>
                    <a:pt x="4654" y="183802"/>
                  </a:lnTo>
                  <a:lnTo>
                    <a:pt x="5322" y="156992"/>
                  </a:lnTo>
                  <a:lnTo>
                    <a:pt x="5990" y="156992"/>
                  </a:lnTo>
                  <a:lnTo>
                    <a:pt x="6658" y="156992"/>
                  </a:lnTo>
                  <a:lnTo>
                    <a:pt x="7326" y="156992"/>
                  </a:lnTo>
                  <a:lnTo>
                    <a:pt x="7994" y="109217"/>
                  </a:lnTo>
                  <a:lnTo>
                    <a:pt x="8662" y="49767"/>
                  </a:lnTo>
                  <a:lnTo>
                    <a:pt x="9330" y="20806"/>
                  </a:lnTo>
                  <a:lnTo>
                    <a:pt x="9998" y="42403"/>
                  </a:lnTo>
                  <a:lnTo>
                    <a:pt x="10666" y="0"/>
                  </a:lnTo>
                  <a:lnTo>
                    <a:pt x="11334" y="49767"/>
                  </a:lnTo>
                  <a:lnTo>
                    <a:pt x="12002" y="49767"/>
                  </a:lnTo>
                  <a:lnTo>
                    <a:pt x="12670" y="118404"/>
                  </a:lnTo>
                  <a:lnTo>
                    <a:pt x="13338" y="133632"/>
                  </a:lnTo>
                  <a:lnTo>
                    <a:pt x="14006" y="166204"/>
                  </a:lnTo>
                  <a:lnTo>
                    <a:pt x="14674" y="219947"/>
                  </a:lnTo>
                  <a:lnTo>
                    <a:pt x="15342" y="203346"/>
                  </a:lnTo>
                  <a:lnTo>
                    <a:pt x="16010" y="153443"/>
                  </a:lnTo>
                  <a:lnTo>
                    <a:pt x="16678" y="138457"/>
                  </a:lnTo>
                  <a:lnTo>
                    <a:pt x="17346" y="138457"/>
                  </a:lnTo>
                  <a:lnTo>
                    <a:pt x="18014" y="181860"/>
                  </a:lnTo>
                  <a:lnTo>
                    <a:pt x="18682" y="200621"/>
                  </a:lnTo>
                  <a:lnTo>
                    <a:pt x="19350" y="240857"/>
                  </a:lnTo>
                  <a:lnTo>
                    <a:pt x="20018" y="249670"/>
                  </a:lnTo>
                  <a:lnTo>
                    <a:pt x="20686" y="341748"/>
                  </a:lnTo>
                  <a:lnTo>
                    <a:pt x="21354" y="285794"/>
                  </a:lnTo>
                  <a:lnTo>
                    <a:pt x="22022" y="285794"/>
                  </a:lnTo>
                  <a:lnTo>
                    <a:pt x="22690" y="278993"/>
                  </a:lnTo>
                  <a:lnTo>
                    <a:pt x="23358" y="191584"/>
                  </a:lnTo>
                  <a:lnTo>
                    <a:pt x="24026" y="91165"/>
                  </a:lnTo>
                  <a:lnTo>
                    <a:pt x="24694" y="91165"/>
                  </a:lnTo>
                  <a:lnTo>
                    <a:pt x="25362" y="141205"/>
                  </a:lnTo>
                  <a:lnTo>
                    <a:pt x="26031" y="210762"/>
                  </a:lnTo>
                  <a:lnTo>
                    <a:pt x="26699" y="234392"/>
                  </a:lnTo>
                  <a:lnTo>
                    <a:pt x="27367" y="230393"/>
                  </a:lnTo>
                  <a:lnTo>
                    <a:pt x="28035" y="158792"/>
                  </a:lnTo>
                  <a:lnTo>
                    <a:pt x="28703" y="218543"/>
                  </a:lnTo>
                  <a:lnTo>
                    <a:pt x="29371" y="173216"/>
                  </a:lnTo>
                  <a:lnTo>
                    <a:pt x="30039" y="158792"/>
                  </a:lnTo>
                  <a:lnTo>
                    <a:pt x="30707" y="158792"/>
                  </a:lnTo>
                  <a:lnTo>
                    <a:pt x="31375" y="158792"/>
                  </a:lnTo>
                  <a:lnTo>
                    <a:pt x="32043" y="158792"/>
                  </a:lnTo>
                  <a:lnTo>
                    <a:pt x="32711" y="158792"/>
                  </a:lnTo>
                  <a:lnTo>
                    <a:pt x="33379" y="226418"/>
                  </a:lnTo>
                  <a:lnTo>
                    <a:pt x="34047" y="234392"/>
                  </a:lnTo>
                  <a:lnTo>
                    <a:pt x="34715" y="234392"/>
                  </a:lnTo>
                  <a:lnTo>
                    <a:pt x="35383" y="234392"/>
                  </a:lnTo>
                  <a:lnTo>
                    <a:pt x="36051" y="234392"/>
                  </a:lnTo>
                  <a:lnTo>
                    <a:pt x="36719" y="234392"/>
                  </a:lnTo>
                  <a:lnTo>
                    <a:pt x="37387" y="238416"/>
                  </a:lnTo>
                  <a:lnTo>
                    <a:pt x="38055" y="320100"/>
                  </a:lnTo>
                  <a:lnTo>
                    <a:pt x="38723" y="320100"/>
                  </a:lnTo>
                  <a:lnTo>
                    <a:pt x="39391" y="397997"/>
                  </a:lnTo>
                  <a:lnTo>
                    <a:pt x="40059" y="357867"/>
                  </a:lnTo>
                  <a:lnTo>
                    <a:pt x="40727" y="310995"/>
                  </a:lnTo>
                  <a:lnTo>
                    <a:pt x="41395" y="234392"/>
                  </a:lnTo>
                  <a:lnTo>
                    <a:pt x="42063" y="234392"/>
                  </a:lnTo>
                  <a:lnTo>
                    <a:pt x="42731" y="354593"/>
                  </a:lnTo>
                  <a:lnTo>
                    <a:pt x="43303" y="4191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836721" y="2066149"/>
              <a:ext cx="19374" cy="139"/>
            </a:xfrm>
            <a:custGeom>
              <a:avLst/>
              <a:pathLst>
                <a:path w="19374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19374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864837" y="1881498"/>
              <a:ext cx="6613" cy="184790"/>
            </a:xfrm>
            <a:custGeom>
              <a:avLst/>
              <a:pathLst>
                <a:path w="6613" h="184790">
                  <a:moveTo>
                    <a:pt x="0" y="184790"/>
                  </a:moveTo>
                  <a:lnTo>
                    <a:pt x="610" y="127002"/>
                  </a:lnTo>
                  <a:lnTo>
                    <a:pt x="1278" y="127002"/>
                  </a:lnTo>
                  <a:lnTo>
                    <a:pt x="1947" y="120201"/>
                  </a:lnTo>
                  <a:lnTo>
                    <a:pt x="2615" y="101100"/>
                  </a:lnTo>
                  <a:lnTo>
                    <a:pt x="3283" y="86756"/>
                  </a:lnTo>
                  <a:lnTo>
                    <a:pt x="3951" y="0"/>
                  </a:lnTo>
                  <a:lnTo>
                    <a:pt x="4619" y="0"/>
                  </a:lnTo>
                  <a:lnTo>
                    <a:pt x="5287" y="0"/>
                  </a:lnTo>
                  <a:lnTo>
                    <a:pt x="5955" y="41424"/>
                  </a:lnTo>
                  <a:lnTo>
                    <a:pt x="6613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885487" y="1881498"/>
              <a:ext cx="15233" cy="184790"/>
            </a:xfrm>
            <a:custGeom>
              <a:avLst/>
              <a:pathLst>
                <a:path w="15233" h="184790">
                  <a:moveTo>
                    <a:pt x="0" y="184790"/>
                  </a:moveTo>
                  <a:lnTo>
                    <a:pt x="1" y="184651"/>
                  </a:lnTo>
                  <a:lnTo>
                    <a:pt x="669" y="184651"/>
                  </a:lnTo>
                  <a:lnTo>
                    <a:pt x="1337" y="184651"/>
                  </a:lnTo>
                  <a:lnTo>
                    <a:pt x="2005" y="184651"/>
                  </a:lnTo>
                  <a:lnTo>
                    <a:pt x="2673" y="184651"/>
                  </a:lnTo>
                  <a:lnTo>
                    <a:pt x="3341" y="184651"/>
                  </a:lnTo>
                  <a:lnTo>
                    <a:pt x="4009" y="184651"/>
                  </a:lnTo>
                  <a:lnTo>
                    <a:pt x="4677" y="184651"/>
                  </a:lnTo>
                  <a:lnTo>
                    <a:pt x="5345" y="99611"/>
                  </a:lnTo>
                  <a:lnTo>
                    <a:pt x="6013" y="85708"/>
                  </a:lnTo>
                  <a:lnTo>
                    <a:pt x="6681" y="24532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90583"/>
                  </a:lnTo>
                  <a:lnTo>
                    <a:pt x="11357" y="101100"/>
                  </a:lnTo>
                  <a:lnTo>
                    <a:pt x="12025" y="120201"/>
                  </a:lnTo>
                  <a:lnTo>
                    <a:pt x="12693" y="127002"/>
                  </a:lnTo>
                  <a:lnTo>
                    <a:pt x="13361" y="127002"/>
                  </a:lnTo>
                  <a:lnTo>
                    <a:pt x="14029" y="127002"/>
                  </a:lnTo>
                  <a:lnTo>
                    <a:pt x="14697" y="127002"/>
                  </a:lnTo>
                  <a:lnTo>
                    <a:pt x="15233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901002" y="2016575"/>
              <a:ext cx="1173" cy="49714"/>
            </a:xfrm>
            <a:custGeom>
              <a:avLst/>
              <a:pathLst>
                <a:path w="1173" h="49714">
                  <a:moveTo>
                    <a:pt x="0" y="49714"/>
                  </a:moveTo>
                  <a:lnTo>
                    <a:pt x="518" y="0"/>
                  </a:lnTo>
                  <a:lnTo>
                    <a:pt x="1173" y="4971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905804" y="1816686"/>
              <a:ext cx="40267" cy="249602"/>
            </a:xfrm>
            <a:custGeom>
              <a:avLst/>
              <a:pathLst>
                <a:path w="40267" h="249602">
                  <a:moveTo>
                    <a:pt x="0" y="249602"/>
                  </a:moveTo>
                  <a:lnTo>
                    <a:pt x="393" y="209546"/>
                  </a:lnTo>
                  <a:lnTo>
                    <a:pt x="1061" y="165912"/>
                  </a:lnTo>
                  <a:lnTo>
                    <a:pt x="1729" y="151568"/>
                  </a:lnTo>
                  <a:lnTo>
                    <a:pt x="2397" y="64812"/>
                  </a:lnTo>
                  <a:lnTo>
                    <a:pt x="3065" y="64812"/>
                  </a:lnTo>
                  <a:lnTo>
                    <a:pt x="3733" y="0"/>
                  </a:lnTo>
                  <a:lnTo>
                    <a:pt x="4401" y="90312"/>
                  </a:lnTo>
                  <a:lnTo>
                    <a:pt x="5069" y="90312"/>
                  </a:lnTo>
                  <a:lnTo>
                    <a:pt x="5737" y="183841"/>
                  </a:lnTo>
                  <a:lnTo>
                    <a:pt x="6405" y="123386"/>
                  </a:lnTo>
                  <a:lnTo>
                    <a:pt x="7073" y="116214"/>
                  </a:lnTo>
                  <a:lnTo>
                    <a:pt x="7741" y="88303"/>
                  </a:lnTo>
                  <a:lnTo>
                    <a:pt x="8409" y="48588"/>
                  </a:lnTo>
                  <a:lnTo>
                    <a:pt x="9078" y="48588"/>
                  </a:lnTo>
                  <a:lnTo>
                    <a:pt x="9746" y="48588"/>
                  </a:lnTo>
                  <a:lnTo>
                    <a:pt x="10414" y="95168"/>
                  </a:lnTo>
                  <a:lnTo>
                    <a:pt x="11082" y="55039"/>
                  </a:lnTo>
                  <a:lnTo>
                    <a:pt x="11750" y="132453"/>
                  </a:lnTo>
                  <a:lnTo>
                    <a:pt x="12418" y="83055"/>
                  </a:lnTo>
                  <a:lnTo>
                    <a:pt x="13086" y="76102"/>
                  </a:lnTo>
                  <a:lnTo>
                    <a:pt x="13754" y="76102"/>
                  </a:lnTo>
                  <a:lnTo>
                    <a:pt x="14422" y="71277"/>
                  </a:lnTo>
                  <a:lnTo>
                    <a:pt x="15090" y="71277"/>
                  </a:lnTo>
                  <a:lnTo>
                    <a:pt x="15758" y="34427"/>
                  </a:lnTo>
                  <a:lnTo>
                    <a:pt x="16426" y="70293"/>
                  </a:lnTo>
                  <a:lnTo>
                    <a:pt x="17094" y="55997"/>
                  </a:lnTo>
                  <a:lnTo>
                    <a:pt x="17762" y="42013"/>
                  </a:lnTo>
                  <a:lnTo>
                    <a:pt x="18430" y="76102"/>
                  </a:lnTo>
                  <a:lnTo>
                    <a:pt x="19098" y="76102"/>
                  </a:lnTo>
                  <a:lnTo>
                    <a:pt x="19766" y="76102"/>
                  </a:lnTo>
                  <a:lnTo>
                    <a:pt x="20434" y="119635"/>
                  </a:lnTo>
                  <a:lnTo>
                    <a:pt x="21102" y="70293"/>
                  </a:lnTo>
                  <a:lnTo>
                    <a:pt x="21770" y="116826"/>
                  </a:lnTo>
                  <a:lnTo>
                    <a:pt x="22438" y="64537"/>
                  </a:lnTo>
                  <a:lnTo>
                    <a:pt x="23106" y="76102"/>
                  </a:lnTo>
                  <a:lnTo>
                    <a:pt x="23774" y="127721"/>
                  </a:lnTo>
                  <a:lnTo>
                    <a:pt x="24442" y="132453"/>
                  </a:lnTo>
                  <a:lnTo>
                    <a:pt x="25110" y="132453"/>
                  </a:lnTo>
                  <a:lnTo>
                    <a:pt x="25778" y="160364"/>
                  </a:lnTo>
                  <a:lnTo>
                    <a:pt x="26446" y="116214"/>
                  </a:lnTo>
                  <a:lnTo>
                    <a:pt x="27114" y="141674"/>
                  </a:lnTo>
                  <a:lnTo>
                    <a:pt x="27782" y="191814"/>
                  </a:lnTo>
                  <a:lnTo>
                    <a:pt x="28450" y="127002"/>
                  </a:lnTo>
                  <a:lnTo>
                    <a:pt x="29118" y="48588"/>
                  </a:lnTo>
                  <a:lnTo>
                    <a:pt x="29786" y="41786"/>
                  </a:lnTo>
                  <a:lnTo>
                    <a:pt x="30454" y="48887"/>
                  </a:lnTo>
                  <a:lnTo>
                    <a:pt x="31122" y="90312"/>
                  </a:lnTo>
                  <a:lnTo>
                    <a:pt x="31790" y="22135"/>
                  </a:lnTo>
                  <a:lnTo>
                    <a:pt x="32458" y="64812"/>
                  </a:lnTo>
                  <a:lnTo>
                    <a:pt x="33126" y="64812"/>
                  </a:lnTo>
                  <a:lnTo>
                    <a:pt x="33795" y="116103"/>
                  </a:lnTo>
                  <a:lnTo>
                    <a:pt x="34463" y="90312"/>
                  </a:lnTo>
                  <a:lnTo>
                    <a:pt x="35131" y="76205"/>
                  </a:lnTo>
                  <a:lnTo>
                    <a:pt x="35799" y="48588"/>
                  </a:lnTo>
                  <a:lnTo>
                    <a:pt x="36467" y="48588"/>
                  </a:lnTo>
                  <a:lnTo>
                    <a:pt x="37135" y="48588"/>
                  </a:lnTo>
                  <a:lnTo>
                    <a:pt x="37803" y="48588"/>
                  </a:lnTo>
                  <a:lnTo>
                    <a:pt x="38471" y="105605"/>
                  </a:lnTo>
                  <a:lnTo>
                    <a:pt x="39139" y="191814"/>
                  </a:lnTo>
                  <a:lnTo>
                    <a:pt x="39807" y="191814"/>
                  </a:lnTo>
                  <a:lnTo>
                    <a:pt x="40267" y="24960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5964314" y="1971808"/>
              <a:ext cx="6495" cy="94481"/>
            </a:xfrm>
            <a:custGeom>
              <a:avLst/>
              <a:pathLst>
                <a:path w="6495" h="94481">
                  <a:moveTo>
                    <a:pt x="0" y="94481"/>
                  </a:moveTo>
                  <a:lnTo>
                    <a:pt x="1" y="94341"/>
                  </a:lnTo>
                  <a:lnTo>
                    <a:pt x="669" y="94341"/>
                  </a:lnTo>
                  <a:lnTo>
                    <a:pt x="1337" y="94341"/>
                  </a:lnTo>
                  <a:lnTo>
                    <a:pt x="2005" y="94341"/>
                  </a:lnTo>
                  <a:lnTo>
                    <a:pt x="2673" y="94341"/>
                  </a:lnTo>
                  <a:lnTo>
                    <a:pt x="3341" y="94341"/>
                  </a:lnTo>
                  <a:lnTo>
                    <a:pt x="4009" y="94341"/>
                  </a:lnTo>
                  <a:lnTo>
                    <a:pt x="4677" y="94341"/>
                  </a:lnTo>
                  <a:lnTo>
                    <a:pt x="5345" y="0"/>
                  </a:lnTo>
                  <a:lnTo>
                    <a:pt x="6013" y="27041"/>
                  </a:lnTo>
                  <a:lnTo>
                    <a:pt x="6495" y="9448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975180" y="1567622"/>
              <a:ext cx="39679" cy="498666"/>
            </a:xfrm>
            <a:custGeom>
              <a:avLst/>
              <a:pathLst>
                <a:path w="39679" h="498666">
                  <a:moveTo>
                    <a:pt x="0" y="498666"/>
                  </a:moveTo>
                  <a:lnTo>
                    <a:pt x="492" y="457527"/>
                  </a:lnTo>
                  <a:lnTo>
                    <a:pt x="1160" y="457527"/>
                  </a:lnTo>
                  <a:lnTo>
                    <a:pt x="1828" y="457527"/>
                  </a:lnTo>
                  <a:lnTo>
                    <a:pt x="2496" y="320751"/>
                  </a:lnTo>
                  <a:lnTo>
                    <a:pt x="3164" y="338231"/>
                  </a:lnTo>
                  <a:lnTo>
                    <a:pt x="3832" y="307805"/>
                  </a:lnTo>
                  <a:lnTo>
                    <a:pt x="4500" y="276866"/>
                  </a:lnTo>
                  <a:lnTo>
                    <a:pt x="5168" y="307805"/>
                  </a:lnTo>
                  <a:lnTo>
                    <a:pt x="5836" y="272876"/>
                  </a:lnTo>
                  <a:lnTo>
                    <a:pt x="6504" y="199960"/>
                  </a:lnTo>
                  <a:lnTo>
                    <a:pt x="7172" y="195935"/>
                  </a:lnTo>
                  <a:lnTo>
                    <a:pt x="7840" y="135275"/>
                  </a:lnTo>
                  <a:lnTo>
                    <a:pt x="8508" y="112212"/>
                  </a:lnTo>
                  <a:lnTo>
                    <a:pt x="9176" y="143151"/>
                  </a:lnTo>
                  <a:lnTo>
                    <a:pt x="9844" y="126090"/>
                  </a:lnTo>
                  <a:lnTo>
                    <a:pt x="10512" y="170374"/>
                  </a:lnTo>
                  <a:lnTo>
                    <a:pt x="11180" y="170374"/>
                  </a:lnTo>
                  <a:lnTo>
                    <a:pt x="11848" y="170374"/>
                  </a:lnTo>
                  <a:lnTo>
                    <a:pt x="12516" y="300236"/>
                  </a:lnTo>
                  <a:lnTo>
                    <a:pt x="13184" y="289024"/>
                  </a:lnTo>
                  <a:lnTo>
                    <a:pt x="13852" y="332118"/>
                  </a:lnTo>
                  <a:lnTo>
                    <a:pt x="14520" y="430359"/>
                  </a:lnTo>
                  <a:lnTo>
                    <a:pt x="15188" y="365278"/>
                  </a:lnTo>
                  <a:lnTo>
                    <a:pt x="15856" y="365278"/>
                  </a:lnTo>
                  <a:lnTo>
                    <a:pt x="16524" y="390738"/>
                  </a:lnTo>
                  <a:lnTo>
                    <a:pt x="17192" y="358477"/>
                  </a:lnTo>
                  <a:lnTo>
                    <a:pt x="17860" y="387657"/>
                  </a:lnTo>
                  <a:lnTo>
                    <a:pt x="18528" y="365278"/>
                  </a:lnTo>
                  <a:lnTo>
                    <a:pt x="19196" y="365278"/>
                  </a:lnTo>
                  <a:lnTo>
                    <a:pt x="19864" y="365278"/>
                  </a:lnTo>
                  <a:lnTo>
                    <a:pt x="20532" y="433915"/>
                  </a:lnTo>
                  <a:lnTo>
                    <a:pt x="21200" y="449143"/>
                  </a:lnTo>
                  <a:lnTo>
                    <a:pt x="21868" y="407718"/>
                  </a:lnTo>
                  <a:lnTo>
                    <a:pt x="22536" y="392793"/>
                  </a:lnTo>
                  <a:lnTo>
                    <a:pt x="23205" y="305061"/>
                  </a:lnTo>
                  <a:lnTo>
                    <a:pt x="23873" y="177288"/>
                  </a:lnTo>
                  <a:lnTo>
                    <a:pt x="24541" y="236833"/>
                  </a:lnTo>
                  <a:lnTo>
                    <a:pt x="25209" y="236833"/>
                  </a:lnTo>
                  <a:lnTo>
                    <a:pt x="25877" y="236833"/>
                  </a:lnTo>
                  <a:lnTo>
                    <a:pt x="26545" y="254656"/>
                  </a:lnTo>
                  <a:lnTo>
                    <a:pt x="27213" y="248398"/>
                  </a:lnTo>
                  <a:lnTo>
                    <a:pt x="27881" y="236833"/>
                  </a:lnTo>
                  <a:lnTo>
                    <a:pt x="28549" y="198489"/>
                  </a:lnTo>
                  <a:lnTo>
                    <a:pt x="29217" y="170374"/>
                  </a:lnTo>
                  <a:lnTo>
                    <a:pt x="29885" y="105043"/>
                  </a:lnTo>
                  <a:lnTo>
                    <a:pt x="30553" y="79841"/>
                  </a:lnTo>
                  <a:lnTo>
                    <a:pt x="31221" y="79841"/>
                  </a:lnTo>
                  <a:lnTo>
                    <a:pt x="31889" y="67917"/>
                  </a:lnTo>
                  <a:lnTo>
                    <a:pt x="32557" y="0"/>
                  </a:lnTo>
                  <a:lnTo>
                    <a:pt x="33225" y="97934"/>
                  </a:lnTo>
                  <a:lnTo>
                    <a:pt x="33893" y="289024"/>
                  </a:lnTo>
                  <a:lnTo>
                    <a:pt x="34561" y="264492"/>
                  </a:lnTo>
                  <a:lnTo>
                    <a:pt x="35229" y="337349"/>
                  </a:lnTo>
                  <a:lnTo>
                    <a:pt x="35897" y="380587"/>
                  </a:lnTo>
                  <a:lnTo>
                    <a:pt x="36565" y="380587"/>
                  </a:lnTo>
                  <a:lnTo>
                    <a:pt x="37233" y="422012"/>
                  </a:lnTo>
                  <a:lnTo>
                    <a:pt x="37901" y="436436"/>
                  </a:lnTo>
                  <a:lnTo>
                    <a:pt x="38569" y="457191"/>
                  </a:lnTo>
                  <a:lnTo>
                    <a:pt x="39237" y="436436"/>
                  </a:lnTo>
                  <a:lnTo>
                    <a:pt x="39679" y="49866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029470" y="1953964"/>
              <a:ext cx="7776" cy="112324"/>
            </a:xfrm>
            <a:custGeom>
              <a:avLst/>
              <a:pathLst>
                <a:path w="7776" h="112324">
                  <a:moveTo>
                    <a:pt x="0" y="112324"/>
                  </a:moveTo>
                  <a:lnTo>
                    <a:pt x="312" y="67626"/>
                  </a:lnTo>
                  <a:lnTo>
                    <a:pt x="980" y="67626"/>
                  </a:lnTo>
                  <a:lnTo>
                    <a:pt x="1648" y="76159"/>
                  </a:lnTo>
                  <a:lnTo>
                    <a:pt x="2316" y="0"/>
                  </a:lnTo>
                  <a:lnTo>
                    <a:pt x="2984" y="0"/>
                  </a:lnTo>
                  <a:lnTo>
                    <a:pt x="3652" y="0"/>
                  </a:lnTo>
                  <a:lnTo>
                    <a:pt x="4320" y="0"/>
                  </a:lnTo>
                  <a:lnTo>
                    <a:pt x="4988" y="0"/>
                  </a:lnTo>
                  <a:lnTo>
                    <a:pt x="5656" y="0"/>
                  </a:lnTo>
                  <a:lnTo>
                    <a:pt x="6324" y="66459"/>
                  </a:lnTo>
                  <a:lnTo>
                    <a:pt x="6992" y="66459"/>
                  </a:lnTo>
                  <a:lnTo>
                    <a:pt x="7660" y="107747"/>
                  </a:lnTo>
                  <a:lnTo>
                    <a:pt x="7776" y="1123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6038188" y="2050771"/>
              <a:ext cx="391" cy="15517"/>
            </a:xfrm>
            <a:custGeom>
              <a:avLst/>
              <a:pathLst>
                <a:path w="391" h="15517">
                  <a:moveTo>
                    <a:pt x="0" y="15517"/>
                  </a:moveTo>
                  <a:lnTo>
                    <a:pt x="278" y="0"/>
                  </a:lnTo>
                  <a:lnTo>
                    <a:pt x="391" y="155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045373" y="1953964"/>
              <a:ext cx="10435" cy="112324"/>
            </a:xfrm>
            <a:custGeom>
              <a:avLst/>
              <a:pathLst>
                <a:path w="10435" h="112324">
                  <a:moveTo>
                    <a:pt x="0" y="112324"/>
                  </a:moveTo>
                  <a:lnTo>
                    <a:pt x="441" y="67626"/>
                  </a:lnTo>
                  <a:lnTo>
                    <a:pt x="1109" y="67626"/>
                  </a:lnTo>
                  <a:lnTo>
                    <a:pt x="1777" y="9700"/>
                  </a:lnTo>
                  <a:lnTo>
                    <a:pt x="2445" y="0"/>
                  </a:lnTo>
                  <a:lnTo>
                    <a:pt x="3113" y="0"/>
                  </a:lnTo>
                  <a:lnTo>
                    <a:pt x="3781" y="0"/>
                  </a:lnTo>
                  <a:lnTo>
                    <a:pt x="4449" y="50040"/>
                  </a:lnTo>
                  <a:lnTo>
                    <a:pt x="5117" y="67626"/>
                  </a:lnTo>
                  <a:lnTo>
                    <a:pt x="5785" y="67626"/>
                  </a:lnTo>
                  <a:lnTo>
                    <a:pt x="6453" y="67626"/>
                  </a:lnTo>
                  <a:lnTo>
                    <a:pt x="7121" y="67626"/>
                  </a:lnTo>
                  <a:lnTo>
                    <a:pt x="7789" y="62801"/>
                  </a:lnTo>
                  <a:lnTo>
                    <a:pt x="8457" y="47573"/>
                  </a:lnTo>
                  <a:lnTo>
                    <a:pt x="9125" y="47573"/>
                  </a:lnTo>
                  <a:lnTo>
                    <a:pt x="9793" y="62610"/>
                  </a:lnTo>
                  <a:lnTo>
                    <a:pt x="10435" y="1123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6055963" y="1881498"/>
              <a:ext cx="12425" cy="184790"/>
            </a:xfrm>
            <a:custGeom>
              <a:avLst/>
              <a:pathLst>
                <a:path w="12425" h="184790">
                  <a:moveTo>
                    <a:pt x="0" y="184790"/>
                  </a:moveTo>
                  <a:lnTo>
                    <a:pt x="539" y="176292"/>
                  </a:lnTo>
                  <a:lnTo>
                    <a:pt x="1207" y="168802"/>
                  </a:lnTo>
                  <a:lnTo>
                    <a:pt x="1875" y="138231"/>
                  </a:lnTo>
                  <a:lnTo>
                    <a:pt x="2543" y="85708"/>
                  </a:lnTo>
                  <a:lnTo>
                    <a:pt x="3211" y="85708"/>
                  </a:lnTo>
                  <a:lnTo>
                    <a:pt x="3879" y="85708"/>
                  </a:lnTo>
                  <a:lnTo>
                    <a:pt x="4548" y="85708"/>
                  </a:lnTo>
                  <a:lnTo>
                    <a:pt x="5216" y="85708"/>
                  </a:lnTo>
                  <a:lnTo>
                    <a:pt x="5884" y="85708"/>
                  </a:lnTo>
                  <a:lnTo>
                    <a:pt x="6552" y="85708"/>
                  </a:lnTo>
                  <a:lnTo>
                    <a:pt x="7220" y="85708"/>
                  </a:lnTo>
                  <a:lnTo>
                    <a:pt x="7888" y="32923"/>
                  </a:lnTo>
                  <a:lnTo>
                    <a:pt x="8556" y="0"/>
                  </a:lnTo>
                  <a:lnTo>
                    <a:pt x="9224" y="0"/>
                  </a:lnTo>
                  <a:lnTo>
                    <a:pt x="9892" y="90583"/>
                  </a:lnTo>
                  <a:lnTo>
                    <a:pt x="10560" y="101100"/>
                  </a:lnTo>
                  <a:lnTo>
                    <a:pt x="11228" y="127002"/>
                  </a:lnTo>
                  <a:lnTo>
                    <a:pt x="11896" y="164162"/>
                  </a:lnTo>
                  <a:lnTo>
                    <a:pt x="12425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068585" y="1621247"/>
              <a:ext cx="50714" cy="445042"/>
            </a:xfrm>
            <a:custGeom>
              <a:avLst/>
              <a:pathLst>
                <a:path w="50714" h="445042">
                  <a:moveTo>
                    <a:pt x="0" y="445042"/>
                  </a:moveTo>
                  <a:lnTo>
                    <a:pt x="610" y="387254"/>
                  </a:lnTo>
                  <a:lnTo>
                    <a:pt x="1278" y="355937"/>
                  </a:lnTo>
                  <a:lnTo>
                    <a:pt x="1947" y="311654"/>
                  </a:lnTo>
                  <a:lnTo>
                    <a:pt x="2615" y="311654"/>
                  </a:lnTo>
                  <a:lnTo>
                    <a:pt x="3283" y="311654"/>
                  </a:lnTo>
                  <a:lnTo>
                    <a:pt x="3951" y="311654"/>
                  </a:lnTo>
                  <a:lnTo>
                    <a:pt x="4619" y="311654"/>
                  </a:lnTo>
                  <a:lnTo>
                    <a:pt x="5287" y="355937"/>
                  </a:lnTo>
                  <a:lnTo>
                    <a:pt x="5955" y="387254"/>
                  </a:lnTo>
                  <a:lnTo>
                    <a:pt x="6623" y="387254"/>
                  </a:lnTo>
                  <a:lnTo>
                    <a:pt x="7291" y="361351"/>
                  </a:lnTo>
                  <a:lnTo>
                    <a:pt x="7959" y="354219"/>
                  </a:lnTo>
                  <a:lnTo>
                    <a:pt x="8627" y="260251"/>
                  </a:lnTo>
                  <a:lnTo>
                    <a:pt x="9295" y="260251"/>
                  </a:lnTo>
                  <a:lnTo>
                    <a:pt x="9963" y="280629"/>
                  </a:lnTo>
                  <a:lnTo>
                    <a:pt x="10631" y="345959"/>
                  </a:lnTo>
                  <a:lnTo>
                    <a:pt x="11299" y="383727"/>
                  </a:lnTo>
                  <a:lnTo>
                    <a:pt x="11967" y="444902"/>
                  </a:lnTo>
                  <a:lnTo>
                    <a:pt x="12635" y="444902"/>
                  </a:lnTo>
                  <a:lnTo>
                    <a:pt x="13303" y="444902"/>
                  </a:lnTo>
                  <a:lnTo>
                    <a:pt x="13971" y="444902"/>
                  </a:lnTo>
                  <a:lnTo>
                    <a:pt x="14639" y="444902"/>
                  </a:lnTo>
                  <a:lnTo>
                    <a:pt x="15307" y="444902"/>
                  </a:lnTo>
                  <a:lnTo>
                    <a:pt x="15975" y="444902"/>
                  </a:lnTo>
                  <a:lnTo>
                    <a:pt x="16643" y="444902"/>
                  </a:lnTo>
                  <a:lnTo>
                    <a:pt x="17311" y="369302"/>
                  </a:lnTo>
                  <a:lnTo>
                    <a:pt x="17979" y="280629"/>
                  </a:lnTo>
                  <a:lnTo>
                    <a:pt x="18647" y="260251"/>
                  </a:lnTo>
                  <a:lnTo>
                    <a:pt x="19315" y="260251"/>
                  </a:lnTo>
                  <a:lnTo>
                    <a:pt x="19983" y="260251"/>
                  </a:lnTo>
                  <a:lnTo>
                    <a:pt x="20651" y="260251"/>
                  </a:lnTo>
                  <a:lnTo>
                    <a:pt x="21319" y="260251"/>
                  </a:lnTo>
                  <a:lnTo>
                    <a:pt x="21987" y="260251"/>
                  </a:lnTo>
                  <a:lnTo>
                    <a:pt x="22655" y="260251"/>
                  </a:lnTo>
                  <a:lnTo>
                    <a:pt x="23323" y="260251"/>
                  </a:lnTo>
                  <a:lnTo>
                    <a:pt x="23991" y="260251"/>
                  </a:lnTo>
                  <a:lnTo>
                    <a:pt x="24659" y="225125"/>
                  </a:lnTo>
                  <a:lnTo>
                    <a:pt x="25327" y="160163"/>
                  </a:lnTo>
                  <a:lnTo>
                    <a:pt x="25996" y="18999"/>
                  </a:lnTo>
                  <a:lnTo>
                    <a:pt x="26664" y="0"/>
                  </a:lnTo>
                  <a:lnTo>
                    <a:pt x="27332" y="8073"/>
                  </a:lnTo>
                  <a:lnTo>
                    <a:pt x="28000" y="16250"/>
                  </a:lnTo>
                  <a:lnTo>
                    <a:pt x="28668" y="0"/>
                  </a:lnTo>
                  <a:lnTo>
                    <a:pt x="29336" y="0"/>
                  </a:lnTo>
                  <a:lnTo>
                    <a:pt x="30004" y="0"/>
                  </a:lnTo>
                  <a:lnTo>
                    <a:pt x="30672" y="0"/>
                  </a:lnTo>
                  <a:lnTo>
                    <a:pt x="31340" y="0"/>
                  </a:lnTo>
                  <a:lnTo>
                    <a:pt x="32008" y="0"/>
                  </a:lnTo>
                  <a:lnTo>
                    <a:pt x="32676" y="0"/>
                  </a:lnTo>
                  <a:lnTo>
                    <a:pt x="33344" y="0"/>
                  </a:lnTo>
                  <a:lnTo>
                    <a:pt x="34012" y="0"/>
                  </a:lnTo>
                  <a:lnTo>
                    <a:pt x="34680" y="24532"/>
                  </a:lnTo>
                  <a:lnTo>
                    <a:pt x="35348" y="76603"/>
                  </a:lnTo>
                  <a:lnTo>
                    <a:pt x="36016" y="232767"/>
                  </a:lnTo>
                  <a:lnTo>
                    <a:pt x="36684" y="260251"/>
                  </a:lnTo>
                  <a:lnTo>
                    <a:pt x="37352" y="310291"/>
                  </a:lnTo>
                  <a:lnTo>
                    <a:pt x="38020" y="388608"/>
                  </a:lnTo>
                  <a:lnTo>
                    <a:pt x="38688" y="444902"/>
                  </a:lnTo>
                  <a:lnTo>
                    <a:pt x="39356" y="444902"/>
                  </a:lnTo>
                  <a:lnTo>
                    <a:pt x="40024" y="444902"/>
                  </a:lnTo>
                  <a:lnTo>
                    <a:pt x="40692" y="444902"/>
                  </a:lnTo>
                  <a:lnTo>
                    <a:pt x="41360" y="444902"/>
                  </a:lnTo>
                  <a:lnTo>
                    <a:pt x="42028" y="444902"/>
                  </a:lnTo>
                  <a:lnTo>
                    <a:pt x="42696" y="444902"/>
                  </a:lnTo>
                  <a:lnTo>
                    <a:pt x="43364" y="444902"/>
                  </a:lnTo>
                  <a:lnTo>
                    <a:pt x="44032" y="444902"/>
                  </a:lnTo>
                  <a:lnTo>
                    <a:pt x="44700" y="444902"/>
                  </a:lnTo>
                  <a:lnTo>
                    <a:pt x="45368" y="444902"/>
                  </a:lnTo>
                  <a:lnTo>
                    <a:pt x="46036" y="444902"/>
                  </a:lnTo>
                  <a:lnTo>
                    <a:pt x="46704" y="444902"/>
                  </a:lnTo>
                  <a:lnTo>
                    <a:pt x="47372" y="444902"/>
                  </a:lnTo>
                  <a:lnTo>
                    <a:pt x="48040" y="444902"/>
                  </a:lnTo>
                  <a:lnTo>
                    <a:pt x="48708" y="444902"/>
                  </a:lnTo>
                  <a:lnTo>
                    <a:pt x="49376" y="444902"/>
                  </a:lnTo>
                  <a:lnTo>
                    <a:pt x="50044" y="444902"/>
                  </a:lnTo>
                  <a:lnTo>
                    <a:pt x="50713" y="444902"/>
                  </a:lnTo>
                  <a:lnTo>
                    <a:pt x="50714" y="44504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6142010" y="2066149"/>
              <a:ext cx="35407" cy="139"/>
            </a:xfrm>
            <a:custGeom>
              <a:avLst/>
              <a:pathLst>
                <a:path w="35407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6033" y="0"/>
                  </a:lnTo>
                  <a:lnTo>
                    <a:pt x="16701" y="0"/>
                  </a:lnTo>
                  <a:lnTo>
                    <a:pt x="17369" y="0"/>
                  </a:lnTo>
                  <a:lnTo>
                    <a:pt x="18037" y="0"/>
                  </a:lnTo>
                  <a:lnTo>
                    <a:pt x="18705" y="0"/>
                  </a:lnTo>
                  <a:lnTo>
                    <a:pt x="19373" y="0"/>
                  </a:lnTo>
                  <a:lnTo>
                    <a:pt x="20041" y="0"/>
                  </a:lnTo>
                  <a:lnTo>
                    <a:pt x="20709" y="0"/>
                  </a:lnTo>
                  <a:lnTo>
                    <a:pt x="21377" y="0"/>
                  </a:lnTo>
                  <a:lnTo>
                    <a:pt x="22045" y="0"/>
                  </a:lnTo>
                  <a:lnTo>
                    <a:pt x="22713" y="0"/>
                  </a:lnTo>
                  <a:lnTo>
                    <a:pt x="23381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4" y="0"/>
                  </a:lnTo>
                  <a:lnTo>
                    <a:pt x="33402" y="0"/>
                  </a:lnTo>
                  <a:lnTo>
                    <a:pt x="34070" y="0"/>
                  </a:lnTo>
                  <a:lnTo>
                    <a:pt x="34738" y="0"/>
                  </a:lnTo>
                  <a:lnTo>
                    <a:pt x="35406" y="0"/>
                  </a:lnTo>
                  <a:lnTo>
                    <a:pt x="35407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6191030" y="1649306"/>
              <a:ext cx="37570" cy="416982"/>
            </a:xfrm>
            <a:custGeom>
              <a:avLst/>
              <a:pathLst>
                <a:path w="37570" h="416982">
                  <a:moveTo>
                    <a:pt x="0" y="416982"/>
                  </a:moveTo>
                  <a:lnTo>
                    <a:pt x="414" y="371343"/>
                  </a:lnTo>
                  <a:lnTo>
                    <a:pt x="1082" y="248890"/>
                  </a:lnTo>
                  <a:lnTo>
                    <a:pt x="1750" y="157716"/>
                  </a:lnTo>
                  <a:lnTo>
                    <a:pt x="2418" y="167580"/>
                  </a:lnTo>
                  <a:lnTo>
                    <a:pt x="3086" y="182808"/>
                  </a:lnTo>
                  <a:lnTo>
                    <a:pt x="3754" y="180139"/>
                  </a:lnTo>
                  <a:lnTo>
                    <a:pt x="4422" y="100255"/>
                  </a:lnTo>
                  <a:lnTo>
                    <a:pt x="5090" y="83865"/>
                  </a:lnTo>
                  <a:lnTo>
                    <a:pt x="5758" y="0"/>
                  </a:lnTo>
                  <a:lnTo>
                    <a:pt x="6426" y="0"/>
                  </a:lnTo>
                  <a:lnTo>
                    <a:pt x="7094" y="0"/>
                  </a:lnTo>
                  <a:lnTo>
                    <a:pt x="7762" y="0"/>
                  </a:lnTo>
                  <a:lnTo>
                    <a:pt x="8430" y="0"/>
                  </a:lnTo>
                  <a:lnTo>
                    <a:pt x="9098" y="23342"/>
                  </a:lnTo>
                  <a:lnTo>
                    <a:pt x="9766" y="47566"/>
                  </a:lnTo>
                  <a:lnTo>
                    <a:pt x="10434" y="90969"/>
                  </a:lnTo>
                  <a:lnTo>
                    <a:pt x="11102" y="184651"/>
                  </a:lnTo>
                  <a:lnTo>
                    <a:pt x="11770" y="280038"/>
                  </a:lnTo>
                  <a:lnTo>
                    <a:pt x="12438" y="333292"/>
                  </a:lnTo>
                  <a:lnTo>
                    <a:pt x="13106" y="333292"/>
                  </a:lnTo>
                  <a:lnTo>
                    <a:pt x="13775" y="330184"/>
                  </a:lnTo>
                  <a:lnTo>
                    <a:pt x="14443" y="370423"/>
                  </a:lnTo>
                  <a:lnTo>
                    <a:pt x="15111" y="317900"/>
                  </a:lnTo>
                  <a:lnTo>
                    <a:pt x="15779" y="232191"/>
                  </a:lnTo>
                  <a:lnTo>
                    <a:pt x="16447" y="232191"/>
                  </a:lnTo>
                  <a:lnTo>
                    <a:pt x="17115" y="232191"/>
                  </a:lnTo>
                  <a:lnTo>
                    <a:pt x="17783" y="232191"/>
                  </a:lnTo>
                  <a:lnTo>
                    <a:pt x="18451" y="232191"/>
                  </a:lnTo>
                  <a:lnTo>
                    <a:pt x="19119" y="307024"/>
                  </a:lnTo>
                  <a:lnTo>
                    <a:pt x="19787" y="209166"/>
                  </a:lnTo>
                  <a:lnTo>
                    <a:pt x="20455" y="280860"/>
                  </a:lnTo>
                  <a:lnTo>
                    <a:pt x="21123" y="193595"/>
                  </a:lnTo>
                  <a:lnTo>
                    <a:pt x="21791" y="182808"/>
                  </a:lnTo>
                  <a:lnTo>
                    <a:pt x="22459" y="187633"/>
                  </a:lnTo>
                  <a:lnTo>
                    <a:pt x="23127" y="187633"/>
                  </a:lnTo>
                  <a:lnTo>
                    <a:pt x="23795" y="187633"/>
                  </a:lnTo>
                  <a:lnTo>
                    <a:pt x="24463" y="198420"/>
                  </a:lnTo>
                  <a:lnTo>
                    <a:pt x="25131" y="243482"/>
                  </a:lnTo>
                  <a:lnTo>
                    <a:pt x="25799" y="304657"/>
                  </a:lnTo>
                  <a:lnTo>
                    <a:pt x="26467" y="304657"/>
                  </a:lnTo>
                  <a:lnTo>
                    <a:pt x="27135" y="295101"/>
                  </a:lnTo>
                  <a:lnTo>
                    <a:pt x="27803" y="243482"/>
                  </a:lnTo>
                  <a:lnTo>
                    <a:pt x="28471" y="243482"/>
                  </a:lnTo>
                  <a:lnTo>
                    <a:pt x="29139" y="195706"/>
                  </a:lnTo>
                  <a:lnTo>
                    <a:pt x="29807" y="284604"/>
                  </a:lnTo>
                  <a:lnTo>
                    <a:pt x="30475" y="209615"/>
                  </a:lnTo>
                  <a:lnTo>
                    <a:pt x="31143" y="317442"/>
                  </a:lnTo>
                  <a:lnTo>
                    <a:pt x="31811" y="333292"/>
                  </a:lnTo>
                  <a:lnTo>
                    <a:pt x="32479" y="232191"/>
                  </a:lnTo>
                  <a:lnTo>
                    <a:pt x="33147" y="232191"/>
                  </a:lnTo>
                  <a:lnTo>
                    <a:pt x="33815" y="326160"/>
                  </a:lnTo>
                  <a:lnTo>
                    <a:pt x="34483" y="333292"/>
                  </a:lnTo>
                  <a:lnTo>
                    <a:pt x="35151" y="359194"/>
                  </a:lnTo>
                  <a:lnTo>
                    <a:pt x="35819" y="359194"/>
                  </a:lnTo>
                  <a:lnTo>
                    <a:pt x="36487" y="359194"/>
                  </a:lnTo>
                  <a:lnTo>
                    <a:pt x="37155" y="371343"/>
                  </a:lnTo>
                  <a:lnTo>
                    <a:pt x="37570" y="4169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6236202" y="2066149"/>
              <a:ext cx="15366" cy="139"/>
            </a:xfrm>
            <a:custGeom>
              <a:avLst/>
              <a:pathLst>
                <a:path w="15366" h="139">
                  <a:moveTo>
                    <a:pt x="0" y="13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7" y="0"/>
                  </a:lnTo>
                  <a:lnTo>
                    <a:pt x="8685" y="0"/>
                  </a:lnTo>
                  <a:lnTo>
                    <a:pt x="9353" y="0"/>
                  </a:lnTo>
                  <a:lnTo>
                    <a:pt x="10021" y="0"/>
                  </a:lnTo>
                  <a:lnTo>
                    <a:pt x="10689" y="0"/>
                  </a:lnTo>
                  <a:lnTo>
                    <a:pt x="11357" y="0"/>
                  </a:lnTo>
                  <a:lnTo>
                    <a:pt x="12025" y="0"/>
                  </a:lnTo>
                  <a:lnTo>
                    <a:pt x="12693" y="0"/>
                  </a:lnTo>
                  <a:lnTo>
                    <a:pt x="13361" y="0"/>
                  </a:lnTo>
                  <a:lnTo>
                    <a:pt x="14029" y="0"/>
                  </a:lnTo>
                  <a:lnTo>
                    <a:pt x="14697" y="0"/>
                  </a:lnTo>
                  <a:lnTo>
                    <a:pt x="15365" y="0"/>
                  </a:lnTo>
                  <a:lnTo>
                    <a:pt x="15366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6271148" y="1881498"/>
              <a:ext cx="7789" cy="184790"/>
            </a:xfrm>
            <a:custGeom>
              <a:avLst/>
              <a:pathLst>
                <a:path w="7789" h="184790">
                  <a:moveTo>
                    <a:pt x="0" y="184790"/>
                  </a:moveTo>
                  <a:lnTo>
                    <a:pt x="460" y="127002"/>
                  </a:lnTo>
                  <a:lnTo>
                    <a:pt x="1128" y="0"/>
                  </a:lnTo>
                  <a:lnTo>
                    <a:pt x="1796" y="67626"/>
                  </a:lnTo>
                  <a:lnTo>
                    <a:pt x="2464" y="85708"/>
                  </a:lnTo>
                  <a:lnTo>
                    <a:pt x="3132" y="85708"/>
                  </a:lnTo>
                  <a:lnTo>
                    <a:pt x="3800" y="58773"/>
                  </a:lnTo>
                  <a:lnTo>
                    <a:pt x="4468" y="0"/>
                  </a:lnTo>
                  <a:lnTo>
                    <a:pt x="5136" y="0"/>
                  </a:lnTo>
                  <a:lnTo>
                    <a:pt x="5804" y="0"/>
                  </a:lnTo>
                  <a:lnTo>
                    <a:pt x="6472" y="0"/>
                  </a:lnTo>
                  <a:lnTo>
                    <a:pt x="7140" y="117351"/>
                  </a:lnTo>
                  <a:lnTo>
                    <a:pt x="7789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6279878" y="2020650"/>
              <a:ext cx="839" cy="45638"/>
            </a:xfrm>
            <a:custGeom>
              <a:avLst/>
              <a:pathLst>
                <a:path w="839" h="45638">
                  <a:moveTo>
                    <a:pt x="0" y="45638"/>
                  </a:moveTo>
                  <a:lnTo>
                    <a:pt x="414" y="0"/>
                  </a:lnTo>
                  <a:lnTo>
                    <a:pt x="839" y="4563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6291109" y="1785563"/>
              <a:ext cx="39764" cy="280725"/>
            </a:xfrm>
            <a:custGeom>
              <a:avLst/>
              <a:pathLst>
                <a:path w="39764" h="280725">
                  <a:moveTo>
                    <a:pt x="0" y="280725"/>
                  </a:moveTo>
                  <a:lnTo>
                    <a:pt x="539" y="272226"/>
                  </a:lnTo>
                  <a:lnTo>
                    <a:pt x="1207" y="181643"/>
                  </a:lnTo>
                  <a:lnTo>
                    <a:pt x="1875" y="181643"/>
                  </a:lnTo>
                  <a:lnTo>
                    <a:pt x="2543" y="181643"/>
                  </a:lnTo>
                  <a:lnTo>
                    <a:pt x="3211" y="181643"/>
                  </a:lnTo>
                  <a:lnTo>
                    <a:pt x="3879" y="181643"/>
                  </a:lnTo>
                  <a:lnTo>
                    <a:pt x="4548" y="181643"/>
                  </a:lnTo>
                  <a:lnTo>
                    <a:pt x="5216" y="194592"/>
                  </a:lnTo>
                  <a:lnTo>
                    <a:pt x="5884" y="197035"/>
                  </a:lnTo>
                  <a:lnTo>
                    <a:pt x="6552" y="216136"/>
                  </a:lnTo>
                  <a:lnTo>
                    <a:pt x="7220" y="222937"/>
                  </a:lnTo>
                  <a:lnTo>
                    <a:pt x="7888" y="222937"/>
                  </a:lnTo>
                  <a:lnTo>
                    <a:pt x="8556" y="203186"/>
                  </a:lnTo>
                  <a:lnTo>
                    <a:pt x="9224" y="169097"/>
                  </a:lnTo>
                  <a:lnTo>
                    <a:pt x="9892" y="222937"/>
                  </a:lnTo>
                  <a:lnTo>
                    <a:pt x="10560" y="222937"/>
                  </a:lnTo>
                  <a:lnTo>
                    <a:pt x="11228" y="222937"/>
                  </a:lnTo>
                  <a:lnTo>
                    <a:pt x="11896" y="222937"/>
                  </a:lnTo>
                  <a:lnTo>
                    <a:pt x="12564" y="218938"/>
                  </a:lnTo>
                  <a:lnTo>
                    <a:pt x="13232" y="177901"/>
                  </a:lnTo>
                  <a:lnTo>
                    <a:pt x="13900" y="141495"/>
                  </a:lnTo>
                  <a:lnTo>
                    <a:pt x="14568" y="99489"/>
                  </a:lnTo>
                  <a:lnTo>
                    <a:pt x="15236" y="101416"/>
                  </a:lnTo>
                  <a:lnTo>
                    <a:pt x="15904" y="56747"/>
                  </a:lnTo>
                  <a:lnTo>
                    <a:pt x="16572" y="46551"/>
                  </a:lnTo>
                  <a:lnTo>
                    <a:pt x="17240" y="51376"/>
                  </a:lnTo>
                  <a:lnTo>
                    <a:pt x="17908" y="0"/>
                  </a:lnTo>
                  <a:lnTo>
                    <a:pt x="18576" y="12463"/>
                  </a:lnTo>
                  <a:lnTo>
                    <a:pt x="19244" y="51376"/>
                  </a:lnTo>
                  <a:lnTo>
                    <a:pt x="19912" y="51376"/>
                  </a:lnTo>
                  <a:lnTo>
                    <a:pt x="20580" y="51376"/>
                  </a:lnTo>
                  <a:lnTo>
                    <a:pt x="21248" y="51376"/>
                  </a:lnTo>
                  <a:lnTo>
                    <a:pt x="21916" y="117835"/>
                  </a:lnTo>
                  <a:lnTo>
                    <a:pt x="22584" y="106173"/>
                  </a:lnTo>
                  <a:lnTo>
                    <a:pt x="23252" y="147949"/>
                  </a:lnTo>
                  <a:lnTo>
                    <a:pt x="23920" y="194439"/>
                  </a:lnTo>
                  <a:lnTo>
                    <a:pt x="24588" y="121981"/>
                  </a:lnTo>
                  <a:lnTo>
                    <a:pt x="25256" y="163575"/>
                  </a:lnTo>
                  <a:lnTo>
                    <a:pt x="25924" y="224110"/>
                  </a:lnTo>
                  <a:lnTo>
                    <a:pt x="26592" y="215974"/>
                  </a:lnTo>
                  <a:lnTo>
                    <a:pt x="27260" y="147337"/>
                  </a:lnTo>
                  <a:lnTo>
                    <a:pt x="27928" y="222937"/>
                  </a:lnTo>
                  <a:lnTo>
                    <a:pt x="28596" y="222937"/>
                  </a:lnTo>
                  <a:lnTo>
                    <a:pt x="29265" y="222937"/>
                  </a:lnTo>
                  <a:lnTo>
                    <a:pt x="29933" y="222937"/>
                  </a:lnTo>
                  <a:lnTo>
                    <a:pt x="30601" y="222937"/>
                  </a:lnTo>
                  <a:lnTo>
                    <a:pt x="31269" y="216136"/>
                  </a:lnTo>
                  <a:lnTo>
                    <a:pt x="31937" y="189903"/>
                  </a:lnTo>
                  <a:lnTo>
                    <a:pt x="32605" y="120467"/>
                  </a:lnTo>
                  <a:lnTo>
                    <a:pt x="33273" y="181643"/>
                  </a:lnTo>
                  <a:lnTo>
                    <a:pt x="33941" y="181643"/>
                  </a:lnTo>
                  <a:lnTo>
                    <a:pt x="34609" y="259539"/>
                  </a:lnTo>
                  <a:lnTo>
                    <a:pt x="35277" y="280586"/>
                  </a:lnTo>
                  <a:lnTo>
                    <a:pt x="35945" y="280586"/>
                  </a:lnTo>
                  <a:lnTo>
                    <a:pt x="36613" y="280586"/>
                  </a:lnTo>
                  <a:lnTo>
                    <a:pt x="37281" y="280586"/>
                  </a:lnTo>
                  <a:lnTo>
                    <a:pt x="37949" y="186244"/>
                  </a:lnTo>
                  <a:lnTo>
                    <a:pt x="38617" y="181643"/>
                  </a:lnTo>
                  <a:lnTo>
                    <a:pt x="39285" y="275611"/>
                  </a:lnTo>
                  <a:lnTo>
                    <a:pt x="39764" y="28072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332156" y="1487400"/>
              <a:ext cx="64982" cy="578888"/>
            </a:xfrm>
            <a:custGeom>
              <a:avLst/>
              <a:pathLst>
                <a:path w="64982" h="578888">
                  <a:moveTo>
                    <a:pt x="0" y="578888"/>
                  </a:moveTo>
                  <a:lnTo>
                    <a:pt x="242" y="566818"/>
                  </a:lnTo>
                  <a:lnTo>
                    <a:pt x="910" y="521100"/>
                  </a:lnTo>
                  <a:lnTo>
                    <a:pt x="1578" y="521100"/>
                  </a:lnTo>
                  <a:lnTo>
                    <a:pt x="2247" y="521100"/>
                  </a:lnTo>
                  <a:lnTo>
                    <a:pt x="2915" y="456288"/>
                  </a:lnTo>
                  <a:lnTo>
                    <a:pt x="3583" y="400741"/>
                  </a:lnTo>
                  <a:lnTo>
                    <a:pt x="4251" y="377873"/>
                  </a:lnTo>
                  <a:lnTo>
                    <a:pt x="4919" y="346557"/>
                  </a:lnTo>
                  <a:lnTo>
                    <a:pt x="5587" y="316698"/>
                  </a:lnTo>
                  <a:lnTo>
                    <a:pt x="6255" y="316698"/>
                  </a:lnTo>
                  <a:lnTo>
                    <a:pt x="6923" y="374672"/>
                  </a:lnTo>
                  <a:lnTo>
                    <a:pt x="7591" y="377873"/>
                  </a:lnTo>
                  <a:lnTo>
                    <a:pt x="8259" y="351971"/>
                  </a:lnTo>
                  <a:lnTo>
                    <a:pt x="8927" y="351971"/>
                  </a:lnTo>
                  <a:lnTo>
                    <a:pt x="9595" y="338253"/>
                  </a:lnTo>
                  <a:lnTo>
                    <a:pt x="10263" y="216505"/>
                  </a:lnTo>
                  <a:lnTo>
                    <a:pt x="10931" y="250870"/>
                  </a:lnTo>
                  <a:lnTo>
                    <a:pt x="11599" y="250870"/>
                  </a:lnTo>
                  <a:lnTo>
                    <a:pt x="12267" y="250870"/>
                  </a:lnTo>
                  <a:lnTo>
                    <a:pt x="12935" y="307888"/>
                  </a:lnTo>
                  <a:lnTo>
                    <a:pt x="13603" y="297451"/>
                  </a:lnTo>
                  <a:lnTo>
                    <a:pt x="14271" y="318497"/>
                  </a:lnTo>
                  <a:lnTo>
                    <a:pt x="14939" y="355185"/>
                  </a:lnTo>
                  <a:lnTo>
                    <a:pt x="15607" y="394097"/>
                  </a:lnTo>
                  <a:lnTo>
                    <a:pt x="16275" y="480854"/>
                  </a:lnTo>
                  <a:lnTo>
                    <a:pt x="16943" y="495198"/>
                  </a:lnTo>
                  <a:lnTo>
                    <a:pt x="17611" y="495198"/>
                  </a:lnTo>
                  <a:lnTo>
                    <a:pt x="18279" y="514298"/>
                  </a:lnTo>
                  <a:lnTo>
                    <a:pt x="18947" y="445500"/>
                  </a:lnTo>
                  <a:lnTo>
                    <a:pt x="19615" y="449076"/>
                  </a:lnTo>
                  <a:lnTo>
                    <a:pt x="20283" y="543789"/>
                  </a:lnTo>
                  <a:lnTo>
                    <a:pt x="20951" y="447591"/>
                  </a:lnTo>
                  <a:lnTo>
                    <a:pt x="21619" y="405388"/>
                  </a:lnTo>
                  <a:lnTo>
                    <a:pt x="22287" y="405388"/>
                  </a:lnTo>
                  <a:lnTo>
                    <a:pt x="22955" y="405388"/>
                  </a:lnTo>
                  <a:lnTo>
                    <a:pt x="23623" y="463362"/>
                  </a:lnTo>
                  <a:lnTo>
                    <a:pt x="24291" y="411249"/>
                  </a:lnTo>
                  <a:lnTo>
                    <a:pt x="24959" y="357258"/>
                  </a:lnTo>
                  <a:lnTo>
                    <a:pt x="25627" y="317055"/>
                  </a:lnTo>
                  <a:lnTo>
                    <a:pt x="26296" y="290354"/>
                  </a:lnTo>
                  <a:lnTo>
                    <a:pt x="26964" y="205075"/>
                  </a:lnTo>
                  <a:lnTo>
                    <a:pt x="27632" y="235454"/>
                  </a:lnTo>
                  <a:lnTo>
                    <a:pt x="28300" y="73544"/>
                  </a:lnTo>
                  <a:lnTo>
                    <a:pt x="28968" y="61041"/>
                  </a:lnTo>
                  <a:lnTo>
                    <a:pt x="29636" y="0"/>
                  </a:lnTo>
                  <a:lnTo>
                    <a:pt x="30304" y="187697"/>
                  </a:lnTo>
                  <a:lnTo>
                    <a:pt x="30972" y="260589"/>
                  </a:lnTo>
                  <a:lnTo>
                    <a:pt x="31640" y="263785"/>
                  </a:lnTo>
                  <a:lnTo>
                    <a:pt x="32308" y="324193"/>
                  </a:lnTo>
                  <a:lnTo>
                    <a:pt x="32976" y="290086"/>
                  </a:lnTo>
                  <a:lnTo>
                    <a:pt x="33644" y="256244"/>
                  </a:lnTo>
                  <a:lnTo>
                    <a:pt x="34312" y="286165"/>
                  </a:lnTo>
                  <a:lnTo>
                    <a:pt x="34980" y="302452"/>
                  </a:lnTo>
                  <a:lnTo>
                    <a:pt x="35648" y="293777"/>
                  </a:lnTo>
                  <a:lnTo>
                    <a:pt x="36316" y="284275"/>
                  </a:lnTo>
                  <a:lnTo>
                    <a:pt x="36984" y="311736"/>
                  </a:lnTo>
                  <a:lnTo>
                    <a:pt x="37652" y="332241"/>
                  </a:lnTo>
                  <a:lnTo>
                    <a:pt x="38320" y="384635"/>
                  </a:lnTo>
                  <a:lnTo>
                    <a:pt x="38988" y="423272"/>
                  </a:lnTo>
                  <a:lnTo>
                    <a:pt x="39656" y="491159"/>
                  </a:lnTo>
                  <a:lnTo>
                    <a:pt x="40324" y="516253"/>
                  </a:lnTo>
                  <a:lnTo>
                    <a:pt x="40992" y="518459"/>
                  </a:lnTo>
                  <a:lnTo>
                    <a:pt x="41660" y="511832"/>
                  </a:lnTo>
                  <a:lnTo>
                    <a:pt x="42328" y="488894"/>
                  </a:lnTo>
                  <a:lnTo>
                    <a:pt x="42996" y="515508"/>
                  </a:lnTo>
                  <a:lnTo>
                    <a:pt x="43664" y="472211"/>
                  </a:lnTo>
                  <a:lnTo>
                    <a:pt x="44332" y="512994"/>
                  </a:lnTo>
                  <a:lnTo>
                    <a:pt x="45000" y="450029"/>
                  </a:lnTo>
                  <a:lnTo>
                    <a:pt x="45668" y="467992"/>
                  </a:lnTo>
                  <a:lnTo>
                    <a:pt x="46336" y="459932"/>
                  </a:lnTo>
                  <a:lnTo>
                    <a:pt x="47004" y="477746"/>
                  </a:lnTo>
                  <a:lnTo>
                    <a:pt x="47672" y="513655"/>
                  </a:lnTo>
                  <a:lnTo>
                    <a:pt x="48340" y="536998"/>
                  </a:lnTo>
                  <a:lnTo>
                    <a:pt x="49008" y="484020"/>
                  </a:lnTo>
                  <a:lnTo>
                    <a:pt x="49676" y="499059"/>
                  </a:lnTo>
                  <a:lnTo>
                    <a:pt x="50344" y="401249"/>
                  </a:lnTo>
                  <a:lnTo>
                    <a:pt x="51013" y="409618"/>
                  </a:lnTo>
                  <a:lnTo>
                    <a:pt x="51681" y="408224"/>
                  </a:lnTo>
                  <a:lnTo>
                    <a:pt x="52349" y="328467"/>
                  </a:lnTo>
                  <a:lnTo>
                    <a:pt x="53017" y="357089"/>
                  </a:lnTo>
                  <a:lnTo>
                    <a:pt x="53685" y="334532"/>
                  </a:lnTo>
                  <a:lnTo>
                    <a:pt x="54353" y="336606"/>
                  </a:lnTo>
                  <a:lnTo>
                    <a:pt x="55021" y="318178"/>
                  </a:lnTo>
                  <a:lnTo>
                    <a:pt x="55689" y="330404"/>
                  </a:lnTo>
                  <a:lnTo>
                    <a:pt x="56357" y="318178"/>
                  </a:lnTo>
                  <a:lnTo>
                    <a:pt x="57025" y="355578"/>
                  </a:lnTo>
                  <a:lnTo>
                    <a:pt x="57693" y="357721"/>
                  </a:lnTo>
                  <a:lnTo>
                    <a:pt x="58361" y="399862"/>
                  </a:lnTo>
                  <a:lnTo>
                    <a:pt x="59029" y="413766"/>
                  </a:lnTo>
                  <a:lnTo>
                    <a:pt x="59697" y="457380"/>
                  </a:lnTo>
                  <a:lnTo>
                    <a:pt x="60365" y="546517"/>
                  </a:lnTo>
                  <a:lnTo>
                    <a:pt x="61033" y="533022"/>
                  </a:lnTo>
                  <a:lnTo>
                    <a:pt x="61701" y="508319"/>
                  </a:lnTo>
                  <a:lnTo>
                    <a:pt x="62369" y="514137"/>
                  </a:lnTo>
                  <a:lnTo>
                    <a:pt x="63037" y="449076"/>
                  </a:lnTo>
                  <a:lnTo>
                    <a:pt x="63705" y="521100"/>
                  </a:lnTo>
                  <a:lnTo>
                    <a:pt x="64373" y="558260"/>
                  </a:lnTo>
                  <a:lnTo>
                    <a:pt x="64982" y="5788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6397228" y="2024725"/>
              <a:ext cx="26691" cy="41563"/>
            </a:xfrm>
            <a:custGeom>
              <a:avLst/>
              <a:pathLst>
                <a:path w="26691" h="41563">
                  <a:moveTo>
                    <a:pt x="0" y="41563"/>
                  </a:moveTo>
                  <a:lnTo>
                    <a:pt x="637" y="0"/>
                  </a:lnTo>
                  <a:lnTo>
                    <a:pt x="1305" y="41424"/>
                  </a:lnTo>
                  <a:lnTo>
                    <a:pt x="1973" y="41424"/>
                  </a:lnTo>
                  <a:lnTo>
                    <a:pt x="2641" y="41424"/>
                  </a:lnTo>
                  <a:lnTo>
                    <a:pt x="3309" y="41424"/>
                  </a:lnTo>
                  <a:lnTo>
                    <a:pt x="3977" y="41424"/>
                  </a:lnTo>
                  <a:lnTo>
                    <a:pt x="4645" y="41424"/>
                  </a:lnTo>
                  <a:lnTo>
                    <a:pt x="5313" y="41424"/>
                  </a:lnTo>
                  <a:lnTo>
                    <a:pt x="5981" y="41424"/>
                  </a:lnTo>
                  <a:lnTo>
                    <a:pt x="6649" y="41424"/>
                  </a:lnTo>
                  <a:lnTo>
                    <a:pt x="7317" y="41424"/>
                  </a:lnTo>
                  <a:lnTo>
                    <a:pt x="7985" y="41424"/>
                  </a:lnTo>
                  <a:lnTo>
                    <a:pt x="8653" y="41424"/>
                  </a:lnTo>
                  <a:lnTo>
                    <a:pt x="9321" y="41424"/>
                  </a:lnTo>
                  <a:lnTo>
                    <a:pt x="9989" y="41424"/>
                  </a:lnTo>
                  <a:lnTo>
                    <a:pt x="10657" y="41424"/>
                  </a:lnTo>
                  <a:lnTo>
                    <a:pt x="11325" y="41424"/>
                  </a:lnTo>
                  <a:lnTo>
                    <a:pt x="11993" y="41424"/>
                  </a:lnTo>
                  <a:lnTo>
                    <a:pt x="12661" y="41424"/>
                  </a:lnTo>
                  <a:lnTo>
                    <a:pt x="13329" y="41424"/>
                  </a:lnTo>
                  <a:lnTo>
                    <a:pt x="13997" y="41424"/>
                  </a:lnTo>
                  <a:lnTo>
                    <a:pt x="14665" y="41424"/>
                  </a:lnTo>
                  <a:lnTo>
                    <a:pt x="15333" y="41424"/>
                  </a:lnTo>
                  <a:lnTo>
                    <a:pt x="16001" y="41424"/>
                  </a:lnTo>
                  <a:lnTo>
                    <a:pt x="16669" y="41424"/>
                  </a:lnTo>
                  <a:lnTo>
                    <a:pt x="17337" y="41424"/>
                  </a:lnTo>
                  <a:lnTo>
                    <a:pt x="18005" y="41424"/>
                  </a:lnTo>
                  <a:lnTo>
                    <a:pt x="18673" y="41424"/>
                  </a:lnTo>
                  <a:lnTo>
                    <a:pt x="19341" y="41424"/>
                  </a:lnTo>
                  <a:lnTo>
                    <a:pt x="20009" y="41424"/>
                  </a:lnTo>
                  <a:lnTo>
                    <a:pt x="20677" y="41424"/>
                  </a:lnTo>
                  <a:lnTo>
                    <a:pt x="21345" y="41424"/>
                  </a:lnTo>
                  <a:lnTo>
                    <a:pt x="22013" y="41424"/>
                  </a:lnTo>
                  <a:lnTo>
                    <a:pt x="22681" y="41424"/>
                  </a:lnTo>
                  <a:lnTo>
                    <a:pt x="23350" y="41424"/>
                  </a:lnTo>
                  <a:lnTo>
                    <a:pt x="24018" y="41424"/>
                  </a:lnTo>
                  <a:lnTo>
                    <a:pt x="24686" y="41424"/>
                  </a:lnTo>
                  <a:lnTo>
                    <a:pt x="25354" y="41424"/>
                  </a:lnTo>
                  <a:lnTo>
                    <a:pt x="26022" y="41424"/>
                  </a:lnTo>
                  <a:lnTo>
                    <a:pt x="26690" y="41424"/>
                  </a:lnTo>
                  <a:lnTo>
                    <a:pt x="26691" y="4156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6428671" y="1677096"/>
              <a:ext cx="58042" cy="389193"/>
            </a:xfrm>
            <a:custGeom>
              <a:avLst/>
              <a:pathLst>
                <a:path w="58042" h="389193">
                  <a:moveTo>
                    <a:pt x="0" y="389193"/>
                  </a:moveTo>
                  <a:lnTo>
                    <a:pt x="591" y="331405"/>
                  </a:lnTo>
                  <a:lnTo>
                    <a:pt x="1259" y="331405"/>
                  </a:lnTo>
                  <a:lnTo>
                    <a:pt x="1927" y="331405"/>
                  </a:lnTo>
                  <a:lnTo>
                    <a:pt x="2595" y="331405"/>
                  </a:lnTo>
                  <a:lnTo>
                    <a:pt x="3263" y="331405"/>
                  </a:lnTo>
                  <a:lnTo>
                    <a:pt x="3931" y="331405"/>
                  </a:lnTo>
                  <a:lnTo>
                    <a:pt x="4599" y="331405"/>
                  </a:lnTo>
                  <a:lnTo>
                    <a:pt x="5267" y="331405"/>
                  </a:lnTo>
                  <a:lnTo>
                    <a:pt x="5935" y="324603"/>
                  </a:lnTo>
                  <a:lnTo>
                    <a:pt x="6603" y="305502"/>
                  </a:lnTo>
                  <a:lnTo>
                    <a:pt x="7271" y="305502"/>
                  </a:lnTo>
                  <a:lnTo>
                    <a:pt x="7939" y="305502"/>
                  </a:lnTo>
                  <a:lnTo>
                    <a:pt x="8607" y="305502"/>
                  </a:lnTo>
                  <a:lnTo>
                    <a:pt x="9275" y="313576"/>
                  </a:lnTo>
                  <a:lnTo>
                    <a:pt x="9943" y="299232"/>
                  </a:lnTo>
                  <a:lnTo>
                    <a:pt x="10611" y="204402"/>
                  </a:lnTo>
                  <a:lnTo>
                    <a:pt x="11279" y="204402"/>
                  </a:lnTo>
                  <a:lnTo>
                    <a:pt x="11947" y="204402"/>
                  </a:lnTo>
                  <a:lnTo>
                    <a:pt x="12615" y="204402"/>
                  </a:lnTo>
                  <a:lnTo>
                    <a:pt x="13283" y="204402"/>
                  </a:lnTo>
                  <a:lnTo>
                    <a:pt x="13951" y="204402"/>
                  </a:lnTo>
                  <a:lnTo>
                    <a:pt x="14619" y="204402"/>
                  </a:lnTo>
                  <a:lnTo>
                    <a:pt x="15287" y="204402"/>
                  </a:lnTo>
                  <a:lnTo>
                    <a:pt x="15955" y="204402"/>
                  </a:lnTo>
                  <a:lnTo>
                    <a:pt x="16623" y="204402"/>
                  </a:lnTo>
                  <a:lnTo>
                    <a:pt x="17291" y="204402"/>
                  </a:lnTo>
                  <a:lnTo>
                    <a:pt x="17959" y="204402"/>
                  </a:lnTo>
                  <a:lnTo>
                    <a:pt x="18627" y="204402"/>
                  </a:lnTo>
                  <a:lnTo>
                    <a:pt x="19295" y="212476"/>
                  </a:lnTo>
                  <a:lnTo>
                    <a:pt x="19963" y="294712"/>
                  </a:lnTo>
                  <a:lnTo>
                    <a:pt x="20632" y="389053"/>
                  </a:lnTo>
                  <a:lnTo>
                    <a:pt x="21300" y="389053"/>
                  </a:lnTo>
                  <a:lnTo>
                    <a:pt x="21968" y="389053"/>
                  </a:lnTo>
                  <a:lnTo>
                    <a:pt x="22636" y="389053"/>
                  </a:lnTo>
                  <a:lnTo>
                    <a:pt x="23304" y="389053"/>
                  </a:lnTo>
                  <a:lnTo>
                    <a:pt x="23972" y="389053"/>
                  </a:lnTo>
                  <a:lnTo>
                    <a:pt x="24640" y="389053"/>
                  </a:lnTo>
                  <a:lnTo>
                    <a:pt x="25308" y="389053"/>
                  </a:lnTo>
                  <a:lnTo>
                    <a:pt x="25976" y="389053"/>
                  </a:lnTo>
                  <a:lnTo>
                    <a:pt x="26644" y="389053"/>
                  </a:lnTo>
                  <a:lnTo>
                    <a:pt x="27312" y="389053"/>
                  </a:lnTo>
                  <a:lnTo>
                    <a:pt x="27980" y="389053"/>
                  </a:lnTo>
                  <a:lnTo>
                    <a:pt x="28648" y="389053"/>
                  </a:lnTo>
                  <a:lnTo>
                    <a:pt x="29316" y="389053"/>
                  </a:lnTo>
                  <a:lnTo>
                    <a:pt x="29984" y="389053"/>
                  </a:lnTo>
                  <a:lnTo>
                    <a:pt x="30652" y="389053"/>
                  </a:lnTo>
                  <a:lnTo>
                    <a:pt x="31320" y="313453"/>
                  </a:lnTo>
                  <a:lnTo>
                    <a:pt x="31988" y="290110"/>
                  </a:lnTo>
                  <a:lnTo>
                    <a:pt x="32656" y="290110"/>
                  </a:lnTo>
                  <a:lnTo>
                    <a:pt x="33324" y="290110"/>
                  </a:lnTo>
                  <a:lnTo>
                    <a:pt x="33992" y="241562"/>
                  </a:lnTo>
                  <a:lnTo>
                    <a:pt x="34660" y="204402"/>
                  </a:lnTo>
                  <a:lnTo>
                    <a:pt x="35328" y="204402"/>
                  </a:lnTo>
                  <a:lnTo>
                    <a:pt x="35996" y="188553"/>
                  </a:lnTo>
                  <a:lnTo>
                    <a:pt x="36664" y="128802"/>
                  </a:lnTo>
                  <a:lnTo>
                    <a:pt x="37332" y="104314"/>
                  </a:lnTo>
                  <a:lnTo>
                    <a:pt x="38000" y="61175"/>
                  </a:lnTo>
                  <a:lnTo>
                    <a:pt x="38668" y="61175"/>
                  </a:lnTo>
                  <a:lnTo>
                    <a:pt x="39336" y="61175"/>
                  </a:lnTo>
                  <a:lnTo>
                    <a:pt x="40004" y="42203"/>
                  </a:lnTo>
                  <a:lnTo>
                    <a:pt x="40672" y="0"/>
                  </a:lnTo>
                  <a:lnTo>
                    <a:pt x="41340" y="11777"/>
                  </a:lnTo>
                  <a:lnTo>
                    <a:pt x="42008" y="0"/>
                  </a:lnTo>
                  <a:lnTo>
                    <a:pt x="42676" y="0"/>
                  </a:lnTo>
                  <a:lnTo>
                    <a:pt x="43344" y="0"/>
                  </a:lnTo>
                  <a:lnTo>
                    <a:pt x="44012" y="32923"/>
                  </a:lnTo>
                  <a:lnTo>
                    <a:pt x="44680" y="61175"/>
                  </a:lnTo>
                  <a:lnTo>
                    <a:pt x="45349" y="61175"/>
                  </a:lnTo>
                  <a:lnTo>
                    <a:pt x="46017" y="74143"/>
                  </a:lnTo>
                  <a:lnTo>
                    <a:pt x="46685" y="128802"/>
                  </a:lnTo>
                  <a:lnTo>
                    <a:pt x="47353" y="154261"/>
                  </a:lnTo>
                  <a:lnTo>
                    <a:pt x="48021" y="204402"/>
                  </a:lnTo>
                  <a:lnTo>
                    <a:pt x="48689" y="204402"/>
                  </a:lnTo>
                  <a:lnTo>
                    <a:pt x="49357" y="204402"/>
                  </a:lnTo>
                  <a:lnTo>
                    <a:pt x="50025" y="228935"/>
                  </a:lnTo>
                  <a:lnTo>
                    <a:pt x="50693" y="290110"/>
                  </a:lnTo>
                  <a:lnTo>
                    <a:pt x="51361" y="342634"/>
                  </a:lnTo>
                  <a:lnTo>
                    <a:pt x="52029" y="389053"/>
                  </a:lnTo>
                  <a:lnTo>
                    <a:pt x="52697" y="389053"/>
                  </a:lnTo>
                  <a:lnTo>
                    <a:pt x="53365" y="389053"/>
                  </a:lnTo>
                  <a:lnTo>
                    <a:pt x="54033" y="389053"/>
                  </a:lnTo>
                  <a:lnTo>
                    <a:pt x="54701" y="389053"/>
                  </a:lnTo>
                  <a:lnTo>
                    <a:pt x="55369" y="389053"/>
                  </a:lnTo>
                  <a:lnTo>
                    <a:pt x="56037" y="389053"/>
                  </a:lnTo>
                  <a:lnTo>
                    <a:pt x="56705" y="389053"/>
                  </a:lnTo>
                  <a:lnTo>
                    <a:pt x="57373" y="389053"/>
                  </a:lnTo>
                  <a:lnTo>
                    <a:pt x="58041" y="389053"/>
                  </a:lnTo>
                  <a:lnTo>
                    <a:pt x="58042" y="3891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6491132" y="1881498"/>
              <a:ext cx="9986" cy="184790"/>
            </a:xfrm>
            <a:custGeom>
              <a:avLst/>
              <a:pathLst>
                <a:path w="9986" h="184790">
                  <a:moveTo>
                    <a:pt x="0" y="184790"/>
                  </a:moveTo>
                  <a:lnTo>
                    <a:pt x="256" y="155717"/>
                  </a:lnTo>
                  <a:lnTo>
                    <a:pt x="924" y="127002"/>
                  </a:lnTo>
                  <a:lnTo>
                    <a:pt x="1592" y="127002"/>
                  </a:lnTo>
                  <a:lnTo>
                    <a:pt x="2260" y="127002"/>
                  </a:lnTo>
                  <a:lnTo>
                    <a:pt x="2929" y="127002"/>
                  </a:lnTo>
                  <a:lnTo>
                    <a:pt x="3597" y="127002"/>
                  </a:lnTo>
                  <a:lnTo>
                    <a:pt x="4265" y="127002"/>
                  </a:lnTo>
                  <a:lnTo>
                    <a:pt x="4933" y="127002"/>
                  </a:lnTo>
                  <a:lnTo>
                    <a:pt x="5601" y="127002"/>
                  </a:lnTo>
                  <a:lnTo>
                    <a:pt x="6269" y="101100"/>
                  </a:lnTo>
                  <a:lnTo>
                    <a:pt x="6937" y="90583"/>
                  </a:lnTo>
                  <a:lnTo>
                    <a:pt x="7605" y="0"/>
                  </a:lnTo>
                  <a:lnTo>
                    <a:pt x="8273" y="0"/>
                  </a:lnTo>
                  <a:lnTo>
                    <a:pt x="8941" y="0"/>
                  </a:lnTo>
                  <a:lnTo>
                    <a:pt x="9609" y="67626"/>
                  </a:lnTo>
                  <a:lnTo>
                    <a:pt x="9986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6504912" y="1867529"/>
              <a:ext cx="5967" cy="198759"/>
            </a:xfrm>
            <a:custGeom>
              <a:avLst/>
              <a:pathLst>
                <a:path w="5967" h="198759">
                  <a:moveTo>
                    <a:pt x="0" y="198759"/>
                  </a:moveTo>
                  <a:lnTo>
                    <a:pt x="505" y="151599"/>
                  </a:lnTo>
                  <a:lnTo>
                    <a:pt x="1173" y="118708"/>
                  </a:lnTo>
                  <a:lnTo>
                    <a:pt x="1841" y="103877"/>
                  </a:lnTo>
                  <a:lnTo>
                    <a:pt x="2509" y="101580"/>
                  </a:lnTo>
                  <a:lnTo>
                    <a:pt x="3177" y="59440"/>
                  </a:lnTo>
                  <a:lnTo>
                    <a:pt x="3845" y="0"/>
                  </a:lnTo>
                  <a:lnTo>
                    <a:pt x="4513" y="10377"/>
                  </a:lnTo>
                  <a:lnTo>
                    <a:pt x="5181" y="73603"/>
                  </a:lnTo>
                  <a:lnTo>
                    <a:pt x="5849" y="188594"/>
                  </a:lnTo>
                  <a:lnTo>
                    <a:pt x="5967" y="19875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6522739" y="1701830"/>
              <a:ext cx="24571" cy="364459"/>
            </a:xfrm>
            <a:custGeom>
              <a:avLst/>
              <a:pathLst>
                <a:path w="24571" h="364459">
                  <a:moveTo>
                    <a:pt x="0" y="364459"/>
                  </a:moveTo>
                  <a:lnTo>
                    <a:pt x="46" y="347813"/>
                  </a:lnTo>
                  <a:lnTo>
                    <a:pt x="714" y="277226"/>
                  </a:lnTo>
                  <a:lnTo>
                    <a:pt x="1382" y="189645"/>
                  </a:lnTo>
                  <a:lnTo>
                    <a:pt x="2051" y="101910"/>
                  </a:lnTo>
                  <a:lnTo>
                    <a:pt x="2719" y="114191"/>
                  </a:lnTo>
                  <a:lnTo>
                    <a:pt x="3387" y="78908"/>
                  </a:lnTo>
                  <a:lnTo>
                    <a:pt x="4055" y="0"/>
                  </a:lnTo>
                  <a:lnTo>
                    <a:pt x="4723" y="42277"/>
                  </a:lnTo>
                  <a:lnTo>
                    <a:pt x="5391" y="20517"/>
                  </a:lnTo>
                  <a:lnTo>
                    <a:pt x="6059" y="20517"/>
                  </a:lnTo>
                  <a:lnTo>
                    <a:pt x="6727" y="20517"/>
                  </a:lnTo>
                  <a:lnTo>
                    <a:pt x="7395" y="20517"/>
                  </a:lnTo>
                  <a:lnTo>
                    <a:pt x="8063" y="20517"/>
                  </a:lnTo>
                  <a:lnTo>
                    <a:pt x="8731" y="67672"/>
                  </a:lnTo>
                  <a:lnTo>
                    <a:pt x="9399" y="147242"/>
                  </a:lnTo>
                  <a:lnTo>
                    <a:pt x="10067" y="261017"/>
                  </a:lnTo>
                  <a:lnTo>
                    <a:pt x="10735" y="292917"/>
                  </a:lnTo>
                  <a:lnTo>
                    <a:pt x="11403" y="265376"/>
                  </a:lnTo>
                  <a:lnTo>
                    <a:pt x="12071" y="265376"/>
                  </a:lnTo>
                  <a:lnTo>
                    <a:pt x="12739" y="265376"/>
                  </a:lnTo>
                  <a:lnTo>
                    <a:pt x="13407" y="265376"/>
                  </a:lnTo>
                  <a:lnTo>
                    <a:pt x="14075" y="265376"/>
                  </a:lnTo>
                  <a:lnTo>
                    <a:pt x="14743" y="288719"/>
                  </a:lnTo>
                  <a:lnTo>
                    <a:pt x="15411" y="364319"/>
                  </a:lnTo>
                  <a:lnTo>
                    <a:pt x="16079" y="364319"/>
                  </a:lnTo>
                  <a:lnTo>
                    <a:pt x="16747" y="364319"/>
                  </a:lnTo>
                  <a:lnTo>
                    <a:pt x="17415" y="364319"/>
                  </a:lnTo>
                  <a:lnTo>
                    <a:pt x="18083" y="364319"/>
                  </a:lnTo>
                  <a:lnTo>
                    <a:pt x="18751" y="364319"/>
                  </a:lnTo>
                  <a:lnTo>
                    <a:pt x="19419" y="364319"/>
                  </a:lnTo>
                  <a:lnTo>
                    <a:pt x="20087" y="364319"/>
                  </a:lnTo>
                  <a:lnTo>
                    <a:pt x="20755" y="348470"/>
                  </a:lnTo>
                  <a:lnTo>
                    <a:pt x="21423" y="265376"/>
                  </a:lnTo>
                  <a:lnTo>
                    <a:pt x="22091" y="208382"/>
                  </a:lnTo>
                  <a:lnTo>
                    <a:pt x="22759" y="266424"/>
                  </a:lnTo>
                  <a:lnTo>
                    <a:pt x="23427" y="280768"/>
                  </a:lnTo>
                  <a:lnTo>
                    <a:pt x="24095" y="299869"/>
                  </a:lnTo>
                  <a:lnTo>
                    <a:pt x="24571" y="36445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6549991" y="2021591"/>
              <a:ext cx="1291" cy="44698"/>
            </a:xfrm>
            <a:custGeom>
              <a:avLst/>
              <a:pathLst>
                <a:path w="1291" h="44698">
                  <a:moveTo>
                    <a:pt x="0" y="44698"/>
                  </a:moveTo>
                  <a:lnTo>
                    <a:pt x="184" y="32923"/>
                  </a:lnTo>
                  <a:lnTo>
                    <a:pt x="852" y="0"/>
                  </a:lnTo>
                  <a:lnTo>
                    <a:pt x="1291" y="4469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551652" y="1978569"/>
              <a:ext cx="2548" cy="87720"/>
            </a:xfrm>
            <a:custGeom>
              <a:avLst/>
              <a:pathLst>
                <a:path w="2548" h="87720">
                  <a:moveTo>
                    <a:pt x="0" y="87720"/>
                  </a:moveTo>
                  <a:lnTo>
                    <a:pt x="527" y="0"/>
                  </a:lnTo>
                  <a:lnTo>
                    <a:pt x="1195" y="25490"/>
                  </a:lnTo>
                  <a:lnTo>
                    <a:pt x="1863" y="34302"/>
                  </a:lnTo>
                  <a:lnTo>
                    <a:pt x="2531" y="86665"/>
                  </a:lnTo>
                  <a:lnTo>
                    <a:pt x="2548" y="8772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6557454" y="1932901"/>
              <a:ext cx="7447" cy="133388"/>
            </a:xfrm>
            <a:custGeom>
              <a:avLst/>
              <a:pathLst>
                <a:path w="7447" h="133388">
                  <a:moveTo>
                    <a:pt x="0" y="133388"/>
                  </a:moveTo>
                  <a:lnTo>
                    <a:pt x="69" y="130661"/>
                  </a:lnTo>
                  <a:lnTo>
                    <a:pt x="737" y="21063"/>
                  </a:lnTo>
                  <a:lnTo>
                    <a:pt x="1405" y="21063"/>
                  </a:lnTo>
                  <a:lnTo>
                    <a:pt x="2073" y="21063"/>
                  </a:lnTo>
                  <a:lnTo>
                    <a:pt x="2742" y="57373"/>
                  </a:lnTo>
                  <a:lnTo>
                    <a:pt x="3410" y="83865"/>
                  </a:lnTo>
                  <a:lnTo>
                    <a:pt x="4078" y="0"/>
                  </a:lnTo>
                  <a:lnTo>
                    <a:pt x="4746" y="108471"/>
                  </a:lnTo>
                  <a:lnTo>
                    <a:pt x="5414" y="34305"/>
                  </a:lnTo>
                  <a:lnTo>
                    <a:pt x="6082" y="34305"/>
                  </a:lnTo>
                  <a:lnTo>
                    <a:pt x="6750" y="34305"/>
                  </a:lnTo>
                  <a:lnTo>
                    <a:pt x="7418" y="128274"/>
                  </a:lnTo>
                  <a:lnTo>
                    <a:pt x="7447" y="13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6569162" y="1960897"/>
              <a:ext cx="8688" cy="105391"/>
            </a:xfrm>
            <a:custGeom>
              <a:avLst/>
              <a:pathLst>
                <a:path w="8688" h="105391">
                  <a:moveTo>
                    <a:pt x="0" y="105391"/>
                  </a:moveTo>
                  <a:lnTo>
                    <a:pt x="386" y="77485"/>
                  </a:lnTo>
                  <a:lnTo>
                    <a:pt x="1054" y="50168"/>
                  </a:lnTo>
                  <a:lnTo>
                    <a:pt x="1722" y="50168"/>
                  </a:lnTo>
                  <a:lnTo>
                    <a:pt x="2390" y="50168"/>
                  </a:lnTo>
                  <a:lnTo>
                    <a:pt x="3058" y="50168"/>
                  </a:lnTo>
                  <a:lnTo>
                    <a:pt x="3726" y="50168"/>
                  </a:lnTo>
                  <a:lnTo>
                    <a:pt x="4394" y="50168"/>
                  </a:lnTo>
                  <a:lnTo>
                    <a:pt x="5062" y="50168"/>
                  </a:lnTo>
                  <a:lnTo>
                    <a:pt x="5730" y="50168"/>
                  </a:lnTo>
                  <a:lnTo>
                    <a:pt x="6398" y="50168"/>
                  </a:lnTo>
                  <a:lnTo>
                    <a:pt x="7066" y="0"/>
                  </a:lnTo>
                  <a:lnTo>
                    <a:pt x="7734" y="51295"/>
                  </a:lnTo>
                  <a:lnTo>
                    <a:pt x="8402" y="41136"/>
                  </a:lnTo>
                  <a:lnTo>
                    <a:pt x="8688" y="1053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6591751" y="2046172"/>
              <a:ext cx="1402" cy="20116"/>
            </a:xfrm>
            <a:custGeom>
              <a:avLst/>
              <a:pathLst>
                <a:path w="1402" h="20116">
                  <a:moveTo>
                    <a:pt x="0" y="20116"/>
                  </a:moveTo>
                  <a:lnTo>
                    <a:pt x="510" y="3713"/>
                  </a:lnTo>
                  <a:lnTo>
                    <a:pt x="1178" y="0"/>
                  </a:lnTo>
                  <a:lnTo>
                    <a:pt x="1402" y="2011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6593914" y="2021949"/>
              <a:ext cx="1198" cy="44340"/>
            </a:xfrm>
            <a:custGeom>
              <a:avLst/>
              <a:pathLst>
                <a:path w="1198" h="44340">
                  <a:moveTo>
                    <a:pt x="0" y="44340"/>
                  </a:moveTo>
                  <a:lnTo>
                    <a:pt x="351" y="0"/>
                  </a:lnTo>
                  <a:lnTo>
                    <a:pt x="1019" y="27937"/>
                  </a:lnTo>
                  <a:lnTo>
                    <a:pt x="1198" y="4434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6596654" y="1960820"/>
              <a:ext cx="5374" cy="105468"/>
            </a:xfrm>
            <a:custGeom>
              <a:avLst/>
              <a:pathLst>
                <a:path w="5374" h="105468">
                  <a:moveTo>
                    <a:pt x="0" y="105468"/>
                  </a:moveTo>
                  <a:lnTo>
                    <a:pt x="283" y="62848"/>
                  </a:lnTo>
                  <a:lnTo>
                    <a:pt x="951" y="33453"/>
                  </a:lnTo>
                  <a:lnTo>
                    <a:pt x="1619" y="77842"/>
                  </a:lnTo>
                  <a:lnTo>
                    <a:pt x="2287" y="0"/>
                  </a:lnTo>
                  <a:lnTo>
                    <a:pt x="2955" y="0"/>
                  </a:lnTo>
                  <a:lnTo>
                    <a:pt x="3623" y="0"/>
                  </a:lnTo>
                  <a:lnTo>
                    <a:pt x="4291" y="29859"/>
                  </a:lnTo>
                  <a:lnTo>
                    <a:pt x="4959" y="61175"/>
                  </a:lnTo>
                  <a:lnTo>
                    <a:pt x="5374" y="10546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6604953" y="2066149"/>
              <a:ext cx="3342" cy="139"/>
            </a:xfrm>
            <a:custGeom>
              <a:avLst/>
              <a:pathLst>
                <a:path w="3342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3342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6622321" y="2066149"/>
              <a:ext cx="1338" cy="139"/>
            </a:xfrm>
            <a:custGeom>
              <a:avLst/>
              <a:pathLst>
                <a:path w="1338" h="139">
                  <a:moveTo>
                    <a:pt x="0" y="139"/>
                  </a:moveTo>
                  <a:lnTo>
                    <a:pt x="0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1338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631948" y="1397683"/>
              <a:ext cx="115835" cy="668606"/>
            </a:xfrm>
            <a:custGeom>
              <a:avLst/>
              <a:pathLst>
                <a:path w="115835" h="668606">
                  <a:moveTo>
                    <a:pt x="0" y="668606"/>
                  </a:moveTo>
                  <a:lnTo>
                    <a:pt x="394" y="623908"/>
                  </a:lnTo>
                  <a:lnTo>
                    <a:pt x="1062" y="623908"/>
                  </a:lnTo>
                  <a:lnTo>
                    <a:pt x="1731" y="620352"/>
                  </a:lnTo>
                  <a:lnTo>
                    <a:pt x="2399" y="574324"/>
                  </a:lnTo>
                  <a:lnTo>
                    <a:pt x="3067" y="551456"/>
                  </a:lnTo>
                  <a:lnTo>
                    <a:pt x="3735" y="441689"/>
                  </a:lnTo>
                  <a:lnTo>
                    <a:pt x="4403" y="441689"/>
                  </a:lnTo>
                  <a:lnTo>
                    <a:pt x="5071" y="441689"/>
                  </a:lnTo>
                  <a:lnTo>
                    <a:pt x="5739" y="441817"/>
                  </a:lnTo>
                  <a:lnTo>
                    <a:pt x="6407" y="380513"/>
                  </a:lnTo>
                  <a:lnTo>
                    <a:pt x="7075" y="406415"/>
                  </a:lnTo>
                  <a:lnTo>
                    <a:pt x="7743" y="364080"/>
                  </a:lnTo>
                  <a:lnTo>
                    <a:pt x="8411" y="411230"/>
                  </a:lnTo>
                  <a:lnTo>
                    <a:pt x="9079" y="439256"/>
                  </a:lnTo>
                  <a:lnTo>
                    <a:pt x="9747" y="505715"/>
                  </a:lnTo>
                  <a:lnTo>
                    <a:pt x="10415" y="523539"/>
                  </a:lnTo>
                  <a:lnTo>
                    <a:pt x="11083" y="491439"/>
                  </a:lnTo>
                  <a:lnTo>
                    <a:pt x="11751" y="491787"/>
                  </a:lnTo>
                  <a:lnTo>
                    <a:pt x="12419" y="453880"/>
                  </a:lnTo>
                  <a:lnTo>
                    <a:pt x="13087" y="451583"/>
                  </a:lnTo>
                  <a:lnTo>
                    <a:pt x="13755" y="407300"/>
                  </a:lnTo>
                  <a:lnTo>
                    <a:pt x="14423" y="407300"/>
                  </a:lnTo>
                  <a:lnTo>
                    <a:pt x="15091" y="407300"/>
                  </a:lnTo>
                  <a:lnTo>
                    <a:pt x="15759" y="398798"/>
                  </a:lnTo>
                  <a:lnTo>
                    <a:pt x="16427" y="403871"/>
                  </a:lnTo>
                  <a:lnTo>
                    <a:pt x="17095" y="348072"/>
                  </a:lnTo>
                  <a:lnTo>
                    <a:pt x="17763" y="322945"/>
                  </a:lnTo>
                  <a:lnTo>
                    <a:pt x="18431" y="342696"/>
                  </a:lnTo>
                  <a:lnTo>
                    <a:pt x="19099" y="255571"/>
                  </a:lnTo>
                  <a:lnTo>
                    <a:pt x="19767" y="255571"/>
                  </a:lnTo>
                  <a:lnTo>
                    <a:pt x="20435" y="250524"/>
                  </a:lnTo>
                  <a:lnTo>
                    <a:pt x="21103" y="257263"/>
                  </a:lnTo>
                  <a:lnTo>
                    <a:pt x="21771" y="262364"/>
                  </a:lnTo>
                  <a:lnTo>
                    <a:pt x="22439" y="325078"/>
                  </a:lnTo>
                  <a:lnTo>
                    <a:pt x="23107" y="365875"/>
                  </a:lnTo>
                  <a:lnTo>
                    <a:pt x="23775" y="407300"/>
                  </a:lnTo>
                  <a:lnTo>
                    <a:pt x="24443" y="407300"/>
                  </a:lnTo>
                  <a:lnTo>
                    <a:pt x="25111" y="392495"/>
                  </a:lnTo>
                  <a:lnTo>
                    <a:pt x="25780" y="386253"/>
                  </a:lnTo>
                  <a:lnTo>
                    <a:pt x="26448" y="408345"/>
                  </a:lnTo>
                  <a:lnTo>
                    <a:pt x="27116" y="429315"/>
                  </a:lnTo>
                  <a:lnTo>
                    <a:pt x="27784" y="555756"/>
                  </a:lnTo>
                  <a:lnTo>
                    <a:pt x="28452" y="528028"/>
                  </a:lnTo>
                  <a:lnTo>
                    <a:pt x="29120" y="623908"/>
                  </a:lnTo>
                  <a:lnTo>
                    <a:pt x="29788" y="619083"/>
                  </a:lnTo>
                  <a:lnTo>
                    <a:pt x="30456" y="568141"/>
                  </a:lnTo>
                  <a:lnTo>
                    <a:pt x="31124" y="527397"/>
                  </a:lnTo>
                  <a:lnTo>
                    <a:pt x="31792" y="574399"/>
                  </a:lnTo>
                  <a:lnTo>
                    <a:pt x="32460" y="483815"/>
                  </a:lnTo>
                  <a:lnTo>
                    <a:pt x="33128" y="464064"/>
                  </a:lnTo>
                  <a:lnTo>
                    <a:pt x="33796" y="408215"/>
                  </a:lnTo>
                  <a:lnTo>
                    <a:pt x="34464" y="370142"/>
                  </a:lnTo>
                  <a:lnTo>
                    <a:pt x="35132" y="327878"/>
                  </a:lnTo>
                  <a:lnTo>
                    <a:pt x="35800" y="340588"/>
                  </a:lnTo>
                  <a:lnTo>
                    <a:pt x="36468" y="294168"/>
                  </a:lnTo>
                  <a:lnTo>
                    <a:pt x="37136" y="279412"/>
                  </a:lnTo>
                  <a:lnTo>
                    <a:pt x="37804" y="279412"/>
                  </a:lnTo>
                  <a:lnTo>
                    <a:pt x="38472" y="279412"/>
                  </a:lnTo>
                  <a:lnTo>
                    <a:pt x="39140" y="267847"/>
                  </a:lnTo>
                  <a:lnTo>
                    <a:pt x="39808" y="223563"/>
                  </a:lnTo>
                  <a:lnTo>
                    <a:pt x="40476" y="199934"/>
                  </a:lnTo>
                  <a:lnTo>
                    <a:pt x="41144" y="172187"/>
                  </a:lnTo>
                  <a:lnTo>
                    <a:pt x="41812" y="172187"/>
                  </a:lnTo>
                  <a:lnTo>
                    <a:pt x="42480" y="172187"/>
                  </a:lnTo>
                  <a:lnTo>
                    <a:pt x="43148" y="184651"/>
                  </a:lnTo>
                  <a:lnTo>
                    <a:pt x="43816" y="223563"/>
                  </a:lnTo>
                  <a:lnTo>
                    <a:pt x="44484" y="253678"/>
                  </a:lnTo>
                  <a:lnTo>
                    <a:pt x="45152" y="312336"/>
                  </a:lnTo>
                  <a:lnTo>
                    <a:pt x="45820" y="340588"/>
                  </a:lnTo>
                  <a:lnTo>
                    <a:pt x="46488" y="390629"/>
                  </a:lnTo>
                  <a:lnTo>
                    <a:pt x="47156" y="408215"/>
                  </a:lnTo>
                  <a:lnTo>
                    <a:pt x="47824" y="408215"/>
                  </a:lnTo>
                  <a:lnTo>
                    <a:pt x="48492" y="408215"/>
                  </a:lnTo>
                  <a:lnTo>
                    <a:pt x="49160" y="422639"/>
                  </a:lnTo>
                  <a:lnTo>
                    <a:pt x="49828" y="483815"/>
                  </a:lnTo>
                  <a:lnTo>
                    <a:pt x="50497" y="555915"/>
                  </a:lnTo>
                  <a:lnTo>
                    <a:pt x="51165" y="668466"/>
                  </a:lnTo>
                  <a:lnTo>
                    <a:pt x="51833" y="668466"/>
                  </a:lnTo>
                  <a:lnTo>
                    <a:pt x="52501" y="668466"/>
                  </a:lnTo>
                  <a:lnTo>
                    <a:pt x="53169" y="668466"/>
                  </a:lnTo>
                  <a:lnTo>
                    <a:pt x="53837" y="668466"/>
                  </a:lnTo>
                  <a:lnTo>
                    <a:pt x="54505" y="663140"/>
                  </a:lnTo>
                  <a:lnTo>
                    <a:pt x="55173" y="569523"/>
                  </a:lnTo>
                  <a:lnTo>
                    <a:pt x="55841" y="569523"/>
                  </a:lnTo>
                  <a:lnTo>
                    <a:pt x="56509" y="495964"/>
                  </a:lnTo>
                  <a:lnTo>
                    <a:pt x="57177" y="483815"/>
                  </a:lnTo>
                  <a:lnTo>
                    <a:pt x="57845" y="498799"/>
                  </a:lnTo>
                  <a:lnTo>
                    <a:pt x="58513" y="500505"/>
                  </a:lnTo>
                  <a:lnTo>
                    <a:pt x="59181" y="464390"/>
                  </a:lnTo>
                  <a:lnTo>
                    <a:pt x="59849" y="406415"/>
                  </a:lnTo>
                  <a:lnTo>
                    <a:pt x="60517" y="391991"/>
                  </a:lnTo>
                  <a:lnTo>
                    <a:pt x="61185" y="350566"/>
                  </a:lnTo>
                  <a:lnTo>
                    <a:pt x="61853" y="350566"/>
                  </a:lnTo>
                  <a:lnTo>
                    <a:pt x="62521" y="311654"/>
                  </a:lnTo>
                  <a:lnTo>
                    <a:pt x="63189" y="251623"/>
                  </a:lnTo>
                  <a:lnTo>
                    <a:pt x="63857" y="251623"/>
                  </a:lnTo>
                  <a:lnTo>
                    <a:pt x="64525" y="253920"/>
                  </a:lnTo>
                  <a:lnTo>
                    <a:pt x="65193" y="299190"/>
                  </a:lnTo>
                  <a:lnTo>
                    <a:pt x="65861" y="247055"/>
                  </a:lnTo>
                  <a:lnTo>
                    <a:pt x="66529" y="244783"/>
                  </a:lnTo>
                  <a:lnTo>
                    <a:pt x="67197" y="251623"/>
                  </a:lnTo>
                  <a:lnTo>
                    <a:pt x="67865" y="273288"/>
                  </a:lnTo>
                  <a:lnTo>
                    <a:pt x="68533" y="250545"/>
                  </a:lnTo>
                  <a:lnTo>
                    <a:pt x="69201" y="133856"/>
                  </a:lnTo>
                  <a:lnTo>
                    <a:pt x="69869" y="129222"/>
                  </a:lnTo>
                  <a:lnTo>
                    <a:pt x="70537" y="136186"/>
                  </a:lnTo>
                  <a:lnTo>
                    <a:pt x="71205" y="162388"/>
                  </a:lnTo>
                  <a:lnTo>
                    <a:pt x="71873" y="84630"/>
                  </a:lnTo>
                  <a:lnTo>
                    <a:pt x="72541" y="113260"/>
                  </a:lnTo>
                  <a:lnTo>
                    <a:pt x="73209" y="172187"/>
                  </a:lnTo>
                  <a:lnTo>
                    <a:pt x="73877" y="164824"/>
                  </a:lnTo>
                  <a:lnTo>
                    <a:pt x="74545" y="104314"/>
                  </a:lnTo>
                  <a:lnTo>
                    <a:pt x="75214" y="0"/>
                  </a:lnTo>
                  <a:lnTo>
                    <a:pt x="75882" y="3786"/>
                  </a:lnTo>
                  <a:lnTo>
                    <a:pt x="76550" y="21109"/>
                  </a:lnTo>
                  <a:lnTo>
                    <a:pt x="77218" y="0"/>
                  </a:lnTo>
                  <a:lnTo>
                    <a:pt x="77886" y="0"/>
                  </a:lnTo>
                  <a:lnTo>
                    <a:pt x="78554" y="25023"/>
                  </a:lnTo>
                  <a:lnTo>
                    <a:pt x="79222" y="73950"/>
                  </a:lnTo>
                  <a:lnTo>
                    <a:pt x="79890" y="120052"/>
                  </a:lnTo>
                  <a:lnTo>
                    <a:pt x="80558" y="115516"/>
                  </a:lnTo>
                  <a:lnTo>
                    <a:pt x="81226" y="61364"/>
                  </a:lnTo>
                  <a:lnTo>
                    <a:pt x="81894" y="120052"/>
                  </a:lnTo>
                  <a:lnTo>
                    <a:pt x="82562" y="124620"/>
                  </a:lnTo>
                  <a:lnTo>
                    <a:pt x="83230" y="124620"/>
                  </a:lnTo>
                  <a:lnTo>
                    <a:pt x="83898" y="131535"/>
                  </a:lnTo>
                  <a:lnTo>
                    <a:pt x="84566" y="194799"/>
                  </a:lnTo>
                  <a:lnTo>
                    <a:pt x="85234" y="340588"/>
                  </a:lnTo>
                  <a:lnTo>
                    <a:pt x="85902" y="350289"/>
                  </a:lnTo>
                  <a:lnTo>
                    <a:pt x="86570" y="370142"/>
                  </a:lnTo>
                  <a:lnTo>
                    <a:pt x="87238" y="408215"/>
                  </a:lnTo>
                  <a:lnTo>
                    <a:pt x="87906" y="408215"/>
                  </a:lnTo>
                  <a:lnTo>
                    <a:pt x="88574" y="408215"/>
                  </a:lnTo>
                  <a:lnTo>
                    <a:pt x="89242" y="408215"/>
                  </a:lnTo>
                  <a:lnTo>
                    <a:pt x="89910" y="408215"/>
                  </a:lnTo>
                  <a:lnTo>
                    <a:pt x="90578" y="324739"/>
                  </a:lnTo>
                  <a:lnTo>
                    <a:pt x="91246" y="353555"/>
                  </a:lnTo>
                  <a:lnTo>
                    <a:pt x="91914" y="340588"/>
                  </a:lnTo>
                  <a:lnTo>
                    <a:pt x="92582" y="340588"/>
                  </a:lnTo>
                  <a:lnTo>
                    <a:pt x="93250" y="340588"/>
                  </a:lnTo>
                  <a:lnTo>
                    <a:pt x="93918" y="340588"/>
                  </a:lnTo>
                  <a:lnTo>
                    <a:pt x="94586" y="340588"/>
                  </a:lnTo>
                  <a:lnTo>
                    <a:pt x="95254" y="340588"/>
                  </a:lnTo>
                  <a:lnTo>
                    <a:pt x="95922" y="397605"/>
                  </a:lnTo>
                  <a:lnTo>
                    <a:pt x="96590" y="408215"/>
                  </a:lnTo>
                  <a:lnTo>
                    <a:pt x="97258" y="408215"/>
                  </a:lnTo>
                  <a:lnTo>
                    <a:pt x="97926" y="408215"/>
                  </a:lnTo>
                  <a:lnTo>
                    <a:pt x="98594" y="408215"/>
                  </a:lnTo>
                  <a:lnTo>
                    <a:pt x="99262" y="408215"/>
                  </a:lnTo>
                  <a:lnTo>
                    <a:pt x="99931" y="408215"/>
                  </a:lnTo>
                  <a:lnTo>
                    <a:pt x="100599" y="520975"/>
                  </a:lnTo>
                  <a:lnTo>
                    <a:pt x="101267" y="612172"/>
                  </a:lnTo>
                  <a:lnTo>
                    <a:pt x="101935" y="668466"/>
                  </a:lnTo>
                  <a:lnTo>
                    <a:pt x="102603" y="668466"/>
                  </a:lnTo>
                  <a:lnTo>
                    <a:pt x="103271" y="668466"/>
                  </a:lnTo>
                  <a:lnTo>
                    <a:pt x="103939" y="668466"/>
                  </a:lnTo>
                  <a:lnTo>
                    <a:pt x="104607" y="627042"/>
                  </a:lnTo>
                  <a:lnTo>
                    <a:pt x="105275" y="569523"/>
                  </a:lnTo>
                  <a:lnTo>
                    <a:pt x="105943" y="569523"/>
                  </a:lnTo>
                  <a:lnTo>
                    <a:pt x="106611" y="569523"/>
                  </a:lnTo>
                  <a:lnTo>
                    <a:pt x="107279" y="569523"/>
                  </a:lnTo>
                  <a:lnTo>
                    <a:pt x="107947" y="569523"/>
                  </a:lnTo>
                  <a:lnTo>
                    <a:pt x="108615" y="569523"/>
                  </a:lnTo>
                  <a:lnTo>
                    <a:pt x="109283" y="569523"/>
                  </a:lnTo>
                  <a:lnTo>
                    <a:pt x="109951" y="569523"/>
                  </a:lnTo>
                  <a:lnTo>
                    <a:pt x="110619" y="569523"/>
                  </a:lnTo>
                  <a:lnTo>
                    <a:pt x="111287" y="569523"/>
                  </a:lnTo>
                  <a:lnTo>
                    <a:pt x="111955" y="495964"/>
                  </a:lnTo>
                  <a:lnTo>
                    <a:pt x="112623" y="483815"/>
                  </a:lnTo>
                  <a:lnTo>
                    <a:pt x="113291" y="483815"/>
                  </a:lnTo>
                  <a:lnTo>
                    <a:pt x="113959" y="483815"/>
                  </a:lnTo>
                  <a:lnTo>
                    <a:pt x="114627" y="516738"/>
                  </a:lnTo>
                  <a:lnTo>
                    <a:pt x="115295" y="660107"/>
                  </a:lnTo>
                  <a:lnTo>
                    <a:pt x="115835" y="6686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749669" y="1722422"/>
              <a:ext cx="41432" cy="343866"/>
            </a:xfrm>
            <a:custGeom>
              <a:avLst/>
              <a:pathLst>
                <a:path w="41432" h="343866">
                  <a:moveTo>
                    <a:pt x="0" y="343866"/>
                  </a:moveTo>
                  <a:lnTo>
                    <a:pt x="246" y="327503"/>
                  </a:lnTo>
                  <a:lnTo>
                    <a:pt x="914" y="286078"/>
                  </a:lnTo>
                  <a:lnTo>
                    <a:pt x="1582" y="286078"/>
                  </a:lnTo>
                  <a:lnTo>
                    <a:pt x="2250" y="286078"/>
                  </a:lnTo>
                  <a:lnTo>
                    <a:pt x="2918" y="286078"/>
                  </a:lnTo>
                  <a:lnTo>
                    <a:pt x="3586" y="274155"/>
                  </a:lnTo>
                  <a:lnTo>
                    <a:pt x="4255" y="342792"/>
                  </a:lnTo>
                  <a:lnTo>
                    <a:pt x="4923" y="338627"/>
                  </a:lnTo>
                  <a:lnTo>
                    <a:pt x="5591" y="267852"/>
                  </a:lnTo>
                  <a:lnTo>
                    <a:pt x="6259" y="231542"/>
                  </a:lnTo>
                  <a:lnTo>
                    <a:pt x="6927" y="231542"/>
                  </a:lnTo>
                  <a:lnTo>
                    <a:pt x="7595" y="226717"/>
                  </a:lnTo>
                  <a:lnTo>
                    <a:pt x="8263" y="211489"/>
                  </a:lnTo>
                  <a:lnTo>
                    <a:pt x="8931" y="142852"/>
                  </a:lnTo>
                  <a:lnTo>
                    <a:pt x="9599" y="142852"/>
                  </a:lnTo>
                  <a:lnTo>
                    <a:pt x="10267" y="175775"/>
                  </a:lnTo>
                  <a:lnTo>
                    <a:pt x="10935" y="210478"/>
                  </a:lnTo>
                  <a:lnTo>
                    <a:pt x="11603" y="210478"/>
                  </a:lnTo>
                  <a:lnTo>
                    <a:pt x="12271" y="210478"/>
                  </a:lnTo>
                  <a:lnTo>
                    <a:pt x="12939" y="210478"/>
                  </a:lnTo>
                  <a:lnTo>
                    <a:pt x="13607" y="221266"/>
                  </a:lnTo>
                  <a:lnTo>
                    <a:pt x="14275" y="260176"/>
                  </a:lnTo>
                  <a:lnTo>
                    <a:pt x="14943" y="282582"/>
                  </a:lnTo>
                  <a:lnTo>
                    <a:pt x="15611" y="287432"/>
                  </a:lnTo>
                  <a:lnTo>
                    <a:pt x="16279" y="277707"/>
                  </a:lnTo>
                  <a:lnTo>
                    <a:pt x="16947" y="244784"/>
                  </a:lnTo>
                  <a:lnTo>
                    <a:pt x="17615" y="244784"/>
                  </a:lnTo>
                  <a:lnTo>
                    <a:pt x="18283" y="244784"/>
                  </a:lnTo>
                  <a:lnTo>
                    <a:pt x="18951" y="183608"/>
                  </a:lnTo>
                  <a:lnTo>
                    <a:pt x="19619" y="159075"/>
                  </a:lnTo>
                  <a:lnTo>
                    <a:pt x="20287" y="159075"/>
                  </a:lnTo>
                  <a:lnTo>
                    <a:pt x="20955" y="159075"/>
                  </a:lnTo>
                  <a:lnTo>
                    <a:pt x="21623" y="159075"/>
                  </a:lnTo>
                  <a:lnTo>
                    <a:pt x="22291" y="159075"/>
                  </a:lnTo>
                  <a:lnTo>
                    <a:pt x="22959" y="97900"/>
                  </a:lnTo>
                  <a:lnTo>
                    <a:pt x="23627" y="83475"/>
                  </a:lnTo>
                  <a:lnTo>
                    <a:pt x="24295" y="83475"/>
                  </a:lnTo>
                  <a:lnTo>
                    <a:pt x="24963" y="22300"/>
                  </a:lnTo>
                  <a:lnTo>
                    <a:pt x="25631" y="15849"/>
                  </a:lnTo>
                  <a:lnTo>
                    <a:pt x="26299" y="58987"/>
                  </a:lnTo>
                  <a:lnTo>
                    <a:pt x="26967" y="38716"/>
                  </a:lnTo>
                  <a:lnTo>
                    <a:pt x="27635" y="15849"/>
                  </a:lnTo>
                  <a:lnTo>
                    <a:pt x="28303" y="0"/>
                  </a:lnTo>
                  <a:lnTo>
                    <a:pt x="28972" y="87460"/>
                  </a:lnTo>
                  <a:lnTo>
                    <a:pt x="29640" y="55773"/>
                  </a:lnTo>
                  <a:lnTo>
                    <a:pt x="30308" y="55773"/>
                  </a:lnTo>
                  <a:lnTo>
                    <a:pt x="30976" y="51948"/>
                  </a:lnTo>
                  <a:lnTo>
                    <a:pt x="31644" y="25827"/>
                  </a:lnTo>
                  <a:lnTo>
                    <a:pt x="32312" y="109692"/>
                  </a:lnTo>
                  <a:lnTo>
                    <a:pt x="32980" y="153976"/>
                  </a:lnTo>
                  <a:lnTo>
                    <a:pt x="33648" y="170366"/>
                  </a:lnTo>
                  <a:lnTo>
                    <a:pt x="34316" y="170366"/>
                  </a:lnTo>
                  <a:lnTo>
                    <a:pt x="34984" y="225155"/>
                  </a:lnTo>
                  <a:lnTo>
                    <a:pt x="35652" y="188114"/>
                  </a:lnTo>
                  <a:lnTo>
                    <a:pt x="36320" y="164557"/>
                  </a:lnTo>
                  <a:lnTo>
                    <a:pt x="36988" y="150261"/>
                  </a:lnTo>
                  <a:lnTo>
                    <a:pt x="37656" y="170366"/>
                  </a:lnTo>
                  <a:lnTo>
                    <a:pt x="38324" y="185122"/>
                  </a:lnTo>
                  <a:lnTo>
                    <a:pt x="38992" y="226717"/>
                  </a:lnTo>
                  <a:lnTo>
                    <a:pt x="39660" y="294343"/>
                  </a:lnTo>
                  <a:lnTo>
                    <a:pt x="40328" y="294343"/>
                  </a:lnTo>
                  <a:lnTo>
                    <a:pt x="40996" y="323524"/>
                  </a:lnTo>
                  <a:lnTo>
                    <a:pt x="41432" y="34386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6792775" y="486526"/>
              <a:ext cx="958960" cy="1579762"/>
            </a:xfrm>
            <a:custGeom>
              <a:avLst/>
              <a:pathLst>
                <a:path w="958960" h="1579762">
                  <a:moveTo>
                    <a:pt x="0" y="1579762"/>
                  </a:moveTo>
                  <a:lnTo>
                    <a:pt x="562" y="1521974"/>
                  </a:lnTo>
                  <a:lnTo>
                    <a:pt x="1230" y="1502223"/>
                  </a:lnTo>
                  <a:lnTo>
                    <a:pt x="1898" y="1446374"/>
                  </a:lnTo>
                  <a:lnTo>
                    <a:pt x="2566" y="1494490"/>
                  </a:lnTo>
                  <a:lnTo>
                    <a:pt x="3234" y="1453546"/>
                  </a:lnTo>
                  <a:lnTo>
                    <a:pt x="3902" y="1521974"/>
                  </a:lnTo>
                  <a:lnTo>
                    <a:pt x="4570" y="1521974"/>
                  </a:lnTo>
                  <a:lnTo>
                    <a:pt x="5238" y="1521974"/>
                  </a:lnTo>
                  <a:lnTo>
                    <a:pt x="5906" y="1521974"/>
                  </a:lnTo>
                  <a:lnTo>
                    <a:pt x="6574" y="1494490"/>
                  </a:lnTo>
                  <a:lnTo>
                    <a:pt x="7242" y="1378747"/>
                  </a:lnTo>
                  <a:lnTo>
                    <a:pt x="7910" y="1352845"/>
                  </a:lnTo>
                  <a:lnTo>
                    <a:pt x="8578" y="1352845"/>
                  </a:lnTo>
                  <a:lnTo>
                    <a:pt x="9246" y="1292081"/>
                  </a:lnTo>
                  <a:lnTo>
                    <a:pt x="9914" y="1083344"/>
                  </a:lnTo>
                  <a:lnTo>
                    <a:pt x="10582" y="1054383"/>
                  </a:lnTo>
                  <a:lnTo>
                    <a:pt x="11250" y="1047342"/>
                  </a:lnTo>
                  <a:lnTo>
                    <a:pt x="11918" y="1142611"/>
                  </a:lnTo>
                  <a:lnTo>
                    <a:pt x="12586" y="1135672"/>
                  </a:lnTo>
                  <a:lnTo>
                    <a:pt x="13254" y="1162780"/>
                  </a:lnTo>
                  <a:lnTo>
                    <a:pt x="13922" y="1162780"/>
                  </a:lnTo>
                  <a:lnTo>
                    <a:pt x="14591" y="1153675"/>
                  </a:lnTo>
                  <a:lnTo>
                    <a:pt x="15259" y="1118496"/>
                  </a:lnTo>
                  <a:lnTo>
                    <a:pt x="15927" y="1118496"/>
                  </a:lnTo>
                  <a:lnTo>
                    <a:pt x="16595" y="1133650"/>
                  </a:lnTo>
                  <a:lnTo>
                    <a:pt x="17263" y="1210346"/>
                  </a:lnTo>
                  <a:lnTo>
                    <a:pt x="17931" y="1162780"/>
                  </a:lnTo>
                  <a:lnTo>
                    <a:pt x="18599" y="1162780"/>
                  </a:lnTo>
                  <a:lnTo>
                    <a:pt x="19267" y="1198120"/>
                  </a:lnTo>
                  <a:lnTo>
                    <a:pt x="19935" y="1317572"/>
                  </a:lnTo>
                  <a:lnTo>
                    <a:pt x="20603" y="1353573"/>
                  </a:lnTo>
                  <a:lnTo>
                    <a:pt x="21271" y="1356667"/>
                  </a:lnTo>
                  <a:lnTo>
                    <a:pt x="21939" y="1300482"/>
                  </a:lnTo>
                  <a:lnTo>
                    <a:pt x="22607" y="1252621"/>
                  </a:lnTo>
                  <a:lnTo>
                    <a:pt x="23275" y="1190569"/>
                  </a:lnTo>
                  <a:lnTo>
                    <a:pt x="23943" y="1190569"/>
                  </a:lnTo>
                  <a:lnTo>
                    <a:pt x="24611" y="1159252"/>
                  </a:lnTo>
                  <a:lnTo>
                    <a:pt x="25279" y="1080880"/>
                  </a:lnTo>
                  <a:lnTo>
                    <a:pt x="25947" y="995787"/>
                  </a:lnTo>
                  <a:lnTo>
                    <a:pt x="26615" y="987228"/>
                  </a:lnTo>
                  <a:lnTo>
                    <a:pt x="27283" y="950068"/>
                  </a:lnTo>
                  <a:lnTo>
                    <a:pt x="27951" y="950068"/>
                  </a:lnTo>
                  <a:lnTo>
                    <a:pt x="28619" y="950068"/>
                  </a:lnTo>
                  <a:lnTo>
                    <a:pt x="29287" y="936179"/>
                  </a:lnTo>
                  <a:lnTo>
                    <a:pt x="29955" y="855150"/>
                  </a:lnTo>
                  <a:lnTo>
                    <a:pt x="30623" y="810059"/>
                  </a:lnTo>
                  <a:lnTo>
                    <a:pt x="31291" y="729817"/>
                  </a:lnTo>
                  <a:lnTo>
                    <a:pt x="31959" y="819530"/>
                  </a:lnTo>
                  <a:lnTo>
                    <a:pt x="32627" y="825250"/>
                  </a:lnTo>
                  <a:lnTo>
                    <a:pt x="33295" y="822167"/>
                  </a:lnTo>
                  <a:lnTo>
                    <a:pt x="33963" y="885457"/>
                  </a:lnTo>
                  <a:lnTo>
                    <a:pt x="34631" y="900685"/>
                  </a:lnTo>
                  <a:lnTo>
                    <a:pt x="35299" y="957994"/>
                  </a:lnTo>
                  <a:lnTo>
                    <a:pt x="35967" y="964283"/>
                  </a:lnTo>
                  <a:lnTo>
                    <a:pt x="36635" y="913584"/>
                  </a:lnTo>
                  <a:lnTo>
                    <a:pt x="37303" y="881880"/>
                  </a:lnTo>
                  <a:lnTo>
                    <a:pt x="37971" y="861583"/>
                  </a:lnTo>
                  <a:lnTo>
                    <a:pt x="38639" y="784043"/>
                  </a:lnTo>
                  <a:lnTo>
                    <a:pt x="39308" y="791837"/>
                  </a:lnTo>
                  <a:lnTo>
                    <a:pt x="39976" y="843120"/>
                  </a:lnTo>
                  <a:lnTo>
                    <a:pt x="40644" y="862833"/>
                  </a:lnTo>
                  <a:lnTo>
                    <a:pt x="41312" y="870384"/>
                  </a:lnTo>
                  <a:lnTo>
                    <a:pt x="41980" y="879638"/>
                  </a:lnTo>
                  <a:lnTo>
                    <a:pt x="42648" y="873200"/>
                  </a:lnTo>
                  <a:lnTo>
                    <a:pt x="43316" y="823067"/>
                  </a:lnTo>
                  <a:lnTo>
                    <a:pt x="43984" y="732045"/>
                  </a:lnTo>
                  <a:lnTo>
                    <a:pt x="44652" y="687406"/>
                  </a:lnTo>
                  <a:lnTo>
                    <a:pt x="45320" y="681458"/>
                  </a:lnTo>
                  <a:lnTo>
                    <a:pt x="45988" y="633522"/>
                  </a:lnTo>
                  <a:lnTo>
                    <a:pt x="46656" y="684490"/>
                  </a:lnTo>
                  <a:lnTo>
                    <a:pt x="47324" y="725561"/>
                  </a:lnTo>
                  <a:lnTo>
                    <a:pt x="47992" y="748590"/>
                  </a:lnTo>
                  <a:lnTo>
                    <a:pt x="48660" y="839765"/>
                  </a:lnTo>
                  <a:lnTo>
                    <a:pt x="49328" y="810059"/>
                  </a:lnTo>
                  <a:lnTo>
                    <a:pt x="49996" y="806842"/>
                  </a:lnTo>
                  <a:lnTo>
                    <a:pt x="50664" y="824740"/>
                  </a:lnTo>
                  <a:lnTo>
                    <a:pt x="51332" y="920665"/>
                  </a:lnTo>
                  <a:lnTo>
                    <a:pt x="52000" y="950068"/>
                  </a:lnTo>
                  <a:lnTo>
                    <a:pt x="52668" y="1008842"/>
                  </a:lnTo>
                  <a:lnTo>
                    <a:pt x="53336" y="1083344"/>
                  </a:lnTo>
                  <a:lnTo>
                    <a:pt x="54004" y="1137400"/>
                  </a:lnTo>
                  <a:lnTo>
                    <a:pt x="54672" y="1159252"/>
                  </a:lnTo>
                  <a:lnTo>
                    <a:pt x="55340" y="1218807"/>
                  </a:lnTo>
                  <a:lnTo>
                    <a:pt x="56008" y="1183750"/>
                  </a:lnTo>
                  <a:lnTo>
                    <a:pt x="56676" y="1182868"/>
                  </a:lnTo>
                  <a:lnTo>
                    <a:pt x="57344" y="1252599"/>
                  </a:lnTo>
                  <a:lnTo>
                    <a:pt x="58012" y="1256753"/>
                  </a:lnTo>
                  <a:lnTo>
                    <a:pt x="58680" y="1231791"/>
                  </a:lnTo>
                  <a:lnTo>
                    <a:pt x="59348" y="1229794"/>
                  </a:lnTo>
                  <a:lnTo>
                    <a:pt x="60016" y="1233793"/>
                  </a:lnTo>
                  <a:lnTo>
                    <a:pt x="60684" y="1168981"/>
                  </a:lnTo>
                  <a:lnTo>
                    <a:pt x="61352" y="1085771"/>
                  </a:lnTo>
                  <a:lnTo>
                    <a:pt x="62020" y="1059250"/>
                  </a:lnTo>
                  <a:lnTo>
                    <a:pt x="62688" y="1012120"/>
                  </a:lnTo>
                  <a:lnTo>
                    <a:pt x="63356" y="1000859"/>
                  </a:lnTo>
                  <a:lnTo>
                    <a:pt x="64025" y="1002256"/>
                  </a:lnTo>
                  <a:lnTo>
                    <a:pt x="64693" y="1000859"/>
                  </a:lnTo>
                  <a:lnTo>
                    <a:pt x="65361" y="916023"/>
                  </a:lnTo>
                  <a:lnTo>
                    <a:pt x="66029" y="834682"/>
                  </a:lnTo>
                  <a:lnTo>
                    <a:pt x="66697" y="828661"/>
                  </a:lnTo>
                  <a:lnTo>
                    <a:pt x="67365" y="742015"/>
                  </a:lnTo>
                  <a:lnTo>
                    <a:pt x="68033" y="754199"/>
                  </a:lnTo>
                  <a:lnTo>
                    <a:pt x="68701" y="691156"/>
                  </a:lnTo>
                  <a:lnTo>
                    <a:pt x="69369" y="689817"/>
                  </a:lnTo>
                  <a:lnTo>
                    <a:pt x="70037" y="681843"/>
                  </a:lnTo>
                  <a:lnTo>
                    <a:pt x="70705" y="687148"/>
                  </a:lnTo>
                  <a:lnTo>
                    <a:pt x="71373" y="747126"/>
                  </a:lnTo>
                  <a:lnTo>
                    <a:pt x="72041" y="714350"/>
                  </a:lnTo>
                  <a:lnTo>
                    <a:pt x="72709" y="685818"/>
                  </a:lnTo>
                  <a:lnTo>
                    <a:pt x="73377" y="668771"/>
                  </a:lnTo>
                  <a:lnTo>
                    <a:pt x="74045" y="613029"/>
                  </a:lnTo>
                  <a:lnTo>
                    <a:pt x="74713" y="608301"/>
                  </a:lnTo>
                  <a:lnTo>
                    <a:pt x="75381" y="671364"/>
                  </a:lnTo>
                  <a:lnTo>
                    <a:pt x="76049" y="691156"/>
                  </a:lnTo>
                  <a:lnTo>
                    <a:pt x="76717" y="688481"/>
                  </a:lnTo>
                  <a:lnTo>
                    <a:pt x="77385" y="681843"/>
                  </a:lnTo>
                  <a:lnTo>
                    <a:pt x="78053" y="731399"/>
                  </a:lnTo>
                  <a:lnTo>
                    <a:pt x="78721" y="701210"/>
                  </a:lnTo>
                  <a:lnTo>
                    <a:pt x="79389" y="624577"/>
                  </a:lnTo>
                  <a:lnTo>
                    <a:pt x="80057" y="603674"/>
                  </a:lnTo>
                  <a:lnTo>
                    <a:pt x="80725" y="604684"/>
                  </a:lnTo>
                  <a:lnTo>
                    <a:pt x="81393" y="542461"/>
                  </a:lnTo>
                  <a:lnTo>
                    <a:pt x="82061" y="538115"/>
                  </a:lnTo>
                  <a:lnTo>
                    <a:pt x="82729" y="556568"/>
                  </a:lnTo>
                  <a:lnTo>
                    <a:pt x="83397" y="558354"/>
                  </a:lnTo>
                  <a:lnTo>
                    <a:pt x="84065" y="614596"/>
                  </a:lnTo>
                  <a:lnTo>
                    <a:pt x="84733" y="630701"/>
                  </a:lnTo>
                  <a:lnTo>
                    <a:pt x="85401" y="606346"/>
                  </a:lnTo>
                  <a:lnTo>
                    <a:pt x="86069" y="648923"/>
                  </a:lnTo>
                  <a:lnTo>
                    <a:pt x="86737" y="608965"/>
                  </a:lnTo>
                  <a:lnTo>
                    <a:pt x="87405" y="581577"/>
                  </a:lnTo>
                  <a:lnTo>
                    <a:pt x="88073" y="595523"/>
                  </a:lnTo>
                  <a:lnTo>
                    <a:pt x="88742" y="622010"/>
                  </a:lnTo>
                  <a:lnTo>
                    <a:pt x="89410" y="690671"/>
                  </a:lnTo>
                  <a:lnTo>
                    <a:pt x="90078" y="639048"/>
                  </a:lnTo>
                  <a:lnTo>
                    <a:pt x="90746" y="610555"/>
                  </a:lnTo>
                  <a:lnTo>
                    <a:pt x="91414" y="727968"/>
                  </a:lnTo>
                  <a:lnTo>
                    <a:pt x="92082" y="749350"/>
                  </a:lnTo>
                  <a:lnTo>
                    <a:pt x="92750" y="728627"/>
                  </a:lnTo>
                  <a:lnTo>
                    <a:pt x="93418" y="715076"/>
                  </a:lnTo>
                  <a:lnTo>
                    <a:pt x="94086" y="741831"/>
                  </a:lnTo>
                  <a:lnTo>
                    <a:pt x="94754" y="684784"/>
                  </a:lnTo>
                  <a:lnTo>
                    <a:pt x="95422" y="721068"/>
                  </a:lnTo>
                  <a:lnTo>
                    <a:pt x="96090" y="732284"/>
                  </a:lnTo>
                  <a:lnTo>
                    <a:pt x="96758" y="762885"/>
                  </a:lnTo>
                  <a:lnTo>
                    <a:pt x="97426" y="702027"/>
                  </a:lnTo>
                  <a:lnTo>
                    <a:pt x="98094" y="633172"/>
                  </a:lnTo>
                  <a:lnTo>
                    <a:pt x="98762" y="581101"/>
                  </a:lnTo>
                  <a:lnTo>
                    <a:pt x="99430" y="549476"/>
                  </a:lnTo>
                  <a:lnTo>
                    <a:pt x="100098" y="518495"/>
                  </a:lnTo>
                  <a:lnTo>
                    <a:pt x="100766" y="512534"/>
                  </a:lnTo>
                  <a:lnTo>
                    <a:pt x="101434" y="459040"/>
                  </a:lnTo>
                  <a:lnTo>
                    <a:pt x="102102" y="450315"/>
                  </a:lnTo>
                  <a:lnTo>
                    <a:pt x="102770" y="379837"/>
                  </a:lnTo>
                  <a:lnTo>
                    <a:pt x="103438" y="378189"/>
                  </a:lnTo>
                  <a:lnTo>
                    <a:pt x="104106" y="373271"/>
                  </a:lnTo>
                  <a:lnTo>
                    <a:pt x="104774" y="326813"/>
                  </a:lnTo>
                  <a:lnTo>
                    <a:pt x="105442" y="259794"/>
                  </a:lnTo>
                  <a:lnTo>
                    <a:pt x="106110" y="222575"/>
                  </a:lnTo>
                  <a:lnTo>
                    <a:pt x="106778" y="208524"/>
                  </a:lnTo>
                  <a:lnTo>
                    <a:pt x="107446" y="181917"/>
                  </a:lnTo>
                  <a:lnTo>
                    <a:pt x="108114" y="196631"/>
                  </a:lnTo>
                  <a:lnTo>
                    <a:pt x="108782" y="200363"/>
                  </a:lnTo>
                  <a:lnTo>
                    <a:pt x="109450" y="197252"/>
                  </a:lnTo>
                  <a:lnTo>
                    <a:pt x="110118" y="221929"/>
                  </a:lnTo>
                  <a:lnTo>
                    <a:pt x="110786" y="240915"/>
                  </a:lnTo>
                  <a:lnTo>
                    <a:pt x="111454" y="214872"/>
                  </a:lnTo>
                  <a:lnTo>
                    <a:pt x="112122" y="178291"/>
                  </a:lnTo>
                  <a:lnTo>
                    <a:pt x="112791" y="145971"/>
                  </a:lnTo>
                  <a:lnTo>
                    <a:pt x="113459" y="131801"/>
                  </a:lnTo>
                  <a:lnTo>
                    <a:pt x="114127" y="126776"/>
                  </a:lnTo>
                  <a:lnTo>
                    <a:pt x="114795" y="174086"/>
                  </a:lnTo>
                  <a:lnTo>
                    <a:pt x="115463" y="243578"/>
                  </a:lnTo>
                  <a:lnTo>
                    <a:pt x="116131" y="282074"/>
                  </a:lnTo>
                  <a:lnTo>
                    <a:pt x="116799" y="279952"/>
                  </a:lnTo>
                  <a:lnTo>
                    <a:pt x="117467" y="302955"/>
                  </a:lnTo>
                  <a:lnTo>
                    <a:pt x="118135" y="314028"/>
                  </a:lnTo>
                  <a:lnTo>
                    <a:pt x="118803" y="292790"/>
                  </a:lnTo>
                  <a:lnTo>
                    <a:pt x="119471" y="317762"/>
                  </a:lnTo>
                  <a:lnTo>
                    <a:pt x="120139" y="315519"/>
                  </a:lnTo>
                  <a:lnTo>
                    <a:pt x="120807" y="338310"/>
                  </a:lnTo>
                  <a:lnTo>
                    <a:pt x="121475" y="383975"/>
                  </a:lnTo>
                  <a:lnTo>
                    <a:pt x="122143" y="428675"/>
                  </a:lnTo>
                  <a:lnTo>
                    <a:pt x="122811" y="476721"/>
                  </a:lnTo>
                  <a:lnTo>
                    <a:pt x="123479" y="543389"/>
                  </a:lnTo>
                  <a:lnTo>
                    <a:pt x="124147" y="590874"/>
                  </a:lnTo>
                  <a:lnTo>
                    <a:pt x="124815" y="590874"/>
                  </a:lnTo>
                  <a:lnTo>
                    <a:pt x="125483" y="590874"/>
                  </a:lnTo>
                  <a:lnTo>
                    <a:pt x="126151" y="643397"/>
                  </a:lnTo>
                  <a:lnTo>
                    <a:pt x="126819" y="732669"/>
                  </a:lnTo>
                  <a:lnTo>
                    <a:pt x="127487" y="806842"/>
                  </a:lnTo>
                  <a:lnTo>
                    <a:pt x="128155" y="808449"/>
                  </a:lnTo>
                  <a:lnTo>
                    <a:pt x="128823" y="898075"/>
                  </a:lnTo>
                  <a:lnTo>
                    <a:pt x="129491" y="883446"/>
                  </a:lnTo>
                  <a:lnTo>
                    <a:pt x="130159" y="879840"/>
                  </a:lnTo>
                  <a:lnTo>
                    <a:pt x="130827" y="874468"/>
                  </a:lnTo>
                  <a:lnTo>
                    <a:pt x="131495" y="918752"/>
                  </a:lnTo>
                  <a:lnTo>
                    <a:pt x="132163" y="1074852"/>
                  </a:lnTo>
                  <a:lnTo>
                    <a:pt x="132831" y="1167392"/>
                  </a:lnTo>
                  <a:lnTo>
                    <a:pt x="133499" y="1210346"/>
                  </a:lnTo>
                  <a:lnTo>
                    <a:pt x="134167" y="1165076"/>
                  </a:lnTo>
                  <a:lnTo>
                    <a:pt x="134835" y="1142473"/>
                  </a:lnTo>
                  <a:lnTo>
                    <a:pt x="135503" y="1089220"/>
                  </a:lnTo>
                  <a:lnTo>
                    <a:pt x="136171" y="992618"/>
                  </a:lnTo>
                  <a:lnTo>
                    <a:pt x="136839" y="966768"/>
                  </a:lnTo>
                  <a:lnTo>
                    <a:pt x="137508" y="966768"/>
                  </a:lnTo>
                  <a:lnTo>
                    <a:pt x="138176" y="1028788"/>
                  </a:lnTo>
                  <a:lnTo>
                    <a:pt x="138844" y="1063182"/>
                  </a:lnTo>
                  <a:lnTo>
                    <a:pt x="139512" y="1077071"/>
                  </a:lnTo>
                  <a:lnTo>
                    <a:pt x="140180" y="1065148"/>
                  </a:lnTo>
                  <a:lnTo>
                    <a:pt x="140848" y="955051"/>
                  </a:lnTo>
                  <a:lnTo>
                    <a:pt x="141516" y="914872"/>
                  </a:lnTo>
                  <a:lnTo>
                    <a:pt x="142184" y="846766"/>
                  </a:lnTo>
                  <a:lnTo>
                    <a:pt x="142852" y="846766"/>
                  </a:lnTo>
                  <a:lnTo>
                    <a:pt x="143520" y="745666"/>
                  </a:lnTo>
                  <a:lnTo>
                    <a:pt x="144188" y="773999"/>
                  </a:lnTo>
                  <a:lnTo>
                    <a:pt x="144856" y="767929"/>
                  </a:lnTo>
                  <a:lnTo>
                    <a:pt x="145524" y="761917"/>
                  </a:lnTo>
                  <a:lnTo>
                    <a:pt x="146192" y="780127"/>
                  </a:lnTo>
                  <a:lnTo>
                    <a:pt x="146860" y="691156"/>
                  </a:lnTo>
                  <a:lnTo>
                    <a:pt x="147528" y="655959"/>
                  </a:lnTo>
                  <a:lnTo>
                    <a:pt x="148196" y="616599"/>
                  </a:lnTo>
                  <a:lnTo>
                    <a:pt x="148864" y="601273"/>
                  </a:lnTo>
                  <a:lnTo>
                    <a:pt x="149532" y="684842"/>
                  </a:lnTo>
                  <a:lnTo>
                    <a:pt x="150200" y="730862"/>
                  </a:lnTo>
                  <a:lnTo>
                    <a:pt x="150868" y="830333"/>
                  </a:lnTo>
                  <a:lnTo>
                    <a:pt x="151536" y="884446"/>
                  </a:lnTo>
                  <a:lnTo>
                    <a:pt x="152204" y="901002"/>
                  </a:lnTo>
                  <a:lnTo>
                    <a:pt x="152872" y="838580"/>
                  </a:lnTo>
                  <a:lnTo>
                    <a:pt x="153540" y="797069"/>
                  </a:lnTo>
                  <a:lnTo>
                    <a:pt x="154208" y="790618"/>
                  </a:lnTo>
                  <a:lnTo>
                    <a:pt x="154876" y="789335"/>
                  </a:lnTo>
                  <a:lnTo>
                    <a:pt x="155544" y="820844"/>
                  </a:lnTo>
                  <a:lnTo>
                    <a:pt x="156212" y="823541"/>
                  </a:lnTo>
                  <a:lnTo>
                    <a:pt x="156880" y="911380"/>
                  </a:lnTo>
                  <a:lnTo>
                    <a:pt x="157548" y="874193"/>
                  </a:lnTo>
                  <a:lnTo>
                    <a:pt x="158216" y="863921"/>
                  </a:lnTo>
                  <a:lnTo>
                    <a:pt x="158884" y="760446"/>
                  </a:lnTo>
                  <a:lnTo>
                    <a:pt x="159552" y="767566"/>
                  </a:lnTo>
                  <a:lnTo>
                    <a:pt x="160220" y="704031"/>
                  </a:lnTo>
                  <a:lnTo>
                    <a:pt x="160888" y="660595"/>
                  </a:lnTo>
                  <a:lnTo>
                    <a:pt x="161556" y="632897"/>
                  </a:lnTo>
                  <a:lnTo>
                    <a:pt x="162225" y="638166"/>
                  </a:lnTo>
                  <a:lnTo>
                    <a:pt x="162893" y="641702"/>
                  </a:lnTo>
                  <a:lnTo>
                    <a:pt x="163561" y="589781"/>
                  </a:lnTo>
                  <a:lnTo>
                    <a:pt x="164229" y="501319"/>
                  </a:lnTo>
                  <a:lnTo>
                    <a:pt x="164897" y="458604"/>
                  </a:lnTo>
                  <a:lnTo>
                    <a:pt x="165565" y="440856"/>
                  </a:lnTo>
                  <a:lnTo>
                    <a:pt x="166233" y="455944"/>
                  </a:lnTo>
                  <a:lnTo>
                    <a:pt x="166901" y="458462"/>
                  </a:lnTo>
                  <a:lnTo>
                    <a:pt x="167569" y="404137"/>
                  </a:lnTo>
                  <a:lnTo>
                    <a:pt x="168237" y="395461"/>
                  </a:lnTo>
                  <a:lnTo>
                    <a:pt x="168905" y="346873"/>
                  </a:lnTo>
                  <a:lnTo>
                    <a:pt x="169573" y="299306"/>
                  </a:lnTo>
                  <a:lnTo>
                    <a:pt x="170241" y="289915"/>
                  </a:lnTo>
                  <a:lnTo>
                    <a:pt x="170909" y="317762"/>
                  </a:lnTo>
                  <a:lnTo>
                    <a:pt x="171577" y="344526"/>
                  </a:lnTo>
                  <a:lnTo>
                    <a:pt x="172245" y="339858"/>
                  </a:lnTo>
                  <a:lnTo>
                    <a:pt x="172913" y="368390"/>
                  </a:lnTo>
                  <a:lnTo>
                    <a:pt x="173581" y="447647"/>
                  </a:lnTo>
                  <a:lnTo>
                    <a:pt x="174249" y="569458"/>
                  </a:lnTo>
                  <a:lnTo>
                    <a:pt x="174917" y="661053"/>
                  </a:lnTo>
                  <a:lnTo>
                    <a:pt x="175585" y="703330"/>
                  </a:lnTo>
                  <a:lnTo>
                    <a:pt x="176253" y="722740"/>
                  </a:lnTo>
                  <a:lnTo>
                    <a:pt x="176921" y="800455"/>
                  </a:lnTo>
                  <a:lnTo>
                    <a:pt x="177589" y="844852"/>
                  </a:lnTo>
                  <a:lnTo>
                    <a:pt x="178257" y="960177"/>
                  </a:lnTo>
                  <a:lnTo>
                    <a:pt x="178925" y="1098329"/>
                  </a:lnTo>
                  <a:lnTo>
                    <a:pt x="179593" y="1226570"/>
                  </a:lnTo>
                  <a:lnTo>
                    <a:pt x="180261" y="1179785"/>
                  </a:lnTo>
                  <a:lnTo>
                    <a:pt x="180929" y="1090648"/>
                  </a:lnTo>
                  <a:lnTo>
                    <a:pt x="181597" y="949793"/>
                  </a:lnTo>
                  <a:lnTo>
                    <a:pt x="182265" y="903541"/>
                  </a:lnTo>
                  <a:lnTo>
                    <a:pt x="182933" y="854463"/>
                  </a:lnTo>
                  <a:lnTo>
                    <a:pt x="183601" y="816274"/>
                  </a:lnTo>
                  <a:lnTo>
                    <a:pt x="184269" y="731190"/>
                  </a:lnTo>
                  <a:lnTo>
                    <a:pt x="184937" y="663913"/>
                  </a:lnTo>
                  <a:lnTo>
                    <a:pt x="185605" y="669284"/>
                  </a:lnTo>
                  <a:lnTo>
                    <a:pt x="186274" y="666857"/>
                  </a:lnTo>
                  <a:lnTo>
                    <a:pt x="186942" y="710796"/>
                  </a:lnTo>
                  <a:lnTo>
                    <a:pt x="187610" y="678146"/>
                  </a:lnTo>
                  <a:lnTo>
                    <a:pt x="188278" y="665808"/>
                  </a:lnTo>
                  <a:lnTo>
                    <a:pt x="188946" y="662761"/>
                  </a:lnTo>
                  <a:lnTo>
                    <a:pt x="189614" y="672976"/>
                  </a:lnTo>
                  <a:lnTo>
                    <a:pt x="190282" y="697821"/>
                  </a:lnTo>
                  <a:lnTo>
                    <a:pt x="190950" y="695329"/>
                  </a:lnTo>
                  <a:lnTo>
                    <a:pt x="191618" y="734908"/>
                  </a:lnTo>
                  <a:lnTo>
                    <a:pt x="192286" y="740603"/>
                  </a:lnTo>
                  <a:lnTo>
                    <a:pt x="192954" y="740430"/>
                  </a:lnTo>
                  <a:lnTo>
                    <a:pt x="193622" y="744672"/>
                  </a:lnTo>
                  <a:lnTo>
                    <a:pt x="194290" y="784681"/>
                  </a:lnTo>
                  <a:lnTo>
                    <a:pt x="194958" y="933563"/>
                  </a:lnTo>
                  <a:lnTo>
                    <a:pt x="195626" y="982417"/>
                  </a:lnTo>
                  <a:lnTo>
                    <a:pt x="196294" y="1010745"/>
                  </a:lnTo>
                  <a:lnTo>
                    <a:pt x="196962" y="982752"/>
                  </a:lnTo>
                  <a:lnTo>
                    <a:pt x="197630" y="1022138"/>
                  </a:lnTo>
                  <a:lnTo>
                    <a:pt x="198298" y="1076285"/>
                  </a:lnTo>
                  <a:lnTo>
                    <a:pt x="198966" y="1088994"/>
                  </a:lnTo>
                  <a:lnTo>
                    <a:pt x="199634" y="1062279"/>
                  </a:lnTo>
                  <a:lnTo>
                    <a:pt x="200302" y="986650"/>
                  </a:lnTo>
                  <a:lnTo>
                    <a:pt x="200970" y="1081020"/>
                  </a:lnTo>
                  <a:lnTo>
                    <a:pt x="201638" y="1074712"/>
                  </a:lnTo>
                  <a:lnTo>
                    <a:pt x="202306" y="1132202"/>
                  </a:lnTo>
                  <a:lnTo>
                    <a:pt x="202974" y="1159091"/>
                  </a:lnTo>
                  <a:lnTo>
                    <a:pt x="203642" y="1140485"/>
                  </a:lnTo>
                  <a:lnTo>
                    <a:pt x="204310" y="1120919"/>
                  </a:lnTo>
                  <a:lnTo>
                    <a:pt x="204978" y="1082094"/>
                  </a:lnTo>
                  <a:lnTo>
                    <a:pt x="205646" y="1082094"/>
                  </a:lnTo>
                  <a:lnTo>
                    <a:pt x="206314" y="1111343"/>
                  </a:lnTo>
                  <a:lnTo>
                    <a:pt x="206982" y="1067518"/>
                  </a:lnTo>
                  <a:lnTo>
                    <a:pt x="207650" y="1041111"/>
                  </a:lnTo>
                  <a:lnTo>
                    <a:pt x="208318" y="976695"/>
                  </a:lnTo>
                  <a:lnTo>
                    <a:pt x="208986" y="919177"/>
                  </a:lnTo>
                  <a:lnTo>
                    <a:pt x="209654" y="877752"/>
                  </a:lnTo>
                  <a:lnTo>
                    <a:pt x="210322" y="840640"/>
                  </a:lnTo>
                  <a:lnTo>
                    <a:pt x="210991" y="797205"/>
                  </a:lnTo>
                  <a:lnTo>
                    <a:pt x="211659" y="826510"/>
                  </a:lnTo>
                  <a:lnTo>
                    <a:pt x="212327" y="840202"/>
                  </a:lnTo>
                  <a:lnTo>
                    <a:pt x="212995" y="816557"/>
                  </a:lnTo>
                  <a:lnTo>
                    <a:pt x="213663" y="819221"/>
                  </a:lnTo>
                  <a:lnTo>
                    <a:pt x="214331" y="764295"/>
                  </a:lnTo>
                  <a:lnTo>
                    <a:pt x="214999" y="764656"/>
                  </a:lnTo>
                  <a:lnTo>
                    <a:pt x="215667" y="679120"/>
                  </a:lnTo>
                  <a:lnTo>
                    <a:pt x="216335" y="644009"/>
                  </a:lnTo>
                  <a:lnTo>
                    <a:pt x="217003" y="677121"/>
                  </a:lnTo>
                  <a:lnTo>
                    <a:pt x="217671" y="654386"/>
                  </a:lnTo>
                  <a:lnTo>
                    <a:pt x="218339" y="608539"/>
                  </a:lnTo>
                  <a:lnTo>
                    <a:pt x="219007" y="662983"/>
                  </a:lnTo>
                  <a:lnTo>
                    <a:pt x="219675" y="719024"/>
                  </a:lnTo>
                  <a:lnTo>
                    <a:pt x="220343" y="771645"/>
                  </a:lnTo>
                  <a:lnTo>
                    <a:pt x="221011" y="835819"/>
                  </a:lnTo>
                  <a:lnTo>
                    <a:pt x="221679" y="807349"/>
                  </a:lnTo>
                  <a:lnTo>
                    <a:pt x="222347" y="782944"/>
                  </a:lnTo>
                  <a:lnTo>
                    <a:pt x="223015" y="809115"/>
                  </a:lnTo>
                  <a:lnTo>
                    <a:pt x="223683" y="795706"/>
                  </a:lnTo>
                  <a:lnTo>
                    <a:pt x="224351" y="790993"/>
                  </a:lnTo>
                  <a:lnTo>
                    <a:pt x="225019" y="735535"/>
                  </a:lnTo>
                  <a:lnTo>
                    <a:pt x="225687" y="670066"/>
                  </a:lnTo>
                  <a:lnTo>
                    <a:pt x="226355" y="620188"/>
                  </a:lnTo>
                  <a:lnTo>
                    <a:pt x="227023" y="592021"/>
                  </a:lnTo>
                  <a:lnTo>
                    <a:pt x="227691" y="601273"/>
                  </a:lnTo>
                  <a:lnTo>
                    <a:pt x="228359" y="638441"/>
                  </a:lnTo>
                  <a:lnTo>
                    <a:pt x="229027" y="638441"/>
                  </a:lnTo>
                  <a:lnTo>
                    <a:pt x="229695" y="648392"/>
                  </a:lnTo>
                  <a:lnTo>
                    <a:pt x="230363" y="642155"/>
                  </a:lnTo>
                  <a:lnTo>
                    <a:pt x="231031" y="733981"/>
                  </a:lnTo>
                  <a:lnTo>
                    <a:pt x="231699" y="760876"/>
                  </a:lnTo>
                  <a:lnTo>
                    <a:pt x="232367" y="856693"/>
                  </a:lnTo>
                  <a:lnTo>
                    <a:pt x="233035" y="853023"/>
                  </a:lnTo>
                  <a:lnTo>
                    <a:pt x="233703" y="834682"/>
                  </a:lnTo>
                  <a:lnTo>
                    <a:pt x="234371" y="876745"/>
                  </a:lnTo>
                  <a:lnTo>
                    <a:pt x="235039" y="976115"/>
                  </a:lnTo>
                  <a:lnTo>
                    <a:pt x="235708" y="1079552"/>
                  </a:lnTo>
                  <a:lnTo>
                    <a:pt x="236376" y="1171807"/>
                  </a:lnTo>
                  <a:lnTo>
                    <a:pt x="237044" y="1205050"/>
                  </a:lnTo>
                  <a:lnTo>
                    <a:pt x="237712" y="1228946"/>
                  </a:lnTo>
                  <a:lnTo>
                    <a:pt x="238380" y="1177911"/>
                  </a:lnTo>
                  <a:lnTo>
                    <a:pt x="239048" y="1093737"/>
                  </a:lnTo>
                  <a:lnTo>
                    <a:pt x="239716" y="988169"/>
                  </a:lnTo>
                  <a:lnTo>
                    <a:pt x="240384" y="908190"/>
                  </a:lnTo>
                  <a:lnTo>
                    <a:pt x="241052" y="839509"/>
                  </a:lnTo>
                  <a:lnTo>
                    <a:pt x="241720" y="780808"/>
                  </a:lnTo>
                  <a:lnTo>
                    <a:pt x="242388" y="689686"/>
                  </a:lnTo>
                  <a:lnTo>
                    <a:pt x="243056" y="669657"/>
                  </a:lnTo>
                  <a:lnTo>
                    <a:pt x="243724" y="569458"/>
                  </a:lnTo>
                  <a:lnTo>
                    <a:pt x="244392" y="546590"/>
                  </a:lnTo>
                  <a:lnTo>
                    <a:pt x="245060" y="522445"/>
                  </a:lnTo>
                  <a:lnTo>
                    <a:pt x="245728" y="492259"/>
                  </a:lnTo>
                  <a:lnTo>
                    <a:pt x="246396" y="503163"/>
                  </a:lnTo>
                  <a:lnTo>
                    <a:pt x="247064" y="513239"/>
                  </a:lnTo>
                  <a:lnTo>
                    <a:pt x="247732" y="515274"/>
                  </a:lnTo>
                  <a:lnTo>
                    <a:pt x="248400" y="512225"/>
                  </a:lnTo>
                  <a:lnTo>
                    <a:pt x="249068" y="541263"/>
                  </a:lnTo>
                  <a:lnTo>
                    <a:pt x="249736" y="579513"/>
                  </a:lnTo>
                  <a:lnTo>
                    <a:pt x="250404" y="649647"/>
                  </a:lnTo>
                  <a:lnTo>
                    <a:pt x="251072" y="680524"/>
                  </a:lnTo>
                  <a:lnTo>
                    <a:pt x="251740" y="728395"/>
                  </a:lnTo>
                  <a:lnTo>
                    <a:pt x="252408" y="741305"/>
                  </a:lnTo>
                  <a:lnTo>
                    <a:pt x="253076" y="781668"/>
                  </a:lnTo>
                  <a:lnTo>
                    <a:pt x="253744" y="831375"/>
                  </a:lnTo>
                  <a:lnTo>
                    <a:pt x="254412" y="874468"/>
                  </a:lnTo>
                  <a:lnTo>
                    <a:pt x="255080" y="881640"/>
                  </a:lnTo>
                  <a:lnTo>
                    <a:pt x="255748" y="834718"/>
                  </a:lnTo>
                  <a:lnTo>
                    <a:pt x="256416" y="795706"/>
                  </a:lnTo>
                  <a:lnTo>
                    <a:pt x="257084" y="754479"/>
                  </a:lnTo>
                  <a:lnTo>
                    <a:pt x="257752" y="657228"/>
                  </a:lnTo>
                  <a:lnTo>
                    <a:pt x="258420" y="668771"/>
                  </a:lnTo>
                  <a:lnTo>
                    <a:pt x="259088" y="644643"/>
                  </a:lnTo>
                  <a:lnTo>
                    <a:pt x="259756" y="679208"/>
                  </a:lnTo>
                  <a:lnTo>
                    <a:pt x="260425" y="697891"/>
                  </a:lnTo>
                  <a:lnTo>
                    <a:pt x="261093" y="708816"/>
                  </a:lnTo>
                  <a:lnTo>
                    <a:pt x="261761" y="692497"/>
                  </a:lnTo>
                  <a:lnTo>
                    <a:pt x="262429" y="712962"/>
                  </a:lnTo>
                  <a:lnTo>
                    <a:pt x="263097" y="667478"/>
                  </a:lnTo>
                  <a:lnTo>
                    <a:pt x="263765" y="643397"/>
                  </a:lnTo>
                  <a:lnTo>
                    <a:pt x="264433" y="622592"/>
                  </a:lnTo>
                  <a:lnTo>
                    <a:pt x="265101" y="617793"/>
                  </a:lnTo>
                  <a:lnTo>
                    <a:pt x="265769" y="637208"/>
                  </a:lnTo>
                  <a:lnTo>
                    <a:pt x="266437" y="633522"/>
                  </a:lnTo>
                  <a:lnTo>
                    <a:pt x="267105" y="637208"/>
                  </a:lnTo>
                  <a:lnTo>
                    <a:pt x="267773" y="677893"/>
                  </a:lnTo>
                  <a:lnTo>
                    <a:pt x="268441" y="687148"/>
                  </a:lnTo>
                  <a:lnTo>
                    <a:pt x="269109" y="714350"/>
                  </a:lnTo>
                  <a:lnTo>
                    <a:pt x="269777" y="639676"/>
                  </a:lnTo>
                  <a:lnTo>
                    <a:pt x="270445" y="576144"/>
                  </a:lnTo>
                  <a:lnTo>
                    <a:pt x="271113" y="543389"/>
                  </a:lnTo>
                  <a:lnTo>
                    <a:pt x="271781" y="488339"/>
                  </a:lnTo>
                  <a:lnTo>
                    <a:pt x="272449" y="459679"/>
                  </a:lnTo>
                  <a:lnTo>
                    <a:pt x="273117" y="482504"/>
                  </a:lnTo>
                  <a:lnTo>
                    <a:pt x="273785" y="501167"/>
                  </a:lnTo>
                  <a:lnTo>
                    <a:pt x="274453" y="507175"/>
                  </a:lnTo>
                  <a:lnTo>
                    <a:pt x="275121" y="511211"/>
                  </a:lnTo>
                  <a:lnTo>
                    <a:pt x="275789" y="547661"/>
                  </a:lnTo>
                  <a:lnTo>
                    <a:pt x="276457" y="602439"/>
                  </a:lnTo>
                  <a:lnTo>
                    <a:pt x="277125" y="717699"/>
                  </a:lnTo>
                  <a:lnTo>
                    <a:pt x="277793" y="741590"/>
                  </a:lnTo>
                  <a:lnTo>
                    <a:pt x="278461" y="709903"/>
                  </a:lnTo>
                  <a:lnTo>
                    <a:pt x="279129" y="717877"/>
                  </a:lnTo>
                  <a:lnTo>
                    <a:pt x="279797" y="774143"/>
                  </a:lnTo>
                  <a:lnTo>
                    <a:pt x="280465" y="807527"/>
                  </a:lnTo>
                  <a:lnTo>
                    <a:pt x="281133" y="849743"/>
                  </a:lnTo>
                  <a:lnTo>
                    <a:pt x="281801" y="916432"/>
                  </a:lnTo>
                  <a:lnTo>
                    <a:pt x="282469" y="916432"/>
                  </a:lnTo>
                  <a:lnTo>
                    <a:pt x="283137" y="838580"/>
                  </a:lnTo>
                  <a:lnTo>
                    <a:pt x="283805" y="767917"/>
                  </a:lnTo>
                  <a:lnTo>
                    <a:pt x="284474" y="754429"/>
                  </a:lnTo>
                  <a:lnTo>
                    <a:pt x="285142" y="775395"/>
                  </a:lnTo>
                  <a:lnTo>
                    <a:pt x="285810" y="747190"/>
                  </a:lnTo>
                  <a:lnTo>
                    <a:pt x="286478" y="742409"/>
                  </a:lnTo>
                  <a:lnTo>
                    <a:pt x="287146" y="707050"/>
                  </a:lnTo>
                  <a:lnTo>
                    <a:pt x="287814" y="710553"/>
                  </a:lnTo>
                  <a:lnTo>
                    <a:pt x="288482" y="679208"/>
                  </a:lnTo>
                  <a:lnTo>
                    <a:pt x="289150" y="689817"/>
                  </a:lnTo>
                  <a:lnTo>
                    <a:pt x="289818" y="706067"/>
                  </a:lnTo>
                  <a:lnTo>
                    <a:pt x="290486" y="745666"/>
                  </a:lnTo>
                  <a:lnTo>
                    <a:pt x="291154" y="775525"/>
                  </a:lnTo>
                  <a:lnTo>
                    <a:pt x="291822" y="819809"/>
                  </a:lnTo>
                  <a:lnTo>
                    <a:pt x="292490" y="876254"/>
                  </a:lnTo>
                  <a:lnTo>
                    <a:pt x="293158" y="997944"/>
                  </a:lnTo>
                  <a:lnTo>
                    <a:pt x="293826" y="1052027"/>
                  </a:lnTo>
                  <a:lnTo>
                    <a:pt x="294494" y="1080880"/>
                  </a:lnTo>
                  <a:lnTo>
                    <a:pt x="295162" y="1002281"/>
                  </a:lnTo>
                  <a:lnTo>
                    <a:pt x="295830" y="980884"/>
                  </a:lnTo>
                  <a:lnTo>
                    <a:pt x="296498" y="950068"/>
                  </a:lnTo>
                  <a:lnTo>
                    <a:pt x="297166" y="976689"/>
                  </a:lnTo>
                  <a:lnTo>
                    <a:pt x="297834" y="991493"/>
                  </a:lnTo>
                  <a:lnTo>
                    <a:pt x="298502" y="991493"/>
                  </a:lnTo>
                  <a:lnTo>
                    <a:pt x="299170" y="991493"/>
                  </a:lnTo>
                  <a:lnTo>
                    <a:pt x="299838" y="991493"/>
                  </a:lnTo>
                  <a:lnTo>
                    <a:pt x="300506" y="974601"/>
                  </a:lnTo>
                  <a:lnTo>
                    <a:pt x="301174" y="950068"/>
                  </a:lnTo>
                  <a:lnTo>
                    <a:pt x="301842" y="920665"/>
                  </a:lnTo>
                  <a:lnTo>
                    <a:pt x="302510" y="874468"/>
                  </a:lnTo>
                  <a:lnTo>
                    <a:pt x="303178" y="843152"/>
                  </a:lnTo>
                  <a:lnTo>
                    <a:pt x="303846" y="894387"/>
                  </a:lnTo>
                  <a:lnTo>
                    <a:pt x="304514" y="913047"/>
                  </a:lnTo>
                  <a:lnTo>
                    <a:pt x="305182" y="985106"/>
                  </a:lnTo>
                  <a:lnTo>
                    <a:pt x="305850" y="1083344"/>
                  </a:lnTo>
                  <a:lnTo>
                    <a:pt x="306518" y="1134720"/>
                  </a:lnTo>
                  <a:lnTo>
                    <a:pt x="307186" y="1187658"/>
                  </a:lnTo>
                  <a:lnTo>
                    <a:pt x="307854" y="1211324"/>
                  </a:lnTo>
                  <a:lnTo>
                    <a:pt x="308522" y="1190569"/>
                  </a:lnTo>
                  <a:lnTo>
                    <a:pt x="309191" y="1190569"/>
                  </a:lnTo>
                  <a:lnTo>
                    <a:pt x="309859" y="1190569"/>
                  </a:lnTo>
                  <a:lnTo>
                    <a:pt x="310527" y="1214344"/>
                  </a:lnTo>
                  <a:lnTo>
                    <a:pt x="311195" y="1251745"/>
                  </a:lnTo>
                  <a:lnTo>
                    <a:pt x="311863" y="1193493"/>
                  </a:lnTo>
                  <a:lnTo>
                    <a:pt x="312531" y="1251745"/>
                  </a:lnTo>
                  <a:lnTo>
                    <a:pt x="313199" y="1315815"/>
                  </a:lnTo>
                  <a:lnTo>
                    <a:pt x="313867" y="1308762"/>
                  </a:lnTo>
                  <a:lnTo>
                    <a:pt x="314535" y="1343289"/>
                  </a:lnTo>
                  <a:lnTo>
                    <a:pt x="315203" y="1217367"/>
                  </a:lnTo>
                  <a:lnTo>
                    <a:pt x="315871" y="1153675"/>
                  </a:lnTo>
                  <a:lnTo>
                    <a:pt x="316539" y="1065148"/>
                  </a:lnTo>
                  <a:lnTo>
                    <a:pt x="317207" y="1038159"/>
                  </a:lnTo>
                  <a:lnTo>
                    <a:pt x="317875" y="1026931"/>
                  </a:lnTo>
                  <a:lnTo>
                    <a:pt x="318543" y="1038159"/>
                  </a:lnTo>
                  <a:lnTo>
                    <a:pt x="319211" y="1038159"/>
                  </a:lnTo>
                  <a:lnTo>
                    <a:pt x="319879" y="1038159"/>
                  </a:lnTo>
                  <a:lnTo>
                    <a:pt x="320547" y="1015895"/>
                  </a:lnTo>
                  <a:lnTo>
                    <a:pt x="321215" y="1001471"/>
                  </a:lnTo>
                  <a:lnTo>
                    <a:pt x="321883" y="1065148"/>
                  </a:lnTo>
                  <a:lnTo>
                    <a:pt x="322551" y="1014075"/>
                  </a:lnTo>
                  <a:lnTo>
                    <a:pt x="323219" y="999691"/>
                  </a:lnTo>
                  <a:lnTo>
                    <a:pt x="323887" y="971855"/>
                  </a:lnTo>
                  <a:lnTo>
                    <a:pt x="324555" y="954522"/>
                  </a:lnTo>
                  <a:lnTo>
                    <a:pt x="325223" y="1018477"/>
                  </a:lnTo>
                  <a:lnTo>
                    <a:pt x="325891" y="960177"/>
                  </a:lnTo>
                  <a:lnTo>
                    <a:pt x="326559" y="1000109"/>
                  </a:lnTo>
                  <a:lnTo>
                    <a:pt x="327227" y="985106"/>
                  </a:lnTo>
                  <a:lnTo>
                    <a:pt x="327895" y="1059243"/>
                  </a:lnTo>
                  <a:lnTo>
                    <a:pt x="328563" y="915908"/>
                  </a:lnTo>
                  <a:lnTo>
                    <a:pt x="329231" y="797069"/>
                  </a:lnTo>
                  <a:lnTo>
                    <a:pt x="329899" y="819300"/>
                  </a:lnTo>
                  <a:lnTo>
                    <a:pt x="330567" y="824155"/>
                  </a:lnTo>
                  <a:lnTo>
                    <a:pt x="331235" y="897210"/>
                  </a:lnTo>
                  <a:lnTo>
                    <a:pt x="331903" y="963380"/>
                  </a:lnTo>
                  <a:lnTo>
                    <a:pt x="332571" y="982223"/>
                  </a:lnTo>
                  <a:lnTo>
                    <a:pt x="333239" y="994064"/>
                  </a:lnTo>
                  <a:lnTo>
                    <a:pt x="333908" y="1031935"/>
                  </a:lnTo>
                  <a:lnTo>
                    <a:pt x="334576" y="995618"/>
                  </a:lnTo>
                  <a:lnTo>
                    <a:pt x="335244" y="960052"/>
                  </a:lnTo>
                  <a:lnTo>
                    <a:pt x="335912" y="906843"/>
                  </a:lnTo>
                  <a:lnTo>
                    <a:pt x="336580" y="891114"/>
                  </a:lnTo>
                  <a:lnTo>
                    <a:pt x="337248" y="867963"/>
                  </a:lnTo>
                  <a:lnTo>
                    <a:pt x="337916" y="866414"/>
                  </a:lnTo>
                  <a:lnTo>
                    <a:pt x="338584" y="910698"/>
                  </a:lnTo>
                  <a:lnTo>
                    <a:pt x="339252" y="942982"/>
                  </a:lnTo>
                  <a:lnTo>
                    <a:pt x="339920" y="965443"/>
                  </a:lnTo>
                  <a:lnTo>
                    <a:pt x="340588" y="912407"/>
                  </a:lnTo>
                  <a:lnTo>
                    <a:pt x="341256" y="897131"/>
                  </a:lnTo>
                  <a:lnTo>
                    <a:pt x="341924" y="822960"/>
                  </a:lnTo>
                  <a:lnTo>
                    <a:pt x="342592" y="858594"/>
                  </a:lnTo>
                  <a:lnTo>
                    <a:pt x="343260" y="833836"/>
                  </a:lnTo>
                  <a:lnTo>
                    <a:pt x="343928" y="873707"/>
                  </a:lnTo>
                  <a:lnTo>
                    <a:pt x="344596" y="893880"/>
                  </a:lnTo>
                  <a:lnTo>
                    <a:pt x="345264" y="910186"/>
                  </a:lnTo>
                  <a:lnTo>
                    <a:pt x="345932" y="1015226"/>
                  </a:lnTo>
                  <a:lnTo>
                    <a:pt x="346600" y="1000086"/>
                  </a:lnTo>
                  <a:lnTo>
                    <a:pt x="347268" y="1005623"/>
                  </a:lnTo>
                  <a:lnTo>
                    <a:pt x="347936" y="1071599"/>
                  </a:lnTo>
                  <a:lnTo>
                    <a:pt x="348604" y="1039905"/>
                  </a:lnTo>
                  <a:lnTo>
                    <a:pt x="349272" y="1048256"/>
                  </a:lnTo>
                  <a:lnTo>
                    <a:pt x="349940" y="1060600"/>
                  </a:lnTo>
                  <a:lnTo>
                    <a:pt x="350608" y="1115882"/>
                  </a:lnTo>
                  <a:lnTo>
                    <a:pt x="351276" y="1165281"/>
                  </a:lnTo>
                  <a:lnTo>
                    <a:pt x="351944" y="1138586"/>
                  </a:lnTo>
                  <a:lnTo>
                    <a:pt x="352612" y="1167069"/>
                  </a:lnTo>
                  <a:lnTo>
                    <a:pt x="353280" y="1150281"/>
                  </a:lnTo>
                  <a:lnTo>
                    <a:pt x="353948" y="1069398"/>
                  </a:lnTo>
                  <a:lnTo>
                    <a:pt x="354616" y="1123389"/>
                  </a:lnTo>
                  <a:lnTo>
                    <a:pt x="355284" y="1179476"/>
                  </a:lnTo>
                  <a:lnTo>
                    <a:pt x="355952" y="1215577"/>
                  </a:lnTo>
                  <a:lnTo>
                    <a:pt x="356620" y="1266745"/>
                  </a:lnTo>
                  <a:lnTo>
                    <a:pt x="357288" y="1266716"/>
                  </a:lnTo>
                  <a:lnTo>
                    <a:pt x="357956" y="1204504"/>
                  </a:lnTo>
                  <a:lnTo>
                    <a:pt x="358625" y="1174645"/>
                  </a:lnTo>
                  <a:lnTo>
                    <a:pt x="359293" y="1184444"/>
                  </a:lnTo>
                  <a:lnTo>
                    <a:pt x="359961" y="1210346"/>
                  </a:lnTo>
                  <a:lnTo>
                    <a:pt x="360629" y="1311907"/>
                  </a:lnTo>
                  <a:lnTo>
                    <a:pt x="361297" y="1345588"/>
                  </a:lnTo>
                  <a:lnTo>
                    <a:pt x="361965" y="1350413"/>
                  </a:lnTo>
                  <a:lnTo>
                    <a:pt x="362633" y="1260705"/>
                  </a:lnTo>
                  <a:lnTo>
                    <a:pt x="363301" y="1267258"/>
                  </a:lnTo>
                  <a:lnTo>
                    <a:pt x="363969" y="1208591"/>
                  </a:lnTo>
                  <a:lnTo>
                    <a:pt x="364637" y="1193308"/>
                  </a:lnTo>
                  <a:lnTo>
                    <a:pt x="365305" y="1163792"/>
                  </a:lnTo>
                  <a:lnTo>
                    <a:pt x="365973" y="1100326"/>
                  </a:lnTo>
                  <a:lnTo>
                    <a:pt x="366641" y="1121917"/>
                  </a:lnTo>
                  <a:lnTo>
                    <a:pt x="367309" y="1079431"/>
                  </a:lnTo>
                  <a:lnTo>
                    <a:pt x="367977" y="1027934"/>
                  </a:lnTo>
                  <a:lnTo>
                    <a:pt x="368645" y="1049703"/>
                  </a:lnTo>
                  <a:lnTo>
                    <a:pt x="369313" y="1010702"/>
                  </a:lnTo>
                  <a:lnTo>
                    <a:pt x="369981" y="999286"/>
                  </a:lnTo>
                  <a:lnTo>
                    <a:pt x="370649" y="934224"/>
                  </a:lnTo>
                  <a:lnTo>
                    <a:pt x="371317" y="956997"/>
                  </a:lnTo>
                  <a:lnTo>
                    <a:pt x="371985" y="928002"/>
                  </a:lnTo>
                  <a:lnTo>
                    <a:pt x="372653" y="896444"/>
                  </a:lnTo>
                  <a:lnTo>
                    <a:pt x="373321" y="907129"/>
                  </a:lnTo>
                  <a:lnTo>
                    <a:pt x="373989" y="953395"/>
                  </a:lnTo>
                  <a:lnTo>
                    <a:pt x="374657" y="966768"/>
                  </a:lnTo>
                  <a:lnTo>
                    <a:pt x="375325" y="994379"/>
                  </a:lnTo>
                  <a:lnTo>
                    <a:pt x="375993" y="1057320"/>
                  </a:lnTo>
                  <a:lnTo>
                    <a:pt x="376661" y="1019553"/>
                  </a:lnTo>
                  <a:lnTo>
                    <a:pt x="377329" y="1017945"/>
                  </a:lnTo>
                  <a:lnTo>
                    <a:pt x="377997" y="1122482"/>
                  </a:lnTo>
                  <a:lnTo>
                    <a:pt x="378665" y="1111694"/>
                  </a:lnTo>
                  <a:lnTo>
                    <a:pt x="379333" y="1146930"/>
                  </a:lnTo>
                  <a:lnTo>
                    <a:pt x="380001" y="1162780"/>
                  </a:lnTo>
                  <a:lnTo>
                    <a:pt x="380669" y="1162780"/>
                  </a:lnTo>
                  <a:lnTo>
                    <a:pt x="381337" y="1103691"/>
                  </a:lnTo>
                  <a:lnTo>
                    <a:pt x="382005" y="1105785"/>
                  </a:lnTo>
                  <a:lnTo>
                    <a:pt x="382674" y="1077071"/>
                  </a:lnTo>
                  <a:lnTo>
                    <a:pt x="383342" y="1073072"/>
                  </a:lnTo>
                  <a:lnTo>
                    <a:pt x="384010" y="1038159"/>
                  </a:lnTo>
                  <a:lnTo>
                    <a:pt x="384678" y="1038159"/>
                  </a:lnTo>
                  <a:lnTo>
                    <a:pt x="385346" y="1038159"/>
                  </a:lnTo>
                  <a:lnTo>
                    <a:pt x="386014" y="1045755"/>
                  </a:lnTo>
                  <a:lnTo>
                    <a:pt x="386682" y="1079080"/>
                  </a:lnTo>
                  <a:lnTo>
                    <a:pt x="387350" y="1107886"/>
                  </a:lnTo>
                  <a:lnTo>
                    <a:pt x="388018" y="1122482"/>
                  </a:lnTo>
                  <a:lnTo>
                    <a:pt x="388686" y="1193294"/>
                  </a:lnTo>
                  <a:lnTo>
                    <a:pt x="389354" y="1156937"/>
                  </a:lnTo>
                  <a:lnTo>
                    <a:pt x="390022" y="1126849"/>
                  </a:lnTo>
                  <a:lnTo>
                    <a:pt x="390690" y="1097333"/>
                  </a:lnTo>
                  <a:lnTo>
                    <a:pt x="391358" y="1086605"/>
                  </a:lnTo>
                  <a:lnTo>
                    <a:pt x="392026" y="1100949"/>
                  </a:lnTo>
                  <a:lnTo>
                    <a:pt x="392694" y="1074312"/>
                  </a:lnTo>
                  <a:lnTo>
                    <a:pt x="393362" y="1058845"/>
                  </a:lnTo>
                  <a:lnTo>
                    <a:pt x="394030" y="1067392"/>
                  </a:lnTo>
                  <a:lnTo>
                    <a:pt x="394698" y="1055458"/>
                  </a:lnTo>
                  <a:lnTo>
                    <a:pt x="395366" y="1055458"/>
                  </a:lnTo>
                  <a:lnTo>
                    <a:pt x="396034" y="1055458"/>
                  </a:lnTo>
                  <a:lnTo>
                    <a:pt x="396702" y="1070842"/>
                  </a:lnTo>
                  <a:lnTo>
                    <a:pt x="397370" y="1067392"/>
                  </a:lnTo>
                  <a:lnTo>
                    <a:pt x="398038" y="1085336"/>
                  </a:lnTo>
                  <a:lnTo>
                    <a:pt x="398706" y="1082712"/>
                  </a:lnTo>
                  <a:lnTo>
                    <a:pt x="399374" y="1051021"/>
                  </a:lnTo>
                  <a:lnTo>
                    <a:pt x="400042" y="991493"/>
                  </a:lnTo>
                  <a:lnTo>
                    <a:pt x="400710" y="1026672"/>
                  </a:lnTo>
                  <a:lnTo>
                    <a:pt x="401378" y="1113673"/>
                  </a:lnTo>
                  <a:lnTo>
                    <a:pt x="402046" y="1134720"/>
                  </a:lnTo>
                  <a:lnTo>
                    <a:pt x="402714" y="1217379"/>
                  </a:lnTo>
                  <a:lnTo>
                    <a:pt x="403382" y="1271295"/>
                  </a:lnTo>
                  <a:lnTo>
                    <a:pt x="404050" y="1294883"/>
                  </a:lnTo>
                  <a:lnTo>
                    <a:pt x="404718" y="1319371"/>
                  </a:lnTo>
                  <a:lnTo>
                    <a:pt x="405386" y="1319371"/>
                  </a:lnTo>
                  <a:lnTo>
                    <a:pt x="406054" y="1319371"/>
                  </a:lnTo>
                  <a:lnTo>
                    <a:pt x="406722" y="1319371"/>
                  </a:lnTo>
                  <a:lnTo>
                    <a:pt x="407391" y="1344831"/>
                  </a:lnTo>
                  <a:lnTo>
                    <a:pt x="408059" y="1271295"/>
                  </a:lnTo>
                  <a:lnTo>
                    <a:pt x="408727" y="1251745"/>
                  </a:lnTo>
                  <a:lnTo>
                    <a:pt x="409395" y="1301785"/>
                  </a:lnTo>
                  <a:lnTo>
                    <a:pt x="410063" y="1319371"/>
                  </a:lnTo>
                  <a:lnTo>
                    <a:pt x="410731" y="1319371"/>
                  </a:lnTo>
                  <a:lnTo>
                    <a:pt x="411399" y="1319371"/>
                  </a:lnTo>
                  <a:lnTo>
                    <a:pt x="412067" y="1319371"/>
                  </a:lnTo>
                  <a:lnTo>
                    <a:pt x="412735" y="1281298"/>
                  </a:lnTo>
                  <a:lnTo>
                    <a:pt x="413403" y="1264712"/>
                  </a:lnTo>
                  <a:lnTo>
                    <a:pt x="414071" y="1126746"/>
                  </a:lnTo>
                  <a:lnTo>
                    <a:pt x="414739" y="1083344"/>
                  </a:lnTo>
                  <a:lnTo>
                    <a:pt x="415407" y="1083344"/>
                  </a:lnTo>
                  <a:lnTo>
                    <a:pt x="416075" y="1083344"/>
                  </a:lnTo>
                  <a:lnTo>
                    <a:pt x="416743" y="1083344"/>
                  </a:lnTo>
                  <a:lnTo>
                    <a:pt x="417411" y="1100862"/>
                  </a:lnTo>
                  <a:lnTo>
                    <a:pt x="418079" y="1118871"/>
                  </a:lnTo>
                  <a:lnTo>
                    <a:pt x="418747" y="1116267"/>
                  </a:lnTo>
                  <a:lnTo>
                    <a:pt x="419415" y="987228"/>
                  </a:lnTo>
                  <a:lnTo>
                    <a:pt x="420083" y="950068"/>
                  </a:lnTo>
                  <a:lnTo>
                    <a:pt x="420751" y="950068"/>
                  </a:lnTo>
                  <a:lnTo>
                    <a:pt x="421419" y="911156"/>
                  </a:lnTo>
                  <a:lnTo>
                    <a:pt x="422087" y="911156"/>
                  </a:lnTo>
                  <a:lnTo>
                    <a:pt x="422755" y="932265"/>
                  </a:lnTo>
                  <a:lnTo>
                    <a:pt x="423423" y="944079"/>
                  </a:lnTo>
                  <a:lnTo>
                    <a:pt x="424091" y="1042691"/>
                  </a:lnTo>
                  <a:lnTo>
                    <a:pt x="424759" y="1083344"/>
                  </a:lnTo>
                  <a:lnTo>
                    <a:pt x="425427" y="1063892"/>
                  </a:lnTo>
                  <a:lnTo>
                    <a:pt x="426095" y="954093"/>
                  </a:lnTo>
                  <a:lnTo>
                    <a:pt x="426763" y="883446"/>
                  </a:lnTo>
                  <a:lnTo>
                    <a:pt x="427431" y="838078"/>
                  </a:lnTo>
                  <a:lnTo>
                    <a:pt x="428099" y="833044"/>
                  </a:lnTo>
                  <a:lnTo>
                    <a:pt x="428767" y="745666"/>
                  </a:lnTo>
                  <a:lnTo>
                    <a:pt x="429435" y="810059"/>
                  </a:lnTo>
                  <a:lnTo>
                    <a:pt x="430103" y="821449"/>
                  </a:lnTo>
                  <a:lnTo>
                    <a:pt x="430771" y="764916"/>
                  </a:lnTo>
                  <a:lnTo>
                    <a:pt x="431439" y="775525"/>
                  </a:lnTo>
                  <a:lnTo>
                    <a:pt x="432108" y="757444"/>
                  </a:lnTo>
                  <a:lnTo>
                    <a:pt x="432776" y="691156"/>
                  </a:lnTo>
                  <a:lnTo>
                    <a:pt x="433444" y="683166"/>
                  </a:lnTo>
                  <a:lnTo>
                    <a:pt x="434112" y="647140"/>
                  </a:lnTo>
                  <a:lnTo>
                    <a:pt x="434780" y="593170"/>
                  </a:lnTo>
                  <a:lnTo>
                    <a:pt x="435448" y="537034"/>
                  </a:lnTo>
                  <a:lnTo>
                    <a:pt x="436116" y="562841"/>
                  </a:lnTo>
                  <a:lnTo>
                    <a:pt x="436784" y="562841"/>
                  </a:lnTo>
                  <a:lnTo>
                    <a:pt x="437452" y="545521"/>
                  </a:lnTo>
                  <a:lnTo>
                    <a:pt x="438120" y="529698"/>
                  </a:lnTo>
                  <a:lnTo>
                    <a:pt x="438788" y="578388"/>
                  </a:lnTo>
                  <a:lnTo>
                    <a:pt x="439456" y="505166"/>
                  </a:lnTo>
                  <a:lnTo>
                    <a:pt x="440124" y="440353"/>
                  </a:lnTo>
                  <a:lnTo>
                    <a:pt x="440792" y="443079"/>
                  </a:lnTo>
                  <a:lnTo>
                    <a:pt x="441460" y="425124"/>
                  </a:lnTo>
                  <a:lnTo>
                    <a:pt x="442128" y="405936"/>
                  </a:lnTo>
                  <a:lnTo>
                    <a:pt x="442796" y="478775"/>
                  </a:lnTo>
                  <a:lnTo>
                    <a:pt x="443464" y="488591"/>
                  </a:lnTo>
                  <a:lnTo>
                    <a:pt x="444132" y="612774"/>
                  </a:lnTo>
                  <a:lnTo>
                    <a:pt x="444800" y="626997"/>
                  </a:lnTo>
                  <a:lnTo>
                    <a:pt x="445468" y="597294"/>
                  </a:lnTo>
                  <a:lnTo>
                    <a:pt x="446136" y="560856"/>
                  </a:lnTo>
                  <a:lnTo>
                    <a:pt x="446804" y="523320"/>
                  </a:lnTo>
                  <a:lnTo>
                    <a:pt x="447472" y="518192"/>
                  </a:lnTo>
                  <a:lnTo>
                    <a:pt x="448140" y="517331"/>
                  </a:lnTo>
                  <a:lnTo>
                    <a:pt x="448808" y="542152"/>
                  </a:lnTo>
                  <a:lnTo>
                    <a:pt x="449476" y="554972"/>
                  </a:lnTo>
                  <a:lnTo>
                    <a:pt x="450144" y="554972"/>
                  </a:lnTo>
                  <a:lnTo>
                    <a:pt x="450812" y="560173"/>
                  </a:lnTo>
                  <a:lnTo>
                    <a:pt x="451480" y="524211"/>
                  </a:lnTo>
                  <a:lnTo>
                    <a:pt x="452148" y="485105"/>
                  </a:lnTo>
                  <a:lnTo>
                    <a:pt x="452816" y="531601"/>
                  </a:lnTo>
                  <a:lnTo>
                    <a:pt x="453484" y="506660"/>
                  </a:lnTo>
                  <a:lnTo>
                    <a:pt x="454152" y="504837"/>
                  </a:lnTo>
                  <a:lnTo>
                    <a:pt x="454820" y="438451"/>
                  </a:lnTo>
                  <a:lnTo>
                    <a:pt x="455488" y="496158"/>
                  </a:lnTo>
                  <a:lnTo>
                    <a:pt x="456156" y="527062"/>
                  </a:lnTo>
                  <a:lnTo>
                    <a:pt x="456825" y="486655"/>
                  </a:lnTo>
                  <a:lnTo>
                    <a:pt x="457493" y="464908"/>
                  </a:lnTo>
                  <a:lnTo>
                    <a:pt x="458161" y="448611"/>
                  </a:lnTo>
                  <a:lnTo>
                    <a:pt x="458829" y="440615"/>
                  </a:lnTo>
                  <a:lnTo>
                    <a:pt x="459497" y="478796"/>
                  </a:lnTo>
                  <a:lnTo>
                    <a:pt x="460165" y="454442"/>
                  </a:lnTo>
                  <a:lnTo>
                    <a:pt x="460833" y="422277"/>
                  </a:lnTo>
                  <a:lnTo>
                    <a:pt x="461501" y="454779"/>
                  </a:lnTo>
                  <a:lnTo>
                    <a:pt x="462169" y="469770"/>
                  </a:lnTo>
                  <a:lnTo>
                    <a:pt x="462837" y="433074"/>
                  </a:lnTo>
                  <a:lnTo>
                    <a:pt x="463505" y="472076"/>
                  </a:lnTo>
                  <a:lnTo>
                    <a:pt x="464173" y="440799"/>
                  </a:lnTo>
                  <a:lnTo>
                    <a:pt x="464841" y="441584"/>
                  </a:lnTo>
                  <a:lnTo>
                    <a:pt x="465509" y="474197"/>
                  </a:lnTo>
                  <a:lnTo>
                    <a:pt x="466177" y="448689"/>
                  </a:lnTo>
                  <a:lnTo>
                    <a:pt x="466845" y="459901"/>
                  </a:lnTo>
                  <a:lnTo>
                    <a:pt x="467513" y="484607"/>
                  </a:lnTo>
                  <a:lnTo>
                    <a:pt x="468181" y="486576"/>
                  </a:lnTo>
                  <a:lnTo>
                    <a:pt x="468849" y="466272"/>
                  </a:lnTo>
                  <a:lnTo>
                    <a:pt x="469517" y="427618"/>
                  </a:lnTo>
                  <a:lnTo>
                    <a:pt x="470185" y="460650"/>
                  </a:lnTo>
                  <a:lnTo>
                    <a:pt x="470853" y="469101"/>
                  </a:lnTo>
                  <a:lnTo>
                    <a:pt x="471521" y="453690"/>
                  </a:lnTo>
                  <a:lnTo>
                    <a:pt x="472189" y="469761"/>
                  </a:lnTo>
                  <a:lnTo>
                    <a:pt x="472857" y="420147"/>
                  </a:lnTo>
                  <a:lnTo>
                    <a:pt x="473525" y="356937"/>
                  </a:lnTo>
                  <a:lnTo>
                    <a:pt x="474193" y="408903"/>
                  </a:lnTo>
                  <a:lnTo>
                    <a:pt x="474861" y="442108"/>
                  </a:lnTo>
                  <a:lnTo>
                    <a:pt x="475529" y="461044"/>
                  </a:lnTo>
                  <a:lnTo>
                    <a:pt x="476197" y="528713"/>
                  </a:lnTo>
                  <a:lnTo>
                    <a:pt x="476865" y="533299"/>
                  </a:lnTo>
                  <a:lnTo>
                    <a:pt x="477533" y="591227"/>
                  </a:lnTo>
                  <a:lnTo>
                    <a:pt x="478201" y="630928"/>
                  </a:lnTo>
                  <a:lnTo>
                    <a:pt x="478869" y="605307"/>
                  </a:lnTo>
                  <a:lnTo>
                    <a:pt x="479537" y="650264"/>
                  </a:lnTo>
                  <a:lnTo>
                    <a:pt x="480205" y="654019"/>
                  </a:lnTo>
                  <a:lnTo>
                    <a:pt x="480874" y="680555"/>
                  </a:lnTo>
                  <a:lnTo>
                    <a:pt x="481542" y="641028"/>
                  </a:lnTo>
                  <a:lnTo>
                    <a:pt x="482210" y="628924"/>
                  </a:lnTo>
                  <a:lnTo>
                    <a:pt x="482878" y="680900"/>
                  </a:lnTo>
                  <a:lnTo>
                    <a:pt x="483546" y="674927"/>
                  </a:lnTo>
                  <a:lnTo>
                    <a:pt x="484214" y="684836"/>
                  </a:lnTo>
                  <a:lnTo>
                    <a:pt x="484882" y="689965"/>
                  </a:lnTo>
                  <a:lnTo>
                    <a:pt x="485550" y="714054"/>
                  </a:lnTo>
                  <a:lnTo>
                    <a:pt x="486218" y="649712"/>
                  </a:lnTo>
                  <a:lnTo>
                    <a:pt x="486886" y="630100"/>
                  </a:lnTo>
                  <a:lnTo>
                    <a:pt x="487554" y="618661"/>
                  </a:lnTo>
                  <a:lnTo>
                    <a:pt x="488222" y="639114"/>
                  </a:lnTo>
                  <a:lnTo>
                    <a:pt x="488890" y="584244"/>
                  </a:lnTo>
                  <a:lnTo>
                    <a:pt x="489558" y="598641"/>
                  </a:lnTo>
                  <a:lnTo>
                    <a:pt x="490226" y="601609"/>
                  </a:lnTo>
                  <a:lnTo>
                    <a:pt x="490894" y="562662"/>
                  </a:lnTo>
                  <a:lnTo>
                    <a:pt x="491562" y="574788"/>
                  </a:lnTo>
                  <a:lnTo>
                    <a:pt x="492230" y="558498"/>
                  </a:lnTo>
                  <a:lnTo>
                    <a:pt x="492898" y="565017"/>
                  </a:lnTo>
                  <a:lnTo>
                    <a:pt x="493566" y="560056"/>
                  </a:lnTo>
                  <a:lnTo>
                    <a:pt x="494234" y="473900"/>
                  </a:lnTo>
                  <a:lnTo>
                    <a:pt x="494902" y="469886"/>
                  </a:lnTo>
                  <a:lnTo>
                    <a:pt x="495570" y="461190"/>
                  </a:lnTo>
                  <a:lnTo>
                    <a:pt x="496238" y="458973"/>
                  </a:lnTo>
                  <a:lnTo>
                    <a:pt x="496906" y="411282"/>
                  </a:lnTo>
                  <a:lnTo>
                    <a:pt x="497574" y="434268"/>
                  </a:lnTo>
                  <a:lnTo>
                    <a:pt x="498242" y="436639"/>
                  </a:lnTo>
                  <a:lnTo>
                    <a:pt x="498910" y="439019"/>
                  </a:lnTo>
                  <a:lnTo>
                    <a:pt x="499578" y="427988"/>
                  </a:lnTo>
                  <a:lnTo>
                    <a:pt x="500246" y="351046"/>
                  </a:lnTo>
                  <a:lnTo>
                    <a:pt x="500914" y="328745"/>
                  </a:lnTo>
                  <a:lnTo>
                    <a:pt x="501582" y="320086"/>
                  </a:lnTo>
                  <a:lnTo>
                    <a:pt x="502250" y="340306"/>
                  </a:lnTo>
                  <a:lnTo>
                    <a:pt x="502918" y="241852"/>
                  </a:lnTo>
                  <a:lnTo>
                    <a:pt x="503586" y="277823"/>
                  </a:lnTo>
                  <a:lnTo>
                    <a:pt x="504254" y="246709"/>
                  </a:lnTo>
                  <a:lnTo>
                    <a:pt x="504922" y="178428"/>
                  </a:lnTo>
                  <a:lnTo>
                    <a:pt x="505591" y="149884"/>
                  </a:lnTo>
                  <a:lnTo>
                    <a:pt x="506259" y="157401"/>
                  </a:lnTo>
                  <a:lnTo>
                    <a:pt x="506927" y="158857"/>
                  </a:lnTo>
                  <a:lnTo>
                    <a:pt x="507595" y="181401"/>
                  </a:lnTo>
                  <a:lnTo>
                    <a:pt x="508263" y="176589"/>
                  </a:lnTo>
                  <a:lnTo>
                    <a:pt x="508931" y="143042"/>
                  </a:lnTo>
                  <a:lnTo>
                    <a:pt x="509599" y="135567"/>
                  </a:lnTo>
                  <a:lnTo>
                    <a:pt x="510267" y="169331"/>
                  </a:lnTo>
                  <a:lnTo>
                    <a:pt x="510935" y="197894"/>
                  </a:lnTo>
                  <a:lnTo>
                    <a:pt x="511603" y="231484"/>
                  </a:lnTo>
                  <a:lnTo>
                    <a:pt x="512271" y="233340"/>
                  </a:lnTo>
                  <a:lnTo>
                    <a:pt x="512939" y="217908"/>
                  </a:lnTo>
                  <a:lnTo>
                    <a:pt x="513607" y="218999"/>
                  </a:lnTo>
                  <a:lnTo>
                    <a:pt x="514275" y="241951"/>
                  </a:lnTo>
                  <a:lnTo>
                    <a:pt x="514943" y="286019"/>
                  </a:lnTo>
                  <a:lnTo>
                    <a:pt x="515611" y="325563"/>
                  </a:lnTo>
                  <a:lnTo>
                    <a:pt x="516279" y="311180"/>
                  </a:lnTo>
                  <a:lnTo>
                    <a:pt x="516947" y="294907"/>
                  </a:lnTo>
                  <a:lnTo>
                    <a:pt x="517615" y="218825"/>
                  </a:lnTo>
                  <a:lnTo>
                    <a:pt x="518283" y="230372"/>
                  </a:lnTo>
                  <a:lnTo>
                    <a:pt x="518951" y="235949"/>
                  </a:lnTo>
                  <a:lnTo>
                    <a:pt x="519619" y="244973"/>
                  </a:lnTo>
                  <a:lnTo>
                    <a:pt x="520287" y="228893"/>
                  </a:lnTo>
                  <a:lnTo>
                    <a:pt x="520955" y="223011"/>
                  </a:lnTo>
                  <a:lnTo>
                    <a:pt x="521623" y="201422"/>
                  </a:lnTo>
                  <a:lnTo>
                    <a:pt x="522291" y="159545"/>
                  </a:lnTo>
                  <a:lnTo>
                    <a:pt x="522959" y="183970"/>
                  </a:lnTo>
                  <a:lnTo>
                    <a:pt x="523627" y="116036"/>
                  </a:lnTo>
                  <a:lnTo>
                    <a:pt x="524295" y="156007"/>
                  </a:lnTo>
                  <a:lnTo>
                    <a:pt x="524963" y="156997"/>
                  </a:lnTo>
                  <a:lnTo>
                    <a:pt x="525631" y="156337"/>
                  </a:lnTo>
                  <a:lnTo>
                    <a:pt x="526299" y="164971"/>
                  </a:lnTo>
                  <a:lnTo>
                    <a:pt x="526967" y="138102"/>
                  </a:lnTo>
                  <a:lnTo>
                    <a:pt x="527635" y="165908"/>
                  </a:lnTo>
                  <a:lnTo>
                    <a:pt x="528303" y="176653"/>
                  </a:lnTo>
                  <a:lnTo>
                    <a:pt x="528971" y="207823"/>
                  </a:lnTo>
                  <a:lnTo>
                    <a:pt x="529639" y="226366"/>
                  </a:lnTo>
                  <a:lnTo>
                    <a:pt x="530308" y="220851"/>
                  </a:lnTo>
                  <a:lnTo>
                    <a:pt x="530976" y="219822"/>
                  </a:lnTo>
                  <a:lnTo>
                    <a:pt x="531644" y="247124"/>
                  </a:lnTo>
                  <a:lnTo>
                    <a:pt x="532312" y="280142"/>
                  </a:lnTo>
                  <a:lnTo>
                    <a:pt x="532980" y="272439"/>
                  </a:lnTo>
                  <a:lnTo>
                    <a:pt x="533648" y="321711"/>
                  </a:lnTo>
                  <a:lnTo>
                    <a:pt x="534316" y="282435"/>
                  </a:lnTo>
                  <a:lnTo>
                    <a:pt x="534984" y="273133"/>
                  </a:lnTo>
                  <a:lnTo>
                    <a:pt x="535652" y="234838"/>
                  </a:lnTo>
                  <a:lnTo>
                    <a:pt x="536320" y="220370"/>
                  </a:lnTo>
                  <a:lnTo>
                    <a:pt x="536988" y="214596"/>
                  </a:lnTo>
                  <a:lnTo>
                    <a:pt x="537656" y="235629"/>
                  </a:lnTo>
                  <a:lnTo>
                    <a:pt x="538324" y="217834"/>
                  </a:lnTo>
                  <a:lnTo>
                    <a:pt x="538992" y="221139"/>
                  </a:lnTo>
                  <a:lnTo>
                    <a:pt x="539660" y="177586"/>
                  </a:lnTo>
                  <a:lnTo>
                    <a:pt x="540328" y="132044"/>
                  </a:lnTo>
                  <a:lnTo>
                    <a:pt x="540996" y="158861"/>
                  </a:lnTo>
                  <a:lnTo>
                    <a:pt x="541664" y="198523"/>
                  </a:lnTo>
                  <a:lnTo>
                    <a:pt x="542332" y="219038"/>
                  </a:lnTo>
                  <a:lnTo>
                    <a:pt x="543000" y="252828"/>
                  </a:lnTo>
                  <a:lnTo>
                    <a:pt x="543668" y="265677"/>
                  </a:lnTo>
                  <a:lnTo>
                    <a:pt x="544336" y="293405"/>
                  </a:lnTo>
                  <a:lnTo>
                    <a:pt x="545004" y="333435"/>
                  </a:lnTo>
                  <a:lnTo>
                    <a:pt x="545672" y="398227"/>
                  </a:lnTo>
                  <a:lnTo>
                    <a:pt x="546340" y="440966"/>
                  </a:lnTo>
                  <a:lnTo>
                    <a:pt x="547008" y="515144"/>
                  </a:lnTo>
                  <a:lnTo>
                    <a:pt x="547676" y="531558"/>
                  </a:lnTo>
                  <a:lnTo>
                    <a:pt x="548344" y="527110"/>
                  </a:lnTo>
                  <a:lnTo>
                    <a:pt x="549012" y="574299"/>
                  </a:lnTo>
                  <a:lnTo>
                    <a:pt x="549680" y="561939"/>
                  </a:lnTo>
                  <a:lnTo>
                    <a:pt x="550348" y="548595"/>
                  </a:lnTo>
                  <a:lnTo>
                    <a:pt x="551016" y="484146"/>
                  </a:lnTo>
                  <a:lnTo>
                    <a:pt x="551684" y="380668"/>
                  </a:lnTo>
                  <a:lnTo>
                    <a:pt x="552352" y="336158"/>
                  </a:lnTo>
                  <a:lnTo>
                    <a:pt x="553020" y="298698"/>
                  </a:lnTo>
                  <a:lnTo>
                    <a:pt x="553688" y="246039"/>
                  </a:lnTo>
                  <a:lnTo>
                    <a:pt x="554356" y="202488"/>
                  </a:lnTo>
                  <a:lnTo>
                    <a:pt x="555025" y="204545"/>
                  </a:lnTo>
                  <a:lnTo>
                    <a:pt x="555693" y="208680"/>
                  </a:lnTo>
                  <a:lnTo>
                    <a:pt x="556361" y="179462"/>
                  </a:lnTo>
                  <a:lnTo>
                    <a:pt x="557029" y="134840"/>
                  </a:lnTo>
                  <a:lnTo>
                    <a:pt x="557697" y="131481"/>
                  </a:lnTo>
                  <a:lnTo>
                    <a:pt x="558365" y="133879"/>
                  </a:lnTo>
                  <a:lnTo>
                    <a:pt x="559033" y="114272"/>
                  </a:lnTo>
                  <a:lnTo>
                    <a:pt x="559701" y="44414"/>
                  </a:lnTo>
                  <a:lnTo>
                    <a:pt x="560369" y="0"/>
                  </a:lnTo>
                  <a:lnTo>
                    <a:pt x="561037" y="23714"/>
                  </a:lnTo>
                  <a:lnTo>
                    <a:pt x="561705" y="73947"/>
                  </a:lnTo>
                  <a:lnTo>
                    <a:pt x="562373" y="107059"/>
                  </a:lnTo>
                  <a:lnTo>
                    <a:pt x="563041" y="88453"/>
                  </a:lnTo>
                  <a:lnTo>
                    <a:pt x="563709" y="221354"/>
                  </a:lnTo>
                  <a:lnTo>
                    <a:pt x="564377" y="265000"/>
                  </a:lnTo>
                  <a:lnTo>
                    <a:pt x="565045" y="356839"/>
                  </a:lnTo>
                  <a:lnTo>
                    <a:pt x="565713" y="397899"/>
                  </a:lnTo>
                  <a:lnTo>
                    <a:pt x="566381" y="386483"/>
                  </a:lnTo>
                  <a:lnTo>
                    <a:pt x="567049" y="398925"/>
                  </a:lnTo>
                  <a:lnTo>
                    <a:pt x="567717" y="375329"/>
                  </a:lnTo>
                  <a:lnTo>
                    <a:pt x="568385" y="354096"/>
                  </a:lnTo>
                  <a:lnTo>
                    <a:pt x="569053" y="351046"/>
                  </a:lnTo>
                  <a:lnTo>
                    <a:pt x="569721" y="335519"/>
                  </a:lnTo>
                  <a:lnTo>
                    <a:pt x="570389" y="375856"/>
                  </a:lnTo>
                  <a:lnTo>
                    <a:pt x="571057" y="365920"/>
                  </a:lnTo>
                  <a:lnTo>
                    <a:pt x="571725" y="365402"/>
                  </a:lnTo>
                  <a:lnTo>
                    <a:pt x="572393" y="359724"/>
                  </a:lnTo>
                  <a:lnTo>
                    <a:pt x="573061" y="398379"/>
                  </a:lnTo>
                  <a:lnTo>
                    <a:pt x="573729" y="331987"/>
                  </a:lnTo>
                  <a:lnTo>
                    <a:pt x="574397" y="352270"/>
                  </a:lnTo>
                  <a:lnTo>
                    <a:pt x="575065" y="347946"/>
                  </a:lnTo>
                  <a:lnTo>
                    <a:pt x="575733" y="289720"/>
                  </a:lnTo>
                  <a:lnTo>
                    <a:pt x="576401" y="240251"/>
                  </a:lnTo>
                  <a:lnTo>
                    <a:pt x="577069" y="270142"/>
                  </a:lnTo>
                  <a:lnTo>
                    <a:pt x="577737" y="304420"/>
                  </a:lnTo>
                  <a:lnTo>
                    <a:pt x="578405" y="349228"/>
                  </a:lnTo>
                  <a:lnTo>
                    <a:pt x="579074" y="399099"/>
                  </a:lnTo>
                  <a:lnTo>
                    <a:pt x="579742" y="415458"/>
                  </a:lnTo>
                  <a:lnTo>
                    <a:pt x="580410" y="444902"/>
                  </a:lnTo>
                  <a:lnTo>
                    <a:pt x="581078" y="466253"/>
                  </a:lnTo>
                  <a:lnTo>
                    <a:pt x="581746" y="509190"/>
                  </a:lnTo>
                  <a:lnTo>
                    <a:pt x="582414" y="544454"/>
                  </a:lnTo>
                  <a:lnTo>
                    <a:pt x="583082" y="525544"/>
                  </a:lnTo>
                  <a:lnTo>
                    <a:pt x="583750" y="572792"/>
                  </a:lnTo>
                  <a:lnTo>
                    <a:pt x="584418" y="568350"/>
                  </a:lnTo>
                  <a:lnTo>
                    <a:pt x="585086" y="567245"/>
                  </a:lnTo>
                  <a:lnTo>
                    <a:pt x="585754" y="557378"/>
                  </a:lnTo>
                  <a:lnTo>
                    <a:pt x="586422" y="570567"/>
                  </a:lnTo>
                  <a:lnTo>
                    <a:pt x="587090" y="532832"/>
                  </a:lnTo>
                  <a:lnTo>
                    <a:pt x="587758" y="523476"/>
                  </a:lnTo>
                  <a:lnTo>
                    <a:pt x="588426" y="518338"/>
                  </a:lnTo>
                  <a:lnTo>
                    <a:pt x="589094" y="609946"/>
                  </a:lnTo>
                  <a:lnTo>
                    <a:pt x="589762" y="644489"/>
                  </a:lnTo>
                  <a:lnTo>
                    <a:pt x="590430" y="582956"/>
                  </a:lnTo>
                  <a:lnTo>
                    <a:pt x="591098" y="528657"/>
                  </a:lnTo>
                  <a:lnTo>
                    <a:pt x="591766" y="492159"/>
                  </a:lnTo>
                  <a:lnTo>
                    <a:pt x="592434" y="441031"/>
                  </a:lnTo>
                  <a:lnTo>
                    <a:pt x="593102" y="437319"/>
                  </a:lnTo>
                  <a:lnTo>
                    <a:pt x="593770" y="456862"/>
                  </a:lnTo>
                  <a:lnTo>
                    <a:pt x="594438" y="473092"/>
                  </a:lnTo>
                  <a:lnTo>
                    <a:pt x="595106" y="555976"/>
                  </a:lnTo>
                  <a:lnTo>
                    <a:pt x="595774" y="594844"/>
                  </a:lnTo>
                  <a:lnTo>
                    <a:pt x="596442" y="583323"/>
                  </a:lnTo>
                  <a:lnTo>
                    <a:pt x="597110" y="612246"/>
                  </a:lnTo>
                  <a:lnTo>
                    <a:pt x="597778" y="588148"/>
                  </a:lnTo>
                  <a:lnTo>
                    <a:pt x="598446" y="537211"/>
                  </a:lnTo>
                  <a:lnTo>
                    <a:pt x="599114" y="511631"/>
                  </a:lnTo>
                  <a:lnTo>
                    <a:pt x="599782" y="502265"/>
                  </a:lnTo>
                  <a:lnTo>
                    <a:pt x="600450" y="455337"/>
                  </a:lnTo>
                  <a:lnTo>
                    <a:pt x="601118" y="480176"/>
                  </a:lnTo>
                  <a:lnTo>
                    <a:pt x="601786" y="449275"/>
                  </a:lnTo>
                  <a:lnTo>
                    <a:pt x="602454" y="473876"/>
                  </a:lnTo>
                  <a:lnTo>
                    <a:pt x="603122" y="473092"/>
                  </a:lnTo>
                  <a:lnTo>
                    <a:pt x="603791" y="462314"/>
                  </a:lnTo>
                  <a:lnTo>
                    <a:pt x="604459" y="380270"/>
                  </a:lnTo>
                  <a:lnTo>
                    <a:pt x="605127" y="387056"/>
                  </a:lnTo>
                  <a:lnTo>
                    <a:pt x="605795" y="356611"/>
                  </a:lnTo>
                  <a:lnTo>
                    <a:pt x="606463" y="344927"/>
                  </a:lnTo>
                  <a:lnTo>
                    <a:pt x="607131" y="316984"/>
                  </a:lnTo>
                  <a:lnTo>
                    <a:pt x="607799" y="328138"/>
                  </a:lnTo>
                  <a:lnTo>
                    <a:pt x="608467" y="389738"/>
                  </a:lnTo>
                  <a:lnTo>
                    <a:pt x="609135" y="426226"/>
                  </a:lnTo>
                  <a:lnTo>
                    <a:pt x="609803" y="426728"/>
                  </a:lnTo>
                  <a:lnTo>
                    <a:pt x="610471" y="438394"/>
                  </a:lnTo>
                  <a:lnTo>
                    <a:pt x="611139" y="446118"/>
                  </a:lnTo>
                  <a:lnTo>
                    <a:pt x="611807" y="452365"/>
                  </a:lnTo>
                  <a:lnTo>
                    <a:pt x="612475" y="455511"/>
                  </a:lnTo>
                  <a:lnTo>
                    <a:pt x="613143" y="450797"/>
                  </a:lnTo>
                  <a:lnTo>
                    <a:pt x="613811" y="469327"/>
                  </a:lnTo>
                  <a:lnTo>
                    <a:pt x="614479" y="478691"/>
                  </a:lnTo>
                  <a:lnTo>
                    <a:pt x="615147" y="487214"/>
                  </a:lnTo>
                  <a:lnTo>
                    <a:pt x="615815" y="525304"/>
                  </a:lnTo>
                  <a:lnTo>
                    <a:pt x="616483" y="562811"/>
                  </a:lnTo>
                  <a:lnTo>
                    <a:pt x="617151" y="533455"/>
                  </a:lnTo>
                  <a:lnTo>
                    <a:pt x="617819" y="548405"/>
                  </a:lnTo>
                  <a:lnTo>
                    <a:pt x="618487" y="472310"/>
                  </a:lnTo>
                  <a:lnTo>
                    <a:pt x="619155" y="456195"/>
                  </a:lnTo>
                  <a:lnTo>
                    <a:pt x="619823" y="392451"/>
                  </a:lnTo>
                  <a:lnTo>
                    <a:pt x="620491" y="388153"/>
                  </a:lnTo>
                  <a:lnTo>
                    <a:pt x="621159" y="395930"/>
                  </a:lnTo>
                  <a:lnTo>
                    <a:pt x="621827" y="444016"/>
                  </a:lnTo>
                  <a:lnTo>
                    <a:pt x="622495" y="453816"/>
                  </a:lnTo>
                  <a:lnTo>
                    <a:pt x="623163" y="469190"/>
                  </a:lnTo>
                  <a:lnTo>
                    <a:pt x="623831" y="495392"/>
                  </a:lnTo>
                  <a:lnTo>
                    <a:pt x="624499" y="538115"/>
                  </a:lnTo>
                  <a:lnTo>
                    <a:pt x="625167" y="450029"/>
                  </a:lnTo>
                  <a:lnTo>
                    <a:pt x="625835" y="500782"/>
                  </a:lnTo>
                  <a:lnTo>
                    <a:pt x="626503" y="448469"/>
                  </a:lnTo>
                  <a:lnTo>
                    <a:pt x="627171" y="431508"/>
                  </a:lnTo>
                  <a:lnTo>
                    <a:pt x="627839" y="417930"/>
                  </a:lnTo>
                  <a:lnTo>
                    <a:pt x="628508" y="401257"/>
                  </a:lnTo>
                  <a:lnTo>
                    <a:pt x="629176" y="389762"/>
                  </a:lnTo>
                  <a:lnTo>
                    <a:pt x="629844" y="429580"/>
                  </a:lnTo>
                  <a:lnTo>
                    <a:pt x="630512" y="457791"/>
                  </a:lnTo>
                  <a:lnTo>
                    <a:pt x="631180" y="379314"/>
                  </a:lnTo>
                  <a:lnTo>
                    <a:pt x="631848" y="358027"/>
                  </a:lnTo>
                  <a:lnTo>
                    <a:pt x="632516" y="371249"/>
                  </a:lnTo>
                  <a:lnTo>
                    <a:pt x="633184" y="365927"/>
                  </a:lnTo>
                  <a:lnTo>
                    <a:pt x="633852" y="431261"/>
                  </a:lnTo>
                  <a:lnTo>
                    <a:pt x="634520" y="439281"/>
                  </a:lnTo>
                  <a:lnTo>
                    <a:pt x="635188" y="505100"/>
                  </a:lnTo>
                  <a:lnTo>
                    <a:pt x="635856" y="547633"/>
                  </a:lnTo>
                  <a:lnTo>
                    <a:pt x="636524" y="580881"/>
                  </a:lnTo>
                  <a:lnTo>
                    <a:pt x="637192" y="543297"/>
                  </a:lnTo>
                  <a:lnTo>
                    <a:pt x="637860" y="462996"/>
                  </a:lnTo>
                  <a:lnTo>
                    <a:pt x="638528" y="480968"/>
                  </a:lnTo>
                  <a:lnTo>
                    <a:pt x="639196" y="524403"/>
                  </a:lnTo>
                  <a:lnTo>
                    <a:pt x="639864" y="538115"/>
                  </a:lnTo>
                  <a:lnTo>
                    <a:pt x="640532" y="545959"/>
                  </a:lnTo>
                  <a:lnTo>
                    <a:pt x="641200" y="566450"/>
                  </a:lnTo>
                  <a:lnTo>
                    <a:pt x="641868" y="612417"/>
                  </a:lnTo>
                  <a:lnTo>
                    <a:pt x="642536" y="603724"/>
                  </a:lnTo>
                  <a:lnTo>
                    <a:pt x="643204" y="612417"/>
                  </a:lnTo>
                  <a:lnTo>
                    <a:pt x="643872" y="616374"/>
                  </a:lnTo>
                  <a:lnTo>
                    <a:pt x="644540" y="614374"/>
                  </a:lnTo>
                  <a:lnTo>
                    <a:pt x="645208" y="524509"/>
                  </a:lnTo>
                  <a:lnTo>
                    <a:pt x="645876" y="505166"/>
                  </a:lnTo>
                  <a:lnTo>
                    <a:pt x="646544" y="507175"/>
                  </a:lnTo>
                  <a:lnTo>
                    <a:pt x="647212" y="566141"/>
                  </a:lnTo>
                  <a:lnTo>
                    <a:pt x="647880" y="633522"/>
                  </a:lnTo>
                  <a:lnTo>
                    <a:pt x="648548" y="670066"/>
                  </a:lnTo>
                  <a:lnTo>
                    <a:pt x="649216" y="601273"/>
                  </a:lnTo>
                  <a:lnTo>
                    <a:pt x="649884" y="568350"/>
                  </a:lnTo>
                  <a:lnTo>
                    <a:pt x="650552" y="555206"/>
                  </a:lnTo>
                  <a:lnTo>
                    <a:pt x="651220" y="537034"/>
                  </a:lnTo>
                  <a:lnTo>
                    <a:pt x="651888" y="491276"/>
                  </a:lnTo>
                  <a:lnTo>
                    <a:pt x="652556" y="576073"/>
                  </a:lnTo>
                  <a:lnTo>
                    <a:pt x="653225" y="639189"/>
                  </a:lnTo>
                  <a:lnTo>
                    <a:pt x="653893" y="694247"/>
                  </a:lnTo>
                  <a:lnTo>
                    <a:pt x="654561" y="697570"/>
                  </a:lnTo>
                  <a:lnTo>
                    <a:pt x="655229" y="685470"/>
                  </a:lnTo>
                  <a:lnTo>
                    <a:pt x="655897" y="671457"/>
                  </a:lnTo>
                  <a:lnTo>
                    <a:pt x="656565" y="676810"/>
                  </a:lnTo>
                  <a:lnTo>
                    <a:pt x="657233" y="653583"/>
                  </a:lnTo>
                  <a:lnTo>
                    <a:pt x="657901" y="652546"/>
                  </a:lnTo>
                  <a:lnTo>
                    <a:pt x="658569" y="685470"/>
                  </a:lnTo>
                  <a:lnTo>
                    <a:pt x="659237" y="755644"/>
                  </a:lnTo>
                  <a:lnTo>
                    <a:pt x="659905" y="771645"/>
                  </a:lnTo>
                  <a:lnTo>
                    <a:pt x="660573" y="775395"/>
                  </a:lnTo>
                  <a:lnTo>
                    <a:pt x="661241" y="819500"/>
                  </a:lnTo>
                  <a:lnTo>
                    <a:pt x="661909" y="893423"/>
                  </a:lnTo>
                  <a:lnTo>
                    <a:pt x="662577" y="927043"/>
                  </a:lnTo>
                  <a:lnTo>
                    <a:pt x="663245" y="819530"/>
                  </a:lnTo>
                  <a:lnTo>
                    <a:pt x="663913" y="717134"/>
                  </a:lnTo>
                  <a:lnTo>
                    <a:pt x="664581" y="732669"/>
                  </a:lnTo>
                  <a:lnTo>
                    <a:pt x="665249" y="751528"/>
                  </a:lnTo>
                  <a:lnTo>
                    <a:pt x="665917" y="761917"/>
                  </a:lnTo>
                  <a:lnTo>
                    <a:pt x="666585" y="769441"/>
                  </a:lnTo>
                  <a:lnTo>
                    <a:pt x="667253" y="838078"/>
                  </a:lnTo>
                  <a:lnTo>
                    <a:pt x="667921" y="874468"/>
                  </a:lnTo>
                  <a:lnTo>
                    <a:pt x="668589" y="872688"/>
                  </a:lnTo>
                  <a:lnTo>
                    <a:pt x="669257" y="862107"/>
                  </a:lnTo>
                  <a:lnTo>
                    <a:pt x="669925" y="821449"/>
                  </a:lnTo>
                  <a:lnTo>
                    <a:pt x="670593" y="797285"/>
                  </a:lnTo>
                  <a:lnTo>
                    <a:pt x="671261" y="699246"/>
                  </a:lnTo>
                  <a:lnTo>
                    <a:pt x="671929" y="628641"/>
                  </a:lnTo>
                  <a:lnTo>
                    <a:pt x="672597" y="614217"/>
                  </a:lnTo>
                  <a:lnTo>
                    <a:pt x="673265" y="664900"/>
                  </a:lnTo>
                  <a:lnTo>
                    <a:pt x="673933" y="663615"/>
                  </a:lnTo>
                  <a:lnTo>
                    <a:pt x="674601" y="670066"/>
                  </a:lnTo>
                  <a:lnTo>
                    <a:pt x="675269" y="679208"/>
                  </a:lnTo>
                  <a:lnTo>
                    <a:pt x="675937" y="632299"/>
                  </a:lnTo>
                  <a:lnTo>
                    <a:pt x="676605" y="578388"/>
                  </a:lnTo>
                  <a:lnTo>
                    <a:pt x="677274" y="612306"/>
                  </a:lnTo>
                  <a:lnTo>
                    <a:pt x="677942" y="569244"/>
                  </a:lnTo>
                  <a:lnTo>
                    <a:pt x="678610" y="533917"/>
                  </a:lnTo>
                  <a:lnTo>
                    <a:pt x="679278" y="484146"/>
                  </a:lnTo>
                  <a:lnTo>
                    <a:pt x="679946" y="482555"/>
                  </a:lnTo>
                  <a:lnTo>
                    <a:pt x="680614" y="469191"/>
                  </a:lnTo>
                  <a:lnTo>
                    <a:pt x="681282" y="483350"/>
                  </a:lnTo>
                  <a:lnTo>
                    <a:pt x="681950" y="479385"/>
                  </a:lnTo>
                  <a:lnTo>
                    <a:pt x="682618" y="459155"/>
                  </a:lnTo>
                  <a:lnTo>
                    <a:pt x="683286" y="397840"/>
                  </a:lnTo>
                  <a:lnTo>
                    <a:pt x="683954" y="369914"/>
                  </a:lnTo>
                  <a:lnTo>
                    <a:pt x="684622" y="403088"/>
                  </a:lnTo>
                  <a:lnTo>
                    <a:pt x="685290" y="386196"/>
                  </a:lnTo>
                  <a:lnTo>
                    <a:pt x="685958" y="459009"/>
                  </a:lnTo>
                  <a:lnTo>
                    <a:pt x="686626" y="472957"/>
                  </a:lnTo>
                  <a:lnTo>
                    <a:pt x="687294" y="470159"/>
                  </a:lnTo>
                  <a:lnTo>
                    <a:pt x="687962" y="476307"/>
                  </a:lnTo>
                  <a:lnTo>
                    <a:pt x="688630" y="409848"/>
                  </a:lnTo>
                  <a:lnTo>
                    <a:pt x="689298" y="438268"/>
                  </a:lnTo>
                  <a:lnTo>
                    <a:pt x="689966" y="453294"/>
                  </a:lnTo>
                  <a:lnTo>
                    <a:pt x="690634" y="539897"/>
                  </a:lnTo>
                  <a:lnTo>
                    <a:pt x="691302" y="541947"/>
                  </a:lnTo>
                  <a:lnTo>
                    <a:pt x="691970" y="552294"/>
                  </a:lnTo>
                  <a:lnTo>
                    <a:pt x="692638" y="567066"/>
                  </a:lnTo>
                  <a:lnTo>
                    <a:pt x="693306" y="620489"/>
                  </a:lnTo>
                  <a:lnTo>
                    <a:pt x="693974" y="632167"/>
                  </a:lnTo>
                  <a:lnTo>
                    <a:pt x="694642" y="608026"/>
                  </a:lnTo>
                  <a:lnTo>
                    <a:pt x="695310" y="603201"/>
                  </a:lnTo>
                  <a:lnTo>
                    <a:pt x="695978" y="542461"/>
                  </a:lnTo>
                  <a:lnTo>
                    <a:pt x="696646" y="505192"/>
                  </a:lnTo>
                  <a:lnTo>
                    <a:pt x="697314" y="483350"/>
                  </a:lnTo>
                  <a:lnTo>
                    <a:pt x="697982" y="525641"/>
                  </a:lnTo>
                  <a:lnTo>
                    <a:pt x="698650" y="540727"/>
                  </a:lnTo>
                  <a:lnTo>
                    <a:pt x="699318" y="548612"/>
                  </a:lnTo>
                  <a:lnTo>
                    <a:pt x="699986" y="535706"/>
                  </a:lnTo>
                  <a:lnTo>
                    <a:pt x="700654" y="489409"/>
                  </a:lnTo>
                  <a:lnTo>
                    <a:pt x="701322" y="524896"/>
                  </a:lnTo>
                  <a:lnTo>
                    <a:pt x="701991" y="539964"/>
                  </a:lnTo>
                  <a:lnTo>
                    <a:pt x="702659" y="453816"/>
                  </a:lnTo>
                  <a:lnTo>
                    <a:pt x="703327" y="462996"/>
                  </a:lnTo>
                  <a:lnTo>
                    <a:pt x="703995" y="483350"/>
                  </a:lnTo>
                  <a:lnTo>
                    <a:pt x="704663" y="502728"/>
                  </a:lnTo>
                  <a:lnTo>
                    <a:pt x="705331" y="551242"/>
                  </a:lnTo>
                  <a:lnTo>
                    <a:pt x="705999" y="571905"/>
                  </a:lnTo>
                  <a:lnTo>
                    <a:pt x="706667" y="650479"/>
                  </a:lnTo>
                  <a:lnTo>
                    <a:pt x="707335" y="744796"/>
                  </a:lnTo>
                  <a:lnTo>
                    <a:pt x="708003" y="840958"/>
                  </a:lnTo>
                  <a:lnTo>
                    <a:pt x="708671" y="842559"/>
                  </a:lnTo>
                  <a:lnTo>
                    <a:pt x="709339" y="780127"/>
                  </a:lnTo>
                  <a:lnTo>
                    <a:pt x="710007" y="819809"/>
                  </a:lnTo>
                  <a:lnTo>
                    <a:pt x="710675" y="954093"/>
                  </a:lnTo>
                  <a:lnTo>
                    <a:pt x="711343" y="991493"/>
                  </a:lnTo>
                  <a:lnTo>
                    <a:pt x="712011" y="1008842"/>
                  </a:lnTo>
                  <a:lnTo>
                    <a:pt x="712679" y="978783"/>
                  </a:lnTo>
                  <a:lnTo>
                    <a:pt x="713347" y="991493"/>
                  </a:lnTo>
                  <a:lnTo>
                    <a:pt x="714015" y="964265"/>
                  </a:lnTo>
                  <a:lnTo>
                    <a:pt x="714683" y="950069"/>
                  </a:lnTo>
                  <a:lnTo>
                    <a:pt x="715351" y="922584"/>
                  </a:lnTo>
                  <a:lnTo>
                    <a:pt x="716019" y="907392"/>
                  </a:lnTo>
                  <a:lnTo>
                    <a:pt x="716687" y="909271"/>
                  </a:lnTo>
                  <a:lnTo>
                    <a:pt x="717355" y="874468"/>
                  </a:lnTo>
                  <a:lnTo>
                    <a:pt x="718023" y="878044"/>
                  </a:lnTo>
                  <a:lnTo>
                    <a:pt x="718691" y="944079"/>
                  </a:lnTo>
                  <a:lnTo>
                    <a:pt x="719359" y="978783"/>
                  </a:lnTo>
                  <a:lnTo>
                    <a:pt x="720027" y="1015470"/>
                  </a:lnTo>
                  <a:lnTo>
                    <a:pt x="720695" y="1015470"/>
                  </a:lnTo>
                  <a:lnTo>
                    <a:pt x="721363" y="989357"/>
                  </a:lnTo>
                  <a:lnTo>
                    <a:pt x="722031" y="985106"/>
                  </a:lnTo>
                  <a:lnTo>
                    <a:pt x="722699" y="993636"/>
                  </a:lnTo>
                  <a:lnTo>
                    <a:pt x="723367" y="1085461"/>
                  </a:lnTo>
                  <a:lnTo>
                    <a:pt x="724035" y="1136877"/>
                  </a:lnTo>
                  <a:lnTo>
                    <a:pt x="724703" y="1210346"/>
                  </a:lnTo>
                  <a:lnTo>
                    <a:pt x="725371" y="1279568"/>
                  </a:lnTo>
                  <a:lnTo>
                    <a:pt x="726039" y="1272369"/>
                  </a:lnTo>
                  <a:lnTo>
                    <a:pt x="726708" y="1248941"/>
                  </a:lnTo>
                  <a:lnTo>
                    <a:pt x="727376" y="1256071"/>
                  </a:lnTo>
                  <a:lnTo>
                    <a:pt x="728044" y="1055458"/>
                  </a:lnTo>
                  <a:lnTo>
                    <a:pt x="728712" y="942670"/>
                  </a:lnTo>
                  <a:lnTo>
                    <a:pt x="729380" y="901511"/>
                  </a:lnTo>
                  <a:lnTo>
                    <a:pt x="730048" y="861583"/>
                  </a:lnTo>
                  <a:lnTo>
                    <a:pt x="730716" y="844334"/>
                  </a:lnTo>
                  <a:lnTo>
                    <a:pt x="731384" y="821643"/>
                  </a:lnTo>
                  <a:lnTo>
                    <a:pt x="732052" y="821643"/>
                  </a:lnTo>
                  <a:lnTo>
                    <a:pt x="732720" y="825173"/>
                  </a:lnTo>
                  <a:lnTo>
                    <a:pt x="733388" y="751071"/>
                  </a:lnTo>
                  <a:lnTo>
                    <a:pt x="734056" y="646704"/>
                  </a:lnTo>
                  <a:lnTo>
                    <a:pt x="734724" y="547986"/>
                  </a:lnTo>
                  <a:lnTo>
                    <a:pt x="735392" y="495962"/>
                  </a:lnTo>
                  <a:lnTo>
                    <a:pt x="736060" y="496807"/>
                  </a:lnTo>
                  <a:lnTo>
                    <a:pt x="736728" y="480774"/>
                  </a:lnTo>
                  <a:lnTo>
                    <a:pt x="737396" y="390653"/>
                  </a:lnTo>
                  <a:lnTo>
                    <a:pt x="738064" y="435836"/>
                  </a:lnTo>
                  <a:lnTo>
                    <a:pt x="738732" y="498183"/>
                  </a:lnTo>
                  <a:lnTo>
                    <a:pt x="739400" y="528657"/>
                  </a:lnTo>
                  <a:lnTo>
                    <a:pt x="740068" y="545521"/>
                  </a:lnTo>
                  <a:lnTo>
                    <a:pt x="740736" y="551961"/>
                  </a:lnTo>
                  <a:lnTo>
                    <a:pt x="741404" y="551961"/>
                  </a:lnTo>
                  <a:lnTo>
                    <a:pt x="742072" y="541263"/>
                  </a:lnTo>
                  <a:lnTo>
                    <a:pt x="742740" y="534929"/>
                  </a:lnTo>
                  <a:lnTo>
                    <a:pt x="743408" y="565039"/>
                  </a:lnTo>
                  <a:lnTo>
                    <a:pt x="744076" y="629858"/>
                  </a:lnTo>
                  <a:lnTo>
                    <a:pt x="744744" y="615407"/>
                  </a:lnTo>
                  <a:lnTo>
                    <a:pt x="745412" y="644642"/>
                  </a:lnTo>
                  <a:lnTo>
                    <a:pt x="746080" y="652164"/>
                  </a:lnTo>
                  <a:lnTo>
                    <a:pt x="746748" y="664900"/>
                  </a:lnTo>
                  <a:lnTo>
                    <a:pt x="747416" y="693841"/>
                  </a:lnTo>
                  <a:lnTo>
                    <a:pt x="748084" y="728395"/>
                  </a:lnTo>
                  <a:lnTo>
                    <a:pt x="748752" y="617793"/>
                  </a:lnTo>
                  <a:lnTo>
                    <a:pt x="749420" y="568350"/>
                  </a:lnTo>
                  <a:lnTo>
                    <a:pt x="750088" y="585168"/>
                  </a:lnTo>
                  <a:lnTo>
                    <a:pt x="750756" y="604778"/>
                  </a:lnTo>
                  <a:lnTo>
                    <a:pt x="751425" y="627427"/>
                  </a:lnTo>
                  <a:lnTo>
                    <a:pt x="752093" y="604778"/>
                  </a:lnTo>
                  <a:lnTo>
                    <a:pt x="752761" y="589729"/>
                  </a:lnTo>
                  <a:lnTo>
                    <a:pt x="753429" y="605950"/>
                  </a:lnTo>
                  <a:lnTo>
                    <a:pt x="754097" y="632299"/>
                  </a:lnTo>
                  <a:lnTo>
                    <a:pt x="754765" y="616599"/>
                  </a:lnTo>
                  <a:lnTo>
                    <a:pt x="755433" y="634748"/>
                  </a:lnTo>
                  <a:lnTo>
                    <a:pt x="756101" y="615406"/>
                  </a:lnTo>
                  <a:lnTo>
                    <a:pt x="756769" y="677630"/>
                  </a:lnTo>
                  <a:lnTo>
                    <a:pt x="757437" y="679489"/>
                  </a:lnTo>
                  <a:lnTo>
                    <a:pt x="758105" y="680614"/>
                  </a:lnTo>
                  <a:lnTo>
                    <a:pt x="758773" y="791903"/>
                  </a:lnTo>
                  <a:lnTo>
                    <a:pt x="759441" y="844137"/>
                  </a:lnTo>
                  <a:lnTo>
                    <a:pt x="760109" y="844137"/>
                  </a:lnTo>
                  <a:lnTo>
                    <a:pt x="760777" y="838580"/>
                  </a:lnTo>
                  <a:lnTo>
                    <a:pt x="761445" y="833070"/>
                  </a:lnTo>
                  <a:lnTo>
                    <a:pt x="762113" y="888919"/>
                  </a:lnTo>
                  <a:lnTo>
                    <a:pt x="762781" y="927458"/>
                  </a:lnTo>
                  <a:lnTo>
                    <a:pt x="763449" y="919563"/>
                  </a:lnTo>
                  <a:lnTo>
                    <a:pt x="764117" y="941918"/>
                  </a:lnTo>
                  <a:lnTo>
                    <a:pt x="764785" y="973560"/>
                  </a:lnTo>
                  <a:lnTo>
                    <a:pt x="765453" y="997915"/>
                  </a:lnTo>
                  <a:lnTo>
                    <a:pt x="766121" y="1053442"/>
                  </a:lnTo>
                  <a:lnTo>
                    <a:pt x="766789" y="1111694"/>
                  </a:lnTo>
                  <a:lnTo>
                    <a:pt x="767457" y="1116571"/>
                  </a:lnTo>
                  <a:lnTo>
                    <a:pt x="768125" y="1172218"/>
                  </a:lnTo>
                  <a:lnTo>
                    <a:pt x="768793" y="1124110"/>
                  </a:lnTo>
                  <a:lnTo>
                    <a:pt x="769461" y="1132051"/>
                  </a:lnTo>
                  <a:lnTo>
                    <a:pt x="770129" y="1042691"/>
                  </a:lnTo>
                  <a:lnTo>
                    <a:pt x="770797" y="1011044"/>
                  </a:lnTo>
                  <a:lnTo>
                    <a:pt x="771465" y="970447"/>
                  </a:lnTo>
                  <a:lnTo>
                    <a:pt x="772133" y="950068"/>
                  </a:lnTo>
                  <a:lnTo>
                    <a:pt x="772801" y="930317"/>
                  </a:lnTo>
                  <a:lnTo>
                    <a:pt x="773469" y="995787"/>
                  </a:lnTo>
                  <a:lnTo>
                    <a:pt x="774137" y="940117"/>
                  </a:lnTo>
                  <a:lnTo>
                    <a:pt x="774805" y="940117"/>
                  </a:lnTo>
                  <a:lnTo>
                    <a:pt x="775474" y="950068"/>
                  </a:lnTo>
                  <a:lnTo>
                    <a:pt x="776142" y="950068"/>
                  </a:lnTo>
                  <a:lnTo>
                    <a:pt x="776810" y="950068"/>
                  </a:lnTo>
                  <a:lnTo>
                    <a:pt x="777478" y="950068"/>
                  </a:lnTo>
                  <a:lnTo>
                    <a:pt x="778146" y="911156"/>
                  </a:lnTo>
                  <a:lnTo>
                    <a:pt x="778814" y="869142"/>
                  </a:lnTo>
                  <a:lnTo>
                    <a:pt x="779482" y="810059"/>
                  </a:lnTo>
                  <a:lnTo>
                    <a:pt x="780150" y="826392"/>
                  </a:lnTo>
                  <a:lnTo>
                    <a:pt x="780818" y="794131"/>
                  </a:lnTo>
                  <a:lnTo>
                    <a:pt x="781486" y="781668"/>
                  </a:lnTo>
                  <a:lnTo>
                    <a:pt x="782154" y="787869"/>
                  </a:lnTo>
                  <a:lnTo>
                    <a:pt x="782822" y="805239"/>
                  </a:lnTo>
                  <a:lnTo>
                    <a:pt x="783490" y="704698"/>
                  </a:lnTo>
                  <a:lnTo>
                    <a:pt x="784158" y="693841"/>
                  </a:lnTo>
                  <a:lnTo>
                    <a:pt x="784826" y="780401"/>
                  </a:lnTo>
                  <a:lnTo>
                    <a:pt x="785494" y="785101"/>
                  </a:lnTo>
                  <a:lnTo>
                    <a:pt x="786162" y="849309"/>
                  </a:lnTo>
                  <a:lnTo>
                    <a:pt x="786830" y="854134"/>
                  </a:lnTo>
                  <a:lnTo>
                    <a:pt x="787498" y="854134"/>
                  </a:lnTo>
                  <a:lnTo>
                    <a:pt x="788166" y="859090"/>
                  </a:lnTo>
                  <a:lnTo>
                    <a:pt x="788834" y="883171"/>
                  </a:lnTo>
                  <a:lnTo>
                    <a:pt x="789502" y="931433"/>
                  </a:lnTo>
                  <a:lnTo>
                    <a:pt x="790170" y="1004892"/>
                  </a:lnTo>
                  <a:lnTo>
                    <a:pt x="790838" y="990968"/>
                  </a:lnTo>
                  <a:lnTo>
                    <a:pt x="791506" y="1026361"/>
                  </a:lnTo>
                  <a:lnTo>
                    <a:pt x="792174" y="988422"/>
                  </a:lnTo>
                  <a:lnTo>
                    <a:pt x="792842" y="1045494"/>
                  </a:lnTo>
                  <a:lnTo>
                    <a:pt x="793510" y="1145137"/>
                  </a:lnTo>
                  <a:lnTo>
                    <a:pt x="794178" y="1189070"/>
                  </a:lnTo>
                  <a:lnTo>
                    <a:pt x="794846" y="1201431"/>
                  </a:lnTo>
                  <a:lnTo>
                    <a:pt x="795514" y="1165365"/>
                  </a:lnTo>
                  <a:lnTo>
                    <a:pt x="796182" y="1156620"/>
                  </a:lnTo>
                  <a:lnTo>
                    <a:pt x="796850" y="1084198"/>
                  </a:lnTo>
                  <a:lnTo>
                    <a:pt x="797518" y="1090377"/>
                  </a:lnTo>
                  <a:lnTo>
                    <a:pt x="798186" y="1012781"/>
                  </a:lnTo>
                  <a:lnTo>
                    <a:pt x="798854" y="1016780"/>
                  </a:lnTo>
                  <a:lnTo>
                    <a:pt x="799522" y="991863"/>
                  </a:lnTo>
                  <a:lnTo>
                    <a:pt x="800191" y="1018119"/>
                  </a:lnTo>
                  <a:lnTo>
                    <a:pt x="800859" y="1085894"/>
                  </a:lnTo>
                  <a:lnTo>
                    <a:pt x="801527" y="1105552"/>
                  </a:lnTo>
                  <a:lnTo>
                    <a:pt x="802195" y="1074717"/>
                  </a:lnTo>
                  <a:lnTo>
                    <a:pt x="802863" y="997892"/>
                  </a:lnTo>
                  <a:lnTo>
                    <a:pt x="803531" y="885759"/>
                  </a:lnTo>
                  <a:lnTo>
                    <a:pt x="804199" y="917659"/>
                  </a:lnTo>
                  <a:lnTo>
                    <a:pt x="804867" y="932827"/>
                  </a:lnTo>
                  <a:lnTo>
                    <a:pt x="805535" y="944088"/>
                  </a:lnTo>
                  <a:lnTo>
                    <a:pt x="806203" y="956997"/>
                  </a:lnTo>
                  <a:lnTo>
                    <a:pt x="806871" y="893423"/>
                  </a:lnTo>
                  <a:lnTo>
                    <a:pt x="807539" y="819530"/>
                  </a:lnTo>
                  <a:lnTo>
                    <a:pt x="808207" y="677893"/>
                  </a:lnTo>
                  <a:lnTo>
                    <a:pt x="808875" y="613029"/>
                  </a:lnTo>
                  <a:lnTo>
                    <a:pt x="809543" y="613029"/>
                  </a:lnTo>
                  <a:lnTo>
                    <a:pt x="810211" y="614217"/>
                  </a:lnTo>
                  <a:lnTo>
                    <a:pt x="810879" y="614217"/>
                  </a:lnTo>
                  <a:lnTo>
                    <a:pt x="811547" y="620188"/>
                  </a:lnTo>
                  <a:lnTo>
                    <a:pt x="812215" y="663615"/>
                  </a:lnTo>
                  <a:lnTo>
                    <a:pt x="812883" y="747127"/>
                  </a:lnTo>
                  <a:lnTo>
                    <a:pt x="813551" y="767929"/>
                  </a:lnTo>
                  <a:lnTo>
                    <a:pt x="814219" y="718531"/>
                  </a:lnTo>
                  <a:lnTo>
                    <a:pt x="814887" y="675274"/>
                  </a:lnTo>
                  <a:lnTo>
                    <a:pt x="815555" y="672665"/>
                  </a:lnTo>
                  <a:lnTo>
                    <a:pt x="816223" y="693841"/>
                  </a:lnTo>
                  <a:lnTo>
                    <a:pt x="816891" y="714350"/>
                  </a:lnTo>
                  <a:lnTo>
                    <a:pt x="817559" y="778589"/>
                  </a:lnTo>
                  <a:lnTo>
                    <a:pt x="818227" y="1013196"/>
                  </a:lnTo>
                  <a:lnTo>
                    <a:pt x="818895" y="1049166"/>
                  </a:lnTo>
                  <a:lnTo>
                    <a:pt x="819563" y="1127905"/>
                  </a:lnTo>
                  <a:lnTo>
                    <a:pt x="820231" y="1093737"/>
                  </a:lnTo>
                  <a:lnTo>
                    <a:pt x="820899" y="1062314"/>
                  </a:lnTo>
                  <a:lnTo>
                    <a:pt x="821567" y="1009286"/>
                  </a:lnTo>
                  <a:lnTo>
                    <a:pt x="822235" y="1041313"/>
                  </a:lnTo>
                  <a:lnTo>
                    <a:pt x="822903" y="1016780"/>
                  </a:lnTo>
                  <a:lnTo>
                    <a:pt x="823571" y="1028929"/>
                  </a:lnTo>
                  <a:lnTo>
                    <a:pt x="824239" y="1071172"/>
                  </a:lnTo>
                  <a:lnTo>
                    <a:pt x="824908" y="1085894"/>
                  </a:lnTo>
                  <a:lnTo>
                    <a:pt x="825576" y="1049703"/>
                  </a:lnTo>
                  <a:lnTo>
                    <a:pt x="826244" y="1028929"/>
                  </a:lnTo>
                  <a:lnTo>
                    <a:pt x="826912" y="945952"/>
                  </a:lnTo>
                  <a:lnTo>
                    <a:pt x="827580" y="947860"/>
                  </a:lnTo>
                  <a:lnTo>
                    <a:pt x="828248" y="955833"/>
                  </a:lnTo>
                  <a:lnTo>
                    <a:pt x="828916" y="967877"/>
                  </a:lnTo>
                  <a:lnTo>
                    <a:pt x="829584" y="977867"/>
                  </a:lnTo>
                  <a:lnTo>
                    <a:pt x="830252" y="956389"/>
                  </a:lnTo>
                  <a:lnTo>
                    <a:pt x="830920" y="948362"/>
                  </a:lnTo>
                  <a:lnTo>
                    <a:pt x="831588" y="982114"/>
                  </a:lnTo>
                  <a:lnTo>
                    <a:pt x="832256" y="971652"/>
                  </a:lnTo>
                  <a:lnTo>
                    <a:pt x="832924" y="1038111"/>
                  </a:lnTo>
                  <a:lnTo>
                    <a:pt x="833592" y="1007713"/>
                  </a:lnTo>
                  <a:lnTo>
                    <a:pt x="834260" y="975993"/>
                  </a:lnTo>
                  <a:lnTo>
                    <a:pt x="834928" y="974649"/>
                  </a:lnTo>
                  <a:lnTo>
                    <a:pt x="835596" y="1019125"/>
                  </a:lnTo>
                  <a:lnTo>
                    <a:pt x="836264" y="1014822"/>
                  </a:lnTo>
                  <a:lnTo>
                    <a:pt x="836932" y="1037141"/>
                  </a:lnTo>
                  <a:lnTo>
                    <a:pt x="837600" y="1097940"/>
                  </a:lnTo>
                  <a:lnTo>
                    <a:pt x="838268" y="1096124"/>
                  </a:lnTo>
                  <a:lnTo>
                    <a:pt x="838936" y="1070108"/>
                  </a:lnTo>
                  <a:lnTo>
                    <a:pt x="839604" y="1036274"/>
                  </a:lnTo>
                  <a:lnTo>
                    <a:pt x="840272" y="1059268"/>
                  </a:lnTo>
                  <a:lnTo>
                    <a:pt x="840940" y="1091268"/>
                  </a:lnTo>
                  <a:lnTo>
                    <a:pt x="841608" y="1092594"/>
                  </a:lnTo>
                  <a:lnTo>
                    <a:pt x="842276" y="1118385"/>
                  </a:lnTo>
                  <a:lnTo>
                    <a:pt x="842944" y="1066291"/>
                  </a:lnTo>
                  <a:lnTo>
                    <a:pt x="843612" y="1156480"/>
                  </a:lnTo>
                  <a:lnTo>
                    <a:pt x="844280" y="1181876"/>
                  </a:lnTo>
                  <a:lnTo>
                    <a:pt x="844948" y="1142794"/>
                  </a:lnTo>
                  <a:lnTo>
                    <a:pt x="845616" y="997944"/>
                  </a:lnTo>
                  <a:lnTo>
                    <a:pt x="846284" y="1035777"/>
                  </a:lnTo>
                  <a:lnTo>
                    <a:pt x="846952" y="1078425"/>
                  </a:lnTo>
                  <a:lnTo>
                    <a:pt x="847620" y="1073544"/>
                  </a:lnTo>
                  <a:lnTo>
                    <a:pt x="848288" y="1068700"/>
                  </a:lnTo>
                  <a:lnTo>
                    <a:pt x="848957" y="1177312"/>
                  </a:lnTo>
                  <a:lnTo>
                    <a:pt x="849625" y="1264340"/>
                  </a:lnTo>
                  <a:lnTo>
                    <a:pt x="850293" y="1221912"/>
                  </a:lnTo>
                  <a:lnTo>
                    <a:pt x="850961" y="1232220"/>
                  </a:lnTo>
                  <a:lnTo>
                    <a:pt x="851629" y="1169224"/>
                  </a:lnTo>
                  <a:lnTo>
                    <a:pt x="852297" y="1120120"/>
                  </a:lnTo>
                  <a:lnTo>
                    <a:pt x="852965" y="1079431"/>
                  </a:lnTo>
                  <a:lnTo>
                    <a:pt x="853633" y="1062314"/>
                  </a:lnTo>
                  <a:lnTo>
                    <a:pt x="854301" y="1090567"/>
                  </a:lnTo>
                  <a:lnTo>
                    <a:pt x="854969" y="1152866"/>
                  </a:lnTo>
                  <a:lnTo>
                    <a:pt x="855637" y="1260413"/>
                  </a:lnTo>
                  <a:lnTo>
                    <a:pt x="856305" y="1233793"/>
                  </a:lnTo>
                  <a:lnTo>
                    <a:pt x="856973" y="1233793"/>
                  </a:lnTo>
                  <a:lnTo>
                    <a:pt x="857641" y="1241867"/>
                  </a:lnTo>
                  <a:lnTo>
                    <a:pt x="858309" y="1266716"/>
                  </a:lnTo>
                  <a:lnTo>
                    <a:pt x="858977" y="1233793"/>
                  </a:lnTo>
                  <a:lnTo>
                    <a:pt x="859645" y="1244370"/>
                  </a:lnTo>
                  <a:lnTo>
                    <a:pt x="860313" y="1231163"/>
                  </a:lnTo>
                  <a:lnTo>
                    <a:pt x="860981" y="1294212"/>
                  </a:lnTo>
                  <a:lnTo>
                    <a:pt x="861649" y="1366104"/>
                  </a:lnTo>
                  <a:lnTo>
                    <a:pt x="862317" y="1359775"/>
                  </a:lnTo>
                  <a:lnTo>
                    <a:pt x="862985" y="1401615"/>
                  </a:lnTo>
                  <a:lnTo>
                    <a:pt x="863653" y="1401615"/>
                  </a:lnTo>
                  <a:lnTo>
                    <a:pt x="864321" y="1378747"/>
                  </a:lnTo>
                  <a:lnTo>
                    <a:pt x="864989" y="1323433"/>
                  </a:lnTo>
                  <a:lnTo>
                    <a:pt x="865657" y="1277973"/>
                  </a:lnTo>
                  <a:lnTo>
                    <a:pt x="866325" y="1264403"/>
                  </a:lnTo>
                  <a:lnTo>
                    <a:pt x="866993" y="1210346"/>
                  </a:lnTo>
                  <a:lnTo>
                    <a:pt x="867661" y="1160579"/>
                  </a:lnTo>
                  <a:lnTo>
                    <a:pt x="868329" y="1121028"/>
                  </a:lnTo>
                  <a:lnTo>
                    <a:pt x="868997" y="968379"/>
                  </a:lnTo>
                  <a:lnTo>
                    <a:pt x="869665" y="991819"/>
                  </a:lnTo>
                  <a:lnTo>
                    <a:pt x="870333" y="939178"/>
                  </a:lnTo>
                  <a:lnTo>
                    <a:pt x="871001" y="895727"/>
                  </a:lnTo>
                  <a:lnTo>
                    <a:pt x="871669" y="974282"/>
                  </a:lnTo>
                  <a:lnTo>
                    <a:pt x="872337" y="928655"/>
                  </a:lnTo>
                  <a:lnTo>
                    <a:pt x="873005" y="1000859"/>
                  </a:lnTo>
                  <a:lnTo>
                    <a:pt x="873674" y="1019260"/>
                  </a:lnTo>
                  <a:lnTo>
                    <a:pt x="874342" y="1029391"/>
                  </a:lnTo>
                  <a:lnTo>
                    <a:pt x="875010" y="1033031"/>
                  </a:lnTo>
                  <a:lnTo>
                    <a:pt x="875678" y="1026209"/>
                  </a:lnTo>
                  <a:lnTo>
                    <a:pt x="876346" y="1042703"/>
                  </a:lnTo>
                  <a:lnTo>
                    <a:pt x="877014" y="1062498"/>
                  </a:lnTo>
                  <a:lnTo>
                    <a:pt x="877682" y="1069718"/>
                  </a:lnTo>
                  <a:lnTo>
                    <a:pt x="878350" y="1088880"/>
                  </a:lnTo>
                  <a:lnTo>
                    <a:pt x="879018" y="1151703"/>
                  </a:lnTo>
                  <a:lnTo>
                    <a:pt x="879686" y="1221350"/>
                  </a:lnTo>
                  <a:lnTo>
                    <a:pt x="880354" y="1279040"/>
                  </a:lnTo>
                  <a:lnTo>
                    <a:pt x="881022" y="1277361"/>
                  </a:lnTo>
                  <a:lnTo>
                    <a:pt x="881690" y="1290994"/>
                  </a:lnTo>
                  <a:lnTo>
                    <a:pt x="882358" y="1289293"/>
                  </a:lnTo>
                  <a:lnTo>
                    <a:pt x="883026" y="1210346"/>
                  </a:lnTo>
                  <a:lnTo>
                    <a:pt x="883694" y="1210346"/>
                  </a:lnTo>
                  <a:lnTo>
                    <a:pt x="884362" y="1184444"/>
                  </a:lnTo>
                  <a:lnTo>
                    <a:pt x="885030" y="1295074"/>
                  </a:lnTo>
                  <a:lnTo>
                    <a:pt x="885698" y="1294883"/>
                  </a:lnTo>
                  <a:lnTo>
                    <a:pt x="886366" y="1281298"/>
                  </a:lnTo>
                  <a:lnTo>
                    <a:pt x="887034" y="1274612"/>
                  </a:lnTo>
                  <a:lnTo>
                    <a:pt x="887702" y="1254962"/>
                  </a:lnTo>
                  <a:lnTo>
                    <a:pt x="888370" y="1251745"/>
                  </a:lnTo>
                  <a:lnTo>
                    <a:pt x="889038" y="1338501"/>
                  </a:lnTo>
                  <a:lnTo>
                    <a:pt x="889706" y="1352845"/>
                  </a:lnTo>
                  <a:lnTo>
                    <a:pt x="890374" y="1338326"/>
                  </a:lnTo>
                  <a:lnTo>
                    <a:pt x="891042" y="1332328"/>
                  </a:lnTo>
                  <a:lnTo>
                    <a:pt x="891710" y="1317572"/>
                  </a:lnTo>
                  <a:lnTo>
                    <a:pt x="892378" y="1272510"/>
                  </a:lnTo>
                  <a:lnTo>
                    <a:pt x="893046" y="1261723"/>
                  </a:lnTo>
                  <a:lnTo>
                    <a:pt x="893714" y="1261723"/>
                  </a:lnTo>
                  <a:lnTo>
                    <a:pt x="894382" y="1261723"/>
                  </a:lnTo>
                  <a:lnTo>
                    <a:pt x="895050" y="1261723"/>
                  </a:lnTo>
                  <a:lnTo>
                    <a:pt x="895718" y="1261723"/>
                  </a:lnTo>
                  <a:lnTo>
                    <a:pt x="896386" y="1291837"/>
                  </a:lnTo>
                  <a:lnTo>
                    <a:pt x="897054" y="1401437"/>
                  </a:lnTo>
                  <a:lnTo>
                    <a:pt x="897722" y="1361838"/>
                  </a:lnTo>
                  <a:lnTo>
                    <a:pt x="898391" y="1265373"/>
                  </a:lnTo>
                  <a:lnTo>
                    <a:pt x="899059" y="1191752"/>
                  </a:lnTo>
                  <a:lnTo>
                    <a:pt x="899727" y="1145708"/>
                  </a:lnTo>
                  <a:lnTo>
                    <a:pt x="900395" y="1101604"/>
                  </a:lnTo>
                  <a:lnTo>
                    <a:pt x="901063" y="1075069"/>
                  </a:lnTo>
                  <a:lnTo>
                    <a:pt x="901731" y="1059268"/>
                  </a:lnTo>
                  <a:lnTo>
                    <a:pt x="902399" y="1014075"/>
                  </a:lnTo>
                  <a:lnTo>
                    <a:pt x="903067" y="922709"/>
                  </a:lnTo>
                  <a:lnTo>
                    <a:pt x="903735" y="826249"/>
                  </a:lnTo>
                  <a:lnTo>
                    <a:pt x="904403" y="743601"/>
                  </a:lnTo>
                  <a:lnTo>
                    <a:pt x="905071" y="688747"/>
                  </a:lnTo>
                  <a:lnTo>
                    <a:pt x="905739" y="652546"/>
                  </a:lnTo>
                  <a:lnTo>
                    <a:pt x="906407" y="620245"/>
                  </a:lnTo>
                  <a:lnTo>
                    <a:pt x="907075" y="538740"/>
                  </a:lnTo>
                  <a:lnTo>
                    <a:pt x="907743" y="505081"/>
                  </a:lnTo>
                  <a:lnTo>
                    <a:pt x="908411" y="434038"/>
                  </a:lnTo>
                  <a:lnTo>
                    <a:pt x="909079" y="442169"/>
                  </a:lnTo>
                  <a:lnTo>
                    <a:pt x="909747" y="430458"/>
                  </a:lnTo>
                  <a:lnTo>
                    <a:pt x="910415" y="427785"/>
                  </a:lnTo>
                  <a:lnTo>
                    <a:pt x="911083" y="505712"/>
                  </a:lnTo>
                  <a:lnTo>
                    <a:pt x="911751" y="482590"/>
                  </a:lnTo>
                  <a:lnTo>
                    <a:pt x="912419" y="502754"/>
                  </a:lnTo>
                  <a:lnTo>
                    <a:pt x="913087" y="555199"/>
                  </a:lnTo>
                  <a:lnTo>
                    <a:pt x="913755" y="619438"/>
                  </a:lnTo>
                  <a:lnTo>
                    <a:pt x="914423" y="684001"/>
                  </a:lnTo>
                  <a:lnTo>
                    <a:pt x="915091" y="722489"/>
                  </a:lnTo>
                  <a:lnTo>
                    <a:pt x="915759" y="764715"/>
                  </a:lnTo>
                  <a:lnTo>
                    <a:pt x="916427" y="833070"/>
                  </a:lnTo>
                  <a:lnTo>
                    <a:pt x="917095" y="919563"/>
                  </a:lnTo>
                  <a:lnTo>
                    <a:pt x="917763" y="1026931"/>
                  </a:lnTo>
                  <a:lnTo>
                    <a:pt x="918431" y="1055378"/>
                  </a:lnTo>
                  <a:lnTo>
                    <a:pt x="919099" y="1099523"/>
                  </a:lnTo>
                  <a:lnTo>
                    <a:pt x="919767" y="1160491"/>
                  </a:lnTo>
                  <a:lnTo>
                    <a:pt x="920435" y="1144698"/>
                  </a:lnTo>
                  <a:lnTo>
                    <a:pt x="921103" y="1221063"/>
                  </a:lnTo>
                  <a:lnTo>
                    <a:pt x="921771" y="1336996"/>
                  </a:lnTo>
                  <a:lnTo>
                    <a:pt x="922439" y="1399425"/>
                  </a:lnTo>
                  <a:lnTo>
                    <a:pt x="923108" y="1420472"/>
                  </a:lnTo>
                  <a:lnTo>
                    <a:pt x="923776" y="1420472"/>
                  </a:lnTo>
                  <a:lnTo>
                    <a:pt x="924444" y="1438553"/>
                  </a:lnTo>
                  <a:lnTo>
                    <a:pt x="925112" y="1438553"/>
                  </a:lnTo>
                  <a:lnTo>
                    <a:pt x="925780" y="1420472"/>
                  </a:lnTo>
                  <a:lnTo>
                    <a:pt x="926448" y="1179004"/>
                  </a:lnTo>
                  <a:lnTo>
                    <a:pt x="927116" y="1134720"/>
                  </a:lnTo>
                  <a:lnTo>
                    <a:pt x="927784" y="1134720"/>
                  </a:lnTo>
                  <a:lnTo>
                    <a:pt x="928452" y="1134720"/>
                  </a:lnTo>
                  <a:lnTo>
                    <a:pt x="929120" y="1134720"/>
                  </a:lnTo>
                  <a:lnTo>
                    <a:pt x="929788" y="1134720"/>
                  </a:lnTo>
                  <a:lnTo>
                    <a:pt x="930456" y="1164834"/>
                  </a:lnTo>
                  <a:lnTo>
                    <a:pt x="931124" y="1190569"/>
                  </a:lnTo>
                  <a:lnTo>
                    <a:pt x="931792" y="1153719"/>
                  </a:lnTo>
                  <a:lnTo>
                    <a:pt x="932460" y="1124110"/>
                  </a:lnTo>
                  <a:lnTo>
                    <a:pt x="933128" y="1080880"/>
                  </a:lnTo>
                  <a:lnTo>
                    <a:pt x="933796" y="980884"/>
                  </a:lnTo>
                  <a:lnTo>
                    <a:pt x="934464" y="916845"/>
                  </a:lnTo>
                  <a:lnTo>
                    <a:pt x="935132" y="901786"/>
                  </a:lnTo>
                  <a:lnTo>
                    <a:pt x="935800" y="911156"/>
                  </a:lnTo>
                  <a:lnTo>
                    <a:pt x="936468" y="987228"/>
                  </a:lnTo>
                  <a:lnTo>
                    <a:pt x="937136" y="958142"/>
                  </a:lnTo>
                  <a:lnTo>
                    <a:pt x="937804" y="872688"/>
                  </a:lnTo>
                  <a:lnTo>
                    <a:pt x="938472" y="839765"/>
                  </a:lnTo>
                  <a:lnTo>
                    <a:pt x="939140" y="824740"/>
                  </a:lnTo>
                  <a:lnTo>
                    <a:pt x="939808" y="806842"/>
                  </a:lnTo>
                  <a:lnTo>
                    <a:pt x="940476" y="806842"/>
                  </a:lnTo>
                  <a:lnTo>
                    <a:pt x="941144" y="778589"/>
                  </a:lnTo>
                  <a:lnTo>
                    <a:pt x="941812" y="811674"/>
                  </a:lnTo>
                  <a:lnTo>
                    <a:pt x="942480" y="811674"/>
                  </a:lnTo>
                  <a:lnTo>
                    <a:pt x="943148" y="777055"/>
                  </a:lnTo>
                  <a:lnTo>
                    <a:pt x="943816" y="848266"/>
                  </a:lnTo>
                  <a:lnTo>
                    <a:pt x="944484" y="890719"/>
                  </a:lnTo>
                  <a:lnTo>
                    <a:pt x="945152" y="858619"/>
                  </a:lnTo>
                  <a:lnTo>
                    <a:pt x="945820" y="839765"/>
                  </a:lnTo>
                  <a:lnTo>
                    <a:pt x="946488" y="849980"/>
                  </a:lnTo>
                  <a:lnTo>
                    <a:pt x="947157" y="903649"/>
                  </a:lnTo>
                  <a:lnTo>
                    <a:pt x="947825" y="993636"/>
                  </a:lnTo>
                  <a:lnTo>
                    <a:pt x="948493" y="1035777"/>
                  </a:lnTo>
                  <a:lnTo>
                    <a:pt x="949161" y="1028936"/>
                  </a:lnTo>
                  <a:lnTo>
                    <a:pt x="949829" y="1035777"/>
                  </a:lnTo>
                  <a:lnTo>
                    <a:pt x="950497" y="1035777"/>
                  </a:lnTo>
                  <a:lnTo>
                    <a:pt x="951165" y="1078425"/>
                  </a:lnTo>
                  <a:lnTo>
                    <a:pt x="951833" y="1083344"/>
                  </a:lnTo>
                  <a:lnTo>
                    <a:pt x="952501" y="1137400"/>
                  </a:lnTo>
                  <a:lnTo>
                    <a:pt x="953169" y="1251745"/>
                  </a:lnTo>
                  <a:lnTo>
                    <a:pt x="953837" y="1251745"/>
                  </a:lnTo>
                  <a:lnTo>
                    <a:pt x="954505" y="1277947"/>
                  </a:lnTo>
                  <a:lnTo>
                    <a:pt x="955173" y="1432131"/>
                  </a:lnTo>
                  <a:lnTo>
                    <a:pt x="955841" y="1480680"/>
                  </a:lnTo>
                  <a:lnTo>
                    <a:pt x="956509" y="1480680"/>
                  </a:lnTo>
                  <a:lnTo>
                    <a:pt x="957177" y="1480680"/>
                  </a:lnTo>
                  <a:lnTo>
                    <a:pt x="957845" y="1480680"/>
                  </a:lnTo>
                  <a:lnTo>
                    <a:pt x="958513" y="1480680"/>
                  </a:lnTo>
                  <a:lnTo>
                    <a:pt x="958960" y="15797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762834" y="1967206"/>
              <a:ext cx="2962" cy="99082"/>
            </a:xfrm>
            <a:custGeom>
              <a:avLst/>
              <a:pathLst>
                <a:path w="2962" h="99082">
                  <a:moveTo>
                    <a:pt x="0" y="99082"/>
                  </a:moveTo>
                  <a:lnTo>
                    <a:pt x="479" y="93968"/>
                  </a:lnTo>
                  <a:lnTo>
                    <a:pt x="1147" y="0"/>
                  </a:lnTo>
                  <a:lnTo>
                    <a:pt x="1815" y="0"/>
                  </a:lnTo>
                  <a:lnTo>
                    <a:pt x="2483" y="93968"/>
                  </a:lnTo>
                  <a:lnTo>
                    <a:pt x="2962" y="990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766016" y="1665530"/>
              <a:ext cx="18869" cy="400758"/>
            </a:xfrm>
            <a:custGeom>
              <a:avLst/>
              <a:pathLst>
                <a:path w="18869" h="400758">
                  <a:moveTo>
                    <a:pt x="0" y="400758"/>
                  </a:moveTo>
                  <a:lnTo>
                    <a:pt x="637" y="359220"/>
                  </a:lnTo>
                  <a:lnTo>
                    <a:pt x="1305" y="215994"/>
                  </a:lnTo>
                  <a:lnTo>
                    <a:pt x="1973" y="199743"/>
                  </a:lnTo>
                  <a:lnTo>
                    <a:pt x="2641" y="199743"/>
                  </a:lnTo>
                  <a:lnTo>
                    <a:pt x="3309" y="199743"/>
                  </a:lnTo>
                  <a:lnTo>
                    <a:pt x="3977" y="199743"/>
                  </a:lnTo>
                  <a:lnTo>
                    <a:pt x="4645" y="199743"/>
                  </a:lnTo>
                  <a:lnTo>
                    <a:pt x="5313" y="236053"/>
                  </a:lnTo>
                  <a:lnTo>
                    <a:pt x="5981" y="206194"/>
                  </a:lnTo>
                  <a:lnTo>
                    <a:pt x="6649" y="138567"/>
                  </a:lnTo>
                  <a:lnTo>
                    <a:pt x="7317" y="138567"/>
                  </a:lnTo>
                  <a:lnTo>
                    <a:pt x="7985" y="138567"/>
                  </a:lnTo>
                  <a:lnTo>
                    <a:pt x="8653" y="90792"/>
                  </a:lnTo>
                  <a:lnTo>
                    <a:pt x="9321" y="56816"/>
                  </a:lnTo>
                  <a:lnTo>
                    <a:pt x="9989" y="49684"/>
                  </a:lnTo>
                  <a:lnTo>
                    <a:pt x="10657" y="0"/>
                  </a:lnTo>
                  <a:lnTo>
                    <a:pt x="11325" y="122781"/>
                  </a:lnTo>
                  <a:lnTo>
                    <a:pt x="11993" y="119321"/>
                  </a:lnTo>
                  <a:lnTo>
                    <a:pt x="12661" y="72740"/>
                  </a:lnTo>
                  <a:lnTo>
                    <a:pt x="13329" y="72740"/>
                  </a:lnTo>
                  <a:lnTo>
                    <a:pt x="13997" y="72740"/>
                  </a:lnTo>
                  <a:lnTo>
                    <a:pt x="14665" y="72740"/>
                  </a:lnTo>
                  <a:lnTo>
                    <a:pt x="15333" y="72740"/>
                  </a:lnTo>
                  <a:lnTo>
                    <a:pt x="16001" y="133275"/>
                  </a:lnTo>
                  <a:lnTo>
                    <a:pt x="16669" y="215967"/>
                  </a:lnTo>
                  <a:lnTo>
                    <a:pt x="17337" y="215967"/>
                  </a:lnTo>
                  <a:lnTo>
                    <a:pt x="18005" y="309936"/>
                  </a:lnTo>
                  <a:lnTo>
                    <a:pt x="18673" y="389167"/>
                  </a:lnTo>
                  <a:lnTo>
                    <a:pt x="18869" y="4007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795377" y="1326292"/>
              <a:ext cx="100111" cy="739997"/>
            </a:xfrm>
            <a:custGeom>
              <a:avLst/>
              <a:pathLst>
                <a:path w="100111" h="739997">
                  <a:moveTo>
                    <a:pt x="0" y="739997"/>
                  </a:moveTo>
                  <a:lnTo>
                    <a:pt x="0" y="739857"/>
                  </a:lnTo>
                  <a:lnTo>
                    <a:pt x="669" y="739857"/>
                  </a:lnTo>
                  <a:lnTo>
                    <a:pt x="1337" y="739857"/>
                  </a:lnTo>
                  <a:lnTo>
                    <a:pt x="2005" y="739857"/>
                  </a:lnTo>
                  <a:lnTo>
                    <a:pt x="2673" y="739857"/>
                  </a:lnTo>
                  <a:lnTo>
                    <a:pt x="3341" y="739857"/>
                  </a:lnTo>
                  <a:lnTo>
                    <a:pt x="4009" y="739857"/>
                  </a:lnTo>
                  <a:lnTo>
                    <a:pt x="4677" y="739857"/>
                  </a:lnTo>
                  <a:lnTo>
                    <a:pt x="5345" y="739857"/>
                  </a:lnTo>
                  <a:lnTo>
                    <a:pt x="6013" y="739857"/>
                  </a:lnTo>
                  <a:lnTo>
                    <a:pt x="6681" y="739857"/>
                  </a:lnTo>
                  <a:lnTo>
                    <a:pt x="7349" y="739857"/>
                  </a:lnTo>
                  <a:lnTo>
                    <a:pt x="8017" y="739857"/>
                  </a:lnTo>
                  <a:lnTo>
                    <a:pt x="8685" y="739857"/>
                  </a:lnTo>
                  <a:lnTo>
                    <a:pt x="9353" y="739857"/>
                  </a:lnTo>
                  <a:lnTo>
                    <a:pt x="10021" y="739857"/>
                  </a:lnTo>
                  <a:lnTo>
                    <a:pt x="10689" y="739857"/>
                  </a:lnTo>
                  <a:lnTo>
                    <a:pt x="11357" y="739857"/>
                  </a:lnTo>
                  <a:lnTo>
                    <a:pt x="12025" y="739857"/>
                  </a:lnTo>
                  <a:lnTo>
                    <a:pt x="12693" y="739857"/>
                  </a:lnTo>
                  <a:lnTo>
                    <a:pt x="13361" y="739857"/>
                  </a:lnTo>
                  <a:lnTo>
                    <a:pt x="14029" y="739857"/>
                  </a:lnTo>
                  <a:lnTo>
                    <a:pt x="14697" y="739857"/>
                  </a:lnTo>
                  <a:lnTo>
                    <a:pt x="15365" y="739857"/>
                  </a:lnTo>
                  <a:lnTo>
                    <a:pt x="16033" y="739857"/>
                  </a:lnTo>
                  <a:lnTo>
                    <a:pt x="16701" y="739857"/>
                  </a:lnTo>
                  <a:lnTo>
                    <a:pt x="17369" y="739857"/>
                  </a:lnTo>
                  <a:lnTo>
                    <a:pt x="18037" y="739857"/>
                  </a:lnTo>
                  <a:lnTo>
                    <a:pt x="18705" y="739857"/>
                  </a:lnTo>
                  <a:lnTo>
                    <a:pt x="19373" y="739857"/>
                  </a:lnTo>
                  <a:lnTo>
                    <a:pt x="20041" y="683563"/>
                  </a:lnTo>
                  <a:lnTo>
                    <a:pt x="20709" y="640914"/>
                  </a:lnTo>
                  <a:lnTo>
                    <a:pt x="21377" y="640914"/>
                  </a:lnTo>
                  <a:lnTo>
                    <a:pt x="22045" y="640914"/>
                  </a:lnTo>
                  <a:lnTo>
                    <a:pt x="22713" y="640914"/>
                  </a:lnTo>
                  <a:lnTo>
                    <a:pt x="23381" y="640914"/>
                  </a:lnTo>
                  <a:lnTo>
                    <a:pt x="24049" y="640914"/>
                  </a:lnTo>
                  <a:lnTo>
                    <a:pt x="24717" y="622833"/>
                  </a:lnTo>
                  <a:lnTo>
                    <a:pt x="25386" y="573765"/>
                  </a:lnTo>
                  <a:lnTo>
                    <a:pt x="26054" y="490999"/>
                  </a:lnTo>
                  <a:lnTo>
                    <a:pt x="26722" y="411348"/>
                  </a:lnTo>
                  <a:lnTo>
                    <a:pt x="27390" y="323014"/>
                  </a:lnTo>
                  <a:lnTo>
                    <a:pt x="28058" y="278730"/>
                  </a:lnTo>
                  <a:lnTo>
                    <a:pt x="28726" y="245380"/>
                  </a:lnTo>
                  <a:lnTo>
                    <a:pt x="29394" y="237306"/>
                  </a:lnTo>
                  <a:lnTo>
                    <a:pt x="30062" y="259758"/>
                  </a:lnTo>
                  <a:lnTo>
                    <a:pt x="30730" y="278730"/>
                  </a:lnTo>
                  <a:lnTo>
                    <a:pt x="31398" y="278730"/>
                  </a:lnTo>
                  <a:lnTo>
                    <a:pt x="32066" y="266020"/>
                  </a:lnTo>
                  <a:lnTo>
                    <a:pt x="32734" y="237306"/>
                  </a:lnTo>
                  <a:lnTo>
                    <a:pt x="33402" y="213676"/>
                  </a:lnTo>
                  <a:lnTo>
                    <a:pt x="34070" y="198393"/>
                  </a:lnTo>
                  <a:lnTo>
                    <a:pt x="34738" y="205989"/>
                  </a:lnTo>
                  <a:lnTo>
                    <a:pt x="35406" y="269793"/>
                  </a:lnTo>
                  <a:lnTo>
                    <a:pt x="36074" y="313362"/>
                  </a:lnTo>
                  <a:lnTo>
                    <a:pt x="36742" y="305742"/>
                  </a:lnTo>
                  <a:lnTo>
                    <a:pt x="37410" y="411979"/>
                  </a:lnTo>
                  <a:lnTo>
                    <a:pt x="38078" y="479606"/>
                  </a:lnTo>
                  <a:lnTo>
                    <a:pt x="38746" y="468996"/>
                  </a:lnTo>
                  <a:lnTo>
                    <a:pt x="39414" y="479606"/>
                  </a:lnTo>
                  <a:lnTo>
                    <a:pt x="40082" y="479606"/>
                  </a:lnTo>
                  <a:lnTo>
                    <a:pt x="40750" y="479606"/>
                  </a:lnTo>
                  <a:lnTo>
                    <a:pt x="41418" y="479606"/>
                  </a:lnTo>
                  <a:lnTo>
                    <a:pt x="42086" y="501366"/>
                  </a:lnTo>
                  <a:lnTo>
                    <a:pt x="42754" y="555206"/>
                  </a:lnTo>
                  <a:lnTo>
                    <a:pt x="43422" y="559230"/>
                  </a:lnTo>
                  <a:lnTo>
                    <a:pt x="44090" y="479606"/>
                  </a:lnTo>
                  <a:lnTo>
                    <a:pt x="44758" y="479606"/>
                  </a:lnTo>
                  <a:lnTo>
                    <a:pt x="45426" y="479606"/>
                  </a:lnTo>
                  <a:lnTo>
                    <a:pt x="46094" y="479606"/>
                  </a:lnTo>
                  <a:lnTo>
                    <a:pt x="46762" y="479606"/>
                  </a:lnTo>
                  <a:lnTo>
                    <a:pt x="47430" y="462020"/>
                  </a:lnTo>
                  <a:lnTo>
                    <a:pt x="48098" y="399269"/>
                  </a:lnTo>
                  <a:lnTo>
                    <a:pt x="48766" y="319487"/>
                  </a:lnTo>
                  <a:lnTo>
                    <a:pt x="49435" y="415156"/>
                  </a:lnTo>
                  <a:lnTo>
                    <a:pt x="50103" y="421957"/>
                  </a:lnTo>
                  <a:lnTo>
                    <a:pt x="50771" y="510647"/>
                  </a:lnTo>
                  <a:lnTo>
                    <a:pt x="51439" y="530687"/>
                  </a:lnTo>
                  <a:lnTo>
                    <a:pt x="52107" y="498342"/>
                  </a:lnTo>
                  <a:lnTo>
                    <a:pt x="52775" y="377916"/>
                  </a:lnTo>
                  <a:lnTo>
                    <a:pt x="53443" y="370643"/>
                  </a:lnTo>
                  <a:lnTo>
                    <a:pt x="54111" y="421422"/>
                  </a:lnTo>
                  <a:lnTo>
                    <a:pt x="54779" y="399662"/>
                  </a:lnTo>
                  <a:lnTo>
                    <a:pt x="55447" y="399662"/>
                  </a:lnTo>
                  <a:lnTo>
                    <a:pt x="56115" y="399662"/>
                  </a:lnTo>
                  <a:lnTo>
                    <a:pt x="56783" y="376893"/>
                  </a:lnTo>
                  <a:lnTo>
                    <a:pt x="57451" y="373460"/>
                  </a:lnTo>
                  <a:lnTo>
                    <a:pt x="58119" y="390809"/>
                  </a:lnTo>
                  <a:lnTo>
                    <a:pt x="58787" y="455511"/>
                  </a:lnTo>
                  <a:lnTo>
                    <a:pt x="59455" y="475262"/>
                  </a:lnTo>
                  <a:lnTo>
                    <a:pt x="60123" y="438241"/>
                  </a:lnTo>
                  <a:lnTo>
                    <a:pt x="60791" y="398354"/>
                  </a:lnTo>
                  <a:lnTo>
                    <a:pt x="61459" y="390029"/>
                  </a:lnTo>
                  <a:lnTo>
                    <a:pt x="62127" y="418560"/>
                  </a:lnTo>
                  <a:lnTo>
                    <a:pt x="62795" y="607221"/>
                  </a:lnTo>
                  <a:lnTo>
                    <a:pt x="63463" y="584245"/>
                  </a:lnTo>
                  <a:lnTo>
                    <a:pt x="64131" y="501582"/>
                  </a:lnTo>
                  <a:lnTo>
                    <a:pt x="64799" y="538982"/>
                  </a:lnTo>
                  <a:lnTo>
                    <a:pt x="65467" y="501582"/>
                  </a:lnTo>
                  <a:lnTo>
                    <a:pt x="66135" y="421957"/>
                  </a:lnTo>
                  <a:lnTo>
                    <a:pt x="66803" y="457702"/>
                  </a:lnTo>
                  <a:lnTo>
                    <a:pt x="67471" y="477806"/>
                  </a:lnTo>
                  <a:lnTo>
                    <a:pt x="68139" y="504616"/>
                  </a:lnTo>
                  <a:lnTo>
                    <a:pt x="68807" y="538982"/>
                  </a:lnTo>
                  <a:lnTo>
                    <a:pt x="69475" y="513080"/>
                  </a:lnTo>
                  <a:lnTo>
                    <a:pt x="70143" y="438476"/>
                  </a:lnTo>
                  <a:lnTo>
                    <a:pt x="70811" y="251027"/>
                  </a:lnTo>
                  <a:lnTo>
                    <a:pt x="71479" y="243578"/>
                  </a:lnTo>
                  <a:lnTo>
                    <a:pt x="72147" y="243578"/>
                  </a:lnTo>
                  <a:lnTo>
                    <a:pt x="72815" y="243578"/>
                  </a:lnTo>
                  <a:lnTo>
                    <a:pt x="73483" y="243578"/>
                  </a:lnTo>
                  <a:lnTo>
                    <a:pt x="74152" y="294954"/>
                  </a:lnTo>
                  <a:lnTo>
                    <a:pt x="74820" y="294954"/>
                  </a:lnTo>
                  <a:lnTo>
                    <a:pt x="75488" y="327878"/>
                  </a:lnTo>
                  <a:lnTo>
                    <a:pt x="76156" y="411979"/>
                  </a:lnTo>
                  <a:lnTo>
                    <a:pt x="76824" y="411979"/>
                  </a:lnTo>
                  <a:lnTo>
                    <a:pt x="77492" y="383727"/>
                  </a:lnTo>
                  <a:lnTo>
                    <a:pt x="78160" y="339238"/>
                  </a:lnTo>
                  <a:lnTo>
                    <a:pt x="78828" y="294954"/>
                  </a:lnTo>
                  <a:lnTo>
                    <a:pt x="79496" y="294954"/>
                  </a:lnTo>
                  <a:lnTo>
                    <a:pt x="80164" y="359616"/>
                  </a:lnTo>
                  <a:lnTo>
                    <a:pt x="80832" y="316715"/>
                  </a:lnTo>
                  <a:lnTo>
                    <a:pt x="81500" y="243578"/>
                  </a:lnTo>
                  <a:lnTo>
                    <a:pt x="82168" y="184651"/>
                  </a:lnTo>
                  <a:lnTo>
                    <a:pt x="82836" y="90552"/>
                  </a:lnTo>
                  <a:lnTo>
                    <a:pt x="83504" y="71391"/>
                  </a:lnTo>
                  <a:lnTo>
                    <a:pt x="84172" y="71391"/>
                  </a:lnTo>
                  <a:lnTo>
                    <a:pt x="84840" y="71391"/>
                  </a:lnTo>
                  <a:lnTo>
                    <a:pt x="85508" y="71391"/>
                  </a:lnTo>
                  <a:lnTo>
                    <a:pt x="86176" y="71391"/>
                  </a:lnTo>
                  <a:lnTo>
                    <a:pt x="86844" y="71391"/>
                  </a:lnTo>
                  <a:lnTo>
                    <a:pt x="87512" y="86674"/>
                  </a:lnTo>
                  <a:lnTo>
                    <a:pt x="88180" y="50953"/>
                  </a:lnTo>
                  <a:lnTo>
                    <a:pt x="88848" y="29376"/>
                  </a:lnTo>
                  <a:lnTo>
                    <a:pt x="89516" y="0"/>
                  </a:lnTo>
                  <a:lnTo>
                    <a:pt x="90184" y="5087"/>
                  </a:lnTo>
                  <a:lnTo>
                    <a:pt x="90852" y="150640"/>
                  </a:lnTo>
                  <a:lnTo>
                    <a:pt x="91520" y="211403"/>
                  </a:lnTo>
                  <a:lnTo>
                    <a:pt x="92188" y="282717"/>
                  </a:lnTo>
                  <a:lnTo>
                    <a:pt x="92856" y="395755"/>
                  </a:lnTo>
                  <a:lnTo>
                    <a:pt x="93524" y="421957"/>
                  </a:lnTo>
                  <a:lnTo>
                    <a:pt x="94192" y="421957"/>
                  </a:lnTo>
                  <a:lnTo>
                    <a:pt x="94860" y="490594"/>
                  </a:lnTo>
                  <a:lnTo>
                    <a:pt x="95528" y="505822"/>
                  </a:lnTo>
                  <a:lnTo>
                    <a:pt x="96196" y="510647"/>
                  </a:lnTo>
                  <a:lnTo>
                    <a:pt x="96864" y="469223"/>
                  </a:lnTo>
                  <a:lnTo>
                    <a:pt x="97532" y="461745"/>
                  </a:lnTo>
                  <a:lnTo>
                    <a:pt x="98200" y="552072"/>
                  </a:lnTo>
                  <a:lnTo>
                    <a:pt x="98869" y="637373"/>
                  </a:lnTo>
                  <a:lnTo>
                    <a:pt x="99537" y="695299"/>
                  </a:lnTo>
                  <a:lnTo>
                    <a:pt x="100111" y="73999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898053" y="1696873"/>
              <a:ext cx="18845" cy="369415"/>
            </a:xfrm>
            <a:custGeom>
              <a:avLst/>
              <a:pathLst>
                <a:path w="18845" h="369415">
                  <a:moveTo>
                    <a:pt x="0" y="369415"/>
                  </a:moveTo>
                  <a:lnTo>
                    <a:pt x="200" y="327878"/>
                  </a:lnTo>
                  <a:lnTo>
                    <a:pt x="868" y="311627"/>
                  </a:lnTo>
                  <a:lnTo>
                    <a:pt x="1536" y="311627"/>
                  </a:lnTo>
                  <a:lnTo>
                    <a:pt x="2205" y="265974"/>
                  </a:lnTo>
                  <a:lnTo>
                    <a:pt x="2873" y="199608"/>
                  </a:lnTo>
                  <a:lnTo>
                    <a:pt x="3541" y="105468"/>
                  </a:lnTo>
                  <a:lnTo>
                    <a:pt x="4209" y="185501"/>
                  </a:lnTo>
                  <a:lnTo>
                    <a:pt x="4877" y="210125"/>
                  </a:lnTo>
                  <a:lnTo>
                    <a:pt x="5545" y="119002"/>
                  </a:lnTo>
                  <a:lnTo>
                    <a:pt x="6213" y="46049"/>
                  </a:lnTo>
                  <a:lnTo>
                    <a:pt x="6881" y="0"/>
                  </a:lnTo>
                  <a:lnTo>
                    <a:pt x="7549" y="83865"/>
                  </a:lnTo>
                  <a:lnTo>
                    <a:pt x="8217" y="47863"/>
                  </a:lnTo>
                  <a:lnTo>
                    <a:pt x="8885" y="36298"/>
                  </a:lnTo>
                  <a:lnTo>
                    <a:pt x="9553" y="36298"/>
                  </a:lnTo>
                  <a:lnTo>
                    <a:pt x="10221" y="74065"/>
                  </a:lnTo>
                  <a:lnTo>
                    <a:pt x="10889" y="83865"/>
                  </a:lnTo>
                  <a:lnTo>
                    <a:pt x="11557" y="50202"/>
                  </a:lnTo>
                  <a:lnTo>
                    <a:pt x="12225" y="47863"/>
                  </a:lnTo>
                  <a:lnTo>
                    <a:pt x="12893" y="83865"/>
                  </a:lnTo>
                  <a:lnTo>
                    <a:pt x="13561" y="91163"/>
                  </a:lnTo>
                  <a:lnTo>
                    <a:pt x="14229" y="135241"/>
                  </a:lnTo>
                  <a:lnTo>
                    <a:pt x="14897" y="135241"/>
                  </a:lnTo>
                  <a:lnTo>
                    <a:pt x="15565" y="155690"/>
                  </a:lnTo>
                  <a:lnTo>
                    <a:pt x="16233" y="243199"/>
                  </a:lnTo>
                  <a:lnTo>
                    <a:pt x="16901" y="304826"/>
                  </a:lnTo>
                  <a:lnTo>
                    <a:pt x="17569" y="285725"/>
                  </a:lnTo>
                  <a:lnTo>
                    <a:pt x="18237" y="348910"/>
                  </a:lnTo>
                  <a:lnTo>
                    <a:pt x="18845" y="36941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21634" y="2066149"/>
              <a:ext cx="2" cy="139"/>
            </a:xfrm>
            <a:custGeom>
              <a:avLst/>
              <a:pathLst>
                <a:path w="2" h="139">
                  <a:moveTo>
                    <a:pt x="0" y="139"/>
                  </a:moveTo>
                  <a:lnTo>
                    <a:pt x="1" y="0"/>
                  </a:lnTo>
                  <a:lnTo>
                    <a:pt x="2" y="1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22871" y="2008501"/>
              <a:ext cx="9955" cy="57787"/>
            </a:xfrm>
            <a:custGeom>
              <a:avLst/>
              <a:pathLst>
                <a:path w="9955" h="57787">
                  <a:moveTo>
                    <a:pt x="0" y="57787"/>
                  </a:moveTo>
                  <a:lnTo>
                    <a:pt x="100" y="46197"/>
                  </a:lnTo>
                  <a:lnTo>
                    <a:pt x="768" y="0"/>
                  </a:lnTo>
                  <a:lnTo>
                    <a:pt x="1436" y="0"/>
                  </a:lnTo>
                  <a:lnTo>
                    <a:pt x="2104" y="0"/>
                  </a:lnTo>
                  <a:lnTo>
                    <a:pt x="2772" y="0"/>
                  </a:lnTo>
                  <a:lnTo>
                    <a:pt x="3440" y="0"/>
                  </a:lnTo>
                  <a:lnTo>
                    <a:pt x="4108" y="0"/>
                  </a:lnTo>
                  <a:lnTo>
                    <a:pt x="4776" y="0"/>
                  </a:lnTo>
                  <a:lnTo>
                    <a:pt x="5444" y="0"/>
                  </a:lnTo>
                  <a:lnTo>
                    <a:pt x="6112" y="0"/>
                  </a:lnTo>
                  <a:lnTo>
                    <a:pt x="6780" y="0"/>
                  </a:lnTo>
                  <a:lnTo>
                    <a:pt x="7448" y="0"/>
                  </a:lnTo>
                  <a:lnTo>
                    <a:pt x="8116" y="0"/>
                  </a:lnTo>
                  <a:lnTo>
                    <a:pt x="8784" y="0"/>
                  </a:lnTo>
                  <a:lnTo>
                    <a:pt x="9452" y="9448"/>
                  </a:lnTo>
                  <a:lnTo>
                    <a:pt x="9955" y="577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33654" y="1079783"/>
              <a:ext cx="345915" cy="986506"/>
            </a:xfrm>
            <a:custGeom>
              <a:avLst/>
              <a:pathLst>
                <a:path w="345915" h="986506">
                  <a:moveTo>
                    <a:pt x="0" y="986506"/>
                  </a:moveTo>
                  <a:lnTo>
                    <a:pt x="5" y="986366"/>
                  </a:lnTo>
                  <a:lnTo>
                    <a:pt x="673" y="986366"/>
                  </a:lnTo>
                  <a:lnTo>
                    <a:pt x="1341" y="986366"/>
                  </a:lnTo>
                  <a:lnTo>
                    <a:pt x="2009" y="986366"/>
                  </a:lnTo>
                  <a:lnTo>
                    <a:pt x="2677" y="986366"/>
                  </a:lnTo>
                  <a:lnTo>
                    <a:pt x="3345" y="986366"/>
                  </a:lnTo>
                  <a:lnTo>
                    <a:pt x="4013" y="986366"/>
                  </a:lnTo>
                  <a:lnTo>
                    <a:pt x="4681" y="986366"/>
                  </a:lnTo>
                  <a:lnTo>
                    <a:pt x="5350" y="986366"/>
                  </a:lnTo>
                  <a:lnTo>
                    <a:pt x="6018" y="986366"/>
                  </a:lnTo>
                  <a:lnTo>
                    <a:pt x="6686" y="986366"/>
                  </a:lnTo>
                  <a:lnTo>
                    <a:pt x="7354" y="986366"/>
                  </a:lnTo>
                  <a:lnTo>
                    <a:pt x="8022" y="986366"/>
                  </a:lnTo>
                  <a:lnTo>
                    <a:pt x="8690" y="986366"/>
                  </a:lnTo>
                  <a:lnTo>
                    <a:pt x="9358" y="986366"/>
                  </a:lnTo>
                  <a:lnTo>
                    <a:pt x="10026" y="986366"/>
                  </a:lnTo>
                  <a:lnTo>
                    <a:pt x="10694" y="986366"/>
                  </a:lnTo>
                  <a:lnTo>
                    <a:pt x="11362" y="986366"/>
                  </a:lnTo>
                  <a:lnTo>
                    <a:pt x="12030" y="986366"/>
                  </a:lnTo>
                  <a:lnTo>
                    <a:pt x="12698" y="986366"/>
                  </a:lnTo>
                  <a:lnTo>
                    <a:pt x="13366" y="986366"/>
                  </a:lnTo>
                  <a:lnTo>
                    <a:pt x="14034" y="986366"/>
                  </a:lnTo>
                  <a:lnTo>
                    <a:pt x="14702" y="986366"/>
                  </a:lnTo>
                  <a:lnTo>
                    <a:pt x="15370" y="901327"/>
                  </a:lnTo>
                  <a:lnTo>
                    <a:pt x="16038" y="887423"/>
                  </a:lnTo>
                  <a:lnTo>
                    <a:pt x="16706" y="882855"/>
                  </a:lnTo>
                  <a:lnTo>
                    <a:pt x="17374" y="797716"/>
                  </a:lnTo>
                  <a:lnTo>
                    <a:pt x="18042" y="715506"/>
                  </a:lnTo>
                  <a:lnTo>
                    <a:pt x="18710" y="655287"/>
                  </a:lnTo>
                  <a:lnTo>
                    <a:pt x="19378" y="597313"/>
                  </a:lnTo>
                  <a:lnTo>
                    <a:pt x="20046" y="597313"/>
                  </a:lnTo>
                  <a:lnTo>
                    <a:pt x="20714" y="597313"/>
                  </a:lnTo>
                  <a:lnTo>
                    <a:pt x="21382" y="597313"/>
                  </a:lnTo>
                  <a:lnTo>
                    <a:pt x="22050" y="544144"/>
                  </a:lnTo>
                  <a:lnTo>
                    <a:pt x="22718" y="541464"/>
                  </a:lnTo>
                  <a:lnTo>
                    <a:pt x="23386" y="541464"/>
                  </a:lnTo>
                  <a:lnTo>
                    <a:pt x="24054" y="541464"/>
                  </a:lnTo>
                  <a:lnTo>
                    <a:pt x="24722" y="541464"/>
                  </a:lnTo>
                  <a:lnTo>
                    <a:pt x="25390" y="588619"/>
                  </a:lnTo>
                  <a:lnTo>
                    <a:pt x="26058" y="597313"/>
                  </a:lnTo>
                  <a:lnTo>
                    <a:pt x="26726" y="585747"/>
                  </a:lnTo>
                  <a:lnTo>
                    <a:pt x="27394" y="600237"/>
                  </a:lnTo>
                  <a:lnTo>
                    <a:pt x="28062" y="668189"/>
                  </a:lnTo>
                  <a:lnTo>
                    <a:pt x="28730" y="729691"/>
                  </a:lnTo>
                  <a:lnTo>
                    <a:pt x="29398" y="801715"/>
                  </a:lnTo>
                  <a:lnTo>
                    <a:pt x="30067" y="801715"/>
                  </a:lnTo>
                  <a:lnTo>
                    <a:pt x="30735" y="801715"/>
                  </a:lnTo>
                  <a:lnTo>
                    <a:pt x="31403" y="801715"/>
                  </a:lnTo>
                  <a:lnTo>
                    <a:pt x="32071" y="860488"/>
                  </a:lnTo>
                  <a:lnTo>
                    <a:pt x="32739" y="747875"/>
                  </a:lnTo>
                  <a:lnTo>
                    <a:pt x="33407" y="726115"/>
                  </a:lnTo>
                  <a:lnTo>
                    <a:pt x="34075" y="726115"/>
                  </a:lnTo>
                  <a:lnTo>
                    <a:pt x="34743" y="726115"/>
                  </a:lnTo>
                  <a:lnTo>
                    <a:pt x="35411" y="726115"/>
                  </a:lnTo>
                  <a:lnTo>
                    <a:pt x="36079" y="712007"/>
                  </a:lnTo>
                  <a:lnTo>
                    <a:pt x="36747" y="671455"/>
                  </a:lnTo>
                  <a:lnTo>
                    <a:pt x="37415" y="658488"/>
                  </a:lnTo>
                  <a:lnTo>
                    <a:pt x="38083" y="658488"/>
                  </a:lnTo>
                  <a:lnTo>
                    <a:pt x="38751" y="658488"/>
                  </a:lnTo>
                  <a:lnTo>
                    <a:pt x="39419" y="658488"/>
                  </a:lnTo>
                  <a:lnTo>
                    <a:pt x="40087" y="642639"/>
                  </a:lnTo>
                  <a:lnTo>
                    <a:pt x="40755" y="588619"/>
                  </a:lnTo>
                  <a:lnTo>
                    <a:pt x="41423" y="492561"/>
                  </a:lnTo>
                  <a:lnTo>
                    <a:pt x="42091" y="502551"/>
                  </a:lnTo>
                  <a:lnTo>
                    <a:pt x="42759" y="538795"/>
                  </a:lnTo>
                  <a:lnTo>
                    <a:pt x="43427" y="541464"/>
                  </a:lnTo>
                  <a:lnTo>
                    <a:pt x="44095" y="635432"/>
                  </a:lnTo>
                  <a:lnTo>
                    <a:pt x="44763" y="642564"/>
                  </a:lnTo>
                  <a:lnTo>
                    <a:pt x="45431" y="668466"/>
                  </a:lnTo>
                  <a:lnTo>
                    <a:pt x="46099" y="655232"/>
                  </a:lnTo>
                  <a:lnTo>
                    <a:pt x="46767" y="619564"/>
                  </a:lnTo>
                  <a:lnTo>
                    <a:pt x="47435" y="668466"/>
                  </a:lnTo>
                  <a:lnTo>
                    <a:pt x="48103" y="619564"/>
                  </a:lnTo>
                  <a:lnTo>
                    <a:pt x="48771" y="617090"/>
                  </a:lnTo>
                  <a:lnTo>
                    <a:pt x="49439" y="617090"/>
                  </a:lnTo>
                  <a:lnTo>
                    <a:pt x="50107" y="629554"/>
                  </a:lnTo>
                  <a:lnTo>
                    <a:pt x="50775" y="676540"/>
                  </a:lnTo>
                  <a:lnTo>
                    <a:pt x="51443" y="850927"/>
                  </a:lnTo>
                  <a:lnTo>
                    <a:pt x="52111" y="869356"/>
                  </a:lnTo>
                  <a:lnTo>
                    <a:pt x="52779" y="888907"/>
                  </a:lnTo>
                  <a:lnTo>
                    <a:pt x="53447" y="874181"/>
                  </a:lnTo>
                  <a:lnTo>
                    <a:pt x="54115" y="822937"/>
                  </a:lnTo>
                  <a:lnTo>
                    <a:pt x="54784" y="792952"/>
                  </a:lnTo>
                  <a:lnTo>
                    <a:pt x="55452" y="724315"/>
                  </a:lnTo>
                  <a:lnTo>
                    <a:pt x="56120" y="751125"/>
                  </a:lnTo>
                  <a:lnTo>
                    <a:pt x="56788" y="853118"/>
                  </a:lnTo>
                  <a:lnTo>
                    <a:pt x="57456" y="853118"/>
                  </a:lnTo>
                  <a:lnTo>
                    <a:pt x="58124" y="924719"/>
                  </a:lnTo>
                  <a:lnTo>
                    <a:pt x="58792" y="928718"/>
                  </a:lnTo>
                  <a:lnTo>
                    <a:pt x="59460" y="928718"/>
                  </a:lnTo>
                  <a:lnTo>
                    <a:pt x="60128" y="928718"/>
                  </a:lnTo>
                  <a:lnTo>
                    <a:pt x="60796" y="901233"/>
                  </a:lnTo>
                  <a:lnTo>
                    <a:pt x="61464" y="782456"/>
                  </a:lnTo>
                  <a:lnTo>
                    <a:pt x="62132" y="669881"/>
                  </a:lnTo>
                  <a:lnTo>
                    <a:pt x="62800" y="652753"/>
                  </a:lnTo>
                  <a:lnTo>
                    <a:pt x="63468" y="565996"/>
                  </a:lnTo>
                  <a:lnTo>
                    <a:pt x="64136" y="582888"/>
                  </a:lnTo>
                  <a:lnTo>
                    <a:pt x="64804" y="597313"/>
                  </a:lnTo>
                  <a:lnTo>
                    <a:pt x="65472" y="597313"/>
                  </a:lnTo>
                  <a:lnTo>
                    <a:pt x="66140" y="597313"/>
                  </a:lnTo>
                  <a:lnTo>
                    <a:pt x="66808" y="582888"/>
                  </a:lnTo>
                  <a:lnTo>
                    <a:pt x="67476" y="458771"/>
                  </a:lnTo>
                  <a:lnTo>
                    <a:pt x="68144" y="342923"/>
                  </a:lnTo>
                  <a:lnTo>
                    <a:pt x="68812" y="317900"/>
                  </a:lnTo>
                  <a:lnTo>
                    <a:pt x="69480" y="317900"/>
                  </a:lnTo>
                  <a:lnTo>
                    <a:pt x="70148" y="312261"/>
                  </a:lnTo>
                  <a:lnTo>
                    <a:pt x="70816" y="270603"/>
                  </a:lnTo>
                  <a:lnTo>
                    <a:pt x="71484" y="304819"/>
                  </a:lnTo>
                  <a:lnTo>
                    <a:pt x="72152" y="366920"/>
                  </a:lnTo>
                  <a:lnTo>
                    <a:pt x="72820" y="275885"/>
                  </a:lnTo>
                  <a:lnTo>
                    <a:pt x="73488" y="202450"/>
                  </a:lnTo>
                  <a:lnTo>
                    <a:pt x="74156" y="182269"/>
                  </a:lnTo>
                  <a:lnTo>
                    <a:pt x="74824" y="143716"/>
                  </a:lnTo>
                  <a:lnTo>
                    <a:pt x="75492" y="145052"/>
                  </a:lnTo>
                  <a:lnTo>
                    <a:pt x="76160" y="99887"/>
                  </a:lnTo>
                  <a:lnTo>
                    <a:pt x="76828" y="25023"/>
                  </a:lnTo>
                  <a:lnTo>
                    <a:pt x="77496" y="36909"/>
                  </a:lnTo>
                  <a:lnTo>
                    <a:pt x="78164" y="40921"/>
                  </a:lnTo>
                  <a:lnTo>
                    <a:pt x="78833" y="26005"/>
                  </a:lnTo>
                  <a:lnTo>
                    <a:pt x="79501" y="0"/>
                  </a:lnTo>
                  <a:lnTo>
                    <a:pt x="80169" y="86703"/>
                  </a:lnTo>
                  <a:lnTo>
                    <a:pt x="80837" y="114804"/>
                  </a:lnTo>
                  <a:lnTo>
                    <a:pt x="81505" y="89634"/>
                  </a:lnTo>
                  <a:lnTo>
                    <a:pt x="82173" y="117570"/>
                  </a:lnTo>
                  <a:lnTo>
                    <a:pt x="82841" y="159560"/>
                  </a:lnTo>
                  <a:lnTo>
                    <a:pt x="83509" y="185682"/>
                  </a:lnTo>
                  <a:lnTo>
                    <a:pt x="84177" y="159559"/>
                  </a:lnTo>
                  <a:lnTo>
                    <a:pt x="84845" y="180764"/>
                  </a:lnTo>
                  <a:lnTo>
                    <a:pt x="85513" y="236557"/>
                  </a:lnTo>
                  <a:lnTo>
                    <a:pt x="86181" y="239035"/>
                  </a:lnTo>
                  <a:lnTo>
                    <a:pt x="86849" y="338177"/>
                  </a:lnTo>
                  <a:lnTo>
                    <a:pt x="87517" y="334014"/>
                  </a:lnTo>
                  <a:lnTo>
                    <a:pt x="88185" y="360850"/>
                  </a:lnTo>
                  <a:lnTo>
                    <a:pt x="88853" y="424431"/>
                  </a:lnTo>
                  <a:lnTo>
                    <a:pt x="89521" y="465994"/>
                  </a:lnTo>
                  <a:lnTo>
                    <a:pt x="90189" y="440423"/>
                  </a:lnTo>
                  <a:lnTo>
                    <a:pt x="90857" y="347998"/>
                  </a:lnTo>
                  <a:lnTo>
                    <a:pt x="91525" y="390366"/>
                  </a:lnTo>
                  <a:lnTo>
                    <a:pt x="92193" y="434154"/>
                  </a:lnTo>
                  <a:lnTo>
                    <a:pt x="92861" y="373511"/>
                  </a:lnTo>
                  <a:lnTo>
                    <a:pt x="93529" y="422639"/>
                  </a:lnTo>
                  <a:lnTo>
                    <a:pt x="94197" y="487839"/>
                  </a:lnTo>
                  <a:lnTo>
                    <a:pt x="94865" y="454412"/>
                  </a:lnTo>
                  <a:lnTo>
                    <a:pt x="95533" y="483815"/>
                  </a:lnTo>
                  <a:lnTo>
                    <a:pt x="96201" y="466012"/>
                  </a:lnTo>
                  <a:lnTo>
                    <a:pt x="96869" y="435532"/>
                  </a:lnTo>
                  <a:lnTo>
                    <a:pt x="97537" y="481812"/>
                  </a:lnTo>
                  <a:lnTo>
                    <a:pt x="98205" y="540198"/>
                  </a:lnTo>
                  <a:lnTo>
                    <a:pt x="98873" y="617090"/>
                  </a:lnTo>
                  <a:lnTo>
                    <a:pt x="99541" y="610289"/>
                  </a:lnTo>
                  <a:lnTo>
                    <a:pt x="100209" y="736482"/>
                  </a:lnTo>
                  <a:lnTo>
                    <a:pt x="100877" y="649109"/>
                  </a:lnTo>
                  <a:lnTo>
                    <a:pt x="101545" y="726969"/>
                  </a:lnTo>
                  <a:lnTo>
                    <a:pt x="102213" y="769484"/>
                  </a:lnTo>
                  <a:lnTo>
                    <a:pt x="102881" y="729493"/>
                  </a:lnTo>
                  <a:lnTo>
                    <a:pt x="103550" y="656291"/>
                  </a:lnTo>
                  <a:lnTo>
                    <a:pt x="104218" y="658215"/>
                  </a:lnTo>
                  <a:lnTo>
                    <a:pt x="104886" y="706875"/>
                  </a:lnTo>
                  <a:lnTo>
                    <a:pt x="105554" y="662346"/>
                  </a:lnTo>
                  <a:lnTo>
                    <a:pt x="106222" y="678290"/>
                  </a:lnTo>
                  <a:lnTo>
                    <a:pt x="106890" y="668466"/>
                  </a:lnTo>
                  <a:lnTo>
                    <a:pt x="107558" y="693315"/>
                  </a:lnTo>
                  <a:lnTo>
                    <a:pt x="108226" y="668466"/>
                  </a:lnTo>
                  <a:lnTo>
                    <a:pt x="108894" y="609510"/>
                  </a:lnTo>
                  <a:lnTo>
                    <a:pt x="109562" y="556313"/>
                  </a:lnTo>
                  <a:lnTo>
                    <a:pt x="110230" y="559237"/>
                  </a:lnTo>
                  <a:lnTo>
                    <a:pt x="110898" y="565834"/>
                  </a:lnTo>
                  <a:lnTo>
                    <a:pt x="111566" y="551829"/>
                  </a:lnTo>
                  <a:lnTo>
                    <a:pt x="112234" y="540548"/>
                  </a:lnTo>
                  <a:lnTo>
                    <a:pt x="112902" y="479373"/>
                  </a:lnTo>
                  <a:lnTo>
                    <a:pt x="113570" y="414231"/>
                  </a:lnTo>
                  <a:lnTo>
                    <a:pt x="114238" y="362863"/>
                  </a:lnTo>
                  <a:lnTo>
                    <a:pt x="114906" y="325124"/>
                  </a:lnTo>
                  <a:lnTo>
                    <a:pt x="115574" y="279947"/>
                  </a:lnTo>
                  <a:lnTo>
                    <a:pt x="116242" y="272760"/>
                  </a:lnTo>
                  <a:lnTo>
                    <a:pt x="116910" y="283369"/>
                  </a:lnTo>
                  <a:lnTo>
                    <a:pt x="117578" y="283369"/>
                  </a:lnTo>
                  <a:lnTo>
                    <a:pt x="118246" y="205612"/>
                  </a:lnTo>
                  <a:lnTo>
                    <a:pt x="118914" y="268851"/>
                  </a:lnTo>
                  <a:lnTo>
                    <a:pt x="119582" y="281212"/>
                  </a:lnTo>
                  <a:lnTo>
                    <a:pt x="120250" y="281212"/>
                  </a:lnTo>
                  <a:lnTo>
                    <a:pt x="120918" y="331252"/>
                  </a:lnTo>
                  <a:lnTo>
                    <a:pt x="121586" y="356812"/>
                  </a:lnTo>
                  <a:lnTo>
                    <a:pt x="122254" y="354809"/>
                  </a:lnTo>
                  <a:lnTo>
                    <a:pt x="122922" y="437952"/>
                  </a:lnTo>
                  <a:lnTo>
                    <a:pt x="123590" y="661706"/>
                  </a:lnTo>
                  <a:lnTo>
                    <a:pt x="124258" y="652102"/>
                  </a:lnTo>
                  <a:lnTo>
                    <a:pt x="124926" y="594402"/>
                  </a:lnTo>
                  <a:lnTo>
                    <a:pt x="125594" y="563224"/>
                  </a:lnTo>
                  <a:lnTo>
                    <a:pt x="126262" y="557714"/>
                  </a:lnTo>
                  <a:lnTo>
                    <a:pt x="126930" y="597313"/>
                  </a:lnTo>
                  <a:lnTo>
                    <a:pt x="127598" y="597313"/>
                  </a:lnTo>
                  <a:lnTo>
                    <a:pt x="128267" y="597313"/>
                  </a:lnTo>
                  <a:lnTo>
                    <a:pt x="128935" y="544144"/>
                  </a:lnTo>
                  <a:lnTo>
                    <a:pt x="129603" y="541464"/>
                  </a:lnTo>
                  <a:lnTo>
                    <a:pt x="130271" y="541464"/>
                  </a:lnTo>
                  <a:lnTo>
                    <a:pt x="130939" y="473035"/>
                  </a:lnTo>
                  <a:lnTo>
                    <a:pt x="131607" y="398237"/>
                  </a:lnTo>
                  <a:lnTo>
                    <a:pt x="132275" y="385526"/>
                  </a:lnTo>
                  <a:lnTo>
                    <a:pt x="132943" y="398237"/>
                  </a:lnTo>
                  <a:lnTo>
                    <a:pt x="133611" y="391850"/>
                  </a:lnTo>
                  <a:lnTo>
                    <a:pt x="134279" y="402530"/>
                  </a:lnTo>
                  <a:lnTo>
                    <a:pt x="134947" y="506169"/>
                  </a:lnTo>
                  <a:lnTo>
                    <a:pt x="135615" y="485824"/>
                  </a:lnTo>
                  <a:lnTo>
                    <a:pt x="136283" y="515430"/>
                  </a:lnTo>
                  <a:lnTo>
                    <a:pt x="136951" y="477586"/>
                  </a:lnTo>
                  <a:lnTo>
                    <a:pt x="137619" y="445529"/>
                  </a:lnTo>
                  <a:lnTo>
                    <a:pt x="138287" y="429278"/>
                  </a:lnTo>
                  <a:lnTo>
                    <a:pt x="138955" y="460514"/>
                  </a:lnTo>
                  <a:lnTo>
                    <a:pt x="139623" y="462201"/>
                  </a:lnTo>
                  <a:lnTo>
                    <a:pt x="140291" y="442245"/>
                  </a:lnTo>
                  <a:lnTo>
                    <a:pt x="140959" y="452146"/>
                  </a:lnTo>
                  <a:lnTo>
                    <a:pt x="141627" y="496905"/>
                  </a:lnTo>
                  <a:lnTo>
                    <a:pt x="142295" y="509508"/>
                  </a:lnTo>
                  <a:lnTo>
                    <a:pt x="142963" y="533592"/>
                  </a:lnTo>
                  <a:lnTo>
                    <a:pt x="143631" y="539281"/>
                  </a:lnTo>
                  <a:lnTo>
                    <a:pt x="144299" y="572505"/>
                  </a:lnTo>
                  <a:lnTo>
                    <a:pt x="144967" y="594300"/>
                  </a:lnTo>
                  <a:lnTo>
                    <a:pt x="145635" y="614626"/>
                  </a:lnTo>
                  <a:lnTo>
                    <a:pt x="146303" y="692604"/>
                  </a:lnTo>
                  <a:lnTo>
                    <a:pt x="146971" y="694799"/>
                  </a:lnTo>
                  <a:lnTo>
                    <a:pt x="147639" y="762802"/>
                  </a:lnTo>
                  <a:lnTo>
                    <a:pt x="148307" y="801715"/>
                  </a:lnTo>
                  <a:lnTo>
                    <a:pt x="148975" y="759038"/>
                  </a:lnTo>
                  <a:lnTo>
                    <a:pt x="149643" y="658488"/>
                  </a:lnTo>
                  <a:lnTo>
                    <a:pt x="150311" y="688042"/>
                  </a:lnTo>
                  <a:lnTo>
                    <a:pt x="150979" y="688042"/>
                  </a:lnTo>
                  <a:lnTo>
                    <a:pt x="151647" y="621088"/>
                  </a:lnTo>
                  <a:lnTo>
                    <a:pt x="152315" y="597313"/>
                  </a:lnTo>
                  <a:lnTo>
                    <a:pt x="152984" y="597313"/>
                  </a:lnTo>
                  <a:lnTo>
                    <a:pt x="153652" y="574386"/>
                  </a:lnTo>
                  <a:lnTo>
                    <a:pt x="154320" y="495044"/>
                  </a:lnTo>
                  <a:lnTo>
                    <a:pt x="154988" y="442520"/>
                  </a:lnTo>
                  <a:lnTo>
                    <a:pt x="155656" y="442520"/>
                  </a:lnTo>
                  <a:lnTo>
                    <a:pt x="156324" y="480319"/>
                  </a:lnTo>
                  <a:lnTo>
                    <a:pt x="156992" y="457912"/>
                  </a:lnTo>
                  <a:lnTo>
                    <a:pt x="157660" y="445989"/>
                  </a:lnTo>
                  <a:lnTo>
                    <a:pt x="158328" y="423173"/>
                  </a:lnTo>
                  <a:lnTo>
                    <a:pt x="158996" y="428133"/>
                  </a:lnTo>
                  <a:lnTo>
                    <a:pt x="159664" y="483815"/>
                  </a:lnTo>
                  <a:lnTo>
                    <a:pt x="160332" y="489861"/>
                  </a:lnTo>
                  <a:lnTo>
                    <a:pt x="161000" y="533855"/>
                  </a:lnTo>
                  <a:lnTo>
                    <a:pt x="161668" y="553674"/>
                  </a:lnTo>
                  <a:lnTo>
                    <a:pt x="162336" y="569523"/>
                  </a:lnTo>
                  <a:lnTo>
                    <a:pt x="163004" y="569523"/>
                  </a:lnTo>
                  <a:lnTo>
                    <a:pt x="163672" y="588129"/>
                  </a:lnTo>
                  <a:lnTo>
                    <a:pt x="164340" y="663140"/>
                  </a:lnTo>
                  <a:lnTo>
                    <a:pt x="165008" y="724315"/>
                  </a:lnTo>
                  <a:lnTo>
                    <a:pt x="165676" y="679254"/>
                  </a:lnTo>
                  <a:lnTo>
                    <a:pt x="166344" y="672453"/>
                  </a:lnTo>
                  <a:lnTo>
                    <a:pt x="167012" y="698413"/>
                  </a:lnTo>
                  <a:lnTo>
                    <a:pt x="167680" y="716161"/>
                  </a:lnTo>
                  <a:lnTo>
                    <a:pt x="168348" y="768113"/>
                  </a:lnTo>
                  <a:lnTo>
                    <a:pt x="169016" y="658488"/>
                  </a:lnTo>
                  <a:lnTo>
                    <a:pt x="169684" y="658488"/>
                  </a:lnTo>
                  <a:lnTo>
                    <a:pt x="170352" y="749072"/>
                  </a:lnTo>
                  <a:lnTo>
                    <a:pt x="171020" y="759589"/>
                  </a:lnTo>
                  <a:lnTo>
                    <a:pt x="171688" y="756387"/>
                  </a:lnTo>
                  <a:lnTo>
                    <a:pt x="172356" y="692604"/>
                  </a:lnTo>
                  <a:lnTo>
                    <a:pt x="173024" y="668466"/>
                  </a:lnTo>
                  <a:lnTo>
                    <a:pt x="173692" y="668466"/>
                  </a:lnTo>
                  <a:lnTo>
                    <a:pt x="174360" y="671994"/>
                  </a:lnTo>
                  <a:lnTo>
                    <a:pt x="175028" y="631278"/>
                  </a:lnTo>
                  <a:lnTo>
                    <a:pt x="175696" y="715568"/>
                  </a:lnTo>
                  <a:lnTo>
                    <a:pt x="176364" y="733159"/>
                  </a:lnTo>
                  <a:lnTo>
                    <a:pt x="177033" y="626647"/>
                  </a:lnTo>
                  <a:lnTo>
                    <a:pt x="177701" y="597860"/>
                  </a:lnTo>
                  <a:lnTo>
                    <a:pt x="178369" y="566722"/>
                  </a:lnTo>
                  <a:lnTo>
                    <a:pt x="179037" y="584855"/>
                  </a:lnTo>
                  <a:lnTo>
                    <a:pt x="179705" y="564937"/>
                  </a:lnTo>
                  <a:lnTo>
                    <a:pt x="180373" y="551880"/>
                  </a:lnTo>
                  <a:lnTo>
                    <a:pt x="181041" y="562696"/>
                  </a:lnTo>
                  <a:lnTo>
                    <a:pt x="181709" y="614287"/>
                  </a:lnTo>
                  <a:lnTo>
                    <a:pt x="182377" y="649257"/>
                  </a:lnTo>
                  <a:lnTo>
                    <a:pt x="183045" y="660392"/>
                  </a:lnTo>
                  <a:lnTo>
                    <a:pt x="183713" y="660392"/>
                  </a:lnTo>
                  <a:lnTo>
                    <a:pt x="184381" y="671008"/>
                  </a:lnTo>
                  <a:lnTo>
                    <a:pt x="185049" y="706875"/>
                  </a:lnTo>
                  <a:lnTo>
                    <a:pt x="185717" y="721803"/>
                  </a:lnTo>
                  <a:lnTo>
                    <a:pt x="186385" y="682859"/>
                  </a:lnTo>
                  <a:lnTo>
                    <a:pt x="187053" y="769647"/>
                  </a:lnTo>
                  <a:lnTo>
                    <a:pt x="187721" y="767489"/>
                  </a:lnTo>
                  <a:lnTo>
                    <a:pt x="188389" y="846424"/>
                  </a:lnTo>
                  <a:lnTo>
                    <a:pt x="189057" y="867394"/>
                  </a:lnTo>
                  <a:lnTo>
                    <a:pt x="189725" y="893991"/>
                  </a:lnTo>
                  <a:lnTo>
                    <a:pt x="190393" y="936537"/>
                  </a:lnTo>
                  <a:lnTo>
                    <a:pt x="191061" y="895744"/>
                  </a:lnTo>
                  <a:lnTo>
                    <a:pt x="191729" y="930137"/>
                  </a:lnTo>
                  <a:lnTo>
                    <a:pt x="192397" y="963370"/>
                  </a:lnTo>
                  <a:lnTo>
                    <a:pt x="193065" y="942213"/>
                  </a:lnTo>
                  <a:lnTo>
                    <a:pt x="193733" y="942213"/>
                  </a:lnTo>
                  <a:lnTo>
                    <a:pt x="194401" y="881037"/>
                  </a:lnTo>
                  <a:lnTo>
                    <a:pt x="195069" y="869472"/>
                  </a:lnTo>
                  <a:lnTo>
                    <a:pt x="195737" y="791330"/>
                  </a:lnTo>
                  <a:lnTo>
                    <a:pt x="196405" y="786276"/>
                  </a:lnTo>
                  <a:lnTo>
                    <a:pt x="197073" y="783764"/>
                  </a:lnTo>
                  <a:lnTo>
                    <a:pt x="197741" y="825188"/>
                  </a:lnTo>
                  <a:lnTo>
                    <a:pt x="198409" y="797414"/>
                  </a:lnTo>
                  <a:lnTo>
                    <a:pt x="199077" y="772239"/>
                  </a:lnTo>
                  <a:lnTo>
                    <a:pt x="199745" y="705780"/>
                  </a:lnTo>
                  <a:lnTo>
                    <a:pt x="200413" y="688729"/>
                  </a:lnTo>
                  <a:lnTo>
                    <a:pt x="201081" y="700955"/>
                  </a:lnTo>
                  <a:lnTo>
                    <a:pt x="201750" y="617090"/>
                  </a:lnTo>
                  <a:lnTo>
                    <a:pt x="202418" y="657857"/>
                  </a:lnTo>
                  <a:lnTo>
                    <a:pt x="203086" y="642564"/>
                  </a:lnTo>
                  <a:lnTo>
                    <a:pt x="203754" y="637237"/>
                  </a:lnTo>
                  <a:lnTo>
                    <a:pt x="204422" y="642564"/>
                  </a:lnTo>
                  <a:lnTo>
                    <a:pt x="205090" y="606173"/>
                  </a:lnTo>
                  <a:lnTo>
                    <a:pt x="205758" y="678308"/>
                  </a:lnTo>
                  <a:lnTo>
                    <a:pt x="206426" y="716161"/>
                  </a:lnTo>
                  <a:lnTo>
                    <a:pt x="207094" y="698413"/>
                  </a:lnTo>
                  <a:lnTo>
                    <a:pt x="207762" y="698413"/>
                  </a:lnTo>
                  <a:lnTo>
                    <a:pt x="208430" y="704275"/>
                  </a:lnTo>
                  <a:lnTo>
                    <a:pt x="209098" y="698413"/>
                  </a:lnTo>
                  <a:lnTo>
                    <a:pt x="209766" y="698413"/>
                  </a:lnTo>
                  <a:lnTo>
                    <a:pt x="210434" y="719168"/>
                  </a:lnTo>
                  <a:lnTo>
                    <a:pt x="211102" y="759589"/>
                  </a:lnTo>
                  <a:lnTo>
                    <a:pt x="211770" y="749072"/>
                  </a:lnTo>
                  <a:lnTo>
                    <a:pt x="212438" y="658488"/>
                  </a:lnTo>
                  <a:lnTo>
                    <a:pt x="213106" y="655287"/>
                  </a:lnTo>
                  <a:lnTo>
                    <a:pt x="213774" y="697143"/>
                  </a:lnTo>
                  <a:lnTo>
                    <a:pt x="214442" y="759589"/>
                  </a:lnTo>
                  <a:lnTo>
                    <a:pt x="215110" y="820123"/>
                  </a:lnTo>
                  <a:lnTo>
                    <a:pt x="215778" y="827215"/>
                  </a:lnTo>
                  <a:lnTo>
                    <a:pt x="216446" y="779139"/>
                  </a:lnTo>
                  <a:lnTo>
                    <a:pt x="217114" y="727240"/>
                  </a:lnTo>
                  <a:lnTo>
                    <a:pt x="217782" y="671084"/>
                  </a:lnTo>
                  <a:lnTo>
                    <a:pt x="218450" y="633480"/>
                  </a:lnTo>
                  <a:lnTo>
                    <a:pt x="219118" y="724672"/>
                  </a:lnTo>
                  <a:lnTo>
                    <a:pt x="219786" y="726245"/>
                  </a:lnTo>
                  <a:lnTo>
                    <a:pt x="220454" y="681961"/>
                  </a:lnTo>
                  <a:lnTo>
                    <a:pt x="221122" y="648611"/>
                  </a:lnTo>
                  <a:lnTo>
                    <a:pt x="221790" y="620786"/>
                  </a:lnTo>
                  <a:lnTo>
                    <a:pt x="222458" y="579361"/>
                  </a:lnTo>
                  <a:lnTo>
                    <a:pt x="223126" y="566722"/>
                  </a:lnTo>
                  <a:lnTo>
                    <a:pt x="223794" y="601624"/>
                  </a:lnTo>
                  <a:lnTo>
                    <a:pt x="224462" y="609960"/>
                  </a:lnTo>
                  <a:lnTo>
                    <a:pt x="225130" y="606394"/>
                  </a:lnTo>
                  <a:lnTo>
                    <a:pt x="225798" y="573472"/>
                  </a:lnTo>
                  <a:lnTo>
                    <a:pt x="226467" y="633811"/>
                  </a:lnTo>
                  <a:lnTo>
                    <a:pt x="227135" y="642978"/>
                  </a:lnTo>
                  <a:lnTo>
                    <a:pt x="227803" y="714590"/>
                  </a:lnTo>
                  <a:lnTo>
                    <a:pt x="228471" y="723064"/>
                  </a:lnTo>
                  <a:lnTo>
                    <a:pt x="229139" y="681961"/>
                  </a:lnTo>
                  <a:lnTo>
                    <a:pt x="229807" y="645010"/>
                  </a:lnTo>
                  <a:lnTo>
                    <a:pt x="230475" y="680389"/>
                  </a:lnTo>
                  <a:lnTo>
                    <a:pt x="231143" y="715568"/>
                  </a:lnTo>
                  <a:lnTo>
                    <a:pt x="231811" y="749588"/>
                  </a:lnTo>
                  <a:lnTo>
                    <a:pt x="232479" y="764013"/>
                  </a:lnTo>
                  <a:lnTo>
                    <a:pt x="233147" y="764013"/>
                  </a:lnTo>
                  <a:lnTo>
                    <a:pt x="233815" y="724672"/>
                  </a:lnTo>
                  <a:lnTo>
                    <a:pt x="234483" y="703316"/>
                  </a:lnTo>
                  <a:lnTo>
                    <a:pt x="235151" y="708254"/>
                  </a:lnTo>
                  <a:lnTo>
                    <a:pt x="235819" y="710907"/>
                  </a:lnTo>
                  <a:lnTo>
                    <a:pt x="236487" y="718473"/>
                  </a:lnTo>
                  <a:lnTo>
                    <a:pt x="237155" y="752331"/>
                  </a:lnTo>
                  <a:lnTo>
                    <a:pt x="237823" y="698580"/>
                  </a:lnTo>
                  <a:lnTo>
                    <a:pt x="238491" y="748091"/>
                  </a:lnTo>
                  <a:lnTo>
                    <a:pt x="239159" y="715622"/>
                  </a:lnTo>
                  <a:lnTo>
                    <a:pt x="239827" y="698580"/>
                  </a:lnTo>
                  <a:lnTo>
                    <a:pt x="240495" y="661665"/>
                  </a:lnTo>
                  <a:lnTo>
                    <a:pt x="241163" y="555186"/>
                  </a:lnTo>
                  <a:lnTo>
                    <a:pt x="241831" y="385526"/>
                  </a:lnTo>
                  <a:lnTo>
                    <a:pt x="242499" y="381345"/>
                  </a:lnTo>
                  <a:lnTo>
                    <a:pt x="243167" y="364886"/>
                  </a:lnTo>
                  <a:lnTo>
                    <a:pt x="243835" y="398237"/>
                  </a:lnTo>
                  <a:lnTo>
                    <a:pt x="244503" y="398237"/>
                  </a:lnTo>
                  <a:lnTo>
                    <a:pt x="245171" y="398237"/>
                  </a:lnTo>
                  <a:lnTo>
                    <a:pt x="245839" y="433416"/>
                  </a:lnTo>
                  <a:lnTo>
                    <a:pt x="246507" y="442520"/>
                  </a:lnTo>
                  <a:lnTo>
                    <a:pt x="247175" y="442520"/>
                  </a:lnTo>
                  <a:lnTo>
                    <a:pt x="247843" y="442520"/>
                  </a:lnTo>
                  <a:lnTo>
                    <a:pt x="248511" y="470636"/>
                  </a:lnTo>
                  <a:lnTo>
                    <a:pt x="249179" y="497537"/>
                  </a:lnTo>
                  <a:lnTo>
                    <a:pt x="249847" y="557714"/>
                  </a:lnTo>
                  <a:lnTo>
                    <a:pt x="250515" y="597313"/>
                  </a:lnTo>
                  <a:lnTo>
                    <a:pt x="251184" y="708529"/>
                  </a:lnTo>
                  <a:lnTo>
                    <a:pt x="251852" y="813864"/>
                  </a:lnTo>
                  <a:lnTo>
                    <a:pt x="252520" y="817966"/>
                  </a:lnTo>
                  <a:lnTo>
                    <a:pt x="253188" y="887423"/>
                  </a:lnTo>
                  <a:lnTo>
                    <a:pt x="253856" y="887423"/>
                  </a:lnTo>
                  <a:lnTo>
                    <a:pt x="254524" y="887423"/>
                  </a:lnTo>
                  <a:lnTo>
                    <a:pt x="255192" y="887423"/>
                  </a:lnTo>
                  <a:lnTo>
                    <a:pt x="255860" y="817966"/>
                  </a:lnTo>
                  <a:lnTo>
                    <a:pt x="256528" y="801715"/>
                  </a:lnTo>
                  <a:lnTo>
                    <a:pt x="257196" y="801715"/>
                  </a:lnTo>
                  <a:lnTo>
                    <a:pt x="257864" y="801715"/>
                  </a:lnTo>
                  <a:lnTo>
                    <a:pt x="258532" y="801715"/>
                  </a:lnTo>
                  <a:lnTo>
                    <a:pt x="259200" y="801715"/>
                  </a:lnTo>
                  <a:lnTo>
                    <a:pt x="259868" y="766589"/>
                  </a:lnTo>
                  <a:lnTo>
                    <a:pt x="260536" y="636407"/>
                  </a:lnTo>
                  <a:lnTo>
                    <a:pt x="261204" y="597313"/>
                  </a:lnTo>
                  <a:lnTo>
                    <a:pt x="261872" y="606125"/>
                  </a:lnTo>
                  <a:lnTo>
                    <a:pt x="262540" y="658488"/>
                  </a:lnTo>
                  <a:lnTo>
                    <a:pt x="263208" y="658488"/>
                  </a:lnTo>
                  <a:lnTo>
                    <a:pt x="263876" y="658488"/>
                  </a:lnTo>
                  <a:lnTo>
                    <a:pt x="264544" y="658488"/>
                  </a:lnTo>
                  <a:lnTo>
                    <a:pt x="265212" y="712036"/>
                  </a:lnTo>
                  <a:lnTo>
                    <a:pt x="265880" y="692604"/>
                  </a:lnTo>
                  <a:lnTo>
                    <a:pt x="266548" y="724315"/>
                  </a:lnTo>
                  <a:lnTo>
                    <a:pt x="267216" y="663140"/>
                  </a:lnTo>
                  <a:lnTo>
                    <a:pt x="267884" y="617090"/>
                  </a:lnTo>
                  <a:lnTo>
                    <a:pt x="268552" y="583427"/>
                  </a:lnTo>
                  <a:lnTo>
                    <a:pt x="269220" y="525239"/>
                  </a:lnTo>
                  <a:lnTo>
                    <a:pt x="269888" y="544790"/>
                  </a:lnTo>
                  <a:lnTo>
                    <a:pt x="270556" y="612172"/>
                  </a:lnTo>
                  <a:lnTo>
                    <a:pt x="271224" y="585774"/>
                  </a:lnTo>
                  <a:lnTo>
                    <a:pt x="271892" y="569523"/>
                  </a:lnTo>
                  <a:lnTo>
                    <a:pt x="272560" y="549217"/>
                  </a:lnTo>
                  <a:lnTo>
                    <a:pt x="273228" y="544479"/>
                  </a:lnTo>
                  <a:lnTo>
                    <a:pt x="273896" y="492080"/>
                  </a:lnTo>
                  <a:lnTo>
                    <a:pt x="274564" y="492080"/>
                  </a:lnTo>
                  <a:lnTo>
                    <a:pt x="275233" y="515687"/>
                  </a:lnTo>
                  <a:lnTo>
                    <a:pt x="275901" y="563681"/>
                  </a:lnTo>
                  <a:lnTo>
                    <a:pt x="276569" y="483815"/>
                  </a:lnTo>
                  <a:lnTo>
                    <a:pt x="277237" y="485824"/>
                  </a:lnTo>
                  <a:lnTo>
                    <a:pt x="277905" y="475841"/>
                  </a:lnTo>
                  <a:lnTo>
                    <a:pt x="278573" y="480428"/>
                  </a:lnTo>
                  <a:lnTo>
                    <a:pt x="279241" y="499252"/>
                  </a:lnTo>
                  <a:lnTo>
                    <a:pt x="279909" y="496905"/>
                  </a:lnTo>
                  <a:lnTo>
                    <a:pt x="280577" y="513155"/>
                  </a:lnTo>
                  <a:lnTo>
                    <a:pt x="281245" y="558616"/>
                  </a:lnTo>
                  <a:lnTo>
                    <a:pt x="281913" y="572505"/>
                  </a:lnTo>
                  <a:lnTo>
                    <a:pt x="282581" y="590816"/>
                  </a:lnTo>
                  <a:lnTo>
                    <a:pt x="283249" y="629084"/>
                  </a:lnTo>
                  <a:lnTo>
                    <a:pt x="283917" y="676819"/>
                  </a:lnTo>
                  <a:lnTo>
                    <a:pt x="284585" y="626897"/>
                  </a:lnTo>
                  <a:lnTo>
                    <a:pt x="285253" y="586702"/>
                  </a:lnTo>
                  <a:lnTo>
                    <a:pt x="285921" y="572505"/>
                  </a:lnTo>
                  <a:lnTo>
                    <a:pt x="286589" y="572505"/>
                  </a:lnTo>
                  <a:lnTo>
                    <a:pt x="287257" y="582613"/>
                  </a:lnTo>
                  <a:lnTo>
                    <a:pt x="287925" y="622545"/>
                  </a:lnTo>
                  <a:lnTo>
                    <a:pt x="288593" y="691156"/>
                  </a:lnTo>
                  <a:lnTo>
                    <a:pt x="289261" y="688201"/>
                  </a:lnTo>
                  <a:lnTo>
                    <a:pt x="289929" y="617090"/>
                  </a:lnTo>
                  <a:lnTo>
                    <a:pt x="290597" y="617090"/>
                  </a:lnTo>
                  <a:lnTo>
                    <a:pt x="291265" y="617090"/>
                  </a:lnTo>
                  <a:lnTo>
                    <a:pt x="291933" y="600038"/>
                  </a:lnTo>
                  <a:lnTo>
                    <a:pt x="292601" y="533855"/>
                  </a:lnTo>
                  <a:lnTo>
                    <a:pt x="293269" y="536780"/>
                  </a:lnTo>
                  <a:lnTo>
                    <a:pt x="293937" y="562227"/>
                  </a:lnTo>
                  <a:lnTo>
                    <a:pt x="294605" y="576544"/>
                  </a:lnTo>
                  <a:lnTo>
                    <a:pt x="295273" y="523010"/>
                  </a:lnTo>
                  <a:lnTo>
                    <a:pt x="295941" y="463490"/>
                  </a:lnTo>
                  <a:lnTo>
                    <a:pt x="296609" y="415585"/>
                  </a:lnTo>
                  <a:lnTo>
                    <a:pt x="297277" y="391850"/>
                  </a:lnTo>
                  <a:lnTo>
                    <a:pt x="297945" y="440109"/>
                  </a:lnTo>
                  <a:lnTo>
                    <a:pt x="298613" y="401122"/>
                  </a:lnTo>
                  <a:lnTo>
                    <a:pt x="299281" y="382527"/>
                  </a:lnTo>
                  <a:lnTo>
                    <a:pt x="299950" y="363278"/>
                  </a:lnTo>
                  <a:lnTo>
                    <a:pt x="300618" y="353678"/>
                  </a:lnTo>
                  <a:lnTo>
                    <a:pt x="301286" y="339571"/>
                  </a:lnTo>
                  <a:lnTo>
                    <a:pt x="301954" y="349413"/>
                  </a:lnTo>
                  <a:lnTo>
                    <a:pt x="302622" y="391878"/>
                  </a:lnTo>
                  <a:lnTo>
                    <a:pt x="303290" y="391878"/>
                  </a:lnTo>
                  <a:lnTo>
                    <a:pt x="303958" y="346586"/>
                  </a:lnTo>
                  <a:lnTo>
                    <a:pt x="304626" y="289914"/>
                  </a:lnTo>
                  <a:lnTo>
                    <a:pt x="305294" y="230738"/>
                  </a:lnTo>
                  <a:lnTo>
                    <a:pt x="305962" y="215607"/>
                  </a:lnTo>
                  <a:lnTo>
                    <a:pt x="306630" y="208742"/>
                  </a:lnTo>
                  <a:lnTo>
                    <a:pt x="307298" y="212165"/>
                  </a:lnTo>
                  <a:lnTo>
                    <a:pt x="307966" y="240203"/>
                  </a:lnTo>
                  <a:lnTo>
                    <a:pt x="308634" y="176592"/>
                  </a:lnTo>
                  <a:lnTo>
                    <a:pt x="309302" y="223584"/>
                  </a:lnTo>
                  <a:lnTo>
                    <a:pt x="309970" y="210634"/>
                  </a:lnTo>
                  <a:lnTo>
                    <a:pt x="310638" y="121093"/>
                  </a:lnTo>
                  <a:lnTo>
                    <a:pt x="311306" y="89909"/>
                  </a:lnTo>
                  <a:lnTo>
                    <a:pt x="311974" y="70359"/>
                  </a:lnTo>
                  <a:lnTo>
                    <a:pt x="312642" y="70359"/>
                  </a:lnTo>
                  <a:lnTo>
                    <a:pt x="313310" y="75514"/>
                  </a:lnTo>
                  <a:lnTo>
                    <a:pt x="313978" y="114184"/>
                  </a:lnTo>
                  <a:lnTo>
                    <a:pt x="314646" y="165675"/>
                  </a:lnTo>
                  <a:lnTo>
                    <a:pt x="315314" y="194613"/>
                  </a:lnTo>
                  <a:lnTo>
                    <a:pt x="315982" y="182269"/>
                  </a:lnTo>
                  <a:lnTo>
                    <a:pt x="316650" y="207199"/>
                  </a:lnTo>
                  <a:lnTo>
                    <a:pt x="317318" y="183799"/>
                  </a:lnTo>
                  <a:lnTo>
                    <a:pt x="317986" y="185333"/>
                  </a:lnTo>
                  <a:lnTo>
                    <a:pt x="318654" y="304353"/>
                  </a:lnTo>
                  <a:lnTo>
                    <a:pt x="319322" y="352696"/>
                  </a:lnTo>
                  <a:lnTo>
                    <a:pt x="319990" y="382312"/>
                  </a:lnTo>
                  <a:lnTo>
                    <a:pt x="320658" y="388896"/>
                  </a:lnTo>
                  <a:lnTo>
                    <a:pt x="321326" y="465878"/>
                  </a:lnTo>
                  <a:lnTo>
                    <a:pt x="321994" y="474135"/>
                  </a:lnTo>
                  <a:lnTo>
                    <a:pt x="322662" y="510344"/>
                  </a:lnTo>
                  <a:lnTo>
                    <a:pt x="323330" y="497310"/>
                  </a:lnTo>
                  <a:lnTo>
                    <a:pt x="323998" y="543766"/>
                  </a:lnTo>
                  <a:lnTo>
                    <a:pt x="324667" y="530992"/>
                  </a:lnTo>
                  <a:lnTo>
                    <a:pt x="325335" y="568424"/>
                  </a:lnTo>
                  <a:lnTo>
                    <a:pt x="326003" y="662082"/>
                  </a:lnTo>
                  <a:lnTo>
                    <a:pt x="326671" y="683775"/>
                  </a:lnTo>
                  <a:lnTo>
                    <a:pt x="327339" y="749177"/>
                  </a:lnTo>
                  <a:lnTo>
                    <a:pt x="328007" y="695924"/>
                  </a:lnTo>
                  <a:lnTo>
                    <a:pt x="328675" y="710395"/>
                  </a:lnTo>
                  <a:lnTo>
                    <a:pt x="329343" y="681961"/>
                  </a:lnTo>
                  <a:lnTo>
                    <a:pt x="330011" y="681961"/>
                  </a:lnTo>
                  <a:lnTo>
                    <a:pt x="330679" y="731587"/>
                  </a:lnTo>
                  <a:lnTo>
                    <a:pt x="331347" y="823615"/>
                  </a:lnTo>
                  <a:lnTo>
                    <a:pt x="332015" y="788076"/>
                  </a:lnTo>
                  <a:lnTo>
                    <a:pt x="332683" y="825876"/>
                  </a:lnTo>
                  <a:lnTo>
                    <a:pt x="333351" y="640618"/>
                  </a:lnTo>
                  <a:lnTo>
                    <a:pt x="334019" y="590622"/>
                  </a:lnTo>
                  <a:lnTo>
                    <a:pt x="334687" y="580042"/>
                  </a:lnTo>
                  <a:lnTo>
                    <a:pt x="335355" y="597313"/>
                  </a:lnTo>
                  <a:lnTo>
                    <a:pt x="336023" y="597313"/>
                  </a:lnTo>
                  <a:lnTo>
                    <a:pt x="336691" y="597313"/>
                  </a:lnTo>
                  <a:lnTo>
                    <a:pt x="337359" y="621088"/>
                  </a:lnTo>
                  <a:lnTo>
                    <a:pt x="338027" y="705068"/>
                  </a:lnTo>
                  <a:lnTo>
                    <a:pt x="338695" y="726115"/>
                  </a:lnTo>
                  <a:lnTo>
                    <a:pt x="339363" y="726115"/>
                  </a:lnTo>
                  <a:lnTo>
                    <a:pt x="340031" y="684690"/>
                  </a:lnTo>
                  <a:lnTo>
                    <a:pt x="340699" y="658488"/>
                  </a:lnTo>
                  <a:lnTo>
                    <a:pt x="341367" y="658488"/>
                  </a:lnTo>
                  <a:lnTo>
                    <a:pt x="342035" y="658488"/>
                  </a:lnTo>
                  <a:lnTo>
                    <a:pt x="342703" y="658488"/>
                  </a:lnTo>
                  <a:lnTo>
                    <a:pt x="343371" y="834638"/>
                  </a:lnTo>
                  <a:lnTo>
                    <a:pt x="344039" y="887423"/>
                  </a:lnTo>
                  <a:lnTo>
                    <a:pt x="344707" y="887423"/>
                  </a:lnTo>
                  <a:lnTo>
                    <a:pt x="345375" y="978007"/>
                  </a:lnTo>
                  <a:lnTo>
                    <a:pt x="345915" y="98650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8291721" y="988691"/>
              <a:ext cx="490991" cy="1077598"/>
            </a:xfrm>
            <a:custGeom>
              <a:avLst/>
              <a:pathLst>
                <a:path w="490991" h="1077598">
                  <a:moveTo>
                    <a:pt x="0" y="1077598"/>
                  </a:moveTo>
                  <a:lnTo>
                    <a:pt x="1" y="1077458"/>
                  </a:lnTo>
                  <a:lnTo>
                    <a:pt x="669" y="1077458"/>
                  </a:lnTo>
                  <a:lnTo>
                    <a:pt x="1337" y="1077458"/>
                  </a:lnTo>
                  <a:lnTo>
                    <a:pt x="2005" y="1077458"/>
                  </a:lnTo>
                  <a:lnTo>
                    <a:pt x="2673" y="1077458"/>
                  </a:lnTo>
                  <a:lnTo>
                    <a:pt x="3341" y="1077458"/>
                  </a:lnTo>
                  <a:lnTo>
                    <a:pt x="4009" y="1077458"/>
                  </a:lnTo>
                  <a:lnTo>
                    <a:pt x="4677" y="1077458"/>
                  </a:lnTo>
                  <a:lnTo>
                    <a:pt x="5345" y="1077458"/>
                  </a:lnTo>
                  <a:lnTo>
                    <a:pt x="6013" y="1077458"/>
                  </a:lnTo>
                  <a:lnTo>
                    <a:pt x="6681" y="1077458"/>
                  </a:lnTo>
                  <a:lnTo>
                    <a:pt x="7349" y="1077458"/>
                  </a:lnTo>
                  <a:lnTo>
                    <a:pt x="8017" y="1077458"/>
                  </a:lnTo>
                  <a:lnTo>
                    <a:pt x="8685" y="1077458"/>
                  </a:lnTo>
                  <a:lnTo>
                    <a:pt x="9353" y="1077458"/>
                  </a:lnTo>
                  <a:lnTo>
                    <a:pt x="10021" y="1001858"/>
                  </a:lnTo>
                  <a:lnTo>
                    <a:pt x="10689" y="978515"/>
                  </a:lnTo>
                  <a:lnTo>
                    <a:pt x="11357" y="978515"/>
                  </a:lnTo>
                  <a:lnTo>
                    <a:pt x="12025" y="978515"/>
                  </a:lnTo>
                  <a:lnTo>
                    <a:pt x="12693" y="978515"/>
                  </a:lnTo>
                  <a:lnTo>
                    <a:pt x="13361" y="978515"/>
                  </a:lnTo>
                  <a:lnTo>
                    <a:pt x="14029" y="978515"/>
                  </a:lnTo>
                  <a:lnTo>
                    <a:pt x="14697" y="973947"/>
                  </a:lnTo>
                  <a:lnTo>
                    <a:pt x="15365" y="892807"/>
                  </a:lnTo>
                  <a:lnTo>
                    <a:pt x="16033" y="892807"/>
                  </a:lnTo>
                  <a:lnTo>
                    <a:pt x="16701" y="892807"/>
                  </a:lnTo>
                  <a:lnTo>
                    <a:pt x="17369" y="892807"/>
                  </a:lnTo>
                  <a:lnTo>
                    <a:pt x="18037" y="892807"/>
                  </a:lnTo>
                  <a:lnTo>
                    <a:pt x="18705" y="892807"/>
                  </a:lnTo>
                  <a:lnTo>
                    <a:pt x="19373" y="892807"/>
                  </a:lnTo>
                  <a:lnTo>
                    <a:pt x="20041" y="955992"/>
                  </a:lnTo>
                  <a:lnTo>
                    <a:pt x="20709" y="978515"/>
                  </a:lnTo>
                  <a:lnTo>
                    <a:pt x="21377" y="978515"/>
                  </a:lnTo>
                  <a:lnTo>
                    <a:pt x="22045" y="978515"/>
                  </a:lnTo>
                  <a:lnTo>
                    <a:pt x="22713" y="978515"/>
                  </a:lnTo>
                  <a:lnTo>
                    <a:pt x="23381" y="978515"/>
                  </a:lnTo>
                  <a:lnTo>
                    <a:pt x="24050" y="960434"/>
                  </a:lnTo>
                  <a:lnTo>
                    <a:pt x="24718" y="896831"/>
                  </a:lnTo>
                  <a:lnTo>
                    <a:pt x="25386" y="973947"/>
                  </a:lnTo>
                  <a:lnTo>
                    <a:pt x="26054" y="892807"/>
                  </a:lnTo>
                  <a:lnTo>
                    <a:pt x="26722" y="892807"/>
                  </a:lnTo>
                  <a:lnTo>
                    <a:pt x="27390" y="892807"/>
                  </a:lnTo>
                  <a:lnTo>
                    <a:pt x="28058" y="892807"/>
                  </a:lnTo>
                  <a:lnTo>
                    <a:pt x="28726" y="892807"/>
                  </a:lnTo>
                  <a:lnTo>
                    <a:pt x="29394" y="892807"/>
                  </a:lnTo>
                  <a:lnTo>
                    <a:pt x="30062" y="892807"/>
                  </a:lnTo>
                  <a:lnTo>
                    <a:pt x="30730" y="892807"/>
                  </a:lnTo>
                  <a:lnTo>
                    <a:pt x="31398" y="892807"/>
                  </a:lnTo>
                  <a:lnTo>
                    <a:pt x="32066" y="892807"/>
                  </a:lnTo>
                  <a:lnTo>
                    <a:pt x="32734" y="892807"/>
                  </a:lnTo>
                  <a:lnTo>
                    <a:pt x="33402" y="817207"/>
                  </a:lnTo>
                  <a:lnTo>
                    <a:pt x="34070" y="762548"/>
                  </a:lnTo>
                  <a:lnTo>
                    <a:pt x="34738" y="762548"/>
                  </a:lnTo>
                  <a:lnTo>
                    <a:pt x="35406" y="752798"/>
                  </a:lnTo>
                  <a:lnTo>
                    <a:pt x="36074" y="817207"/>
                  </a:lnTo>
                  <a:lnTo>
                    <a:pt x="36742" y="803099"/>
                  </a:lnTo>
                  <a:lnTo>
                    <a:pt x="37410" y="749580"/>
                  </a:lnTo>
                  <a:lnTo>
                    <a:pt x="38078" y="718264"/>
                  </a:lnTo>
                  <a:lnTo>
                    <a:pt x="38746" y="588629"/>
                  </a:lnTo>
                  <a:lnTo>
                    <a:pt x="39414" y="581179"/>
                  </a:lnTo>
                  <a:lnTo>
                    <a:pt x="40082" y="581179"/>
                  </a:lnTo>
                  <a:lnTo>
                    <a:pt x="40750" y="581179"/>
                  </a:lnTo>
                  <a:lnTo>
                    <a:pt x="41418" y="566536"/>
                  </a:lnTo>
                  <a:lnTo>
                    <a:pt x="42086" y="533612"/>
                  </a:lnTo>
                  <a:lnTo>
                    <a:pt x="42754" y="533612"/>
                  </a:lnTo>
                  <a:lnTo>
                    <a:pt x="43422" y="554582"/>
                  </a:lnTo>
                  <a:lnTo>
                    <a:pt x="44090" y="540527"/>
                  </a:lnTo>
                  <a:lnTo>
                    <a:pt x="44758" y="571380"/>
                  </a:lnTo>
                  <a:lnTo>
                    <a:pt x="45426" y="581179"/>
                  </a:lnTo>
                  <a:lnTo>
                    <a:pt x="46094" y="581179"/>
                  </a:lnTo>
                  <a:lnTo>
                    <a:pt x="46762" y="581179"/>
                  </a:lnTo>
                  <a:lnTo>
                    <a:pt x="47430" y="573816"/>
                  </a:lnTo>
                  <a:lnTo>
                    <a:pt x="48098" y="556956"/>
                  </a:lnTo>
                  <a:lnTo>
                    <a:pt x="48767" y="673980"/>
                  </a:lnTo>
                  <a:lnTo>
                    <a:pt x="49435" y="655696"/>
                  </a:lnTo>
                  <a:lnTo>
                    <a:pt x="50103" y="605583"/>
                  </a:lnTo>
                  <a:lnTo>
                    <a:pt x="50771" y="574907"/>
                  </a:lnTo>
                  <a:lnTo>
                    <a:pt x="51439" y="549347"/>
                  </a:lnTo>
                  <a:lnTo>
                    <a:pt x="52107" y="574907"/>
                  </a:lnTo>
                  <a:lnTo>
                    <a:pt x="52775" y="574907"/>
                  </a:lnTo>
                  <a:lnTo>
                    <a:pt x="53443" y="557104"/>
                  </a:lnTo>
                  <a:lnTo>
                    <a:pt x="54111" y="609945"/>
                  </a:lnTo>
                  <a:lnTo>
                    <a:pt x="54779" y="616331"/>
                  </a:lnTo>
                  <a:lnTo>
                    <a:pt x="55447" y="612067"/>
                  </a:lnTo>
                  <a:lnTo>
                    <a:pt x="56115" y="643544"/>
                  </a:lnTo>
                  <a:lnTo>
                    <a:pt x="56783" y="654773"/>
                  </a:lnTo>
                  <a:lnTo>
                    <a:pt x="57451" y="630373"/>
                  </a:lnTo>
                  <a:lnTo>
                    <a:pt x="58119" y="663597"/>
                  </a:lnTo>
                  <a:lnTo>
                    <a:pt x="58787" y="645794"/>
                  </a:lnTo>
                  <a:lnTo>
                    <a:pt x="59455" y="717545"/>
                  </a:lnTo>
                  <a:lnTo>
                    <a:pt x="60123" y="759767"/>
                  </a:lnTo>
                  <a:lnTo>
                    <a:pt x="60791" y="708182"/>
                  </a:lnTo>
                  <a:lnTo>
                    <a:pt x="61459" y="669851"/>
                  </a:lnTo>
                  <a:lnTo>
                    <a:pt x="62127" y="640309"/>
                  </a:lnTo>
                  <a:lnTo>
                    <a:pt x="62795" y="597359"/>
                  </a:lnTo>
                  <a:lnTo>
                    <a:pt x="63463" y="616331"/>
                  </a:lnTo>
                  <a:lnTo>
                    <a:pt x="64131" y="599439"/>
                  </a:lnTo>
                  <a:lnTo>
                    <a:pt x="64799" y="574907"/>
                  </a:lnTo>
                  <a:lnTo>
                    <a:pt x="65467" y="539781"/>
                  </a:lnTo>
                  <a:lnTo>
                    <a:pt x="66135" y="534881"/>
                  </a:lnTo>
                  <a:lnTo>
                    <a:pt x="66803" y="517688"/>
                  </a:lnTo>
                  <a:lnTo>
                    <a:pt x="67471" y="447904"/>
                  </a:lnTo>
                  <a:lnTo>
                    <a:pt x="68139" y="447904"/>
                  </a:lnTo>
                  <a:lnTo>
                    <a:pt x="68807" y="470356"/>
                  </a:lnTo>
                  <a:lnTo>
                    <a:pt x="69475" y="489329"/>
                  </a:lnTo>
                  <a:lnTo>
                    <a:pt x="70143" y="435981"/>
                  </a:lnTo>
                  <a:lnTo>
                    <a:pt x="70811" y="418501"/>
                  </a:lnTo>
                  <a:lnTo>
                    <a:pt x="71479" y="437953"/>
                  </a:lnTo>
                  <a:lnTo>
                    <a:pt x="72147" y="462101"/>
                  </a:lnTo>
                  <a:lnTo>
                    <a:pt x="72815" y="407107"/>
                  </a:lnTo>
                  <a:lnTo>
                    <a:pt x="73484" y="504453"/>
                  </a:lnTo>
                  <a:lnTo>
                    <a:pt x="74152" y="550358"/>
                  </a:lnTo>
                  <a:lnTo>
                    <a:pt x="74820" y="576079"/>
                  </a:lnTo>
                  <a:lnTo>
                    <a:pt x="75488" y="587997"/>
                  </a:lnTo>
                  <a:lnTo>
                    <a:pt x="76156" y="596974"/>
                  </a:lnTo>
                  <a:lnTo>
                    <a:pt x="76824" y="591573"/>
                  </a:lnTo>
                  <a:lnTo>
                    <a:pt x="77492" y="587997"/>
                  </a:lnTo>
                  <a:lnTo>
                    <a:pt x="78160" y="546572"/>
                  </a:lnTo>
                  <a:lnTo>
                    <a:pt x="78828" y="520370"/>
                  </a:lnTo>
                  <a:lnTo>
                    <a:pt x="79496" y="520370"/>
                  </a:lnTo>
                  <a:lnTo>
                    <a:pt x="80164" y="563509"/>
                  </a:lnTo>
                  <a:lnTo>
                    <a:pt x="80832" y="615314"/>
                  </a:lnTo>
                  <a:lnTo>
                    <a:pt x="81500" y="639967"/>
                  </a:lnTo>
                  <a:lnTo>
                    <a:pt x="82168" y="628471"/>
                  </a:lnTo>
                  <a:lnTo>
                    <a:pt x="82836" y="726782"/>
                  </a:lnTo>
                  <a:lnTo>
                    <a:pt x="83504" y="736167"/>
                  </a:lnTo>
                  <a:lnTo>
                    <a:pt x="84172" y="728329"/>
                  </a:lnTo>
                  <a:lnTo>
                    <a:pt x="84840" y="730100"/>
                  </a:lnTo>
                  <a:lnTo>
                    <a:pt x="85508" y="627229"/>
                  </a:lnTo>
                  <a:lnTo>
                    <a:pt x="86176" y="705477"/>
                  </a:lnTo>
                  <a:lnTo>
                    <a:pt x="86844" y="650963"/>
                  </a:lnTo>
                  <a:lnTo>
                    <a:pt x="87512" y="616631"/>
                  </a:lnTo>
                  <a:lnTo>
                    <a:pt x="88180" y="599045"/>
                  </a:lnTo>
                  <a:lnTo>
                    <a:pt x="88848" y="616060"/>
                  </a:lnTo>
                  <a:lnTo>
                    <a:pt x="89516" y="551856"/>
                  </a:lnTo>
                  <a:lnTo>
                    <a:pt x="90184" y="540410"/>
                  </a:lnTo>
                  <a:lnTo>
                    <a:pt x="90852" y="460768"/>
                  </a:lnTo>
                  <a:lnTo>
                    <a:pt x="91520" y="504006"/>
                  </a:lnTo>
                  <a:lnTo>
                    <a:pt x="92188" y="504006"/>
                  </a:lnTo>
                  <a:lnTo>
                    <a:pt x="92856" y="463239"/>
                  </a:lnTo>
                  <a:lnTo>
                    <a:pt x="93524" y="463239"/>
                  </a:lnTo>
                  <a:lnTo>
                    <a:pt x="94192" y="463239"/>
                  </a:lnTo>
                  <a:lnTo>
                    <a:pt x="94860" y="451013"/>
                  </a:lnTo>
                  <a:lnTo>
                    <a:pt x="95528" y="420274"/>
                  </a:lnTo>
                  <a:lnTo>
                    <a:pt x="96196" y="372460"/>
                  </a:lnTo>
                  <a:lnTo>
                    <a:pt x="96864" y="363944"/>
                  </a:lnTo>
                  <a:lnTo>
                    <a:pt x="97533" y="394257"/>
                  </a:lnTo>
                  <a:lnTo>
                    <a:pt x="98201" y="349911"/>
                  </a:lnTo>
                  <a:lnTo>
                    <a:pt x="98869" y="387112"/>
                  </a:lnTo>
                  <a:lnTo>
                    <a:pt x="99537" y="441040"/>
                  </a:lnTo>
                  <a:lnTo>
                    <a:pt x="100205" y="427235"/>
                  </a:lnTo>
                  <a:lnTo>
                    <a:pt x="100873" y="412708"/>
                  </a:lnTo>
                  <a:lnTo>
                    <a:pt x="101541" y="344602"/>
                  </a:lnTo>
                  <a:lnTo>
                    <a:pt x="102209" y="280779"/>
                  </a:lnTo>
                  <a:lnTo>
                    <a:pt x="102877" y="285197"/>
                  </a:lnTo>
                  <a:lnTo>
                    <a:pt x="103545" y="158888"/>
                  </a:lnTo>
                  <a:lnTo>
                    <a:pt x="104213" y="109680"/>
                  </a:lnTo>
                  <a:lnTo>
                    <a:pt x="104881" y="84141"/>
                  </a:lnTo>
                  <a:lnTo>
                    <a:pt x="105549" y="114434"/>
                  </a:lnTo>
                  <a:lnTo>
                    <a:pt x="106217" y="160168"/>
                  </a:lnTo>
                  <a:lnTo>
                    <a:pt x="106885" y="194374"/>
                  </a:lnTo>
                  <a:lnTo>
                    <a:pt x="107553" y="195726"/>
                  </a:lnTo>
                  <a:lnTo>
                    <a:pt x="108221" y="214970"/>
                  </a:lnTo>
                  <a:lnTo>
                    <a:pt x="108889" y="243502"/>
                  </a:lnTo>
                  <a:lnTo>
                    <a:pt x="109557" y="224812"/>
                  </a:lnTo>
                  <a:lnTo>
                    <a:pt x="110225" y="193024"/>
                  </a:lnTo>
                  <a:lnTo>
                    <a:pt x="110893" y="136277"/>
                  </a:lnTo>
                  <a:lnTo>
                    <a:pt x="111561" y="164023"/>
                  </a:lnTo>
                  <a:lnTo>
                    <a:pt x="112229" y="234808"/>
                  </a:lnTo>
                  <a:lnTo>
                    <a:pt x="112897" y="242045"/>
                  </a:lnTo>
                  <a:lnTo>
                    <a:pt x="113565" y="276425"/>
                  </a:lnTo>
                  <a:lnTo>
                    <a:pt x="114233" y="340988"/>
                  </a:lnTo>
                  <a:lnTo>
                    <a:pt x="114901" y="397764"/>
                  </a:lnTo>
                  <a:lnTo>
                    <a:pt x="115569" y="412778"/>
                  </a:lnTo>
                  <a:lnTo>
                    <a:pt x="116237" y="447904"/>
                  </a:lnTo>
                  <a:lnTo>
                    <a:pt x="116905" y="478719"/>
                  </a:lnTo>
                  <a:lnTo>
                    <a:pt x="117573" y="472437"/>
                  </a:lnTo>
                  <a:lnTo>
                    <a:pt x="118241" y="472437"/>
                  </a:lnTo>
                  <a:lnTo>
                    <a:pt x="118909" y="447904"/>
                  </a:lnTo>
                  <a:lnTo>
                    <a:pt x="119577" y="447904"/>
                  </a:lnTo>
                  <a:lnTo>
                    <a:pt x="120245" y="439931"/>
                  </a:lnTo>
                  <a:lnTo>
                    <a:pt x="120913" y="541031"/>
                  </a:lnTo>
                  <a:lnTo>
                    <a:pt x="121581" y="517965"/>
                  </a:lnTo>
                  <a:lnTo>
                    <a:pt x="122250" y="495751"/>
                  </a:lnTo>
                  <a:lnTo>
                    <a:pt x="122918" y="456213"/>
                  </a:lnTo>
                  <a:lnTo>
                    <a:pt x="123586" y="464603"/>
                  </a:lnTo>
                  <a:lnTo>
                    <a:pt x="124254" y="452887"/>
                  </a:lnTo>
                  <a:lnTo>
                    <a:pt x="124922" y="431680"/>
                  </a:lnTo>
                  <a:lnTo>
                    <a:pt x="125590" y="454548"/>
                  </a:lnTo>
                  <a:lnTo>
                    <a:pt x="126258" y="464603"/>
                  </a:lnTo>
                  <a:lnTo>
                    <a:pt x="126926" y="464603"/>
                  </a:lnTo>
                  <a:lnTo>
                    <a:pt x="127594" y="479988"/>
                  </a:lnTo>
                  <a:lnTo>
                    <a:pt x="128262" y="513731"/>
                  </a:lnTo>
                  <a:lnTo>
                    <a:pt x="128930" y="535994"/>
                  </a:lnTo>
                  <a:lnTo>
                    <a:pt x="129598" y="561017"/>
                  </a:lnTo>
                  <a:lnTo>
                    <a:pt x="130266" y="635882"/>
                  </a:lnTo>
                  <a:lnTo>
                    <a:pt x="130934" y="744444"/>
                  </a:lnTo>
                  <a:lnTo>
                    <a:pt x="131602" y="853131"/>
                  </a:lnTo>
                  <a:lnTo>
                    <a:pt x="132270" y="824379"/>
                  </a:lnTo>
                  <a:lnTo>
                    <a:pt x="132938" y="969411"/>
                  </a:lnTo>
                  <a:lnTo>
                    <a:pt x="133606" y="978515"/>
                  </a:lnTo>
                  <a:lnTo>
                    <a:pt x="134274" y="1011439"/>
                  </a:lnTo>
                  <a:lnTo>
                    <a:pt x="134942" y="1077458"/>
                  </a:lnTo>
                  <a:lnTo>
                    <a:pt x="135610" y="1077458"/>
                  </a:lnTo>
                  <a:lnTo>
                    <a:pt x="136278" y="1036034"/>
                  </a:lnTo>
                  <a:lnTo>
                    <a:pt x="136946" y="967640"/>
                  </a:lnTo>
                  <a:lnTo>
                    <a:pt x="137614" y="816315"/>
                  </a:lnTo>
                  <a:lnTo>
                    <a:pt x="138282" y="815407"/>
                  </a:lnTo>
                  <a:lnTo>
                    <a:pt x="138950" y="754232"/>
                  </a:lnTo>
                  <a:lnTo>
                    <a:pt x="139618" y="660615"/>
                  </a:lnTo>
                  <a:lnTo>
                    <a:pt x="140286" y="658327"/>
                  </a:lnTo>
                  <a:lnTo>
                    <a:pt x="140954" y="564955"/>
                  </a:lnTo>
                  <a:lnTo>
                    <a:pt x="141622" y="446287"/>
                  </a:lnTo>
                  <a:lnTo>
                    <a:pt x="142290" y="388253"/>
                  </a:lnTo>
                  <a:lnTo>
                    <a:pt x="142958" y="346172"/>
                  </a:lnTo>
                  <a:lnTo>
                    <a:pt x="143626" y="302732"/>
                  </a:lnTo>
                  <a:lnTo>
                    <a:pt x="144294" y="259587"/>
                  </a:lnTo>
                  <a:lnTo>
                    <a:pt x="144962" y="216859"/>
                  </a:lnTo>
                  <a:lnTo>
                    <a:pt x="145630" y="194296"/>
                  </a:lnTo>
                  <a:lnTo>
                    <a:pt x="146298" y="181129"/>
                  </a:lnTo>
                  <a:lnTo>
                    <a:pt x="146967" y="173243"/>
                  </a:lnTo>
                  <a:lnTo>
                    <a:pt x="147635" y="172444"/>
                  </a:lnTo>
                  <a:lnTo>
                    <a:pt x="148303" y="88710"/>
                  </a:lnTo>
                  <a:lnTo>
                    <a:pt x="148971" y="114434"/>
                  </a:lnTo>
                  <a:lnTo>
                    <a:pt x="149639" y="158888"/>
                  </a:lnTo>
                  <a:lnTo>
                    <a:pt x="150307" y="137512"/>
                  </a:lnTo>
                  <a:lnTo>
                    <a:pt x="150975" y="184984"/>
                  </a:lnTo>
                  <a:lnTo>
                    <a:pt x="151643" y="208031"/>
                  </a:lnTo>
                  <a:lnTo>
                    <a:pt x="152311" y="227652"/>
                  </a:lnTo>
                  <a:lnTo>
                    <a:pt x="152979" y="268793"/>
                  </a:lnTo>
                  <a:lnTo>
                    <a:pt x="153647" y="311128"/>
                  </a:lnTo>
                  <a:lnTo>
                    <a:pt x="154315" y="306284"/>
                  </a:lnTo>
                  <a:lnTo>
                    <a:pt x="154983" y="301476"/>
                  </a:lnTo>
                  <a:lnTo>
                    <a:pt x="155651" y="288828"/>
                  </a:lnTo>
                  <a:lnTo>
                    <a:pt x="156319" y="274891"/>
                  </a:lnTo>
                  <a:lnTo>
                    <a:pt x="156987" y="296704"/>
                  </a:lnTo>
                  <a:lnTo>
                    <a:pt x="157655" y="337601"/>
                  </a:lnTo>
                  <a:lnTo>
                    <a:pt x="158323" y="312751"/>
                  </a:lnTo>
                  <a:lnTo>
                    <a:pt x="158991" y="277962"/>
                  </a:lnTo>
                  <a:lnTo>
                    <a:pt x="159659" y="276425"/>
                  </a:lnTo>
                  <a:lnTo>
                    <a:pt x="160327" y="274891"/>
                  </a:lnTo>
                  <a:lnTo>
                    <a:pt x="160995" y="246426"/>
                  </a:lnTo>
                  <a:lnTo>
                    <a:pt x="161663" y="217767"/>
                  </a:lnTo>
                  <a:lnTo>
                    <a:pt x="162331" y="216367"/>
                  </a:lnTo>
                  <a:lnTo>
                    <a:pt x="162999" y="198440"/>
                  </a:lnTo>
                  <a:lnTo>
                    <a:pt x="163667" y="138750"/>
                  </a:lnTo>
                  <a:lnTo>
                    <a:pt x="164335" y="107316"/>
                  </a:lnTo>
                  <a:lnTo>
                    <a:pt x="165003" y="137512"/>
                  </a:lnTo>
                  <a:lnTo>
                    <a:pt x="165671" y="144976"/>
                  </a:lnTo>
                  <a:lnTo>
                    <a:pt x="166339" y="131358"/>
                  </a:lnTo>
                  <a:lnTo>
                    <a:pt x="167007" y="107316"/>
                  </a:lnTo>
                  <a:lnTo>
                    <a:pt x="167675" y="42290"/>
                  </a:lnTo>
                  <a:lnTo>
                    <a:pt x="168343" y="1999"/>
                  </a:lnTo>
                  <a:lnTo>
                    <a:pt x="169011" y="0"/>
                  </a:lnTo>
                  <a:lnTo>
                    <a:pt x="169679" y="88756"/>
                  </a:lnTo>
                  <a:lnTo>
                    <a:pt x="170347" y="92178"/>
                  </a:lnTo>
                  <a:lnTo>
                    <a:pt x="171015" y="135038"/>
                  </a:lnTo>
                  <a:lnTo>
                    <a:pt x="171684" y="208872"/>
                  </a:lnTo>
                  <a:lnTo>
                    <a:pt x="172352" y="236682"/>
                  </a:lnTo>
                  <a:lnTo>
                    <a:pt x="173020" y="253480"/>
                  </a:lnTo>
                  <a:lnTo>
                    <a:pt x="173688" y="318680"/>
                  </a:lnTo>
                  <a:lnTo>
                    <a:pt x="174356" y="409599"/>
                  </a:lnTo>
                  <a:lnTo>
                    <a:pt x="175024" y="431680"/>
                  </a:lnTo>
                  <a:lnTo>
                    <a:pt x="175692" y="467990"/>
                  </a:lnTo>
                  <a:lnTo>
                    <a:pt x="176360" y="539781"/>
                  </a:lnTo>
                  <a:lnTo>
                    <a:pt x="177028" y="624947"/>
                  </a:lnTo>
                  <a:lnTo>
                    <a:pt x="177696" y="764929"/>
                  </a:lnTo>
                  <a:lnTo>
                    <a:pt x="178364" y="930102"/>
                  </a:lnTo>
                  <a:lnTo>
                    <a:pt x="179032" y="1000059"/>
                  </a:lnTo>
                  <a:lnTo>
                    <a:pt x="179700" y="940984"/>
                  </a:lnTo>
                  <a:lnTo>
                    <a:pt x="180368" y="1032493"/>
                  </a:lnTo>
                  <a:lnTo>
                    <a:pt x="181036" y="978515"/>
                  </a:lnTo>
                  <a:lnTo>
                    <a:pt x="181704" y="978515"/>
                  </a:lnTo>
                  <a:lnTo>
                    <a:pt x="182372" y="978515"/>
                  </a:lnTo>
                  <a:lnTo>
                    <a:pt x="183040" y="978515"/>
                  </a:lnTo>
                  <a:lnTo>
                    <a:pt x="183708" y="978515"/>
                  </a:lnTo>
                  <a:lnTo>
                    <a:pt x="184376" y="900881"/>
                  </a:lnTo>
                  <a:lnTo>
                    <a:pt x="185044" y="792719"/>
                  </a:lnTo>
                  <a:lnTo>
                    <a:pt x="185712" y="706153"/>
                  </a:lnTo>
                  <a:lnTo>
                    <a:pt x="186380" y="688404"/>
                  </a:lnTo>
                  <a:lnTo>
                    <a:pt x="187048" y="688404"/>
                  </a:lnTo>
                  <a:lnTo>
                    <a:pt x="187716" y="688404"/>
                  </a:lnTo>
                  <a:lnTo>
                    <a:pt x="188384" y="688404"/>
                  </a:lnTo>
                  <a:lnTo>
                    <a:pt x="189052" y="703161"/>
                  </a:lnTo>
                  <a:lnTo>
                    <a:pt x="189720" y="730608"/>
                  </a:lnTo>
                  <a:lnTo>
                    <a:pt x="190388" y="688405"/>
                  </a:lnTo>
                  <a:lnTo>
                    <a:pt x="191056" y="665479"/>
                  </a:lnTo>
                  <a:lnTo>
                    <a:pt x="191724" y="632556"/>
                  </a:lnTo>
                  <a:lnTo>
                    <a:pt x="192392" y="632556"/>
                  </a:lnTo>
                  <a:lnTo>
                    <a:pt x="193060" y="632556"/>
                  </a:lnTo>
                  <a:lnTo>
                    <a:pt x="193728" y="614102"/>
                  </a:lnTo>
                  <a:lnTo>
                    <a:pt x="194396" y="611509"/>
                  </a:lnTo>
                  <a:lnTo>
                    <a:pt x="195064" y="598697"/>
                  </a:lnTo>
                  <a:lnTo>
                    <a:pt x="195733" y="671134"/>
                  </a:lnTo>
                  <a:lnTo>
                    <a:pt x="196401" y="688404"/>
                  </a:lnTo>
                  <a:lnTo>
                    <a:pt x="197069" y="688404"/>
                  </a:lnTo>
                  <a:lnTo>
                    <a:pt x="197737" y="688404"/>
                  </a:lnTo>
                  <a:lnTo>
                    <a:pt x="198405" y="688404"/>
                  </a:lnTo>
                  <a:lnTo>
                    <a:pt x="199073" y="688404"/>
                  </a:lnTo>
                  <a:lnTo>
                    <a:pt x="199741" y="668300"/>
                  </a:lnTo>
                  <a:lnTo>
                    <a:pt x="200409" y="635236"/>
                  </a:lnTo>
                  <a:lnTo>
                    <a:pt x="201077" y="654316"/>
                  </a:lnTo>
                  <a:lnTo>
                    <a:pt x="201745" y="688404"/>
                  </a:lnTo>
                  <a:lnTo>
                    <a:pt x="202413" y="688404"/>
                  </a:lnTo>
                  <a:lnTo>
                    <a:pt x="203081" y="688404"/>
                  </a:lnTo>
                  <a:lnTo>
                    <a:pt x="203749" y="709159"/>
                  </a:lnTo>
                  <a:lnTo>
                    <a:pt x="204417" y="769131"/>
                  </a:lnTo>
                  <a:lnTo>
                    <a:pt x="205085" y="892807"/>
                  </a:lnTo>
                  <a:lnTo>
                    <a:pt x="205753" y="892807"/>
                  </a:lnTo>
                  <a:lnTo>
                    <a:pt x="206421" y="796161"/>
                  </a:lnTo>
                  <a:lnTo>
                    <a:pt x="207089" y="749580"/>
                  </a:lnTo>
                  <a:lnTo>
                    <a:pt x="207757" y="718264"/>
                  </a:lnTo>
                  <a:lnTo>
                    <a:pt x="208425" y="688404"/>
                  </a:lnTo>
                  <a:lnTo>
                    <a:pt x="209093" y="688404"/>
                  </a:lnTo>
                  <a:lnTo>
                    <a:pt x="209761" y="727499"/>
                  </a:lnTo>
                  <a:lnTo>
                    <a:pt x="210429" y="813651"/>
                  </a:lnTo>
                  <a:lnTo>
                    <a:pt x="211097" y="817207"/>
                  </a:lnTo>
                  <a:lnTo>
                    <a:pt x="211765" y="785891"/>
                  </a:lnTo>
                  <a:lnTo>
                    <a:pt x="212433" y="730608"/>
                  </a:lnTo>
                  <a:lnTo>
                    <a:pt x="213101" y="688404"/>
                  </a:lnTo>
                  <a:lnTo>
                    <a:pt x="213769" y="688404"/>
                  </a:lnTo>
                  <a:lnTo>
                    <a:pt x="214437" y="688404"/>
                  </a:lnTo>
                  <a:lnTo>
                    <a:pt x="215105" y="688404"/>
                  </a:lnTo>
                  <a:lnTo>
                    <a:pt x="215773" y="688404"/>
                  </a:lnTo>
                  <a:lnTo>
                    <a:pt x="216441" y="769131"/>
                  </a:lnTo>
                  <a:lnTo>
                    <a:pt x="217109" y="817207"/>
                  </a:lnTo>
                  <a:lnTo>
                    <a:pt x="217777" y="940651"/>
                  </a:lnTo>
                  <a:lnTo>
                    <a:pt x="218445" y="947786"/>
                  </a:lnTo>
                  <a:lnTo>
                    <a:pt x="219113" y="942025"/>
                  </a:lnTo>
                  <a:lnTo>
                    <a:pt x="219781" y="876048"/>
                  </a:lnTo>
                  <a:lnTo>
                    <a:pt x="220450" y="775842"/>
                  </a:lnTo>
                  <a:lnTo>
                    <a:pt x="221118" y="728131"/>
                  </a:lnTo>
                  <a:lnTo>
                    <a:pt x="221786" y="663401"/>
                  </a:lnTo>
                  <a:lnTo>
                    <a:pt x="222454" y="583688"/>
                  </a:lnTo>
                  <a:lnTo>
                    <a:pt x="223122" y="629443"/>
                  </a:lnTo>
                  <a:lnTo>
                    <a:pt x="223790" y="596923"/>
                  </a:lnTo>
                  <a:lnTo>
                    <a:pt x="224458" y="599972"/>
                  </a:lnTo>
                  <a:lnTo>
                    <a:pt x="225126" y="593926"/>
                  </a:lnTo>
                  <a:lnTo>
                    <a:pt x="225794" y="593926"/>
                  </a:lnTo>
                  <a:lnTo>
                    <a:pt x="226462" y="593926"/>
                  </a:lnTo>
                  <a:lnTo>
                    <a:pt x="227130" y="593926"/>
                  </a:lnTo>
                  <a:lnTo>
                    <a:pt x="227798" y="593926"/>
                  </a:lnTo>
                  <a:lnTo>
                    <a:pt x="228466" y="587936"/>
                  </a:lnTo>
                  <a:lnTo>
                    <a:pt x="229134" y="539436"/>
                  </a:lnTo>
                  <a:lnTo>
                    <a:pt x="229802" y="536288"/>
                  </a:lnTo>
                  <a:lnTo>
                    <a:pt x="230470" y="579020"/>
                  </a:lnTo>
                  <a:lnTo>
                    <a:pt x="231138" y="593035"/>
                  </a:lnTo>
                  <a:lnTo>
                    <a:pt x="231806" y="697445"/>
                  </a:lnTo>
                  <a:lnTo>
                    <a:pt x="232474" y="762944"/>
                  </a:lnTo>
                  <a:lnTo>
                    <a:pt x="233142" y="768789"/>
                  </a:lnTo>
                  <a:lnTo>
                    <a:pt x="233810" y="832015"/>
                  </a:lnTo>
                  <a:lnTo>
                    <a:pt x="234478" y="882002"/>
                  </a:lnTo>
                  <a:lnTo>
                    <a:pt x="235146" y="884044"/>
                  </a:lnTo>
                  <a:lnTo>
                    <a:pt x="235814" y="815407"/>
                  </a:lnTo>
                  <a:lnTo>
                    <a:pt x="236482" y="815407"/>
                  </a:lnTo>
                  <a:lnTo>
                    <a:pt x="237150" y="789672"/>
                  </a:lnTo>
                  <a:lnTo>
                    <a:pt x="237818" y="728242"/>
                  </a:lnTo>
                  <a:lnTo>
                    <a:pt x="238486" y="766270"/>
                  </a:lnTo>
                  <a:lnTo>
                    <a:pt x="239154" y="879879"/>
                  </a:lnTo>
                  <a:lnTo>
                    <a:pt x="239822" y="817207"/>
                  </a:lnTo>
                  <a:lnTo>
                    <a:pt x="240490" y="857681"/>
                  </a:lnTo>
                  <a:lnTo>
                    <a:pt x="241158" y="892807"/>
                  </a:lnTo>
                  <a:lnTo>
                    <a:pt x="241826" y="892807"/>
                  </a:lnTo>
                  <a:lnTo>
                    <a:pt x="242494" y="892807"/>
                  </a:lnTo>
                  <a:lnTo>
                    <a:pt x="243162" y="892807"/>
                  </a:lnTo>
                  <a:lnTo>
                    <a:pt x="243830" y="892807"/>
                  </a:lnTo>
                  <a:lnTo>
                    <a:pt x="244498" y="892807"/>
                  </a:lnTo>
                  <a:lnTo>
                    <a:pt x="245167" y="892807"/>
                  </a:lnTo>
                  <a:lnTo>
                    <a:pt x="245835" y="892807"/>
                  </a:lnTo>
                  <a:lnTo>
                    <a:pt x="246503" y="892807"/>
                  </a:lnTo>
                  <a:lnTo>
                    <a:pt x="247171" y="929967"/>
                  </a:lnTo>
                  <a:lnTo>
                    <a:pt x="247839" y="1036034"/>
                  </a:lnTo>
                  <a:lnTo>
                    <a:pt x="248507" y="1077458"/>
                  </a:lnTo>
                  <a:lnTo>
                    <a:pt x="249175" y="1077458"/>
                  </a:lnTo>
                  <a:lnTo>
                    <a:pt x="249843" y="1077458"/>
                  </a:lnTo>
                  <a:lnTo>
                    <a:pt x="250511" y="1077458"/>
                  </a:lnTo>
                  <a:lnTo>
                    <a:pt x="251179" y="1077458"/>
                  </a:lnTo>
                  <a:lnTo>
                    <a:pt x="251847" y="1077458"/>
                  </a:lnTo>
                  <a:lnTo>
                    <a:pt x="252515" y="1077458"/>
                  </a:lnTo>
                  <a:lnTo>
                    <a:pt x="253183" y="1077458"/>
                  </a:lnTo>
                  <a:lnTo>
                    <a:pt x="253851" y="1077458"/>
                  </a:lnTo>
                  <a:lnTo>
                    <a:pt x="254519" y="1016283"/>
                  </a:lnTo>
                  <a:lnTo>
                    <a:pt x="255187" y="900881"/>
                  </a:lnTo>
                  <a:lnTo>
                    <a:pt x="255855" y="808848"/>
                  </a:lnTo>
                  <a:lnTo>
                    <a:pt x="256523" y="789505"/>
                  </a:lnTo>
                  <a:lnTo>
                    <a:pt x="257191" y="778558"/>
                  </a:lnTo>
                  <a:lnTo>
                    <a:pt x="257859" y="759558"/>
                  </a:lnTo>
                  <a:lnTo>
                    <a:pt x="258527" y="792047"/>
                  </a:lnTo>
                  <a:lnTo>
                    <a:pt x="259195" y="787129"/>
                  </a:lnTo>
                  <a:lnTo>
                    <a:pt x="259863" y="726782"/>
                  </a:lnTo>
                  <a:lnTo>
                    <a:pt x="260531" y="641904"/>
                  </a:lnTo>
                  <a:lnTo>
                    <a:pt x="261199" y="587997"/>
                  </a:lnTo>
                  <a:lnTo>
                    <a:pt x="261867" y="652675"/>
                  </a:lnTo>
                  <a:lnTo>
                    <a:pt x="262535" y="594903"/>
                  </a:lnTo>
                  <a:lnTo>
                    <a:pt x="263203" y="572553"/>
                  </a:lnTo>
                  <a:lnTo>
                    <a:pt x="263871" y="557086"/>
                  </a:lnTo>
                  <a:lnTo>
                    <a:pt x="264539" y="575692"/>
                  </a:lnTo>
                  <a:lnTo>
                    <a:pt x="265207" y="617956"/>
                  </a:lnTo>
                  <a:lnTo>
                    <a:pt x="265875" y="710305"/>
                  </a:lnTo>
                  <a:lnTo>
                    <a:pt x="266543" y="730056"/>
                  </a:lnTo>
                  <a:lnTo>
                    <a:pt x="267211" y="690217"/>
                  </a:lnTo>
                  <a:lnTo>
                    <a:pt x="267879" y="705021"/>
                  </a:lnTo>
                  <a:lnTo>
                    <a:pt x="268547" y="744480"/>
                  </a:lnTo>
                  <a:lnTo>
                    <a:pt x="269215" y="733854"/>
                  </a:lnTo>
                  <a:lnTo>
                    <a:pt x="269884" y="733356"/>
                  </a:lnTo>
                  <a:lnTo>
                    <a:pt x="270552" y="848330"/>
                  </a:lnTo>
                  <a:lnTo>
                    <a:pt x="271220" y="944210"/>
                  </a:lnTo>
                  <a:lnTo>
                    <a:pt x="271888" y="921883"/>
                  </a:lnTo>
                  <a:lnTo>
                    <a:pt x="272556" y="1046575"/>
                  </a:lnTo>
                  <a:lnTo>
                    <a:pt x="273224" y="1026082"/>
                  </a:lnTo>
                  <a:lnTo>
                    <a:pt x="273892" y="1077458"/>
                  </a:lnTo>
                  <a:lnTo>
                    <a:pt x="274560" y="1077458"/>
                  </a:lnTo>
                  <a:lnTo>
                    <a:pt x="275228" y="1077458"/>
                  </a:lnTo>
                  <a:lnTo>
                    <a:pt x="275896" y="1077458"/>
                  </a:lnTo>
                  <a:lnTo>
                    <a:pt x="276564" y="1077458"/>
                  </a:lnTo>
                  <a:lnTo>
                    <a:pt x="277232" y="1077458"/>
                  </a:lnTo>
                  <a:lnTo>
                    <a:pt x="277900" y="1077458"/>
                  </a:lnTo>
                  <a:lnTo>
                    <a:pt x="278568" y="1077458"/>
                  </a:lnTo>
                  <a:lnTo>
                    <a:pt x="279236" y="1077458"/>
                  </a:lnTo>
                  <a:lnTo>
                    <a:pt x="279904" y="1077458"/>
                  </a:lnTo>
                  <a:lnTo>
                    <a:pt x="280572" y="1077458"/>
                  </a:lnTo>
                  <a:lnTo>
                    <a:pt x="281240" y="1077458"/>
                  </a:lnTo>
                  <a:lnTo>
                    <a:pt x="281908" y="1077458"/>
                  </a:lnTo>
                  <a:lnTo>
                    <a:pt x="282576" y="1077458"/>
                  </a:lnTo>
                  <a:lnTo>
                    <a:pt x="283244" y="1077458"/>
                  </a:lnTo>
                  <a:lnTo>
                    <a:pt x="283912" y="1077458"/>
                  </a:lnTo>
                  <a:lnTo>
                    <a:pt x="284580" y="1077458"/>
                  </a:lnTo>
                  <a:lnTo>
                    <a:pt x="285248" y="1066849"/>
                  </a:lnTo>
                  <a:lnTo>
                    <a:pt x="285916" y="978515"/>
                  </a:lnTo>
                  <a:lnTo>
                    <a:pt x="286584" y="978515"/>
                  </a:lnTo>
                  <a:lnTo>
                    <a:pt x="287252" y="978515"/>
                  </a:lnTo>
                  <a:lnTo>
                    <a:pt x="287920" y="900881"/>
                  </a:lnTo>
                  <a:lnTo>
                    <a:pt x="288588" y="892807"/>
                  </a:lnTo>
                  <a:lnTo>
                    <a:pt x="289256" y="892807"/>
                  </a:lnTo>
                  <a:lnTo>
                    <a:pt x="289924" y="892807"/>
                  </a:lnTo>
                  <a:lnTo>
                    <a:pt x="290592" y="892807"/>
                  </a:lnTo>
                  <a:lnTo>
                    <a:pt x="291260" y="892807"/>
                  </a:lnTo>
                  <a:lnTo>
                    <a:pt x="291928" y="762548"/>
                  </a:lnTo>
                  <a:lnTo>
                    <a:pt x="292596" y="749580"/>
                  </a:lnTo>
                  <a:lnTo>
                    <a:pt x="293264" y="749580"/>
                  </a:lnTo>
                  <a:lnTo>
                    <a:pt x="293933" y="749580"/>
                  </a:lnTo>
                  <a:lnTo>
                    <a:pt x="294601" y="749580"/>
                  </a:lnTo>
                  <a:lnTo>
                    <a:pt x="295269" y="756031"/>
                  </a:lnTo>
                  <a:lnTo>
                    <a:pt x="295937" y="817207"/>
                  </a:lnTo>
                  <a:lnTo>
                    <a:pt x="296605" y="817207"/>
                  </a:lnTo>
                  <a:lnTo>
                    <a:pt x="297273" y="817207"/>
                  </a:lnTo>
                  <a:lnTo>
                    <a:pt x="297941" y="884833"/>
                  </a:lnTo>
                  <a:lnTo>
                    <a:pt x="298609" y="892807"/>
                  </a:lnTo>
                  <a:lnTo>
                    <a:pt x="299277" y="892807"/>
                  </a:lnTo>
                  <a:lnTo>
                    <a:pt x="299945" y="892807"/>
                  </a:lnTo>
                  <a:lnTo>
                    <a:pt x="300613" y="892807"/>
                  </a:lnTo>
                  <a:lnTo>
                    <a:pt x="301281" y="892807"/>
                  </a:lnTo>
                  <a:lnTo>
                    <a:pt x="301949" y="1056412"/>
                  </a:lnTo>
                  <a:lnTo>
                    <a:pt x="302617" y="1077458"/>
                  </a:lnTo>
                  <a:lnTo>
                    <a:pt x="303285" y="1077458"/>
                  </a:lnTo>
                  <a:lnTo>
                    <a:pt x="303953" y="1077458"/>
                  </a:lnTo>
                  <a:lnTo>
                    <a:pt x="304621" y="1077458"/>
                  </a:lnTo>
                  <a:lnTo>
                    <a:pt x="305289" y="1077458"/>
                  </a:lnTo>
                  <a:lnTo>
                    <a:pt x="305957" y="1077458"/>
                  </a:lnTo>
                  <a:lnTo>
                    <a:pt x="306625" y="1077458"/>
                  </a:lnTo>
                  <a:lnTo>
                    <a:pt x="307293" y="1077458"/>
                  </a:lnTo>
                  <a:lnTo>
                    <a:pt x="307961" y="1077458"/>
                  </a:lnTo>
                  <a:lnTo>
                    <a:pt x="308629" y="1077458"/>
                  </a:lnTo>
                  <a:lnTo>
                    <a:pt x="309297" y="1077458"/>
                  </a:lnTo>
                  <a:lnTo>
                    <a:pt x="309965" y="1077458"/>
                  </a:lnTo>
                  <a:lnTo>
                    <a:pt x="310633" y="1077458"/>
                  </a:lnTo>
                  <a:lnTo>
                    <a:pt x="311301" y="1077458"/>
                  </a:lnTo>
                  <a:lnTo>
                    <a:pt x="311969" y="992419"/>
                  </a:lnTo>
                  <a:lnTo>
                    <a:pt x="312637" y="909058"/>
                  </a:lnTo>
                  <a:lnTo>
                    <a:pt x="313305" y="892807"/>
                  </a:lnTo>
                  <a:lnTo>
                    <a:pt x="313973" y="892807"/>
                  </a:lnTo>
                  <a:lnTo>
                    <a:pt x="314641" y="873056"/>
                  </a:lnTo>
                  <a:lnTo>
                    <a:pt x="315309" y="782503"/>
                  </a:lnTo>
                  <a:lnTo>
                    <a:pt x="315977" y="749580"/>
                  </a:lnTo>
                  <a:lnTo>
                    <a:pt x="316645" y="712180"/>
                  </a:lnTo>
                  <a:lnTo>
                    <a:pt x="317313" y="632556"/>
                  </a:lnTo>
                  <a:lnTo>
                    <a:pt x="317981" y="564127"/>
                  </a:lnTo>
                  <a:lnTo>
                    <a:pt x="318650" y="449913"/>
                  </a:lnTo>
                  <a:lnTo>
                    <a:pt x="319318" y="422344"/>
                  </a:lnTo>
                  <a:lnTo>
                    <a:pt x="319986" y="408992"/>
                  </a:lnTo>
                  <a:lnTo>
                    <a:pt x="320654" y="397764"/>
                  </a:lnTo>
                  <a:lnTo>
                    <a:pt x="321322" y="372304"/>
                  </a:lnTo>
                  <a:lnTo>
                    <a:pt x="321990" y="388554"/>
                  </a:lnTo>
                  <a:lnTo>
                    <a:pt x="322658" y="365212"/>
                  </a:lnTo>
                  <a:lnTo>
                    <a:pt x="323326" y="372304"/>
                  </a:lnTo>
                  <a:lnTo>
                    <a:pt x="323994" y="372304"/>
                  </a:lnTo>
                  <a:lnTo>
                    <a:pt x="324662" y="381281"/>
                  </a:lnTo>
                  <a:lnTo>
                    <a:pt x="325330" y="428153"/>
                  </a:lnTo>
                  <a:lnTo>
                    <a:pt x="325998" y="416588"/>
                  </a:lnTo>
                  <a:lnTo>
                    <a:pt x="326666" y="420420"/>
                  </a:lnTo>
                  <a:lnTo>
                    <a:pt x="327334" y="447904"/>
                  </a:lnTo>
                  <a:lnTo>
                    <a:pt x="328002" y="474524"/>
                  </a:lnTo>
                  <a:lnTo>
                    <a:pt x="328670" y="531324"/>
                  </a:lnTo>
                  <a:lnTo>
                    <a:pt x="329338" y="564127"/>
                  </a:lnTo>
                  <a:lnTo>
                    <a:pt x="330006" y="581179"/>
                  </a:lnTo>
                  <a:lnTo>
                    <a:pt x="330674" y="596165"/>
                  </a:lnTo>
                  <a:lnTo>
                    <a:pt x="331342" y="632556"/>
                  </a:lnTo>
                  <a:lnTo>
                    <a:pt x="332010" y="646069"/>
                  </a:lnTo>
                  <a:lnTo>
                    <a:pt x="332678" y="778988"/>
                  </a:lnTo>
                  <a:lnTo>
                    <a:pt x="333346" y="789505"/>
                  </a:lnTo>
                  <a:lnTo>
                    <a:pt x="334014" y="815407"/>
                  </a:lnTo>
                  <a:lnTo>
                    <a:pt x="334682" y="748949"/>
                  </a:lnTo>
                  <a:lnTo>
                    <a:pt x="335350" y="660615"/>
                  </a:lnTo>
                  <a:lnTo>
                    <a:pt x="336018" y="698383"/>
                  </a:lnTo>
                  <a:lnTo>
                    <a:pt x="336686" y="723168"/>
                  </a:lnTo>
                  <a:lnTo>
                    <a:pt x="337354" y="718134"/>
                  </a:lnTo>
                  <a:lnTo>
                    <a:pt x="338022" y="743709"/>
                  </a:lnTo>
                  <a:lnTo>
                    <a:pt x="338690" y="786876"/>
                  </a:lnTo>
                  <a:lnTo>
                    <a:pt x="339358" y="710656"/>
                  </a:lnTo>
                  <a:lnTo>
                    <a:pt x="340026" y="700818"/>
                  </a:lnTo>
                  <a:lnTo>
                    <a:pt x="340694" y="622782"/>
                  </a:lnTo>
                  <a:lnTo>
                    <a:pt x="341362" y="616332"/>
                  </a:lnTo>
                  <a:lnTo>
                    <a:pt x="342030" y="622782"/>
                  </a:lnTo>
                  <a:lnTo>
                    <a:pt x="342698" y="651525"/>
                  </a:lnTo>
                  <a:lnTo>
                    <a:pt x="343367" y="583297"/>
                  </a:lnTo>
                  <a:lnTo>
                    <a:pt x="344035" y="489329"/>
                  </a:lnTo>
                  <a:lnTo>
                    <a:pt x="344703" y="497944"/>
                  </a:lnTo>
                  <a:lnTo>
                    <a:pt x="345371" y="556955"/>
                  </a:lnTo>
                  <a:lnTo>
                    <a:pt x="346039" y="515531"/>
                  </a:lnTo>
                  <a:lnTo>
                    <a:pt x="346707" y="453950"/>
                  </a:lnTo>
                  <a:lnTo>
                    <a:pt x="347375" y="480827"/>
                  </a:lnTo>
                  <a:lnTo>
                    <a:pt x="348043" y="489329"/>
                  </a:lnTo>
                  <a:lnTo>
                    <a:pt x="348711" y="511089"/>
                  </a:lnTo>
                  <a:lnTo>
                    <a:pt x="349379" y="559337"/>
                  </a:lnTo>
                  <a:lnTo>
                    <a:pt x="350047" y="540527"/>
                  </a:lnTo>
                  <a:lnTo>
                    <a:pt x="350715" y="624582"/>
                  </a:lnTo>
                  <a:lnTo>
                    <a:pt x="351383" y="632556"/>
                  </a:lnTo>
                  <a:lnTo>
                    <a:pt x="352051" y="632556"/>
                  </a:lnTo>
                  <a:lnTo>
                    <a:pt x="352719" y="635236"/>
                  </a:lnTo>
                  <a:lnTo>
                    <a:pt x="353387" y="688404"/>
                  </a:lnTo>
                  <a:lnTo>
                    <a:pt x="354055" y="688404"/>
                  </a:lnTo>
                  <a:lnTo>
                    <a:pt x="354723" y="749580"/>
                  </a:lnTo>
                  <a:lnTo>
                    <a:pt x="355391" y="782503"/>
                  </a:lnTo>
                  <a:lnTo>
                    <a:pt x="356059" y="846387"/>
                  </a:lnTo>
                  <a:lnTo>
                    <a:pt x="356727" y="964907"/>
                  </a:lnTo>
                  <a:lnTo>
                    <a:pt x="357395" y="978515"/>
                  </a:lnTo>
                  <a:lnTo>
                    <a:pt x="358063" y="951580"/>
                  </a:lnTo>
                  <a:lnTo>
                    <a:pt x="358731" y="892807"/>
                  </a:lnTo>
                  <a:lnTo>
                    <a:pt x="359399" y="925730"/>
                  </a:lnTo>
                  <a:lnTo>
                    <a:pt x="360067" y="978515"/>
                  </a:lnTo>
                  <a:lnTo>
                    <a:pt x="360735" y="978515"/>
                  </a:lnTo>
                  <a:lnTo>
                    <a:pt x="361403" y="978515"/>
                  </a:lnTo>
                  <a:lnTo>
                    <a:pt x="362071" y="978515"/>
                  </a:lnTo>
                  <a:lnTo>
                    <a:pt x="362739" y="978515"/>
                  </a:lnTo>
                  <a:lnTo>
                    <a:pt x="363407" y="978515"/>
                  </a:lnTo>
                  <a:lnTo>
                    <a:pt x="364075" y="951580"/>
                  </a:lnTo>
                  <a:lnTo>
                    <a:pt x="364743" y="892807"/>
                  </a:lnTo>
                  <a:lnTo>
                    <a:pt x="365411" y="892807"/>
                  </a:lnTo>
                  <a:lnTo>
                    <a:pt x="366079" y="892807"/>
                  </a:lnTo>
                  <a:lnTo>
                    <a:pt x="366747" y="892807"/>
                  </a:lnTo>
                  <a:lnTo>
                    <a:pt x="367415" y="892807"/>
                  </a:lnTo>
                  <a:lnTo>
                    <a:pt x="368084" y="917340"/>
                  </a:lnTo>
                  <a:lnTo>
                    <a:pt x="368752" y="978515"/>
                  </a:lnTo>
                  <a:lnTo>
                    <a:pt x="369420" y="978515"/>
                  </a:lnTo>
                  <a:lnTo>
                    <a:pt x="370088" y="978515"/>
                  </a:lnTo>
                  <a:lnTo>
                    <a:pt x="370756" y="978515"/>
                  </a:lnTo>
                  <a:lnTo>
                    <a:pt x="371424" y="978515"/>
                  </a:lnTo>
                  <a:lnTo>
                    <a:pt x="372092" y="978515"/>
                  </a:lnTo>
                  <a:lnTo>
                    <a:pt x="372760" y="978515"/>
                  </a:lnTo>
                  <a:lnTo>
                    <a:pt x="373428" y="978515"/>
                  </a:lnTo>
                  <a:lnTo>
                    <a:pt x="374096" y="1006630"/>
                  </a:lnTo>
                  <a:lnTo>
                    <a:pt x="374764" y="1077458"/>
                  </a:lnTo>
                  <a:lnTo>
                    <a:pt x="375432" y="1077458"/>
                  </a:lnTo>
                  <a:lnTo>
                    <a:pt x="376100" y="1077458"/>
                  </a:lnTo>
                  <a:lnTo>
                    <a:pt x="376768" y="1077458"/>
                  </a:lnTo>
                  <a:lnTo>
                    <a:pt x="377436" y="1077458"/>
                  </a:lnTo>
                  <a:lnTo>
                    <a:pt x="378104" y="1001858"/>
                  </a:lnTo>
                  <a:lnTo>
                    <a:pt x="378772" y="978515"/>
                  </a:lnTo>
                  <a:lnTo>
                    <a:pt x="379440" y="978515"/>
                  </a:lnTo>
                  <a:lnTo>
                    <a:pt x="380108" y="978515"/>
                  </a:lnTo>
                  <a:lnTo>
                    <a:pt x="380776" y="978515"/>
                  </a:lnTo>
                  <a:lnTo>
                    <a:pt x="381444" y="978515"/>
                  </a:lnTo>
                  <a:lnTo>
                    <a:pt x="382112" y="934232"/>
                  </a:lnTo>
                  <a:lnTo>
                    <a:pt x="382780" y="892807"/>
                  </a:lnTo>
                  <a:lnTo>
                    <a:pt x="383448" y="892807"/>
                  </a:lnTo>
                  <a:lnTo>
                    <a:pt x="384116" y="892807"/>
                  </a:lnTo>
                  <a:lnTo>
                    <a:pt x="384784" y="892807"/>
                  </a:lnTo>
                  <a:lnTo>
                    <a:pt x="385452" y="892807"/>
                  </a:lnTo>
                  <a:lnTo>
                    <a:pt x="386120" y="892807"/>
                  </a:lnTo>
                  <a:lnTo>
                    <a:pt x="386788" y="892807"/>
                  </a:lnTo>
                  <a:lnTo>
                    <a:pt x="387456" y="892807"/>
                  </a:lnTo>
                  <a:lnTo>
                    <a:pt x="388124" y="955992"/>
                  </a:lnTo>
                  <a:lnTo>
                    <a:pt x="388792" y="978515"/>
                  </a:lnTo>
                  <a:lnTo>
                    <a:pt x="389460" y="978515"/>
                  </a:lnTo>
                  <a:lnTo>
                    <a:pt x="390128" y="978515"/>
                  </a:lnTo>
                  <a:lnTo>
                    <a:pt x="390796" y="978515"/>
                  </a:lnTo>
                  <a:lnTo>
                    <a:pt x="391464" y="978515"/>
                  </a:lnTo>
                  <a:lnTo>
                    <a:pt x="392133" y="1026082"/>
                  </a:lnTo>
                  <a:lnTo>
                    <a:pt x="392801" y="1077458"/>
                  </a:lnTo>
                  <a:lnTo>
                    <a:pt x="393469" y="1077458"/>
                  </a:lnTo>
                  <a:lnTo>
                    <a:pt x="394137" y="1077458"/>
                  </a:lnTo>
                  <a:lnTo>
                    <a:pt x="394805" y="1077458"/>
                  </a:lnTo>
                  <a:lnTo>
                    <a:pt x="395473" y="1077458"/>
                  </a:lnTo>
                  <a:lnTo>
                    <a:pt x="396141" y="1077458"/>
                  </a:lnTo>
                  <a:lnTo>
                    <a:pt x="396809" y="1077458"/>
                  </a:lnTo>
                  <a:lnTo>
                    <a:pt x="397477" y="1077458"/>
                  </a:lnTo>
                  <a:lnTo>
                    <a:pt x="398145" y="1077458"/>
                  </a:lnTo>
                  <a:lnTo>
                    <a:pt x="398813" y="1077458"/>
                  </a:lnTo>
                  <a:lnTo>
                    <a:pt x="399481" y="1077458"/>
                  </a:lnTo>
                  <a:lnTo>
                    <a:pt x="400149" y="1077458"/>
                  </a:lnTo>
                  <a:lnTo>
                    <a:pt x="400817" y="1077458"/>
                  </a:lnTo>
                  <a:lnTo>
                    <a:pt x="401485" y="1077458"/>
                  </a:lnTo>
                  <a:lnTo>
                    <a:pt x="402153" y="1077458"/>
                  </a:lnTo>
                  <a:lnTo>
                    <a:pt x="402821" y="1077458"/>
                  </a:lnTo>
                  <a:lnTo>
                    <a:pt x="403489" y="1077458"/>
                  </a:lnTo>
                  <a:lnTo>
                    <a:pt x="404157" y="1011439"/>
                  </a:lnTo>
                  <a:lnTo>
                    <a:pt x="404825" y="978515"/>
                  </a:lnTo>
                  <a:lnTo>
                    <a:pt x="405493" y="978515"/>
                  </a:lnTo>
                  <a:lnTo>
                    <a:pt x="406161" y="969411"/>
                  </a:lnTo>
                  <a:lnTo>
                    <a:pt x="406829" y="892807"/>
                  </a:lnTo>
                  <a:lnTo>
                    <a:pt x="407497" y="993907"/>
                  </a:lnTo>
                  <a:lnTo>
                    <a:pt x="408165" y="937408"/>
                  </a:lnTo>
                  <a:lnTo>
                    <a:pt x="408833" y="944210"/>
                  </a:lnTo>
                  <a:lnTo>
                    <a:pt x="409501" y="919722"/>
                  </a:lnTo>
                  <a:lnTo>
                    <a:pt x="410169" y="876583"/>
                  </a:lnTo>
                  <a:lnTo>
                    <a:pt x="410837" y="876583"/>
                  </a:lnTo>
                  <a:lnTo>
                    <a:pt x="411505" y="845267"/>
                  </a:lnTo>
                  <a:lnTo>
                    <a:pt x="412173" y="815407"/>
                  </a:lnTo>
                  <a:lnTo>
                    <a:pt x="412841" y="764929"/>
                  </a:lnTo>
                  <a:lnTo>
                    <a:pt x="413509" y="656047"/>
                  </a:lnTo>
                  <a:lnTo>
                    <a:pt x="414177" y="620625"/>
                  </a:lnTo>
                  <a:lnTo>
                    <a:pt x="414845" y="616331"/>
                  </a:lnTo>
                  <a:lnTo>
                    <a:pt x="415513" y="616331"/>
                  </a:lnTo>
                  <a:lnTo>
                    <a:pt x="416181" y="620625"/>
                  </a:lnTo>
                  <a:lnTo>
                    <a:pt x="416850" y="744480"/>
                  </a:lnTo>
                  <a:lnTo>
                    <a:pt x="417518" y="722370"/>
                  </a:lnTo>
                  <a:lnTo>
                    <a:pt x="418186" y="705021"/>
                  </a:lnTo>
                  <a:lnTo>
                    <a:pt x="418854" y="705021"/>
                  </a:lnTo>
                  <a:lnTo>
                    <a:pt x="419522" y="720176"/>
                  </a:lnTo>
                  <a:lnTo>
                    <a:pt x="420190" y="749305"/>
                  </a:lnTo>
                  <a:lnTo>
                    <a:pt x="420858" y="688130"/>
                  </a:lnTo>
                  <a:lnTo>
                    <a:pt x="421526" y="683975"/>
                  </a:lnTo>
                  <a:lnTo>
                    <a:pt x="422194" y="705021"/>
                  </a:lnTo>
                  <a:lnTo>
                    <a:pt x="422862" y="744737"/>
                  </a:lnTo>
                  <a:lnTo>
                    <a:pt x="423530" y="853620"/>
                  </a:lnTo>
                  <a:lnTo>
                    <a:pt x="424198" y="937020"/>
                  </a:lnTo>
                  <a:lnTo>
                    <a:pt x="424866" y="965273"/>
                  </a:lnTo>
                  <a:lnTo>
                    <a:pt x="425534" y="965273"/>
                  </a:lnTo>
                  <a:lnTo>
                    <a:pt x="426202" y="965273"/>
                  </a:lnTo>
                  <a:lnTo>
                    <a:pt x="426870" y="876583"/>
                  </a:lnTo>
                  <a:lnTo>
                    <a:pt x="427538" y="916298"/>
                  </a:lnTo>
                  <a:lnTo>
                    <a:pt x="428206" y="954995"/>
                  </a:lnTo>
                  <a:lnTo>
                    <a:pt x="428874" y="876583"/>
                  </a:lnTo>
                  <a:lnTo>
                    <a:pt x="429542" y="876583"/>
                  </a:lnTo>
                  <a:lnTo>
                    <a:pt x="430210" y="876583"/>
                  </a:lnTo>
                  <a:lnTo>
                    <a:pt x="430878" y="973390"/>
                  </a:lnTo>
                  <a:lnTo>
                    <a:pt x="431546" y="984684"/>
                  </a:lnTo>
                  <a:lnTo>
                    <a:pt x="432214" y="944210"/>
                  </a:lnTo>
                  <a:lnTo>
                    <a:pt x="432882" y="978143"/>
                  </a:lnTo>
                  <a:lnTo>
                    <a:pt x="433550" y="884848"/>
                  </a:lnTo>
                  <a:lnTo>
                    <a:pt x="434218" y="804321"/>
                  </a:lnTo>
                  <a:lnTo>
                    <a:pt x="434886" y="749305"/>
                  </a:lnTo>
                  <a:lnTo>
                    <a:pt x="435554" y="773624"/>
                  </a:lnTo>
                  <a:lnTo>
                    <a:pt x="436222" y="771481"/>
                  </a:lnTo>
                  <a:lnTo>
                    <a:pt x="436890" y="771481"/>
                  </a:lnTo>
                  <a:lnTo>
                    <a:pt x="437558" y="767216"/>
                  </a:lnTo>
                  <a:lnTo>
                    <a:pt x="438226" y="750434"/>
                  </a:lnTo>
                  <a:lnTo>
                    <a:pt x="438894" y="777932"/>
                  </a:lnTo>
                  <a:lnTo>
                    <a:pt x="439562" y="721677"/>
                  </a:lnTo>
                  <a:lnTo>
                    <a:pt x="440230" y="692716"/>
                  </a:lnTo>
                  <a:lnTo>
                    <a:pt x="440898" y="668632"/>
                  </a:lnTo>
                  <a:lnTo>
                    <a:pt x="441567" y="636710"/>
                  </a:lnTo>
                  <a:lnTo>
                    <a:pt x="442235" y="656029"/>
                  </a:lnTo>
                  <a:lnTo>
                    <a:pt x="442903" y="672538"/>
                  </a:lnTo>
                  <a:lnTo>
                    <a:pt x="443571" y="722082"/>
                  </a:lnTo>
                  <a:lnTo>
                    <a:pt x="444239" y="649708"/>
                  </a:lnTo>
                  <a:lnTo>
                    <a:pt x="444907" y="708363"/>
                  </a:lnTo>
                  <a:lnTo>
                    <a:pt x="445575" y="665244"/>
                  </a:lnTo>
                  <a:lnTo>
                    <a:pt x="446243" y="575692"/>
                  </a:lnTo>
                  <a:lnTo>
                    <a:pt x="446911" y="534994"/>
                  </a:lnTo>
                  <a:lnTo>
                    <a:pt x="447579" y="426203"/>
                  </a:lnTo>
                  <a:lnTo>
                    <a:pt x="448247" y="364021"/>
                  </a:lnTo>
                  <a:lnTo>
                    <a:pt x="448915" y="345027"/>
                  </a:lnTo>
                  <a:lnTo>
                    <a:pt x="449583" y="284096"/>
                  </a:lnTo>
                  <a:lnTo>
                    <a:pt x="450251" y="281879"/>
                  </a:lnTo>
                  <a:lnTo>
                    <a:pt x="450919" y="279669"/>
                  </a:lnTo>
                  <a:lnTo>
                    <a:pt x="451587" y="326578"/>
                  </a:lnTo>
                  <a:lnTo>
                    <a:pt x="452255" y="349308"/>
                  </a:lnTo>
                  <a:lnTo>
                    <a:pt x="452923" y="315455"/>
                  </a:lnTo>
                  <a:lnTo>
                    <a:pt x="453591" y="279097"/>
                  </a:lnTo>
                  <a:lnTo>
                    <a:pt x="454259" y="294429"/>
                  </a:lnTo>
                  <a:lnTo>
                    <a:pt x="454927" y="353363"/>
                  </a:lnTo>
                  <a:lnTo>
                    <a:pt x="455595" y="350611"/>
                  </a:lnTo>
                  <a:lnTo>
                    <a:pt x="456263" y="411819"/>
                  </a:lnTo>
                  <a:lnTo>
                    <a:pt x="456931" y="530438"/>
                  </a:lnTo>
                  <a:lnTo>
                    <a:pt x="457599" y="506833"/>
                  </a:lnTo>
                  <a:lnTo>
                    <a:pt x="458267" y="567462"/>
                  </a:lnTo>
                  <a:lnTo>
                    <a:pt x="458935" y="540649"/>
                  </a:lnTo>
                  <a:lnTo>
                    <a:pt x="459603" y="595526"/>
                  </a:lnTo>
                  <a:lnTo>
                    <a:pt x="460271" y="588355"/>
                  </a:lnTo>
                  <a:lnTo>
                    <a:pt x="460939" y="584799"/>
                  </a:lnTo>
                  <a:lnTo>
                    <a:pt x="461607" y="580088"/>
                  </a:lnTo>
                  <a:lnTo>
                    <a:pt x="462275" y="585390"/>
                  </a:lnTo>
                  <a:lnTo>
                    <a:pt x="462943" y="570654"/>
                  </a:lnTo>
                  <a:lnTo>
                    <a:pt x="463611" y="628892"/>
                  </a:lnTo>
                  <a:lnTo>
                    <a:pt x="464279" y="672376"/>
                  </a:lnTo>
                  <a:lnTo>
                    <a:pt x="464947" y="670998"/>
                  </a:lnTo>
                  <a:lnTo>
                    <a:pt x="465615" y="634425"/>
                  </a:lnTo>
                  <a:lnTo>
                    <a:pt x="466284" y="614159"/>
                  </a:lnTo>
                  <a:lnTo>
                    <a:pt x="466952" y="589314"/>
                  </a:lnTo>
                  <a:lnTo>
                    <a:pt x="467620" y="600601"/>
                  </a:lnTo>
                  <a:lnTo>
                    <a:pt x="468288" y="567492"/>
                  </a:lnTo>
                  <a:lnTo>
                    <a:pt x="468956" y="574120"/>
                  </a:lnTo>
                  <a:lnTo>
                    <a:pt x="469624" y="483457"/>
                  </a:lnTo>
                  <a:lnTo>
                    <a:pt x="470292" y="510092"/>
                  </a:lnTo>
                  <a:lnTo>
                    <a:pt x="470960" y="551013"/>
                  </a:lnTo>
                  <a:lnTo>
                    <a:pt x="471628" y="634713"/>
                  </a:lnTo>
                  <a:lnTo>
                    <a:pt x="472296" y="623352"/>
                  </a:lnTo>
                  <a:lnTo>
                    <a:pt x="472964" y="684753"/>
                  </a:lnTo>
                  <a:lnTo>
                    <a:pt x="473632" y="723139"/>
                  </a:lnTo>
                  <a:lnTo>
                    <a:pt x="474300" y="616706"/>
                  </a:lnTo>
                  <a:lnTo>
                    <a:pt x="474968" y="616706"/>
                  </a:lnTo>
                  <a:lnTo>
                    <a:pt x="475636" y="593643"/>
                  </a:lnTo>
                  <a:lnTo>
                    <a:pt x="476304" y="564127"/>
                  </a:lnTo>
                  <a:lnTo>
                    <a:pt x="476972" y="533612"/>
                  </a:lnTo>
                  <a:lnTo>
                    <a:pt x="477640" y="533612"/>
                  </a:lnTo>
                  <a:lnTo>
                    <a:pt x="478308" y="640629"/>
                  </a:lnTo>
                  <a:lnTo>
                    <a:pt x="478976" y="688404"/>
                  </a:lnTo>
                  <a:lnTo>
                    <a:pt x="479644" y="756062"/>
                  </a:lnTo>
                  <a:lnTo>
                    <a:pt x="480312" y="715203"/>
                  </a:lnTo>
                  <a:lnTo>
                    <a:pt x="480980" y="634713"/>
                  </a:lnTo>
                  <a:lnTo>
                    <a:pt x="481648" y="667636"/>
                  </a:lnTo>
                  <a:lnTo>
                    <a:pt x="482316" y="686340"/>
                  </a:lnTo>
                  <a:lnTo>
                    <a:pt x="482984" y="708182"/>
                  </a:lnTo>
                  <a:lnTo>
                    <a:pt x="483652" y="708182"/>
                  </a:lnTo>
                  <a:lnTo>
                    <a:pt x="484320" y="723168"/>
                  </a:lnTo>
                  <a:lnTo>
                    <a:pt x="484988" y="759558"/>
                  </a:lnTo>
                  <a:lnTo>
                    <a:pt x="485656" y="800983"/>
                  </a:lnTo>
                  <a:lnTo>
                    <a:pt x="486324" y="836162"/>
                  </a:lnTo>
                  <a:lnTo>
                    <a:pt x="486992" y="876583"/>
                  </a:lnTo>
                  <a:lnTo>
                    <a:pt x="487660" y="876583"/>
                  </a:lnTo>
                  <a:lnTo>
                    <a:pt x="488328" y="876583"/>
                  </a:lnTo>
                  <a:lnTo>
                    <a:pt x="488996" y="876583"/>
                  </a:lnTo>
                  <a:lnTo>
                    <a:pt x="489664" y="895983"/>
                  </a:lnTo>
                  <a:lnTo>
                    <a:pt x="490333" y="943767"/>
                  </a:lnTo>
                  <a:lnTo>
                    <a:pt x="490991" y="107759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8782911" y="1351943"/>
              <a:ext cx="43156" cy="714345"/>
            </a:xfrm>
            <a:custGeom>
              <a:avLst/>
              <a:pathLst>
                <a:path w="43156" h="714345">
                  <a:moveTo>
                    <a:pt x="0" y="714345"/>
                  </a:moveTo>
                  <a:lnTo>
                    <a:pt x="479" y="709232"/>
                  </a:lnTo>
                  <a:lnTo>
                    <a:pt x="1147" y="714206"/>
                  </a:lnTo>
                  <a:lnTo>
                    <a:pt x="1815" y="714206"/>
                  </a:lnTo>
                  <a:lnTo>
                    <a:pt x="2483" y="714206"/>
                  </a:lnTo>
                  <a:lnTo>
                    <a:pt x="3151" y="714206"/>
                  </a:lnTo>
                  <a:lnTo>
                    <a:pt x="3819" y="714206"/>
                  </a:lnTo>
                  <a:lnTo>
                    <a:pt x="4487" y="714206"/>
                  </a:lnTo>
                  <a:lnTo>
                    <a:pt x="5155" y="714206"/>
                  </a:lnTo>
                  <a:lnTo>
                    <a:pt x="5823" y="714206"/>
                  </a:lnTo>
                  <a:lnTo>
                    <a:pt x="6491" y="714206"/>
                  </a:lnTo>
                  <a:lnTo>
                    <a:pt x="7159" y="714206"/>
                  </a:lnTo>
                  <a:lnTo>
                    <a:pt x="7827" y="662830"/>
                  </a:lnTo>
                  <a:lnTo>
                    <a:pt x="8495" y="615263"/>
                  </a:lnTo>
                  <a:lnTo>
                    <a:pt x="9163" y="615263"/>
                  </a:lnTo>
                  <a:lnTo>
                    <a:pt x="9831" y="615263"/>
                  </a:lnTo>
                  <a:lnTo>
                    <a:pt x="10499" y="562478"/>
                  </a:lnTo>
                  <a:lnTo>
                    <a:pt x="11167" y="529555"/>
                  </a:lnTo>
                  <a:lnTo>
                    <a:pt x="11835" y="529555"/>
                  </a:lnTo>
                  <a:lnTo>
                    <a:pt x="12503" y="505925"/>
                  </a:lnTo>
                  <a:lnTo>
                    <a:pt x="13171" y="443345"/>
                  </a:lnTo>
                  <a:lnTo>
                    <a:pt x="13839" y="473085"/>
                  </a:lnTo>
                  <a:lnTo>
                    <a:pt x="14507" y="392164"/>
                  </a:lnTo>
                  <a:lnTo>
                    <a:pt x="15175" y="328329"/>
                  </a:lnTo>
                  <a:lnTo>
                    <a:pt x="15843" y="297363"/>
                  </a:lnTo>
                  <a:lnTo>
                    <a:pt x="16511" y="297363"/>
                  </a:lnTo>
                  <a:lnTo>
                    <a:pt x="17179" y="297363"/>
                  </a:lnTo>
                  <a:lnTo>
                    <a:pt x="17847" y="257373"/>
                  </a:lnTo>
                  <a:lnTo>
                    <a:pt x="18515" y="260541"/>
                  </a:lnTo>
                  <a:lnTo>
                    <a:pt x="19183" y="195432"/>
                  </a:lnTo>
                  <a:lnTo>
                    <a:pt x="19851" y="101411"/>
                  </a:lnTo>
                  <a:lnTo>
                    <a:pt x="20519" y="56344"/>
                  </a:lnTo>
                  <a:lnTo>
                    <a:pt x="21187" y="67410"/>
                  </a:lnTo>
                  <a:lnTo>
                    <a:pt x="21855" y="67410"/>
                  </a:lnTo>
                  <a:lnTo>
                    <a:pt x="22523" y="57717"/>
                  </a:lnTo>
                  <a:lnTo>
                    <a:pt x="23191" y="29484"/>
                  </a:lnTo>
                  <a:lnTo>
                    <a:pt x="23859" y="35268"/>
                  </a:lnTo>
                  <a:lnTo>
                    <a:pt x="24527" y="79552"/>
                  </a:lnTo>
                  <a:lnTo>
                    <a:pt x="25196" y="43254"/>
                  </a:lnTo>
                  <a:lnTo>
                    <a:pt x="25864" y="62041"/>
                  </a:lnTo>
                  <a:lnTo>
                    <a:pt x="26532" y="16065"/>
                  </a:lnTo>
                  <a:lnTo>
                    <a:pt x="27200" y="5795"/>
                  </a:lnTo>
                  <a:lnTo>
                    <a:pt x="27868" y="0"/>
                  </a:lnTo>
                  <a:lnTo>
                    <a:pt x="28536" y="45777"/>
                  </a:lnTo>
                  <a:lnTo>
                    <a:pt x="29204" y="99543"/>
                  </a:lnTo>
                  <a:lnTo>
                    <a:pt x="29872" y="205240"/>
                  </a:lnTo>
                  <a:lnTo>
                    <a:pt x="30540" y="217927"/>
                  </a:lnTo>
                  <a:lnTo>
                    <a:pt x="31208" y="217927"/>
                  </a:lnTo>
                  <a:lnTo>
                    <a:pt x="31876" y="217927"/>
                  </a:lnTo>
                  <a:lnTo>
                    <a:pt x="32544" y="250850"/>
                  </a:lnTo>
                  <a:lnTo>
                    <a:pt x="33212" y="358075"/>
                  </a:lnTo>
                  <a:lnTo>
                    <a:pt x="33880" y="386328"/>
                  </a:lnTo>
                  <a:lnTo>
                    <a:pt x="34548" y="386328"/>
                  </a:lnTo>
                  <a:lnTo>
                    <a:pt x="35216" y="386328"/>
                  </a:lnTo>
                  <a:lnTo>
                    <a:pt x="35884" y="399295"/>
                  </a:lnTo>
                  <a:lnTo>
                    <a:pt x="36552" y="505925"/>
                  </a:lnTo>
                  <a:lnTo>
                    <a:pt x="37220" y="533579"/>
                  </a:lnTo>
                  <a:lnTo>
                    <a:pt x="37888" y="677816"/>
                  </a:lnTo>
                  <a:lnTo>
                    <a:pt x="38556" y="714206"/>
                  </a:lnTo>
                  <a:lnTo>
                    <a:pt x="39224" y="688004"/>
                  </a:lnTo>
                  <a:lnTo>
                    <a:pt x="39892" y="615263"/>
                  </a:lnTo>
                  <a:lnTo>
                    <a:pt x="40560" y="615263"/>
                  </a:lnTo>
                  <a:lnTo>
                    <a:pt x="41228" y="529555"/>
                  </a:lnTo>
                  <a:lnTo>
                    <a:pt x="41896" y="529555"/>
                  </a:lnTo>
                  <a:lnTo>
                    <a:pt x="42564" y="630655"/>
                  </a:lnTo>
                  <a:lnTo>
                    <a:pt x="43156" y="71434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8829189" y="2042055"/>
              <a:ext cx="3492" cy="24233"/>
            </a:xfrm>
            <a:custGeom>
              <a:avLst/>
              <a:pathLst>
                <a:path w="3492" h="24233">
                  <a:moveTo>
                    <a:pt x="0" y="24233"/>
                  </a:moveTo>
                  <a:lnTo>
                    <a:pt x="295" y="0"/>
                  </a:lnTo>
                  <a:lnTo>
                    <a:pt x="963" y="0"/>
                  </a:lnTo>
                  <a:lnTo>
                    <a:pt x="1631" y="0"/>
                  </a:lnTo>
                  <a:lnTo>
                    <a:pt x="2299" y="0"/>
                  </a:lnTo>
                  <a:lnTo>
                    <a:pt x="2967" y="14756"/>
                  </a:lnTo>
                  <a:lnTo>
                    <a:pt x="3492" y="242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8832889" y="2042055"/>
              <a:ext cx="765" cy="24233"/>
            </a:xfrm>
            <a:custGeom>
              <a:avLst/>
              <a:pathLst>
                <a:path w="765" h="24233">
                  <a:moveTo>
                    <a:pt x="0" y="24233"/>
                  </a:moveTo>
                  <a:lnTo>
                    <a:pt x="603" y="0"/>
                  </a:lnTo>
                  <a:lnTo>
                    <a:pt x="765" y="242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8835238" y="1801555"/>
              <a:ext cx="17308" cy="264734"/>
            </a:xfrm>
            <a:custGeom>
              <a:avLst/>
              <a:pathLst>
                <a:path w="17308" h="264734">
                  <a:moveTo>
                    <a:pt x="0" y="264734"/>
                  </a:moveTo>
                  <a:lnTo>
                    <a:pt x="258" y="240500"/>
                  </a:lnTo>
                  <a:lnTo>
                    <a:pt x="926" y="217574"/>
                  </a:lnTo>
                  <a:lnTo>
                    <a:pt x="1594" y="112796"/>
                  </a:lnTo>
                  <a:lnTo>
                    <a:pt x="2262" y="50467"/>
                  </a:lnTo>
                  <a:lnTo>
                    <a:pt x="2930" y="115357"/>
                  </a:lnTo>
                  <a:lnTo>
                    <a:pt x="3598" y="97095"/>
                  </a:lnTo>
                  <a:lnTo>
                    <a:pt x="4266" y="152409"/>
                  </a:lnTo>
                  <a:lnTo>
                    <a:pt x="4934" y="129161"/>
                  </a:lnTo>
                  <a:lnTo>
                    <a:pt x="5602" y="12136"/>
                  </a:lnTo>
                  <a:lnTo>
                    <a:pt x="6270" y="4473"/>
                  </a:lnTo>
                  <a:lnTo>
                    <a:pt x="6938" y="14216"/>
                  </a:lnTo>
                  <a:lnTo>
                    <a:pt x="7606" y="0"/>
                  </a:lnTo>
                  <a:lnTo>
                    <a:pt x="8274" y="38943"/>
                  </a:lnTo>
                  <a:lnTo>
                    <a:pt x="8942" y="38943"/>
                  </a:lnTo>
                  <a:lnTo>
                    <a:pt x="9610" y="63476"/>
                  </a:lnTo>
                  <a:lnTo>
                    <a:pt x="10278" y="40952"/>
                  </a:lnTo>
                  <a:lnTo>
                    <a:pt x="10946" y="55194"/>
                  </a:lnTo>
                  <a:lnTo>
                    <a:pt x="11614" y="69859"/>
                  </a:lnTo>
                  <a:lnTo>
                    <a:pt x="12282" y="85708"/>
                  </a:lnTo>
                  <a:lnTo>
                    <a:pt x="12950" y="47711"/>
                  </a:lnTo>
                  <a:lnTo>
                    <a:pt x="13618" y="47711"/>
                  </a:lnTo>
                  <a:lnTo>
                    <a:pt x="14286" y="47711"/>
                  </a:lnTo>
                  <a:lnTo>
                    <a:pt x="14954" y="120453"/>
                  </a:lnTo>
                  <a:lnTo>
                    <a:pt x="15622" y="207731"/>
                  </a:lnTo>
                  <a:lnTo>
                    <a:pt x="16290" y="218868"/>
                  </a:lnTo>
                  <a:lnTo>
                    <a:pt x="16958" y="202449"/>
                  </a:lnTo>
                  <a:lnTo>
                    <a:pt x="17308" y="2647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8853627" y="1881498"/>
              <a:ext cx="55353" cy="184790"/>
            </a:xfrm>
            <a:custGeom>
              <a:avLst/>
              <a:pathLst>
                <a:path w="55353" h="184790">
                  <a:moveTo>
                    <a:pt x="0" y="184790"/>
                  </a:moveTo>
                  <a:lnTo>
                    <a:pt x="574" y="172464"/>
                  </a:lnTo>
                  <a:lnTo>
                    <a:pt x="1242" y="85708"/>
                  </a:lnTo>
                  <a:lnTo>
                    <a:pt x="1910" y="179324"/>
                  </a:lnTo>
                  <a:lnTo>
                    <a:pt x="2578" y="184651"/>
                  </a:lnTo>
                  <a:lnTo>
                    <a:pt x="3246" y="184651"/>
                  </a:lnTo>
                  <a:lnTo>
                    <a:pt x="3914" y="184651"/>
                  </a:lnTo>
                  <a:lnTo>
                    <a:pt x="4582" y="184651"/>
                  </a:lnTo>
                  <a:lnTo>
                    <a:pt x="5250" y="184651"/>
                  </a:lnTo>
                  <a:lnTo>
                    <a:pt x="5918" y="184651"/>
                  </a:lnTo>
                  <a:lnTo>
                    <a:pt x="6586" y="184651"/>
                  </a:lnTo>
                  <a:lnTo>
                    <a:pt x="7254" y="184651"/>
                  </a:lnTo>
                  <a:lnTo>
                    <a:pt x="7922" y="184651"/>
                  </a:lnTo>
                  <a:lnTo>
                    <a:pt x="8590" y="184651"/>
                  </a:lnTo>
                  <a:lnTo>
                    <a:pt x="9258" y="184651"/>
                  </a:lnTo>
                  <a:lnTo>
                    <a:pt x="9926" y="184651"/>
                  </a:lnTo>
                  <a:lnTo>
                    <a:pt x="10594" y="184651"/>
                  </a:lnTo>
                  <a:lnTo>
                    <a:pt x="11262" y="184651"/>
                  </a:lnTo>
                  <a:lnTo>
                    <a:pt x="11930" y="184651"/>
                  </a:lnTo>
                  <a:lnTo>
                    <a:pt x="12598" y="184651"/>
                  </a:lnTo>
                  <a:lnTo>
                    <a:pt x="13266" y="184651"/>
                  </a:lnTo>
                  <a:lnTo>
                    <a:pt x="13934" y="184651"/>
                  </a:lnTo>
                  <a:lnTo>
                    <a:pt x="14602" y="184651"/>
                  </a:lnTo>
                  <a:lnTo>
                    <a:pt x="15270" y="184651"/>
                  </a:lnTo>
                  <a:lnTo>
                    <a:pt x="15938" y="184651"/>
                  </a:lnTo>
                  <a:lnTo>
                    <a:pt x="16606" y="184651"/>
                  </a:lnTo>
                  <a:lnTo>
                    <a:pt x="17274" y="184651"/>
                  </a:lnTo>
                  <a:lnTo>
                    <a:pt x="17942" y="184651"/>
                  </a:lnTo>
                  <a:lnTo>
                    <a:pt x="18610" y="184651"/>
                  </a:lnTo>
                  <a:lnTo>
                    <a:pt x="19278" y="184651"/>
                  </a:lnTo>
                  <a:lnTo>
                    <a:pt x="19946" y="184651"/>
                  </a:lnTo>
                  <a:lnTo>
                    <a:pt x="20614" y="184651"/>
                  </a:lnTo>
                  <a:lnTo>
                    <a:pt x="21282" y="184651"/>
                  </a:lnTo>
                  <a:lnTo>
                    <a:pt x="21950" y="184651"/>
                  </a:lnTo>
                  <a:lnTo>
                    <a:pt x="22618" y="128356"/>
                  </a:lnTo>
                  <a:lnTo>
                    <a:pt x="23286" y="85708"/>
                  </a:lnTo>
                  <a:lnTo>
                    <a:pt x="23954" y="4024"/>
                  </a:lnTo>
                  <a:lnTo>
                    <a:pt x="24623" y="0"/>
                  </a:lnTo>
                  <a:lnTo>
                    <a:pt x="25291" y="0"/>
                  </a:lnTo>
                  <a:lnTo>
                    <a:pt x="25959" y="0"/>
                  </a:lnTo>
                  <a:lnTo>
                    <a:pt x="26627" y="0"/>
                  </a:lnTo>
                  <a:lnTo>
                    <a:pt x="27295" y="0"/>
                  </a:lnTo>
                  <a:lnTo>
                    <a:pt x="27963" y="0"/>
                  </a:lnTo>
                  <a:lnTo>
                    <a:pt x="28631" y="0"/>
                  </a:lnTo>
                  <a:lnTo>
                    <a:pt x="29299" y="0"/>
                  </a:lnTo>
                  <a:lnTo>
                    <a:pt x="29967" y="0"/>
                  </a:lnTo>
                  <a:lnTo>
                    <a:pt x="30635" y="0"/>
                  </a:lnTo>
                  <a:lnTo>
                    <a:pt x="31303" y="0"/>
                  </a:lnTo>
                  <a:lnTo>
                    <a:pt x="31971" y="0"/>
                  </a:lnTo>
                  <a:lnTo>
                    <a:pt x="32639" y="45718"/>
                  </a:lnTo>
                  <a:lnTo>
                    <a:pt x="33307" y="85708"/>
                  </a:lnTo>
                  <a:lnTo>
                    <a:pt x="33975" y="179324"/>
                  </a:lnTo>
                  <a:lnTo>
                    <a:pt x="34643" y="184651"/>
                  </a:lnTo>
                  <a:lnTo>
                    <a:pt x="35311" y="184651"/>
                  </a:lnTo>
                  <a:lnTo>
                    <a:pt x="35979" y="184651"/>
                  </a:lnTo>
                  <a:lnTo>
                    <a:pt x="36647" y="184651"/>
                  </a:lnTo>
                  <a:lnTo>
                    <a:pt x="37315" y="184651"/>
                  </a:lnTo>
                  <a:lnTo>
                    <a:pt x="37983" y="184651"/>
                  </a:lnTo>
                  <a:lnTo>
                    <a:pt x="38651" y="184651"/>
                  </a:lnTo>
                  <a:lnTo>
                    <a:pt x="39319" y="184651"/>
                  </a:lnTo>
                  <a:lnTo>
                    <a:pt x="39987" y="184651"/>
                  </a:lnTo>
                  <a:lnTo>
                    <a:pt x="40655" y="184651"/>
                  </a:lnTo>
                  <a:lnTo>
                    <a:pt x="41323" y="184651"/>
                  </a:lnTo>
                  <a:lnTo>
                    <a:pt x="41991" y="184651"/>
                  </a:lnTo>
                  <a:lnTo>
                    <a:pt x="42659" y="184651"/>
                  </a:lnTo>
                  <a:lnTo>
                    <a:pt x="43327" y="184651"/>
                  </a:lnTo>
                  <a:lnTo>
                    <a:pt x="43995" y="184651"/>
                  </a:lnTo>
                  <a:lnTo>
                    <a:pt x="44663" y="184651"/>
                  </a:lnTo>
                  <a:lnTo>
                    <a:pt x="45331" y="184651"/>
                  </a:lnTo>
                  <a:lnTo>
                    <a:pt x="45999" y="184651"/>
                  </a:lnTo>
                  <a:lnTo>
                    <a:pt x="46667" y="184651"/>
                  </a:lnTo>
                  <a:lnTo>
                    <a:pt x="47335" y="184651"/>
                  </a:lnTo>
                  <a:lnTo>
                    <a:pt x="48003" y="184651"/>
                  </a:lnTo>
                  <a:lnTo>
                    <a:pt x="48672" y="184651"/>
                  </a:lnTo>
                  <a:lnTo>
                    <a:pt x="49340" y="184651"/>
                  </a:lnTo>
                  <a:lnTo>
                    <a:pt x="50008" y="184651"/>
                  </a:lnTo>
                  <a:lnTo>
                    <a:pt x="50676" y="184651"/>
                  </a:lnTo>
                  <a:lnTo>
                    <a:pt x="51344" y="184651"/>
                  </a:lnTo>
                  <a:lnTo>
                    <a:pt x="52012" y="184651"/>
                  </a:lnTo>
                  <a:lnTo>
                    <a:pt x="52680" y="184651"/>
                  </a:lnTo>
                  <a:lnTo>
                    <a:pt x="53348" y="184651"/>
                  </a:lnTo>
                  <a:lnTo>
                    <a:pt x="54016" y="184651"/>
                  </a:lnTo>
                  <a:lnTo>
                    <a:pt x="54684" y="184651"/>
                  </a:lnTo>
                  <a:lnTo>
                    <a:pt x="55352" y="184651"/>
                  </a:lnTo>
                  <a:lnTo>
                    <a:pt x="55353" y="1847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8919165" y="1487998"/>
              <a:ext cx="79330" cy="578291"/>
            </a:xfrm>
            <a:custGeom>
              <a:avLst/>
              <a:pathLst>
                <a:path w="79330" h="578291">
                  <a:moveTo>
                    <a:pt x="0" y="578291"/>
                  </a:moveTo>
                  <a:lnTo>
                    <a:pt x="503" y="484009"/>
                  </a:lnTo>
                  <a:lnTo>
                    <a:pt x="1171" y="328888"/>
                  </a:lnTo>
                  <a:lnTo>
                    <a:pt x="1839" y="260251"/>
                  </a:lnTo>
                  <a:lnTo>
                    <a:pt x="2507" y="213831"/>
                  </a:lnTo>
                  <a:lnTo>
                    <a:pt x="3175" y="208875"/>
                  </a:lnTo>
                  <a:lnTo>
                    <a:pt x="3843" y="208875"/>
                  </a:lnTo>
                  <a:lnTo>
                    <a:pt x="4511" y="208875"/>
                  </a:lnTo>
                  <a:lnTo>
                    <a:pt x="5179" y="202073"/>
                  </a:lnTo>
                  <a:lnTo>
                    <a:pt x="5847" y="175841"/>
                  </a:lnTo>
                  <a:lnTo>
                    <a:pt x="6515" y="81872"/>
                  </a:lnTo>
                  <a:lnTo>
                    <a:pt x="7183" y="81872"/>
                  </a:lnTo>
                  <a:lnTo>
                    <a:pt x="7851" y="81872"/>
                  </a:lnTo>
                  <a:lnTo>
                    <a:pt x="8519" y="81872"/>
                  </a:lnTo>
                  <a:lnTo>
                    <a:pt x="9187" y="135928"/>
                  </a:lnTo>
                  <a:lnTo>
                    <a:pt x="9855" y="189097"/>
                  </a:lnTo>
                  <a:lnTo>
                    <a:pt x="10523" y="293412"/>
                  </a:lnTo>
                  <a:lnTo>
                    <a:pt x="11191" y="479208"/>
                  </a:lnTo>
                  <a:lnTo>
                    <a:pt x="11859" y="479208"/>
                  </a:lnTo>
                  <a:lnTo>
                    <a:pt x="12527" y="567542"/>
                  </a:lnTo>
                  <a:lnTo>
                    <a:pt x="13195" y="578151"/>
                  </a:lnTo>
                  <a:lnTo>
                    <a:pt x="13863" y="578151"/>
                  </a:lnTo>
                  <a:lnTo>
                    <a:pt x="14531" y="578151"/>
                  </a:lnTo>
                  <a:lnTo>
                    <a:pt x="15199" y="578151"/>
                  </a:lnTo>
                  <a:lnTo>
                    <a:pt x="15867" y="578151"/>
                  </a:lnTo>
                  <a:lnTo>
                    <a:pt x="16535" y="578151"/>
                  </a:lnTo>
                  <a:lnTo>
                    <a:pt x="17203" y="578151"/>
                  </a:lnTo>
                  <a:lnTo>
                    <a:pt x="17871" y="578151"/>
                  </a:lnTo>
                  <a:lnTo>
                    <a:pt x="18539" y="578151"/>
                  </a:lnTo>
                  <a:lnTo>
                    <a:pt x="19207" y="578151"/>
                  </a:lnTo>
                  <a:lnTo>
                    <a:pt x="19875" y="578151"/>
                  </a:lnTo>
                  <a:lnTo>
                    <a:pt x="20543" y="578151"/>
                  </a:lnTo>
                  <a:lnTo>
                    <a:pt x="21211" y="578151"/>
                  </a:lnTo>
                  <a:lnTo>
                    <a:pt x="21879" y="578151"/>
                  </a:lnTo>
                  <a:lnTo>
                    <a:pt x="22548" y="578151"/>
                  </a:lnTo>
                  <a:lnTo>
                    <a:pt x="23216" y="557105"/>
                  </a:lnTo>
                  <a:lnTo>
                    <a:pt x="23884" y="479208"/>
                  </a:lnTo>
                  <a:lnTo>
                    <a:pt x="24552" y="430660"/>
                  </a:lnTo>
                  <a:lnTo>
                    <a:pt x="25220" y="335981"/>
                  </a:lnTo>
                  <a:lnTo>
                    <a:pt x="25888" y="250273"/>
                  </a:lnTo>
                  <a:lnTo>
                    <a:pt x="26556" y="250273"/>
                  </a:lnTo>
                  <a:lnTo>
                    <a:pt x="27224" y="250273"/>
                  </a:lnTo>
                  <a:lnTo>
                    <a:pt x="27892" y="250273"/>
                  </a:lnTo>
                  <a:lnTo>
                    <a:pt x="28560" y="197910"/>
                  </a:lnTo>
                  <a:lnTo>
                    <a:pt x="29228" y="183289"/>
                  </a:lnTo>
                  <a:lnTo>
                    <a:pt x="29896" y="109619"/>
                  </a:lnTo>
                  <a:lnTo>
                    <a:pt x="30564" y="120321"/>
                  </a:lnTo>
                  <a:lnTo>
                    <a:pt x="31232" y="91122"/>
                  </a:lnTo>
                  <a:lnTo>
                    <a:pt x="31900" y="93331"/>
                  </a:lnTo>
                  <a:lnTo>
                    <a:pt x="32568" y="40474"/>
                  </a:lnTo>
                  <a:lnTo>
                    <a:pt x="33236" y="0"/>
                  </a:lnTo>
                  <a:lnTo>
                    <a:pt x="33904" y="0"/>
                  </a:lnTo>
                  <a:lnTo>
                    <a:pt x="34572" y="19918"/>
                  </a:lnTo>
                  <a:lnTo>
                    <a:pt x="35240" y="65648"/>
                  </a:lnTo>
                  <a:lnTo>
                    <a:pt x="35908" y="117024"/>
                  </a:lnTo>
                  <a:lnTo>
                    <a:pt x="36576" y="117024"/>
                  </a:lnTo>
                  <a:lnTo>
                    <a:pt x="37244" y="117024"/>
                  </a:lnTo>
                  <a:lnTo>
                    <a:pt x="37912" y="117024"/>
                  </a:lnTo>
                  <a:lnTo>
                    <a:pt x="38580" y="154468"/>
                  </a:lnTo>
                  <a:lnTo>
                    <a:pt x="39248" y="154468"/>
                  </a:lnTo>
                  <a:lnTo>
                    <a:pt x="39916" y="182278"/>
                  </a:lnTo>
                  <a:lnTo>
                    <a:pt x="40584" y="239720"/>
                  </a:lnTo>
                  <a:lnTo>
                    <a:pt x="41252" y="290198"/>
                  </a:lnTo>
                  <a:lnTo>
                    <a:pt x="41920" y="282605"/>
                  </a:lnTo>
                  <a:lnTo>
                    <a:pt x="42588" y="243886"/>
                  </a:lnTo>
                  <a:lnTo>
                    <a:pt x="43256" y="332324"/>
                  </a:lnTo>
                  <a:lnTo>
                    <a:pt x="43924" y="393500"/>
                  </a:lnTo>
                  <a:lnTo>
                    <a:pt x="44592" y="393500"/>
                  </a:lnTo>
                  <a:lnTo>
                    <a:pt x="45260" y="393500"/>
                  </a:lnTo>
                  <a:lnTo>
                    <a:pt x="45928" y="393500"/>
                  </a:lnTo>
                  <a:lnTo>
                    <a:pt x="46597" y="393500"/>
                  </a:lnTo>
                  <a:lnTo>
                    <a:pt x="47265" y="393500"/>
                  </a:lnTo>
                  <a:lnTo>
                    <a:pt x="47933" y="393500"/>
                  </a:lnTo>
                  <a:lnTo>
                    <a:pt x="48601" y="393500"/>
                  </a:lnTo>
                  <a:lnTo>
                    <a:pt x="49269" y="413878"/>
                  </a:lnTo>
                  <a:lnTo>
                    <a:pt x="49937" y="479208"/>
                  </a:lnTo>
                  <a:lnTo>
                    <a:pt x="50605" y="479208"/>
                  </a:lnTo>
                  <a:lnTo>
                    <a:pt x="51273" y="479208"/>
                  </a:lnTo>
                  <a:lnTo>
                    <a:pt x="51941" y="512131"/>
                  </a:lnTo>
                  <a:lnTo>
                    <a:pt x="52609" y="578151"/>
                  </a:lnTo>
                  <a:lnTo>
                    <a:pt x="53277" y="578151"/>
                  </a:lnTo>
                  <a:lnTo>
                    <a:pt x="53945" y="578151"/>
                  </a:lnTo>
                  <a:lnTo>
                    <a:pt x="54613" y="578151"/>
                  </a:lnTo>
                  <a:lnTo>
                    <a:pt x="55281" y="578151"/>
                  </a:lnTo>
                  <a:lnTo>
                    <a:pt x="55949" y="578151"/>
                  </a:lnTo>
                  <a:lnTo>
                    <a:pt x="56617" y="578151"/>
                  </a:lnTo>
                  <a:lnTo>
                    <a:pt x="57285" y="578151"/>
                  </a:lnTo>
                  <a:lnTo>
                    <a:pt x="57953" y="578151"/>
                  </a:lnTo>
                  <a:lnTo>
                    <a:pt x="58621" y="531732"/>
                  </a:lnTo>
                  <a:lnTo>
                    <a:pt x="59289" y="426423"/>
                  </a:lnTo>
                  <a:lnTo>
                    <a:pt x="59957" y="347080"/>
                  </a:lnTo>
                  <a:lnTo>
                    <a:pt x="60625" y="317900"/>
                  </a:lnTo>
                  <a:lnTo>
                    <a:pt x="61293" y="317900"/>
                  </a:lnTo>
                  <a:lnTo>
                    <a:pt x="61961" y="209852"/>
                  </a:lnTo>
                  <a:lnTo>
                    <a:pt x="62629" y="189097"/>
                  </a:lnTo>
                  <a:lnTo>
                    <a:pt x="63297" y="174673"/>
                  </a:lnTo>
                  <a:lnTo>
                    <a:pt x="63965" y="91824"/>
                  </a:lnTo>
                  <a:lnTo>
                    <a:pt x="64633" y="81872"/>
                  </a:lnTo>
                  <a:lnTo>
                    <a:pt x="65301" y="81872"/>
                  </a:lnTo>
                  <a:lnTo>
                    <a:pt x="65969" y="81872"/>
                  </a:lnTo>
                  <a:lnTo>
                    <a:pt x="66637" y="81872"/>
                  </a:lnTo>
                  <a:lnTo>
                    <a:pt x="67305" y="81872"/>
                  </a:lnTo>
                  <a:lnTo>
                    <a:pt x="67973" y="81872"/>
                  </a:lnTo>
                  <a:lnTo>
                    <a:pt x="68641" y="104484"/>
                  </a:lnTo>
                  <a:lnTo>
                    <a:pt x="69309" y="166172"/>
                  </a:lnTo>
                  <a:lnTo>
                    <a:pt x="69977" y="225099"/>
                  </a:lnTo>
                  <a:lnTo>
                    <a:pt x="70645" y="250273"/>
                  </a:lnTo>
                  <a:lnTo>
                    <a:pt x="71314" y="250273"/>
                  </a:lnTo>
                  <a:lnTo>
                    <a:pt x="71982" y="366015"/>
                  </a:lnTo>
                  <a:lnTo>
                    <a:pt x="72650" y="393500"/>
                  </a:lnTo>
                  <a:lnTo>
                    <a:pt x="73318" y="413878"/>
                  </a:lnTo>
                  <a:lnTo>
                    <a:pt x="73986" y="557105"/>
                  </a:lnTo>
                  <a:lnTo>
                    <a:pt x="74654" y="578151"/>
                  </a:lnTo>
                  <a:lnTo>
                    <a:pt x="75322" y="578151"/>
                  </a:lnTo>
                  <a:lnTo>
                    <a:pt x="75990" y="578151"/>
                  </a:lnTo>
                  <a:lnTo>
                    <a:pt x="76658" y="578151"/>
                  </a:lnTo>
                  <a:lnTo>
                    <a:pt x="77326" y="578151"/>
                  </a:lnTo>
                  <a:lnTo>
                    <a:pt x="77994" y="578151"/>
                  </a:lnTo>
                  <a:lnTo>
                    <a:pt x="78662" y="578151"/>
                  </a:lnTo>
                  <a:lnTo>
                    <a:pt x="79330" y="578151"/>
                  </a:lnTo>
                  <a:lnTo>
                    <a:pt x="79330" y="57815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22670" y="486526"/>
              <a:ext cx="8375825" cy="1579762"/>
            </a:xfrm>
            <a:custGeom>
              <a:avLst/>
              <a:pathLst>
                <a:path w="8375825" h="1579762">
                  <a:moveTo>
                    <a:pt x="100" y="1579623"/>
                  </a:moveTo>
                  <a:lnTo>
                    <a:pt x="768" y="1579623"/>
                  </a:lnTo>
                  <a:lnTo>
                    <a:pt x="1436" y="1579623"/>
                  </a:lnTo>
                  <a:lnTo>
                    <a:pt x="2104" y="1579623"/>
                  </a:lnTo>
                  <a:lnTo>
                    <a:pt x="2772" y="1579623"/>
                  </a:lnTo>
                  <a:lnTo>
                    <a:pt x="3440" y="1579623"/>
                  </a:lnTo>
                  <a:lnTo>
                    <a:pt x="4108" y="1579623"/>
                  </a:lnTo>
                  <a:lnTo>
                    <a:pt x="4776" y="1579623"/>
                  </a:lnTo>
                  <a:lnTo>
                    <a:pt x="5444" y="1579623"/>
                  </a:lnTo>
                  <a:lnTo>
                    <a:pt x="6112" y="1579623"/>
                  </a:lnTo>
                  <a:lnTo>
                    <a:pt x="6780" y="1579623"/>
                  </a:lnTo>
                  <a:lnTo>
                    <a:pt x="7448" y="1579623"/>
                  </a:lnTo>
                  <a:lnTo>
                    <a:pt x="8116" y="1579623"/>
                  </a:lnTo>
                  <a:lnTo>
                    <a:pt x="8784" y="1579623"/>
                  </a:lnTo>
                  <a:lnTo>
                    <a:pt x="9452" y="1579623"/>
                  </a:lnTo>
                  <a:lnTo>
                    <a:pt x="10120" y="1579623"/>
                  </a:lnTo>
                  <a:lnTo>
                    <a:pt x="10788" y="1579623"/>
                  </a:lnTo>
                  <a:lnTo>
                    <a:pt x="11456" y="1579623"/>
                  </a:lnTo>
                  <a:lnTo>
                    <a:pt x="12124" y="1579623"/>
                  </a:lnTo>
                  <a:lnTo>
                    <a:pt x="12792" y="1579623"/>
                  </a:lnTo>
                  <a:lnTo>
                    <a:pt x="13460" y="1579623"/>
                  </a:lnTo>
                  <a:lnTo>
                    <a:pt x="14128" y="1579762"/>
                  </a:lnTo>
                  <a:lnTo>
                    <a:pt x="14796" y="1579762"/>
                  </a:lnTo>
                  <a:lnTo>
                    <a:pt x="15464" y="1579762"/>
                  </a:lnTo>
                  <a:lnTo>
                    <a:pt x="16132" y="1579762"/>
                  </a:lnTo>
                  <a:lnTo>
                    <a:pt x="16800" y="1579762"/>
                  </a:lnTo>
                  <a:lnTo>
                    <a:pt x="17468" y="1579762"/>
                  </a:lnTo>
                  <a:lnTo>
                    <a:pt x="18136" y="1579762"/>
                  </a:lnTo>
                  <a:lnTo>
                    <a:pt x="18804" y="1579762"/>
                  </a:lnTo>
                  <a:lnTo>
                    <a:pt x="19472" y="1579762"/>
                  </a:lnTo>
                  <a:lnTo>
                    <a:pt x="20141" y="1579762"/>
                  </a:lnTo>
                  <a:lnTo>
                    <a:pt x="20809" y="1579762"/>
                  </a:lnTo>
                  <a:lnTo>
                    <a:pt x="21477" y="1579762"/>
                  </a:lnTo>
                  <a:lnTo>
                    <a:pt x="22145" y="1579762"/>
                  </a:lnTo>
                  <a:lnTo>
                    <a:pt x="22813" y="1579762"/>
                  </a:lnTo>
                  <a:lnTo>
                    <a:pt x="23481" y="1579762"/>
                  </a:lnTo>
                  <a:lnTo>
                    <a:pt x="24149" y="1579762"/>
                  </a:lnTo>
                  <a:lnTo>
                    <a:pt x="24817" y="1579762"/>
                  </a:lnTo>
                  <a:lnTo>
                    <a:pt x="25485" y="1579762"/>
                  </a:lnTo>
                  <a:lnTo>
                    <a:pt x="26153" y="1579762"/>
                  </a:lnTo>
                  <a:lnTo>
                    <a:pt x="26821" y="1579762"/>
                  </a:lnTo>
                  <a:lnTo>
                    <a:pt x="27489" y="1579762"/>
                  </a:lnTo>
                  <a:lnTo>
                    <a:pt x="28157" y="1579762"/>
                  </a:lnTo>
                  <a:lnTo>
                    <a:pt x="28825" y="1579762"/>
                  </a:lnTo>
                  <a:lnTo>
                    <a:pt x="29493" y="1579762"/>
                  </a:lnTo>
                  <a:lnTo>
                    <a:pt x="30161" y="1579762"/>
                  </a:lnTo>
                  <a:lnTo>
                    <a:pt x="30829" y="1579762"/>
                  </a:lnTo>
                  <a:lnTo>
                    <a:pt x="31497" y="1579762"/>
                  </a:lnTo>
                  <a:lnTo>
                    <a:pt x="32165" y="1579762"/>
                  </a:lnTo>
                  <a:lnTo>
                    <a:pt x="32833" y="1579762"/>
                  </a:lnTo>
                  <a:lnTo>
                    <a:pt x="33501" y="1579762"/>
                  </a:lnTo>
                  <a:lnTo>
                    <a:pt x="34169" y="1579762"/>
                  </a:lnTo>
                  <a:lnTo>
                    <a:pt x="34837" y="1579762"/>
                  </a:lnTo>
                  <a:lnTo>
                    <a:pt x="35505" y="1579762"/>
                  </a:lnTo>
                  <a:lnTo>
                    <a:pt x="36173" y="1579762"/>
                  </a:lnTo>
                  <a:lnTo>
                    <a:pt x="36841" y="1579762"/>
                  </a:lnTo>
                  <a:lnTo>
                    <a:pt x="37509" y="1579762"/>
                  </a:lnTo>
                  <a:lnTo>
                    <a:pt x="38177" y="1579623"/>
                  </a:lnTo>
                  <a:lnTo>
                    <a:pt x="38845" y="1579623"/>
                  </a:lnTo>
                  <a:lnTo>
                    <a:pt x="39513" y="1513603"/>
                  </a:lnTo>
                  <a:lnTo>
                    <a:pt x="40181" y="1480680"/>
                  </a:lnTo>
                  <a:lnTo>
                    <a:pt x="40849" y="1403045"/>
                  </a:lnTo>
                  <a:lnTo>
                    <a:pt x="41517" y="1394971"/>
                  </a:lnTo>
                  <a:lnTo>
                    <a:pt x="42185" y="1394971"/>
                  </a:lnTo>
                  <a:lnTo>
                    <a:pt x="42853" y="1394971"/>
                  </a:lnTo>
                  <a:lnTo>
                    <a:pt x="43521" y="1394971"/>
                  </a:lnTo>
                  <a:lnTo>
                    <a:pt x="44190" y="1394971"/>
                  </a:lnTo>
                  <a:lnTo>
                    <a:pt x="44858" y="1394971"/>
                  </a:lnTo>
                  <a:lnTo>
                    <a:pt x="45526" y="1394971"/>
                  </a:lnTo>
                  <a:lnTo>
                    <a:pt x="46194" y="1394971"/>
                  </a:lnTo>
                  <a:lnTo>
                    <a:pt x="46862" y="1394971"/>
                  </a:lnTo>
                  <a:lnTo>
                    <a:pt x="47530" y="1394971"/>
                  </a:lnTo>
                  <a:lnTo>
                    <a:pt x="48198" y="1341131"/>
                  </a:lnTo>
                  <a:lnTo>
                    <a:pt x="48866" y="1298325"/>
                  </a:lnTo>
                  <a:lnTo>
                    <a:pt x="49534" y="1294883"/>
                  </a:lnTo>
                  <a:lnTo>
                    <a:pt x="50202" y="1319371"/>
                  </a:lnTo>
                  <a:lnTo>
                    <a:pt x="50870" y="1386998"/>
                  </a:lnTo>
                  <a:lnTo>
                    <a:pt x="51538" y="1394971"/>
                  </a:lnTo>
                  <a:lnTo>
                    <a:pt x="52206" y="1394971"/>
                  </a:lnTo>
                  <a:lnTo>
                    <a:pt x="52874" y="1394971"/>
                  </a:lnTo>
                  <a:lnTo>
                    <a:pt x="53542" y="1394971"/>
                  </a:lnTo>
                  <a:lnTo>
                    <a:pt x="54210" y="1394971"/>
                  </a:lnTo>
                  <a:lnTo>
                    <a:pt x="54878" y="1394971"/>
                  </a:lnTo>
                  <a:lnTo>
                    <a:pt x="55546" y="1394971"/>
                  </a:lnTo>
                  <a:lnTo>
                    <a:pt x="56214" y="1394971"/>
                  </a:lnTo>
                  <a:lnTo>
                    <a:pt x="56882" y="1394971"/>
                  </a:lnTo>
                  <a:lnTo>
                    <a:pt x="57550" y="1485555"/>
                  </a:lnTo>
                  <a:lnTo>
                    <a:pt x="58218" y="1554845"/>
                  </a:lnTo>
                  <a:lnTo>
                    <a:pt x="58886" y="1579762"/>
                  </a:lnTo>
                  <a:lnTo>
                    <a:pt x="59554" y="1579762"/>
                  </a:lnTo>
                  <a:lnTo>
                    <a:pt x="60222" y="1579762"/>
                  </a:lnTo>
                  <a:lnTo>
                    <a:pt x="60890" y="1579762"/>
                  </a:lnTo>
                  <a:lnTo>
                    <a:pt x="61558" y="1579762"/>
                  </a:lnTo>
                  <a:lnTo>
                    <a:pt x="62226" y="1579762"/>
                  </a:lnTo>
                  <a:lnTo>
                    <a:pt x="62894" y="1579762"/>
                  </a:lnTo>
                  <a:lnTo>
                    <a:pt x="63562" y="1579762"/>
                  </a:lnTo>
                  <a:lnTo>
                    <a:pt x="64230" y="1579762"/>
                  </a:lnTo>
                  <a:lnTo>
                    <a:pt x="64898" y="1579762"/>
                  </a:lnTo>
                  <a:lnTo>
                    <a:pt x="65566" y="1579762"/>
                  </a:lnTo>
                  <a:lnTo>
                    <a:pt x="66234" y="1579762"/>
                  </a:lnTo>
                  <a:lnTo>
                    <a:pt x="66902" y="1579762"/>
                  </a:lnTo>
                  <a:lnTo>
                    <a:pt x="67570" y="1579762"/>
                  </a:lnTo>
                  <a:lnTo>
                    <a:pt x="68238" y="1579762"/>
                  </a:lnTo>
                  <a:lnTo>
                    <a:pt x="68907" y="1579762"/>
                  </a:lnTo>
                  <a:lnTo>
                    <a:pt x="69575" y="1579623"/>
                  </a:lnTo>
                  <a:lnTo>
                    <a:pt x="70243" y="1579623"/>
                  </a:lnTo>
                  <a:lnTo>
                    <a:pt x="70911" y="1579623"/>
                  </a:lnTo>
                  <a:lnTo>
                    <a:pt x="71579" y="1579623"/>
                  </a:lnTo>
                  <a:lnTo>
                    <a:pt x="72247" y="1579623"/>
                  </a:lnTo>
                  <a:lnTo>
                    <a:pt x="72915" y="1579623"/>
                  </a:lnTo>
                  <a:lnTo>
                    <a:pt x="73583" y="1579623"/>
                  </a:lnTo>
                  <a:lnTo>
                    <a:pt x="74251" y="1579623"/>
                  </a:lnTo>
                  <a:lnTo>
                    <a:pt x="74919" y="1579623"/>
                  </a:lnTo>
                  <a:lnTo>
                    <a:pt x="75587" y="1579623"/>
                  </a:lnTo>
                  <a:lnTo>
                    <a:pt x="76255" y="1579623"/>
                  </a:lnTo>
                  <a:lnTo>
                    <a:pt x="76923" y="1579623"/>
                  </a:lnTo>
                  <a:lnTo>
                    <a:pt x="77591" y="1579623"/>
                  </a:lnTo>
                  <a:lnTo>
                    <a:pt x="78259" y="1579623"/>
                  </a:lnTo>
                  <a:lnTo>
                    <a:pt x="78927" y="1579623"/>
                  </a:lnTo>
                  <a:lnTo>
                    <a:pt x="79595" y="1579623"/>
                  </a:lnTo>
                  <a:lnTo>
                    <a:pt x="80263" y="1579623"/>
                  </a:lnTo>
                  <a:lnTo>
                    <a:pt x="80931" y="1579623"/>
                  </a:lnTo>
                  <a:lnTo>
                    <a:pt x="81599" y="1579623"/>
                  </a:lnTo>
                  <a:lnTo>
                    <a:pt x="82267" y="1579623"/>
                  </a:lnTo>
                  <a:lnTo>
                    <a:pt x="82935" y="1579623"/>
                  </a:lnTo>
                  <a:lnTo>
                    <a:pt x="83603" y="1579623"/>
                  </a:lnTo>
                  <a:lnTo>
                    <a:pt x="84271" y="1579623"/>
                  </a:lnTo>
                  <a:lnTo>
                    <a:pt x="84939" y="1579623"/>
                  </a:lnTo>
                  <a:lnTo>
                    <a:pt x="85607" y="1579623"/>
                  </a:lnTo>
                  <a:lnTo>
                    <a:pt x="86275" y="1579623"/>
                  </a:lnTo>
                  <a:lnTo>
                    <a:pt x="86943" y="1579623"/>
                  </a:lnTo>
                  <a:lnTo>
                    <a:pt x="87611" y="1579623"/>
                  </a:lnTo>
                  <a:lnTo>
                    <a:pt x="88279" y="1579623"/>
                  </a:lnTo>
                  <a:lnTo>
                    <a:pt x="88947" y="1579623"/>
                  </a:lnTo>
                  <a:lnTo>
                    <a:pt x="89615" y="1579762"/>
                  </a:lnTo>
                  <a:lnTo>
                    <a:pt x="90283" y="1579762"/>
                  </a:lnTo>
                  <a:lnTo>
                    <a:pt x="90951" y="1579762"/>
                  </a:lnTo>
                  <a:lnTo>
                    <a:pt x="91619" y="1579762"/>
                  </a:lnTo>
                  <a:lnTo>
                    <a:pt x="92287" y="1579762"/>
                  </a:lnTo>
                  <a:lnTo>
                    <a:pt x="92955" y="1579762"/>
                  </a:lnTo>
                  <a:lnTo>
                    <a:pt x="93624" y="1579762"/>
                  </a:lnTo>
                  <a:lnTo>
                    <a:pt x="94292" y="1579762"/>
                  </a:lnTo>
                  <a:lnTo>
                    <a:pt x="94960" y="1579762"/>
                  </a:lnTo>
                  <a:lnTo>
                    <a:pt x="95628" y="1579762"/>
                  </a:lnTo>
                  <a:lnTo>
                    <a:pt x="96296" y="1579762"/>
                  </a:lnTo>
                  <a:lnTo>
                    <a:pt x="96964" y="1579762"/>
                  </a:lnTo>
                  <a:lnTo>
                    <a:pt x="97632" y="1579762"/>
                  </a:lnTo>
                  <a:lnTo>
                    <a:pt x="98300" y="1579762"/>
                  </a:lnTo>
                  <a:lnTo>
                    <a:pt x="98968" y="1579762"/>
                  </a:lnTo>
                  <a:lnTo>
                    <a:pt x="99636" y="1579762"/>
                  </a:lnTo>
                  <a:lnTo>
                    <a:pt x="100304" y="1579762"/>
                  </a:lnTo>
                  <a:lnTo>
                    <a:pt x="100972" y="1579762"/>
                  </a:lnTo>
                  <a:lnTo>
                    <a:pt x="101640" y="1579762"/>
                  </a:lnTo>
                  <a:lnTo>
                    <a:pt x="102308" y="1470252"/>
                  </a:lnTo>
                  <a:lnTo>
                    <a:pt x="102976" y="1378747"/>
                  </a:lnTo>
                  <a:lnTo>
                    <a:pt x="103644" y="1352845"/>
                  </a:lnTo>
                  <a:lnTo>
                    <a:pt x="104312" y="1342328"/>
                  </a:lnTo>
                  <a:lnTo>
                    <a:pt x="104980" y="1251745"/>
                  </a:lnTo>
                  <a:lnTo>
                    <a:pt x="105648" y="1251745"/>
                  </a:lnTo>
                  <a:lnTo>
                    <a:pt x="106316" y="1301785"/>
                  </a:lnTo>
                  <a:lnTo>
                    <a:pt x="106984" y="1319371"/>
                  </a:lnTo>
                  <a:lnTo>
                    <a:pt x="107652" y="1319371"/>
                  </a:lnTo>
                  <a:lnTo>
                    <a:pt x="108320" y="1319371"/>
                  </a:lnTo>
                  <a:lnTo>
                    <a:pt x="108988" y="1319371"/>
                  </a:lnTo>
                  <a:lnTo>
                    <a:pt x="109656" y="1319371"/>
                  </a:lnTo>
                  <a:lnTo>
                    <a:pt x="110324" y="1352294"/>
                  </a:lnTo>
                  <a:lnTo>
                    <a:pt x="110992" y="1485555"/>
                  </a:lnTo>
                  <a:lnTo>
                    <a:pt x="111660" y="1520604"/>
                  </a:lnTo>
                  <a:lnTo>
                    <a:pt x="112328" y="1579762"/>
                  </a:lnTo>
                  <a:lnTo>
                    <a:pt x="112996" y="1579762"/>
                  </a:lnTo>
                  <a:lnTo>
                    <a:pt x="113664" y="1579762"/>
                  </a:lnTo>
                  <a:lnTo>
                    <a:pt x="114332" y="1579762"/>
                  </a:lnTo>
                  <a:lnTo>
                    <a:pt x="115000" y="1579762"/>
                  </a:lnTo>
                  <a:lnTo>
                    <a:pt x="115668" y="1579762"/>
                  </a:lnTo>
                  <a:lnTo>
                    <a:pt x="116336" y="1579762"/>
                  </a:lnTo>
                  <a:lnTo>
                    <a:pt x="117004" y="1579762"/>
                  </a:lnTo>
                  <a:lnTo>
                    <a:pt x="117672" y="1579762"/>
                  </a:lnTo>
                  <a:lnTo>
                    <a:pt x="118341" y="1579762"/>
                  </a:lnTo>
                  <a:lnTo>
                    <a:pt x="119009" y="1579762"/>
                  </a:lnTo>
                  <a:lnTo>
                    <a:pt x="119677" y="1579762"/>
                  </a:lnTo>
                  <a:lnTo>
                    <a:pt x="120345" y="1579762"/>
                  </a:lnTo>
                  <a:lnTo>
                    <a:pt x="121013" y="1579762"/>
                  </a:lnTo>
                  <a:lnTo>
                    <a:pt x="121681" y="1579762"/>
                  </a:lnTo>
                  <a:lnTo>
                    <a:pt x="122349" y="1535064"/>
                  </a:lnTo>
                  <a:lnTo>
                    <a:pt x="123017" y="1535064"/>
                  </a:lnTo>
                  <a:lnTo>
                    <a:pt x="123685" y="1530239"/>
                  </a:lnTo>
                  <a:lnTo>
                    <a:pt x="124353" y="1515011"/>
                  </a:lnTo>
                  <a:lnTo>
                    <a:pt x="125021" y="1446374"/>
                  </a:lnTo>
                  <a:lnTo>
                    <a:pt x="125689" y="1446374"/>
                  </a:lnTo>
                  <a:lnTo>
                    <a:pt x="126357" y="1446374"/>
                  </a:lnTo>
                  <a:lnTo>
                    <a:pt x="127025" y="1446374"/>
                  </a:lnTo>
                  <a:lnTo>
                    <a:pt x="127693" y="1446374"/>
                  </a:lnTo>
                  <a:lnTo>
                    <a:pt x="128361" y="1446374"/>
                  </a:lnTo>
                  <a:lnTo>
                    <a:pt x="129029" y="1515011"/>
                  </a:lnTo>
                  <a:lnTo>
                    <a:pt x="129697" y="1515011"/>
                  </a:lnTo>
                  <a:lnTo>
                    <a:pt x="130365" y="1574762"/>
                  </a:lnTo>
                  <a:lnTo>
                    <a:pt x="131033" y="1542236"/>
                  </a:lnTo>
                  <a:lnTo>
                    <a:pt x="131701" y="1579762"/>
                  </a:lnTo>
                  <a:lnTo>
                    <a:pt x="132369" y="1579762"/>
                  </a:lnTo>
                  <a:lnTo>
                    <a:pt x="133037" y="1579762"/>
                  </a:lnTo>
                  <a:lnTo>
                    <a:pt x="133705" y="1579762"/>
                  </a:lnTo>
                  <a:lnTo>
                    <a:pt x="134373" y="1579762"/>
                  </a:lnTo>
                  <a:lnTo>
                    <a:pt x="135041" y="1579762"/>
                  </a:lnTo>
                  <a:lnTo>
                    <a:pt x="135709" y="1579762"/>
                  </a:lnTo>
                  <a:lnTo>
                    <a:pt x="136377" y="1579762"/>
                  </a:lnTo>
                  <a:lnTo>
                    <a:pt x="137045" y="1579762"/>
                  </a:lnTo>
                  <a:lnTo>
                    <a:pt x="137713" y="1579762"/>
                  </a:lnTo>
                  <a:lnTo>
                    <a:pt x="138381" y="1579762"/>
                  </a:lnTo>
                  <a:lnTo>
                    <a:pt x="139049" y="1579762"/>
                  </a:lnTo>
                  <a:lnTo>
                    <a:pt x="139717" y="1579762"/>
                  </a:lnTo>
                  <a:lnTo>
                    <a:pt x="140385" y="1579762"/>
                  </a:lnTo>
                  <a:lnTo>
                    <a:pt x="141053" y="1579762"/>
                  </a:lnTo>
                  <a:lnTo>
                    <a:pt x="141721" y="1579762"/>
                  </a:lnTo>
                  <a:lnTo>
                    <a:pt x="142390" y="1579762"/>
                  </a:lnTo>
                  <a:lnTo>
                    <a:pt x="143058" y="1579762"/>
                  </a:lnTo>
                  <a:lnTo>
                    <a:pt x="143726" y="1579762"/>
                  </a:lnTo>
                  <a:lnTo>
                    <a:pt x="144394" y="1579762"/>
                  </a:lnTo>
                  <a:lnTo>
                    <a:pt x="145062" y="1579762"/>
                  </a:lnTo>
                  <a:lnTo>
                    <a:pt x="145730" y="1579762"/>
                  </a:lnTo>
                  <a:lnTo>
                    <a:pt x="146398" y="1579623"/>
                  </a:lnTo>
                  <a:lnTo>
                    <a:pt x="147066" y="1579623"/>
                  </a:lnTo>
                  <a:lnTo>
                    <a:pt x="147734" y="1579623"/>
                  </a:lnTo>
                  <a:lnTo>
                    <a:pt x="148402" y="1579623"/>
                  </a:lnTo>
                  <a:lnTo>
                    <a:pt x="149070" y="1579623"/>
                  </a:lnTo>
                  <a:lnTo>
                    <a:pt x="149738" y="1579623"/>
                  </a:lnTo>
                  <a:lnTo>
                    <a:pt x="150406" y="1579623"/>
                  </a:lnTo>
                  <a:lnTo>
                    <a:pt x="151074" y="1579623"/>
                  </a:lnTo>
                  <a:lnTo>
                    <a:pt x="151742" y="1579623"/>
                  </a:lnTo>
                  <a:lnTo>
                    <a:pt x="152410" y="1579623"/>
                  </a:lnTo>
                  <a:lnTo>
                    <a:pt x="153078" y="1579623"/>
                  </a:lnTo>
                  <a:lnTo>
                    <a:pt x="153746" y="1579623"/>
                  </a:lnTo>
                  <a:lnTo>
                    <a:pt x="154414" y="1579623"/>
                  </a:lnTo>
                  <a:lnTo>
                    <a:pt x="155082" y="1579623"/>
                  </a:lnTo>
                  <a:lnTo>
                    <a:pt x="155750" y="1508795"/>
                  </a:lnTo>
                  <a:lnTo>
                    <a:pt x="156418" y="1480680"/>
                  </a:lnTo>
                  <a:lnTo>
                    <a:pt x="157086" y="1480680"/>
                  </a:lnTo>
                  <a:lnTo>
                    <a:pt x="157754" y="1403045"/>
                  </a:lnTo>
                  <a:lnTo>
                    <a:pt x="158422" y="1394971"/>
                  </a:lnTo>
                  <a:lnTo>
                    <a:pt x="159090" y="1394971"/>
                  </a:lnTo>
                  <a:lnTo>
                    <a:pt x="159758" y="1394971"/>
                  </a:lnTo>
                  <a:lnTo>
                    <a:pt x="160426" y="1394971"/>
                  </a:lnTo>
                  <a:lnTo>
                    <a:pt x="161094" y="1394971"/>
                  </a:lnTo>
                  <a:lnTo>
                    <a:pt x="161762" y="1394971"/>
                  </a:lnTo>
                  <a:lnTo>
                    <a:pt x="162430" y="1394971"/>
                  </a:lnTo>
                  <a:lnTo>
                    <a:pt x="163098" y="1394971"/>
                  </a:lnTo>
                  <a:lnTo>
                    <a:pt x="163766" y="1394971"/>
                  </a:lnTo>
                  <a:lnTo>
                    <a:pt x="164434" y="1394971"/>
                  </a:lnTo>
                  <a:lnTo>
                    <a:pt x="165102" y="1394971"/>
                  </a:lnTo>
                  <a:lnTo>
                    <a:pt x="165770" y="1453745"/>
                  </a:lnTo>
                  <a:lnTo>
                    <a:pt x="166438" y="1480680"/>
                  </a:lnTo>
                  <a:lnTo>
                    <a:pt x="167107" y="1480680"/>
                  </a:lnTo>
                  <a:lnTo>
                    <a:pt x="167775" y="1569013"/>
                  </a:lnTo>
                  <a:lnTo>
                    <a:pt x="168443" y="1499286"/>
                  </a:lnTo>
                  <a:lnTo>
                    <a:pt x="169111" y="1415350"/>
                  </a:lnTo>
                  <a:lnTo>
                    <a:pt x="169779" y="1319371"/>
                  </a:lnTo>
                  <a:lnTo>
                    <a:pt x="170447" y="1342328"/>
                  </a:lnTo>
                  <a:lnTo>
                    <a:pt x="171115" y="1352845"/>
                  </a:lnTo>
                  <a:lnTo>
                    <a:pt x="171783" y="1371946"/>
                  </a:lnTo>
                  <a:lnTo>
                    <a:pt x="172451" y="1378747"/>
                  </a:lnTo>
                  <a:lnTo>
                    <a:pt x="173119" y="1378747"/>
                  </a:lnTo>
                  <a:lnTo>
                    <a:pt x="173787" y="1378747"/>
                  </a:lnTo>
                  <a:lnTo>
                    <a:pt x="174455" y="1378747"/>
                  </a:lnTo>
                  <a:lnTo>
                    <a:pt x="175123" y="1378747"/>
                  </a:lnTo>
                  <a:lnTo>
                    <a:pt x="175791" y="1378747"/>
                  </a:lnTo>
                  <a:lnTo>
                    <a:pt x="176459" y="1378747"/>
                  </a:lnTo>
                  <a:lnTo>
                    <a:pt x="177127" y="1378747"/>
                  </a:lnTo>
                  <a:lnTo>
                    <a:pt x="177795" y="1378747"/>
                  </a:lnTo>
                  <a:lnTo>
                    <a:pt x="178463" y="1432267"/>
                  </a:lnTo>
                  <a:lnTo>
                    <a:pt x="179131" y="1502223"/>
                  </a:lnTo>
                  <a:lnTo>
                    <a:pt x="179799" y="1579762"/>
                  </a:lnTo>
                  <a:lnTo>
                    <a:pt x="180467" y="1579762"/>
                  </a:lnTo>
                  <a:lnTo>
                    <a:pt x="181135" y="1579762"/>
                  </a:lnTo>
                  <a:lnTo>
                    <a:pt x="181803" y="1579762"/>
                  </a:lnTo>
                  <a:lnTo>
                    <a:pt x="182471" y="1579623"/>
                  </a:lnTo>
                  <a:lnTo>
                    <a:pt x="183139" y="1579623"/>
                  </a:lnTo>
                  <a:lnTo>
                    <a:pt x="183807" y="1579623"/>
                  </a:lnTo>
                  <a:lnTo>
                    <a:pt x="184475" y="1579623"/>
                  </a:lnTo>
                  <a:lnTo>
                    <a:pt x="185143" y="1579623"/>
                  </a:lnTo>
                  <a:lnTo>
                    <a:pt x="185811" y="1579623"/>
                  </a:lnTo>
                  <a:lnTo>
                    <a:pt x="186479" y="1579623"/>
                  </a:lnTo>
                  <a:lnTo>
                    <a:pt x="187147" y="1579623"/>
                  </a:lnTo>
                  <a:lnTo>
                    <a:pt x="187815" y="1579623"/>
                  </a:lnTo>
                  <a:lnTo>
                    <a:pt x="188483" y="1579623"/>
                  </a:lnTo>
                  <a:lnTo>
                    <a:pt x="189151" y="1579623"/>
                  </a:lnTo>
                  <a:lnTo>
                    <a:pt x="189819" y="1579623"/>
                  </a:lnTo>
                  <a:lnTo>
                    <a:pt x="190487" y="1579623"/>
                  </a:lnTo>
                  <a:lnTo>
                    <a:pt x="191155" y="1579623"/>
                  </a:lnTo>
                  <a:lnTo>
                    <a:pt x="191824" y="1579623"/>
                  </a:lnTo>
                  <a:lnTo>
                    <a:pt x="192492" y="1579623"/>
                  </a:lnTo>
                  <a:lnTo>
                    <a:pt x="193160" y="1579623"/>
                  </a:lnTo>
                  <a:lnTo>
                    <a:pt x="193828" y="1579623"/>
                  </a:lnTo>
                  <a:lnTo>
                    <a:pt x="194496" y="1579623"/>
                  </a:lnTo>
                  <a:lnTo>
                    <a:pt x="195164" y="1579623"/>
                  </a:lnTo>
                  <a:lnTo>
                    <a:pt x="195832" y="1579623"/>
                  </a:lnTo>
                  <a:lnTo>
                    <a:pt x="196500" y="1579623"/>
                  </a:lnTo>
                  <a:lnTo>
                    <a:pt x="197168" y="1579623"/>
                  </a:lnTo>
                  <a:lnTo>
                    <a:pt x="197836" y="1579623"/>
                  </a:lnTo>
                  <a:lnTo>
                    <a:pt x="198504" y="1579623"/>
                  </a:lnTo>
                  <a:lnTo>
                    <a:pt x="199172" y="1579623"/>
                  </a:lnTo>
                  <a:lnTo>
                    <a:pt x="199840" y="1579623"/>
                  </a:lnTo>
                  <a:lnTo>
                    <a:pt x="200508" y="1579623"/>
                  </a:lnTo>
                  <a:lnTo>
                    <a:pt x="201176" y="1579623"/>
                  </a:lnTo>
                  <a:lnTo>
                    <a:pt x="201844" y="1579623"/>
                  </a:lnTo>
                  <a:lnTo>
                    <a:pt x="202512" y="1579623"/>
                  </a:lnTo>
                  <a:lnTo>
                    <a:pt x="203180" y="1579623"/>
                  </a:lnTo>
                  <a:lnTo>
                    <a:pt x="203848" y="1579623"/>
                  </a:lnTo>
                  <a:lnTo>
                    <a:pt x="204516" y="1579623"/>
                  </a:lnTo>
                  <a:lnTo>
                    <a:pt x="205184" y="1579623"/>
                  </a:lnTo>
                  <a:lnTo>
                    <a:pt x="205852" y="1579623"/>
                  </a:lnTo>
                  <a:lnTo>
                    <a:pt x="206520" y="1579623"/>
                  </a:lnTo>
                  <a:lnTo>
                    <a:pt x="207188" y="1579623"/>
                  </a:lnTo>
                  <a:lnTo>
                    <a:pt x="207856" y="1553421"/>
                  </a:lnTo>
                  <a:lnTo>
                    <a:pt x="208524" y="1480680"/>
                  </a:lnTo>
                  <a:lnTo>
                    <a:pt x="209192" y="1480680"/>
                  </a:lnTo>
                  <a:lnTo>
                    <a:pt x="209860" y="1480680"/>
                  </a:lnTo>
                  <a:lnTo>
                    <a:pt x="210528" y="1480680"/>
                  </a:lnTo>
                  <a:lnTo>
                    <a:pt x="211196" y="1480680"/>
                  </a:lnTo>
                  <a:lnTo>
                    <a:pt x="211864" y="1445012"/>
                  </a:lnTo>
                  <a:lnTo>
                    <a:pt x="212532" y="1394971"/>
                  </a:lnTo>
                  <a:lnTo>
                    <a:pt x="213200" y="1394971"/>
                  </a:lnTo>
                  <a:lnTo>
                    <a:pt x="213868" y="1394971"/>
                  </a:lnTo>
                  <a:lnTo>
                    <a:pt x="214536" y="1394971"/>
                  </a:lnTo>
                  <a:lnTo>
                    <a:pt x="215204" y="1394971"/>
                  </a:lnTo>
                  <a:lnTo>
                    <a:pt x="215872" y="1394971"/>
                  </a:lnTo>
                  <a:lnTo>
                    <a:pt x="216541" y="1394971"/>
                  </a:lnTo>
                  <a:lnTo>
                    <a:pt x="217209" y="1394971"/>
                  </a:lnTo>
                  <a:lnTo>
                    <a:pt x="217877" y="1415350"/>
                  </a:lnTo>
                  <a:lnTo>
                    <a:pt x="218545" y="1480680"/>
                  </a:lnTo>
                  <a:lnTo>
                    <a:pt x="219213" y="1480680"/>
                  </a:lnTo>
                  <a:lnTo>
                    <a:pt x="219881" y="1480680"/>
                  </a:lnTo>
                  <a:lnTo>
                    <a:pt x="220549" y="1480680"/>
                  </a:lnTo>
                  <a:lnTo>
                    <a:pt x="221217" y="1480680"/>
                  </a:lnTo>
                  <a:lnTo>
                    <a:pt x="221885" y="1518447"/>
                  </a:lnTo>
                  <a:lnTo>
                    <a:pt x="222553" y="1579623"/>
                  </a:lnTo>
                  <a:lnTo>
                    <a:pt x="223221" y="1579623"/>
                  </a:lnTo>
                  <a:lnTo>
                    <a:pt x="223889" y="1579623"/>
                  </a:lnTo>
                  <a:lnTo>
                    <a:pt x="224557" y="1579623"/>
                  </a:lnTo>
                  <a:lnTo>
                    <a:pt x="225225" y="1499286"/>
                  </a:lnTo>
                  <a:lnTo>
                    <a:pt x="225893" y="1480680"/>
                  </a:lnTo>
                  <a:lnTo>
                    <a:pt x="226561" y="1480680"/>
                  </a:lnTo>
                  <a:lnTo>
                    <a:pt x="227229" y="1480680"/>
                  </a:lnTo>
                  <a:lnTo>
                    <a:pt x="227897" y="1480680"/>
                  </a:lnTo>
                  <a:lnTo>
                    <a:pt x="228565" y="1480680"/>
                  </a:lnTo>
                  <a:lnTo>
                    <a:pt x="229233" y="1480680"/>
                  </a:lnTo>
                  <a:lnTo>
                    <a:pt x="229901" y="1440689"/>
                  </a:lnTo>
                  <a:lnTo>
                    <a:pt x="230569" y="1394971"/>
                  </a:lnTo>
                  <a:lnTo>
                    <a:pt x="231237" y="1394971"/>
                  </a:lnTo>
                  <a:lnTo>
                    <a:pt x="231905" y="1394971"/>
                  </a:lnTo>
                  <a:lnTo>
                    <a:pt x="232573" y="1394971"/>
                  </a:lnTo>
                  <a:lnTo>
                    <a:pt x="233241" y="1394971"/>
                  </a:lnTo>
                  <a:lnTo>
                    <a:pt x="233909" y="1394971"/>
                  </a:lnTo>
                  <a:lnTo>
                    <a:pt x="234577" y="1394971"/>
                  </a:lnTo>
                  <a:lnTo>
                    <a:pt x="235245" y="1549354"/>
                  </a:lnTo>
                  <a:lnTo>
                    <a:pt x="235913" y="1579762"/>
                  </a:lnTo>
                  <a:lnTo>
                    <a:pt x="236581" y="1579762"/>
                  </a:lnTo>
                  <a:lnTo>
                    <a:pt x="237249" y="1579762"/>
                  </a:lnTo>
                  <a:lnTo>
                    <a:pt x="237917" y="1579762"/>
                  </a:lnTo>
                  <a:lnTo>
                    <a:pt x="238585" y="1579762"/>
                  </a:lnTo>
                  <a:lnTo>
                    <a:pt x="239253" y="1579762"/>
                  </a:lnTo>
                  <a:lnTo>
                    <a:pt x="239921" y="1579762"/>
                  </a:lnTo>
                  <a:lnTo>
                    <a:pt x="240590" y="1579762"/>
                  </a:lnTo>
                  <a:lnTo>
                    <a:pt x="241258" y="1579762"/>
                  </a:lnTo>
                  <a:lnTo>
                    <a:pt x="241926" y="1579762"/>
                  </a:lnTo>
                  <a:lnTo>
                    <a:pt x="242594" y="1579762"/>
                  </a:lnTo>
                  <a:lnTo>
                    <a:pt x="243262" y="1579762"/>
                  </a:lnTo>
                  <a:lnTo>
                    <a:pt x="243930" y="1579762"/>
                  </a:lnTo>
                  <a:lnTo>
                    <a:pt x="244598" y="1579762"/>
                  </a:lnTo>
                  <a:lnTo>
                    <a:pt x="245266" y="1579762"/>
                  </a:lnTo>
                  <a:lnTo>
                    <a:pt x="245934" y="1579762"/>
                  </a:lnTo>
                  <a:lnTo>
                    <a:pt x="246602" y="1579762"/>
                  </a:lnTo>
                  <a:lnTo>
                    <a:pt x="247270" y="1579762"/>
                  </a:lnTo>
                  <a:lnTo>
                    <a:pt x="247938" y="1579762"/>
                  </a:lnTo>
                  <a:lnTo>
                    <a:pt x="248606" y="1579762"/>
                  </a:lnTo>
                  <a:lnTo>
                    <a:pt x="249274" y="1579762"/>
                  </a:lnTo>
                  <a:lnTo>
                    <a:pt x="249942" y="1579762"/>
                  </a:lnTo>
                  <a:lnTo>
                    <a:pt x="250610" y="1579762"/>
                  </a:lnTo>
                  <a:lnTo>
                    <a:pt x="251278" y="1579762"/>
                  </a:lnTo>
                  <a:lnTo>
                    <a:pt x="251946" y="1579762"/>
                  </a:lnTo>
                  <a:lnTo>
                    <a:pt x="252614" y="1579762"/>
                  </a:lnTo>
                  <a:lnTo>
                    <a:pt x="253282" y="1579762"/>
                  </a:lnTo>
                  <a:lnTo>
                    <a:pt x="253950" y="1480680"/>
                  </a:lnTo>
                  <a:lnTo>
                    <a:pt x="254618" y="1480680"/>
                  </a:lnTo>
                  <a:lnTo>
                    <a:pt x="255286" y="1579762"/>
                  </a:lnTo>
                  <a:lnTo>
                    <a:pt x="255954" y="1579762"/>
                  </a:lnTo>
                  <a:lnTo>
                    <a:pt x="256622" y="1579762"/>
                  </a:lnTo>
                  <a:lnTo>
                    <a:pt x="257290" y="1579762"/>
                  </a:lnTo>
                  <a:lnTo>
                    <a:pt x="257958" y="1579762"/>
                  </a:lnTo>
                  <a:lnTo>
                    <a:pt x="258626" y="1579762"/>
                  </a:lnTo>
                  <a:lnTo>
                    <a:pt x="259294" y="1579762"/>
                  </a:lnTo>
                  <a:lnTo>
                    <a:pt x="259962" y="1579762"/>
                  </a:lnTo>
                  <a:lnTo>
                    <a:pt x="260630" y="1579762"/>
                  </a:lnTo>
                  <a:lnTo>
                    <a:pt x="261298" y="1579762"/>
                  </a:lnTo>
                  <a:lnTo>
                    <a:pt x="261966" y="1579762"/>
                  </a:lnTo>
                  <a:lnTo>
                    <a:pt x="262634" y="1579762"/>
                  </a:lnTo>
                  <a:lnTo>
                    <a:pt x="263302" y="1579762"/>
                  </a:lnTo>
                  <a:lnTo>
                    <a:pt x="263970" y="1579762"/>
                  </a:lnTo>
                  <a:lnTo>
                    <a:pt x="264638" y="1579762"/>
                  </a:lnTo>
                  <a:lnTo>
                    <a:pt x="265307" y="1579762"/>
                  </a:lnTo>
                  <a:lnTo>
                    <a:pt x="265975" y="1579762"/>
                  </a:lnTo>
                  <a:lnTo>
                    <a:pt x="266643" y="1579762"/>
                  </a:lnTo>
                  <a:lnTo>
                    <a:pt x="267311" y="1579762"/>
                  </a:lnTo>
                  <a:lnTo>
                    <a:pt x="267979" y="1579762"/>
                  </a:lnTo>
                  <a:lnTo>
                    <a:pt x="268647" y="1488940"/>
                  </a:lnTo>
                  <a:lnTo>
                    <a:pt x="269315" y="1394971"/>
                  </a:lnTo>
                  <a:lnTo>
                    <a:pt x="269983" y="1394971"/>
                  </a:lnTo>
                  <a:lnTo>
                    <a:pt x="270651" y="1394971"/>
                  </a:lnTo>
                  <a:lnTo>
                    <a:pt x="271319" y="1394971"/>
                  </a:lnTo>
                  <a:lnTo>
                    <a:pt x="271987" y="1394971"/>
                  </a:lnTo>
                  <a:lnTo>
                    <a:pt x="272655" y="1394971"/>
                  </a:lnTo>
                  <a:lnTo>
                    <a:pt x="273323" y="1394971"/>
                  </a:lnTo>
                  <a:lnTo>
                    <a:pt x="273991" y="1394971"/>
                  </a:lnTo>
                  <a:lnTo>
                    <a:pt x="274659" y="1423686"/>
                  </a:lnTo>
                  <a:lnTo>
                    <a:pt x="275327" y="1394971"/>
                  </a:lnTo>
                  <a:lnTo>
                    <a:pt x="275995" y="1407121"/>
                  </a:lnTo>
                  <a:lnTo>
                    <a:pt x="276663" y="1480680"/>
                  </a:lnTo>
                  <a:lnTo>
                    <a:pt x="277331" y="1480680"/>
                  </a:lnTo>
                  <a:lnTo>
                    <a:pt x="277999" y="1480680"/>
                  </a:lnTo>
                  <a:lnTo>
                    <a:pt x="278667" y="1574648"/>
                  </a:lnTo>
                  <a:lnTo>
                    <a:pt x="279335" y="1563698"/>
                  </a:lnTo>
                  <a:lnTo>
                    <a:pt x="280003" y="1515173"/>
                  </a:lnTo>
                  <a:lnTo>
                    <a:pt x="280671" y="1521974"/>
                  </a:lnTo>
                  <a:lnTo>
                    <a:pt x="281339" y="1521974"/>
                  </a:lnTo>
                  <a:lnTo>
                    <a:pt x="282007" y="1521974"/>
                  </a:lnTo>
                  <a:lnTo>
                    <a:pt x="282675" y="1521974"/>
                  </a:lnTo>
                  <a:lnTo>
                    <a:pt x="283343" y="1521974"/>
                  </a:lnTo>
                  <a:lnTo>
                    <a:pt x="284011" y="1521974"/>
                  </a:lnTo>
                  <a:lnTo>
                    <a:pt x="284679" y="1525998"/>
                  </a:lnTo>
                  <a:lnTo>
                    <a:pt x="285347" y="1579762"/>
                  </a:lnTo>
                  <a:lnTo>
                    <a:pt x="286015" y="1579762"/>
                  </a:lnTo>
                  <a:lnTo>
                    <a:pt x="286683" y="1579762"/>
                  </a:lnTo>
                  <a:lnTo>
                    <a:pt x="287351" y="1579762"/>
                  </a:lnTo>
                  <a:lnTo>
                    <a:pt x="288019" y="1579762"/>
                  </a:lnTo>
                  <a:lnTo>
                    <a:pt x="288687" y="1496072"/>
                  </a:lnTo>
                  <a:lnTo>
                    <a:pt x="289355" y="1512322"/>
                  </a:lnTo>
                  <a:lnTo>
                    <a:pt x="290024" y="1567436"/>
                  </a:lnTo>
                  <a:lnTo>
                    <a:pt x="290692" y="1480680"/>
                  </a:lnTo>
                  <a:lnTo>
                    <a:pt x="291360" y="1480680"/>
                  </a:lnTo>
                  <a:lnTo>
                    <a:pt x="292028" y="1480680"/>
                  </a:lnTo>
                  <a:lnTo>
                    <a:pt x="292696" y="1480680"/>
                  </a:lnTo>
                  <a:lnTo>
                    <a:pt x="293364" y="1480680"/>
                  </a:lnTo>
                  <a:lnTo>
                    <a:pt x="294032" y="1436396"/>
                  </a:lnTo>
                  <a:lnTo>
                    <a:pt x="294700" y="1394971"/>
                  </a:lnTo>
                  <a:lnTo>
                    <a:pt x="295368" y="1394971"/>
                  </a:lnTo>
                  <a:lnTo>
                    <a:pt x="296036" y="1488940"/>
                  </a:lnTo>
                  <a:lnTo>
                    <a:pt x="296704" y="1515173"/>
                  </a:lnTo>
                  <a:lnTo>
                    <a:pt x="297372" y="1521974"/>
                  </a:lnTo>
                  <a:lnTo>
                    <a:pt x="298040" y="1542352"/>
                  </a:lnTo>
                  <a:lnTo>
                    <a:pt x="298708" y="1579762"/>
                  </a:lnTo>
                  <a:lnTo>
                    <a:pt x="299376" y="1579762"/>
                  </a:lnTo>
                  <a:lnTo>
                    <a:pt x="300044" y="1579762"/>
                  </a:lnTo>
                  <a:lnTo>
                    <a:pt x="300712" y="1579762"/>
                  </a:lnTo>
                  <a:lnTo>
                    <a:pt x="301380" y="1579762"/>
                  </a:lnTo>
                  <a:lnTo>
                    <a:pt x="302048" y="1579762"/>
                  </a:lnTo>
                  <a:lnTo>
                    <a:pt x="302716" y="1579762"/>
                  </a:lnTo>
                  <a:lnTo>
                    <a:pt x="303384" y="1579762"/>
                  </a:lnTo>
                  <a:lnTo>
                    <a:pt x="304052" y="1579762"/>
                  </a:lnTo>
                  <a:lnTo>
                    <a:pt x="304720" y="1579762"/>
                  </a:lnTo>
                  <a:lnTo>
                    <a:pt x="305388" y="1579762"/>
                  </a:lnTo>
                  <a:lnTo>
                    <a:pt x="306056" y="1579762"/>
                  </a:lnTo>
                  <a:lnTo>
                    <a:pt x="306724" y="1579762"/>
                  </a:lnTo>
                  <a:lnTo>
                    <a:pt x="307392" y="1579762"/>
                  </a:lnTo>
                  <a:lnTo>
                    <a:pt x="308060" y="1579762"/>
                  </a:lnTo>
                  <a:lnTo>
                    <a:pt x="308728" y="1579762"/>
                  </a:lnTo>
                  <a:lnTo>
                    <a:pt x="309396" y="1579762"/>
                  </a:lnTo>
                  <a:lnTo>
                    <a:pt x="310064" y="1579762"/>
                  </a:lnTo>
                  <a:lnTo>
                    <a:pt x="310732" y="1579762"/>
                  </a:lnTo>
                  <a:lnTo>
                    <a:pt x="311400" y="1579762"/>
                  </a:lnTo>
                  <a:lnTo>
                    <a:pt x="312068" y="1579762"/>
                  </a:lnTo>
                  <a:lnTo>
                    <a:pt x="312736" y="1579762"/>
                  </a:lnTo>
                  <a:lnTo>
                    <a:pt x="313404" y="1579762"/>
                  </a:lnTo>
                  <a:lnTo>
                    <a:pt x="314072" y="1579762"/>
                  </a:lnTo>
                  <a:lnTo>
                    <a:pt x="314741" y="1579762"/>
                  </a:lnTo>
                  <a:lnTo>
                    <a:pt x="315409" y="1579762"/>
                  </a:lnTo>
                  <a:lnTo>
                    <a:pt x="316077" y="1579762"/>
                  </a:lnTo>
                  <a:lnTo>
                    <a:pt x="316745" y="1579762"/>
                  </a:lnTo>
                  <a:lnTo>
                    <a:pt x="317413" y="1579762"/>
                  </a:lnTo>
                  <a:lnTo>
                    <a:pt x="318081" y="1579762"/>
                  </a:lnTo>
                  <a:lnTo>
                    <a:pt x="318749" y="1579762"/>
                  </a:lnTo>
                  <a:lnTo>
                    <a:pt x="319417" y="1579762"/>
                  </a:lnTo>
                  <a:lnTo>
                    <a:pt x="320085" y="1579762"/>
                  </a:lnTo>
                  <a:lnTo>
                    <a:pt x="320753" y="1579762"/>
                  </a:lnTo>
                  <a:lnTo>
                    <a:pt x="321421" y="1579762"/>
                  </a:lnTo>
                  <a:lnTo>
                    <a:pt x="322089" y="1579762"/>
                  </a:lnTo>
                  <a:lnTo>
                    <a:pt x="322757" y="1579762"/>
                  </a:lnTo>
                  <a:lnTo>
                    <a:pt x="323425" y="1579762"/>
                  </a:lnTo>
                  <a:lnTo>
                    <a:pt x="324093" y="1579762"/>
                  </a:lnTo>
                  <a:lnTo>
                    <a:pt x="324761" y="1579762"/>
                  </a:lnTo>
                  <a:lnTo>
                    <a:pt x="325429" y="1579762"/>
                  </a:lnTo>
                  <a:lnTo>
                    <a:pt x="326097" y="1579762"/>
                  </a:lnTo>
                  <a:lnTo>
                    <a:pt x="326765" y="1579623"/>
                  </a:lnTo>
                  <a:lnTo>
                    <a:pt x="327433" y="1579623"/>
                  </a:lnTo>
                  <a:lnTo>
                    <a:pt x="328101" y="1579623"/>
                  </a:lnTo>
                  <a:lnTo>
                    <a:pt x="328769" y="1579623"/>
                  </a:lnTo>
                  <a:lnTo>
                    <a:pt x="329437" y="1579623"/>
                  </a:lnTo>
                  <a:lnTo>
                    <a:pt x="330105" y="1579623"/>
                  </a:lnTo>
                  <a:lnTo>
                    <a:pt x="330773" y="1579623"/>
                  </a:lnTo>
                  <a:lnTo>
                    <a:pt x="331441" y="1579623"/>
                  </a:lnTo>
                  <a:lnTo>
                    <a:pt x="332109" y="1579623"/>
                  </a:lnTo>
                  <a:lnTo>
                    <a:pt x="332777" y="1579623"/>
                  </a:lnTo>
                  <a:lnTo>
                    <a:pt x="333445" y="1579623"/>
                  </a:lnTo>
                  <a:lnTo>
                    <a:pt x="334113" y="1579623"/>
                  </a:lnTo>
                  <a:lnTo>
                    <a:pt x="334781" y="1579623"/>
                  </a:lnTo>
                  <a:lnTo>
                    <a:pt x="335449" y="1579623"/>
                  </a:lnTo>
                  <a:lnTo>
                    <a:pt x="336117" y="1579623"/>
                  </a:lnTo>
                  <a:lnTo>
                    <a:pt x="336785" y="1579762"/>
                  </a:lnTo>
                  <a:lnTo>
                    <a:pt x="337453" y="1579762"/>
                  </a:lnTo>
                  <a:lnTo>
                    <a:pt x="338121" y="1579762"/>
                  </a:lnTo>
                  <a:lnTo>
                    <a:pt x="338790" y="1579762"/>
                  </a:lnTo>
                  <a:lnTo>
                    <a:pt x="339458" y="1579762"/>
                  </a:lnTo>
                  <a:lnTo>
                    <a:pt x="340126" y="1533231"/>
                  </a:lnTo>
                  <a:lnTo>
                    <a:pt x="340794" y="1453395"/>
                  </a:lnTo>
                  <a:lnTo>
                    <a:pt x="341462" y="1420472"/>
                  </a:lnTo>
                  <a:lnTo>
                    <a:pt x="342130" y="1420472"/>
                  </a:lnTo>
                  <a:lnTo>
                    <a:pt x="342798" y="1392560"/>
                  </a:lnTo>
                  <a:lnTo>
                    <a:pt x="343466" y="1352845"/>
                  </a:lnTo>
                  <a:lnTo>
                    <a:pt x="344134" y="1352845"/>
                  </a:lnTo>
                  <a:lnTo>
                    <a:pt x="344802" y="1352845"/>
                  </a:lnTo>
                  <a:lnTo>
                    <a:pt x="345470" y="1352845"/>
                  </a:lnTo>
                  <a:lnTo>
                    <a:pt x="346138" y="1324592"/>
                  </a:lnTo>
                  <a:lnTo>
                    <a:pt x="346806" y="1284537"/>
                  </a:lnTo>
                  <a:lnTo>
                    <a:pt x="347474" y="1252071"/>
                  </a:lnTo>
                  <a:lnTo>
                    <a:pt x="348142" y="1282976"/>
                  </a:lnTo>
                  <a:lnTo>
                    <a:pt x="348810" y="1291669"/>
                  </a:lnTo>
                  <a:lnTo>
                    <a:pt x="349478" y="1291669"/>
                  </a:lnTo>
                  <a:lnTo>
                    <a:pt x="350146" y="1324592"/>
                  </a:lnTo>
                  <a:lnTo>
                    <a:pt x="350814" y="1389155"/>
                  </a:lnTo>
                  <a:lnTo>
                    <a:pt x="351482" y="1420472"/>
                  </a:lnTo>
                  <a:lnTo>
                    <a:pt x="352150" y="1420472"/>
                  </a:lnTo>
                  <a:lnTo>
                    <a:pt x="352818" y="1449652"/>
                  </a:lnTo>
                  <a:lnTo>
                    <a:pt x="353486" y="1496072"/>
                  </a:lnTo>
                  <a:lnTo>
                    <a:pt x="354154" y="1496072"/>
                  </a:lnTo>
                  <a:lnTo>
                    <a:pt x="354822" y="1496072"/>
                  </a:lnTo>
                  <a:lnTo>
                    <a:pt x="355490" y="1496072"/>
                  </a:lnTo>
                  <a:lnTo>
                    <a:pt x="356158" y="1533231"/>
                  </a:lnTo>
                  <a:lnTo>
                    <a:pt x="356826" y="1480680"/>
                  </a:lnTo>
                  <a:lnTo>
                    <a:pt x="357494" y="1548306"/>
                  </a:lnTo>
                  <a:lnTo>
                    <a:pt x="358162" y="1579623"/>
                  </a:lnTo>
                  <a:lnTo>
                    <a:pt x="358830" y="1579623"/>
                  </a:lnTo>
                  <a:lnTo>
                    <a:pt x="359498" y="1579623"/>
                  </a:lnTo>
                  <a:lnTo>
                    <a:pt x="360166" y="1579623"/>
                  </a:lnTo>
                  <a:lnTo>
                    <a:pt x="360834" y="1579623"/>
                  </a:lnTo>
                  <a:lnTo>
                    <a:pt x="361502" y="1579623"/>
                  </a:lnTo>
                  <a:lnTo>
                    <a:pt x="362170" y="1579623"/>
                  </a:lnTo>
                  <a:lnTo>
                    <a:pt x="362838" y="1579623"/>
                  </a:lnTo>
                  <a:lnTo>
                    <a:pt x="363507" y="1579623"/>
                  </a:lnTo>
                  <a:lnTo>
                    <a:pt x="364175" y="1579623"/>
                  </a:lnTo>
                  <a:lnTo>
                    <a:pt x="364843" y="1579623"/>
                  </a:lnTo>
                  <a:lnTo>
                    <a:pt x="365511" y="1579623"/>
                  </a:lnTo>
                  <a:lnTo>
                    <a:pt x="366179" y="1579623"/>
                  </a:lnTo>
                  <a:lnTo>
                    <a:pt x="366847" y="1579623"/>
                  </a:lnTo>
                  <a:lnTo>
                    <a:pt x="367515" y="1579623"/>
                  </a:lnTo>
                  <a:lnTo>
                    <a:pt x="368183" y="1579623"/>
                  </a:lnTo>
                  <a:lnTo>
                    <a:pt x="368851" y="1553421"/>
                  </a:lnTo>
                  <a:lnTo>
                    <a:pt x="369519" y="1480680"/>
                  </a:lnTo>
                  <a:lnTo>
                    <a:pt x="370187" y="1480680"/>
                  </a:lnTo>
                  <a:lnTo>
                    <a:pt x="370855" y="1480680"/>
                  </a:lnTo>
                  <a:lnTo>
                    <a:pt x="371523" y="1480680"/>
                  </a:lnTo>
                  <a:lnTo>
                    <a:pt x="372191" y="1480680"/>
                  </a:lnTo>
                  <a:lnTo>
                    <a:pt x="372859" y="1480680"/>
                  </a:lnTo>
                  <a:lnTo>
                    <a:pt x="373527" y="1436396"/>
                  </a:lnTo>
                  <a:lnTo>
                    <a:pt x="374195" y="1322947"/>
                  </a:lnTo>
                  <a:lnTo>
                    <a:pt x="374863" y="1308762"/>
                  </a:lnTo>
                  <a:lnTo>
                    <a:pt x="375531" y="1251745"/>
                  </a:lnTo>
                  <a:lnTo>
                    <a:pt x="376199" y="1251745"/>
                  </a:lnTo>
                  <a:lnTo>
                    <a:pt x="376867" y="1251745"/>
                  </a:lnTo>
                  <a:lnTo>
                    <a:pt x="377535" y="1251745"/>
                  </a:lnTo>
                  <a:lnTo>
                    <a:pt x="378203" y="1251745"/>
                  </a:lnTo>
                  <a:lnTo>
                    <a:pt x="378871" y="1267995"/>
                  </a:lnTo>
                  <a:lnTo>
                    <a:pt x="379539" y="1319371"/>
                  </a:lnTo>
                  <a:lnTo>
                    <a:pt x="380207" y="1319371"/>
                  </a:lnTo>
                  <a:lnTo>
                    <a:pt x="380875" y="1319371"/>
                  </a:lnTo>
                  <a:lnTo>
                    <a:pt x="381543" y="1319371"/>
                  </a:lnTo>
                  <a:lnTo>
                    <a:pt x="382211" y="1319371"/>
                  </a:lnTo>
                  <a:lnTo>
                    <a:pt x="382879" y="1319371"/>
                  </a:lnTo>
                  <a:lnTo>
                    <a:pt x="383547" y="1356059"/>
                  </a:lnTo>
                  <a:lnTo>
                    <a:pt x="384215" y="1476111"/>
                  </a:lnTo>
                  <a:lnTo>
                    <a:pt x="384883" y="1494583"/>
                  </a:lnTo>
                  <a:lnTo>
                    <a:pt x="385551" y="1579623"/>
                  </a:lnTo>
                  <a:lnTo>
                    <a:pt x="386219" y="1579623"/>
                  </a:lnTo>
                  <a:lnTo>
                    <a:pt x="386887" y="1579623"/>
                  </a:lnTo>
                  <a:lnTo>
                    <a:pt x="387555" y="1579623"/>
                  </a:lnTo>
                  <a:lnTo>
                    <a:pt x="388224" y="1579623"/>
                  </a:lnTo>
                  <a:lnTo>
                    <a:pt x="388892" y="1579623"/>
                  </a:lnTo>
                  <a:lnTo>
                    <a:pt x="389560" y="1579623"/>
                  </a:lnTo>
                  <a:lnTo>
                    <a:pt x="390228" y="1579623"/>
                  </a:lnTo>
                  <a:lnTo>
                    <a:pt x="390896" y="1579623"/>
                  </a:lnTo>
                  <a:lnTo>
                    <a:pt x="391564" y="1579623"/>
                  </a:lnTo>
                  <a:lnTo>
                    <a:pt x="392232" y="1579623"/>
                  </a:lnTo>
                  <a:lnTo>
                    <a:pt x="392900" y="1579623"/>
                  </a:lnTo>
                  <a:lnTo>
                    <a:pt x="393568" y="1579623"/>
                  </a:lnTo>
                  <a:lnTo>
                    <a:pt x="394236" y="1579623"/>
                  </a:lnTo>
                  <a:lnTo>
                    <a:pt x="394904" y="1579623"/>
                  </a:lnTo>
                  <a:lnTo>
                    <a:pt x="395572" y="1579623"/>
                  </a:lnTo>
                  <a:lnTo>
                    <a:pt x="396240" y="1579623"/>
                  </a:lnTo>
                  <a:lnTo>
                    <a:pt x="396908" y="1579623"/>
                  </a:lnTo>
                  <a:lnTo>
                    <a:pt x="397576" y="1579762"/>
                  </a:lnTo>
                  <a:lnTo>
                    <a:pt x="398244" y="1579762"/>
                  </a:lnTo>
                  <a:lnTo>
                    <a:pt x="398912" y="1579762"/>
                  </a:lnTo>
                  <a:lnTo>
                    <a:pt x="399580" y="1579762"/>
                  </a:lnTo>
                  <a:lnTo>
                    <a:pt x="400248" y="1579762"/>
                  </a:lnTo>
                  <a:lnTo>
                    <a:pt x="400916" y="1579762"/>
                  </a:lnTo>
                  <a:lnTo>
                    <a:pt x="401584" y="1579762"/>
                  </a:lnTo>
                  <a:lnTo>
                    <a:pt x="402252" y="1579762"/>
                  </a:lnTo>
                  <a:lnTo>
                    <a:pt x="402920" y="1579762"/>
                  </a:lnTo>
                  <a:lnTo>
                    <a:pt x="403588" y="1579762"/>
                  </a:lnTo>
                  <a:lnTo>
                    <a:pt x="404256" y="1579762"/>
                  </a:lnTo>
                  <a:lnTo>
                    <a:pt x="404924" y="1579762"/>
                  </a:lnTo>
                  <a:lnTo>
                    <a:pt x="405592" y="1579762"/>
                  </a:lnTo>
                  <a:lnTo>
                    <a:pt x="406260" y="1579762"/>
                  </a:lnTo>
                  <a:lnTo>
                    <a:pt x="406928" y="1579762"/>
                  </a:lnTo>
                  <a:lnTo>
                    <a:pt x="407596" y="1579762"/>
                  </a:lnTo>
                  <a:lnTo>
                    <a:pt x="408264" y="1579762"/>
                  </a:lnTo>
                  <a:lnTo>
                    <a:pt x="408932" y="1579762"/>
                  </a:lnTo>
                  <a:lnTo>
                    <a:pt x="409600" y="1579762"/>
                  </a:lnTo>
                  <a:lnTo>
                    <a:pt x="410268" y="1579762"/>
                  </a:lnTo>
                  <a:lnTo>
                    <a:pt x="410936" y="1489720"/>
                  </a:lnTo>
                  <a:lnTo>
                    <a:pt x="411604" y="1399690"/>
                  </a:lnTo>
                  <a:lnTo>
                    <a:pt x="412272" y="1438300"/>
                  </a:lnTo>
                  <a:lnTo>
                    <a:pt x="412941" y="1394121"/>
                  </a:lnTo>
                  <a:lnTo>
                    <a:pt x="413609" y="1392231"/>
                  </a:lnTo>
                  <a:lnTo>
                    <a:pt x="414277" y="1392231"/>
                  </a:lnTo>
                  <a:lnTo>
                    <a:pt x="414945" y="1379150"/>
                  </a:lnTo>
                  <a:lnTo>
                    <a:pt x="415613" y="1339694"/>
                  </a:lnTo>
                  <a:lnTo>
                    <a:pt x="416281" y="1320839"/>
                  </a:lnTo>
                  <a:lnTo>
                    <a:pt x="416949" y="1299248"/>
                  </a:lnTo>
                  <a:lnTo>
                    <a:pt x="417617" y="1287916"/>
                  </a:lnTo>
                  <a:lnTo>
                    <a:pt x="418285" y="1287916"/>
                  </a:lnTo>
                  <a:lnTo>
                    <a:pt x="418953" y="1253648"/>
                  </a:lnTo>
                  <a:lnTo>
                    <a:pt x="419621" y="1262522"/>
                  </a:lnTo>
                  <a:lnTo>
                    <a:pt x="420289" y="1247628"/>
                  </a:lnTo>
                  <a:lnTo>
                    <a:pt x="420957" y="1364604"/>
                  </a:lnTo>
                  <a:lnTo>
                    <a:pt x="421625" y="1468485"/>
                  </a:lnTo>
                  <a:lnTo>
                    <a:pt x="422293" y="1401437"/>
                  </a:lnTo>
                  <a:lnTo>
                    <a:pt x="422961" y="1315815"/>
                  </a:lnTo>
                  <a:lnTo>
                    <a:pt x="423629" y="1319371"/>
                  </a:lnTo>
                  <a:lnTo>
                    <a:pt x="424297" y="1319371"/>
                  </a:lnTo>
                  <a:lnTo>
                    <a:pt x="424965" y="1344831"/>
                  </a:lnTo>
                  <a:lnTo>
                    <a:pt x="425633" y="1432131"/>
                  </a:lnTo>
                  <a:lnTo>
                    <a:pt x="426301" y="1480680"/>
                  </a:lnTo>
                  <a:lnTo>
                    <a:pt x="426969" y="1543232"/>
                  </a:lnTo>
                  <a:lnTo>
                    <a:pt x="427637" y="1579623"/>
                  </a:lnTo>
                  <a:lnTo>
                    <a:pt x="428305" y="1579623"/>
                  </a:lnTo>
                  <a:lnTo>
                    <a:pt x="428973" y="1579623"/>
                  </a:lnTo>
                  <a:lnTo>
                    <a:pt x="429641" y="1579623"/>
                  </a:lnTo>
                  <a:lnTo>
                    <a:pt x="430309" y="1579623"/>
                  </a:lnTo>
                  <a:lnTo>
                    <a:pt x="430977" y="1579623"/>
                  </a:lnTo>
                  <a:lnTo>
                    <a:pt x="431645" y="1579623"/>
                  </a:lnTo>
                  <a:lnTo>
                    <a:pt x="432313" y="1579623"/>
                  </a:lnTo>
                  <a:lnTo>
                    <a:pt x="432981" y="1579623"/>
                  </a:lnTo>
                  <a:lnTo>
                    <a:pt x="433649" y="1579623"/>
                  </a:lnTo>
                  <a:lnTo>
                    <a:pt x="434317" y="1579623"/>
                  </a:lnTo>
                  <a:lnTo>
                    <a:pt x="434985" y="1579623"/>
                  </a:lnTo>
                  <a:lnTo>
                    <a:pt x="435653" y="1579623"/>
                  </a:lnTo>
                  <a:lnTo>
                    <a:pt x="436321" y="1579623"/>
                  </a:lnTo>
                  <a:lnTo>
                    <a:pt x="436990" y="1579623"/>
                  </a:lnTo>
                  <a:lnTo>
                    <a:pt x="437658" y="1579623"/>
                  </a:lnTo>
                  <a:lnTo>
                    <a:pt x="438326" y="1528247"/>
                  </a:lnTo>
                  <a:lnTo>
                    <a:pt x="438994" y="1480680"/>
                  </a:lnTo>
                  <a:lnTo>
                    <a:pt x="439662" y="1480680"/>
                  </a:lnTo>
                  <a:lnTo>
                    <a:pt x="440330" y="1480680"/>
                  </a:lnTo>
                  <a:lnTo>
                    <a:pt x="440998" y="1449363"/>
                  </a:lnTo>
                  <a:lnTo>
                    <a:pt x="441666" y="1394971"/>
                  </a:lnTo>
                  <a:lnTo>
                    <a:pt x="442334" y="1394971"/>
                  </a:lnTo>
                  <a:lnTo>
                    <a:pt x="443002" y="1394971"/>
                  </a:lnTo>
                  <a:lnTo>
                    <a:pt x="443670" y="1394971"/>
                  </a:lnTo>
                  <a:lnTo>
                    <a:pt x="444338" y="1394971"/>
                  </a:lnTo>
                  <a:lnTo>
                    <a:pt x="445006" y="1394971"/>
                  </a:lnTo>
                  <a:lnTo>
                    <a:pt x="445674" y="1394971"/>
                  </a:lnTo>
                  <a:lnTo>
                    <a:pt x="446342" y="1394971"/>
                  </a:lnTo>
                  <a:lnTo>
                    <a:pt x="447010" y="1394971"/>
                  </a:lnTo>
                  <a:lnTo>
                    <a:pt x="447678" y="1394971"/>
                  </a:lnTo>
                  <a:lnTo>
                    <a:pt x="448346" y="1436396"/>
                  </a:lnTo>
                  <a:lnTo>
                    <a:pt x="449014" y="1480680"/>
                  </a:lnTo>
                  <a:lnTo>
                    <a:pt x="449682" y="1480680"/>
                  </a:lnTo>
                  <a:lnTo>
                    <a:pt x="450350" y="1480680"/>
                  </a:lnTo>
                  <a:lnTo>
                    <a:pt x="451018" y="1513603"/>
                  </a:lnTo>
                  <a:lnTo>
                    <a:pt x="451686" y="1579623"/>
                  </a:lnTo>
                  <a:lnTo>
                    <a:pt x="452354" y="1579623"/>
                  </a:lnTo>
                  <a:lnTo>
                    <a:pt x="453022" y="1579623"/>
                  </a:lnTo>
                  <a:lnTo>
                    <a:pt x="453690" y="1579623"/>
                  </a:lnTo>
                  <a:lnTo>
                    <a:pt x="454358" y="1579623"/>
                  </a:lnTo>
                  <a:lnTo>
                    <a:pt x="455026" y="1579623"/>
                  </a:lnTo>
                  <a:lnTo>
                    <a:pt x="455694" y="1579623"/>
                  </a:lnTo>
                  <a:lnTo>
                    <a:pt x="456362" y="1579623"/>
                  </a:lnTo>
                  <a:lnTo>
                    <a:pt x="457030" y="1579623"/>
                  </a:lnTo>
                  <a:lnTo>
                    <a:pt x="457698" y="1579623"/>
                  </a:lnTo>
                  <a:lnTo>
                    <a:pt x="458366" y="1579623"/>
                  </a:lnTo>
                  <a:lnTo>
                    <a:pt x="459034" y="1579623"/>
                  </a:lnTo>
                  <a:lnTo>
                    <a:pt x="459702" y="1579623"/>
                  </a:lnTo>
                  <a:lnTo>
                    <a:pt x="460370" y="1518447"/>
                  </a:lnTo>
                  <a:lnTo>
                    <a:pt x="461038" y="1480680"/>
                  </a:lnTo>
                  <a:lnTo>
                    <a:pt x="461707" y="1480680"/>
                  </a:lnTo>
                  <a:lnTo>
                    <a:pt x="462375" y="1480680"/>
                  </a:lnTo>
                  <a:lnTo>
                    <a:pt x="463043" y="1480680"/>
                  </a:lnTo>
                  <a:lnTo>
                    <a:pt x="463711" y="1480680"/>
                  </a:lnTo>
                  <a:lnTo>
                    <a:pt x="464379" y="1480680"/>
                  </a:lnTo>
                  <a:lnTo>
                    <a:pt x="465047" y="1480680"/>
                  </a:lnTo>
                  <a:lnTo>
                    <a:pt x="465715" y="1480680"/>
                  </a:lnTo>
                  <a:lnTo>
                    <a:pt x="466383" y="1480680"/>
                  </a:lnTo>
                  <a:lnTo>
                    <a:pt x="467051" y="1480680"/>
                  </a:lnTo>
                  <a:lnTo>
                    <a:pt x="467719" y="1415350"/>
                  </a:lnTo>
                  <a:lnTo>
                    <a:pt x="468387" y="1394971"/>
                  </a:lnTo>
                  <a:lnTo>
                    <a:pt x="469055" y="1394971"/>
                  </a:lnTo>
                  <a:lnTo>
                    <a:pt x="469723" y="1394971"/>
                  </a:lnTo>
                  <a:lnTo>
                    <a:pt x="470391" y="1445012"/>
                  </a:lnTo>
                  <a:lnTo>
                    <a:pt x="471059" y="1480680"/>
                  </a:lnTo>
                  <a:lnTo>
                    <a:pt x="471727" y="1480680"/>
                  </a:lnTo>
                  <a:lnTo>
                    <a:pt x="472395" y="1480680"/>
                  </a:lnTo>
                  <a:lnTo>
                    <a:pt x="473063" y="1480680"/>
                  </a:lnTo>
                  <a:lnTo>
                    <a:pt x="473731" y="1480680"/>
                  </a:lnTo>
                  <a:lnTo>
                    <a:pt x="474399" y="1480680"/>
                  </a:lnTo>
                  <a:lnTo>
                    <a:pt x="475067" y="1480680"/>
                  </a:lnTo>
                  <a:lnTo>
                    <a:pt x="475735" y="1480680"/>
                  </a:lnTo>
                  <a:lnTo>
                    <a:pt x="476403" y="1480680"/>
                  </a:lnTo>
                  <a:lnTo>
                    <a:pt x="477071" y="1480680"/>
                  </a:lnTo>
                  <a:lnTo>
                    <a:pt x="477739" y="1553421"/>
                  </a:lnTo>
                  <a:lnTo>
                    <a:pt x="478407" y="1579623"/>
                  </a:lnTo>
                  <a:lnTo>
                    <a:pt x="479075" y="1579623"/>
                  </a:lnTo>
                  <a:lnTo>
                    <a:pt x="479743" y="1579623"/>
                  </a:lnTo>
                  <a:lnTo>
                    <a:pt x="480411" y="1579623"/>
                  </a:lnTo>
                  <a:lnTo>
                    <a:pt x="481079" y="1579623"/>
                  </a:lnTo>
                  <a:lnTo>
                    <a:pt x="481747" y="1579623"/>
                  </a:lnTo>
                  <a:lnTo>
                    <a:pt x="482415" y="1579623"/>
                  </a:lnTo>
                  <a:lnTo>
                    <a:pt x="483083" y="1579623"/>
                  </a:lnTo>
                  <a:lnTo>
                    <a:pt x="483751" y="1579623"/>
                  </a:lnTo>
                  <a:lnTo>
                    <a:pt x="484419" y="1579623"/>
                  </a:lnTo>
                  <a:lnTo>
                    <a:pt x="485087" y="1579623"/>
                  </a:lnTo>
                  <a:lnTo>
                    <a:pt x="485755" y="1579623"/>
                  </a:lnTo>
                  <a:lnTo>
                    <a:pt x="486424" y="1579623"/>
                  </a:lnTo>
                  <a:lnTo>
                    <a:pt x="487092" y="1579623"/>
                  </a:lnTo>
                  <a:lnTo>
                    <a:pt x="487760" y="1579623"/>
                  </a:lnTo>
                  <a:lnTo>
                    <a:pt x="488428" y="1579623"/>
                  </a:lnTo>
                  <a:lnTo>
                    <a:pt x="489096" y="1579623"/>
                  </a:lnTo>
                  <a:lnTo>
                    <a:pt x="489764" y="1579623"/>
                  </a:lnTo>
                  <a:lnTo>
                    <a:pt x="490432" y="1579623"/>
                  </a:lnTo>
                  <a:lnTo>
                    <a:pt x="491100" y="1579623"/>
                  </a:lnTo>
                  <a:lnTo>
                    <a:pt x="491768" y="1579623"/>
                  </a:lnTo>
                  <a:lnTo>
                    <a:pt x="492436" y="1579623"/>
                  </a:lnTo>
                  <a:lnTo>
                    <a:pt x="493104" y="1579623"/>
                  </a:lnTo>
                  <a:lnTo>
                    <a:pt x="493772" y="1579623"/>
                  </a:lnTo>
                  <a:lnTo>
                    <a:pt x="494440" y="1579623"/>
                  </a:lnTo>
                  <a:lnTo>
                    <a:pt x="495108" y="1579623"/>
                  </a:lnTo>
                  <a:lnTo>
                    <a:pt x="495776" y="1579623"/>
                  </a:lnTo>
                  <a:lnTo>
                    <a:pt x="496444" y="1579623"/>
                  </a:lnTo>
                  <a:lnTo>
                    <a:pt x="497112" y="1579623"/>
                  </a:lnTo>
                  <a:lnTo>
                    <a:pt x="497780" y="1579623"/>
                  </a:lnTo>
                  <a:lnTo>
                    <a:pt x="498448" y="1579623"/>
                  </a:lnTo>
                  <a:lnTo>
                    <a:pt x="499116" y="1579623"/>
                  </a:lnTo>
                  <a:lnTo>
                    <a:pt x="499784" y="1579623"/>
                  </a:lnTo>
                  <a:lnTo>
                    <a:pt x="500452" y="1579623"/>
                  </a:lnTo>
                  <a:lnTo>
                    <a:pt x="501120" y="1579623"/>
                  </a:lnTo>
                  <a:lnTo>
                    <a:pt x="501788" y="1579623"/>
                  </a:lnTo>
                  <a:lnTo>
                    <a:pt x="502456" y="1579623"/>
                  </a:lnTo>
                  <a:lnTo>
                    <a:pt x="503124" y="1579623"/>
                  </a:lnTo>
                  <a:lnTo>
                    <a:pt x="503792" y="1579623"/>
                  </a:lnTo>
                  <a:lnTo>
                    <a:pt x="504460" y="1579623"/>
                  </a:lnTo>
                  <a:lnTo>
                    <a:pt x="505128" y="1579623"/>
                  </a:lnTo>
                  <a:lnTo>
                    <a:pt x="505796" y="1579623"/>
                  </a:lnTo>
                  <a:lnTo>
                    <a:pt x="506464" y="1579623"/>
                  </a:lnTo>
                  <a:lnTo>
                    <a:pt x="507132" y="1579623"/>
                  </a:lnTo>
                  <a:lnTo>
                    <a:pt x="507800" y="1579623"/>
                  </a:lnTo>
                  <a:lnTo>
                    <a:pt x="508468" y="1579623"/>
                  </a:lnTo>
                  <a:lnTo>
                    <a:pt x="509136" y="1579623"/>
                  </a:lnTo>
                  <a:lnTo>
                    <a:pt x="509804" y="1579623"/>
                  </a:lnTo>
                  <a:lnTo>
                    <a:pt x="510472" y="1579623"/>
                  </a:lnTo>
                  <a:lnTo>
                    <a:pt x="511141" y="1579623"/>
                  </a:lnTo>
                  <a:lnTo>
                    <a:pt x="511809" y="1579623"/>
                  </a:lnTo>
                  <a:lnTo>
                    <a:pt x="512477" y="1579623"/>
                  </a:lnTo>
                  <a:lnTo>
                    <a:pt x="513145" y="1579623"/>
                  </a:lnTo>
                  <a:lnTo>
                    <a:pt x="513813" y="1579623"/>
                  </a:lnTo>
                  <a:lnTo>
                    <a:pt x="514481" y="1579623"/>
                  </a:lnTo>
                  <a:lnTo>
                    <a:pt x="515149" y="1579623"/>
                  </a:lnTo>
                  <a:lnTo>
                    <a:pt x="515817" y="1579623"/>
                  </a:lnTo>
                  <a:lnTo>
                    <a:pt x="516485" y="1579623"/>
                  </a:lnTo>
                  <a:lnTo>
                    <a:pt x="517153" y="1579623"/>
                  </a:lnTo>
                  <a:lnTo>
                    <a:pt x="517821" y="1579623"/>
                  </a:lnTo>
                  <a:lnTo>
                    <a:pt x="518489" y="1579623"/>
                  </a:lnTo>
                  <a:lnTo>
                    <a:pt x="519157" y="1579623"/>
                  </a:lnTo>
                  <a:lnTo>
                    <a:pt x="519825" y="1579623"/>
                  </a:lnTo>
                  <a:lnTo>
                    <a:pt x="520493" y="1579623"/>
                  </a:lnTo>
                  <a:lnTo>
                    <a:pt x="521161" y="1579762"/>
                  </a:lnTo>
                  <a:lnTo>
                    <a:pt x="521829" y="1579762"/>
                  </a:lnTo>
                  <a:lnTo>
                    <a:pt x="522497" y="1579762"/>
                  </a:lnTo>
                  <a:lnTo>
                    <a:pt x="523165" y="1579762"/>
                  </a:lnTo>
                  <a:lnTo>
                    <a:pt x="523833" y="1579762"/>
                  </a:lnTo>
                  <a:lnTo>
                    <a:pt x="524501" y="1579762"/>
                  </a:lnTo>
                  <a:lnTo>
                    <a:pt x="525169" y="1579762"/>
                  </a:lnTo>
                  <a:lnTo>
                    <a:pt x="525837" y="1579762"/>
                  </a:lnTo>
                  <a:lnTo>
                    <a:pt x="526505" y="1579762"/>
                  </a:lnTo>
                  <a:lnTo>
                    <a:pt x="527173" y="1579762"/>
                  </a:lnTo>
                  <a:lnTo>
                    <a:pt x="527841" y="1579762"/>
                  </a:lnTo>
                  <a:lnTo>
                    <a:pt x="528509" y="1498316"/>
                  </a:lnTo>
                  <a:lnTo>
                    <a:pt x="529177" y="1448939"/>
                  </a:lnTo>
                  <a:lnTo>
                    <a:pt x="529845" y="1425596"/>
                  </a:lnTo>
                  <a:lnTo>
                    <a:pt x="530513" y="1425596"/>
                  </a:lnTo>
                  <a:lnTo>
                    <a:pt x="531181" y="1366450"/>
                  </a:lnTo>
                  <a:lnTo>
                    <a:pt x="531849" y="1394565"/>
                  </a:lnTo>
                  <a:lnTo>
                    <a:pt x="532517" y="1397766"/>
                  </a:lnTo>
                  <a:lnTo>
                    <a:pt x="533185" y="1371481"/>
                  </a:lnTo>
                  <a:lnTo>
                    <a:pt x="533853" y="1378202"/>
                  </a:lnTo>
                  <a:lnTo>
                    <a:pt x="534521" y="1337957"/>
                  </a:lnTo>
                  <a:lnTo>
                    <a:pt x="535190" y="1356077"/>
                  </a:lnTo>
                  <a:lnTo>
                    <a:pt x="535858" y="1315059"/>
                  </a:lnTo>
                  <a:lnTo>
                    <a:pt x="536526" y="1293335"/>
                  </a:lnTo>
                  <a:lnTo>
                    <a:pt x="537194" y="1303652"/>
                  </a:lnTo>
                  <a:lnTo>
                    <a:pt x="537862" y="1314271"/>
                  </a:lnTo>
                  <a:lnTo>
                    <a:pt x="538530" y="1352164"/>
                  </a:lnTo>
                  <a:lnTo>
                    <a:pt x="539198" y="1504023"/>
                  </a:lnTo>
                  <a:lnTo>
                    <a:pt x="539866" y="1579623"/>
                  </a:lnTo>
                  <a:lnTo>
                    <a:pt x="540534" y="1579623"/>
                  </a:lnTo>
                  <a:lnTo>
                    <a:pt x="541202" y="1579623"/>
                  </a:lnTo>
                  <a:lnTo>
                    <a:pt x="541870" y="1579623"/>
                  </a:lnTo>
                  <a:lnTo>
                    <a:pt x="542538" y="1579623"/>
                  </a:lnTo>
                  <a:lnTo>
                    <a:pt x="543206" y="1579623"/>
                  </a:lnTo>
                  <a:lnTo>
                    <a:pt x="543874" y="1579623"/>
                  </a:lnTo>
                  <a:lnTo>
                    <a:pt x="544542" y="1579623"/>
                  </a:lnTo>
                  <a:lnTo>
                    <a:pt x="545210" y="1579623"/>
                  </a:lnTo>
                  <a:lnTo>
                    <a:pt x="545878" y="1579623"/>
                  </a:lnTo>
                  <a:lnTo>
                    <a:pt x="546546" y="1485281"/>
                  </a:lnTo>
                  <a:lnTo>
                    <a:pt x="547214" y="1480680"/>
                  </a:lnTo>
                  <a:lnTo>
                    <a:pt x="547882" y="1480680"/>
                  </a:lnTo>
                  <a:lnTo>
                    <a:pt x="548550" y="1574648"/>
                  </a:lnTo>
                  <a:lnTo>
                    <a:pt x="549218" y="1579762"/>
                  </a:lnTo>
                  <a:lnTo>
                    <a:pt x="549886" y="1579762"/>
                  </a:lnTo>
                  <a:lnTo>
                    <a:pt x="550554" y="1579762"/>
                  </a:lnTo>
                  <a:lnTo>
                    <a:pt x="551222" y="1579762"/>
                  </a:lnTo>
                  <a:lnTo>
                    <a:pt x="551890" y="1521974"/>
                  </a:lnTo>
                  <a:lnTo>
                    <a:pt x="552558" y="1521974"/>
                  </a:lnTo>
                  <a:lnTo>
                    <a:pt x="553226" y="1562859"/>
                  </a:lnTo>
                  <a:lnTo>
                    <a:pt x="553894" y="1443385"/>
                  </a:lnTo>
                  <a:lnTo>
                    <a:pt x="554562" y="1391131"/>
                  </a:lnTo>
                  <a:lnTo>
                    <a:pt x="555230" y="1317470"/>
                  </a:lnTo>
                  <a:lnTo>
                    <a:pt x="555898" y="1244505"/>
                  </a:lnTo>
                  <a:lnTo>
                    <a:pt x="556566" y="1202052"/>
                  </a:lnTo>
                  <a:lnTo>
                    <a:pt x="557234" y="1254540"/>
                  </a:lnTo>
                  <a:lnTo>
                    <a:pt x="557902" y="1254540"/>
                  </a:lnTo>
                  <a:lnTo>
                    <a:pt x="558570" y="1199490"/>
                  </a:lnTo>
                  <a:lnTo>
                    <a:pt x="559238" y="1176878"/>
                  </a:lnTo>
                  <a:lnTo>
                    <a:pt x="559907" y="1176878"/>
                  </a:lnTo>
                  <a:lnTo>
                    <a:pt x="560575" y="1167079"/>
                  </a:lnTo>
                  <a:lnTo>
                    <a:pt x="561243" y="1156230"/>
                  </a:lnTo>
                  <a:lnTo>
                    <a:pt x="561911" y="1176878"/>
                  </a:lnTo>
                  <a:lnTo>
                    <a:pt x="562579" y="1176878"/>
                  </a:lnTo>
                  <a:lnTo>
                    <a:pt x="563247" y="1143344"/>
                  </a:lnTo>
                  <a:lnTo>
                    <a:pt x="563915" y="1182492"/>
                  </a:lnTo>
                  <a:lnTo>
                    <a:pt x="564583" y="1247055"/>
                  </a:lnTo>
                  <a:lnTo>
                    <a:pt x="565251" y="1279511"/>
                  </a:lnTo>
                  <a:lnTo>
                    <a:pt x="565919" y="1409984"/>
                  </a:lnTo>
                  <a:lnTo>
                    <a:pt x="566587" y="1511173"/>
                  </a:lnTo>
                  <a:lnTo>
                    <a:pt x="567255" y="1394971"/>
                  </a:lnTo>
                  <a:lnTo>
                    <a:pt x="567923" y="1394971"/>
                  </a:lnTo>
                  <a:lnTo>
                    <a:pt x="568591" y="1403045"/>
                  </a:lnTo>
                  <a:lnTo>
                    <a:pt x="569259" y="1480680"/>
                  </a:lnTo>
                  <a:lnTo>
                    <a:pt x="569927" y="1480680"/>
                  </a:lnTo>
                  <a:lnTo>
                    <a:pt x="570595" y="1518447"/>
                  </a:lnTo>
                  <a:lnTo>
                    <a:pt x="571263" y="1579623"/>
                  </a:lnTo>
                  <a:lnTo>
                    <a:pt x="571931" y="1579623"/>
                  </a:lnTo>
                  <a:lnTo>
                    <a:pt x="572599" y="1579623"/>
                  </a:lnTo>
                  <a:lnTo>
                    <a:pt x="573267" y="1579623"/>
                  </a:lnTo>
                  <a:lnTo>
                    <a:pt x="573935" y="1579623"/>
                  </a:lnTo>
                  <a:lnTo>
                    <a:pt x="574603" y="1579623"/>
                  </a:lnTo>
                  <a:lnTo>
                    <a:pt x="575271" y="1579623"/>
                  </a:lnTo>
                  <a:lnTo>
                    <a:pt x="575939" y="1579623"/>
                  </a:lnTo>
                  <a:lnTo>
                    <a:pt x="576607" y="1579623"/>
                  </a:lnTo>
                  <a:lnTo>
                    <a:pt x="577275" y="1579623"/>
                  </a:lnTo>
                  <a:lnTo>
                    <a:pt x="577943" y="1579623"/>
                  </a:lnTo>
                  <a:lnTo>
                    <a:pt x="578611" y="1579623"/>
                  </a:lnTo>
                  <a:lnTo>
                    <a:pt x="579279" y="1579623"/>
                  </a:lnTo>
                  <a:lnTo>
                    <a:pt x="579947" y="1579623"/>
                  </a:lnTo>
                  <a:lnTo>
                    <a:pt x="580615" y="1579623"/>
                  </a:lnTo>
                  <a:lnTo>
                    <a:pt x="581283" y="1579623"/>
                  </a:lnTo>
                  <a:lnTo>
                    <a:pt x="581951" y="1579623"/>
                  </a:lnTo>
                  <a:lnTo>
                    <a:pt x="582619" y="1579623"/>
                  </a:lnTo>
                  <a:lnTo>
                    <a:pt x="583287" y="1579623"/>
                  </a:lnTo>
                  <a:lnTo>
                    <a:pt x="583955" y="1579623"/>
                  </a:lnTo>
                  <a:lnTo>
                    <a:pt x="584624" y="1579623"/>
                  </a:lnTo>
                  <a:lnTo>
                    <a:pt x="585292" y="1579623"/>
                  </a:lnTo>
                  <a:lnTo>
                    <a:pt x="585960" y="1579623"/>
                  </a:lnTo>
                  <a:lnTo>
                    <a:pt x="586628" y="1579623"/>
                  </a:lnTo>
                  <a:lnTo>
                    <a:pt x="587296" y="1579623"/>
                  </a:lnTo>
                  <a:lnTo>
                    <a:pt x="587964" y="1579623"/>
                  </a:lnTo>
                  <a:lnTo>
                    <a:pt x="588632" y="1579623"/>
                  </a:lnTo>
                  <a:lnTo>
                    <a:pt x="589300" y="1579623"/>
                  </a:lnTo>
                  <a:lnTo>
                    <a:pt x="589968" y="1579623"/>
                  </a:lnTo>
                  <a:lnTo>
                    <a:pt x="590636" y="1579623"/>
                  </a:lnTo>
                  <a:lnTo>
                    <a:pt x="591304" y="1579623"/>
                  </a:lnTo>
                  <a:lnTo>
                    <a:pt x="591972" y="1579623"/>
                  </a:lnTo>
                  <a:lnTo>
                    <a:pt x="592640" y="1579623"/>
                  </a:lnTo>
                  <a:lnTo>
                    <a:pt x="593308" y="1579623"/>
                  </a:lnTo>
                  <a:lnTo>
                    <a:pt x="593976" y="1579623"/>
                  </a:lnTo>
                  <a:lnTo>
                    <a:pt x="594644" y="1579623"/>
                  </a:lnTo>
                  <a:lnTo>
                    <a:pt x="595312" y="1579623"/>
                  </a:lnTo>
                  <a:lnTo>
                    <a:pt x="595980" y="1579623"/>
                  </a:lnTo>
                  <a:lnTo>
                    <a:pt x="596648" y="1579623"/>
                  </a:lnTo>
                  <a:lnTo>
                    <a:pt x="597316" y="1579623"/>
                  </a:lnTo>
                  <a:lnTo>
                    <a:pt x="597984" y="1579623"/>
                  </a:lnTo>
                  <a:lnTo>
                    <a:pt x="598652" y="1579623"/>
                  </a:lnTo>
                  <a:lnTo>
                    <a:pt x="599320" y="1579623"/>
                  </a:lnTo>
                  <a:lnTo>
                    <a:pt x="599988" y="1579623"/>
                  </a:lnTo>
                  <a:lnTo>
                    <a:pt x="600656" y="1579623"/>
                  </a:lnTo>
                  <a:lnTo>
                    <a:pt x="601324" y="1579623"/>
                  </a:lnTo>
                  <a:lnTo>
                    <a:pt x="601992" y="1543232"/>
                  </a:lnTo>
                  <a:lnTo>
                    <a:pt x="602660" y="1480680"/>
                  </a:lnTo>
                  <a:lnTo>
                    <a:pt x="603328" y="1480680"/>
                  </a:lnTo>
                  <a:lnTo>
                    <a:pt x="603996" y="1480680"/>
                  </a:lnTo>
                  <a:lnTo>
                    <a:pt x="604664" y="1480680"/>
                  </a:lnTo>
                  <a:lnTo>
                    <a:pt x="605332" y="1480680"/>
                  </a:lnTo>
                  <a:lnTo>
                    <a:pt x="606000" y="1480680"/>
                  </a:lnTo>
                  <a:lnTo>
                    <a:pt x="606668" y="1480680"/>
                  </a:lnTo>
                  <a:lnTo>
                    <a:pt x="607336" y="1480680"/>
                  </a:lnTo>
                  <a:lnTo>
                    <a:pt x="608004" y="1407121"/>
                  </a:lnTo>
                  <a:lnTo>
                    <a:pt x="608672" y="1394971"/>
                  </a:lnTo>
                  <a:lnTo>
                    <a:pt x="609341" y="1394971"/>
                  </a:lnTo>
                  <a:lnTo>
                    <a:pt x="610009" y="1394971"/>
                  </a:lnTo>
                  <a:lnTo>
                    <a:pt x="610677" y="1394971"/>
                  </a:lnTo>
                  <a:lnTo>
                    <a:pt x="611345" y="1394971"/>
                  </a:lnTo>
                  <a:lnTo>
                    <a:pt x="612013" y="1423686"/>
                  </a:lnTo>
                  <a:lnTo>
                    <a:pt x="612681" y="1480680"/>
                  </a:lnTo>
                  <a:lnTo>
                    <a:pt x="613349" y="1480680"/>
                  </a:lnTo>
                  <a:lnTo>
                    <a:pt x="614017" y="1480680"/>
                  </a:lnTo>
                  <a:lnTo>
                    <a:pt x="614685" y="1480680"/>
                  </a:lnTo>
                  <a:lnTo>
                    <a:pt x="615353" y="1480680"/>
                  </a:lnTo>
                  <a:lnTo>
                    <a:pt x="616021" y="1467071"/>
                  </a:lnTo>
                  <a:lnTo>
                    <a:pt x="616689" y="1394971"/>
                  </a:lnTo>
                  <a:lnTo>
                    <a:pt x="617357" y="1394971"/>
                  </a:lnTo>
                  <a:lnTo>
                    <a:pt x="618025" y="1467071"/>
                  </a:lnTo>
                  <a:lnTo>
                    <a:pt x="618693" y="1411222"/>
                  </a:lnTo>
                  <a:lnTo>
                    <a:pt x="619361" y="1394971"/>
                  </a:lnTo>
                  <a:lnTo>
                    <a:pt x="620029" y="1394971"/>
                  </a:lnTo>
                  <a:lnTo>
                    <a:pt x="620697" y="1394971"/>
                  </a:lnTo>
                  <a:lnTo>
                    <a:pt x="621365" y="1394971"/>
                  </a:lnTo>
                  <a:lnTo>
                    <a:pt x="622033" y="1394971"/>
                  </a:lnTo>
                  <a:lnTo>
                    <a:pt x="622701" y="1394971"/>
                  </a:lnTo>
                  <a:lnTo>
                    <a:pt x="623369" y="1394971"/>
                  </a:lnTo>
                  <a:lnTo>
                    <a:pt x="624037" y="1352294"/>
                  </a:lnTo>
                  <a:lnTo>
                    <a:pt x="624705" y="1319371"/>
                  </a:lnTo>
                  <a:lnTo>
                    <a:pt x="625373" y="1319371"/>
                  </a:lnTo>
                  <a:lnTo>
                    <a:pt x="626041" y="1330159"/>
                  </a:lnTo>
                  <a:lnTo>
                    <a:pt x="626709" y="1394971"/>
                  </a:lnTo>
                  <a:lnTo>
                    <a:pt x="627377" y="1394971"/>
                  </a:lnTo>
                  <a:lnTo>
                    <a:pt x="628045" y="1394971"/>
                  </a:lnTo>
                  <a:lnTo>
                    <a:pt x="628713" y="1462598"/>
                  </a:lnTo>
                  <a:lnTo>
                    <a:pt x="629381" y="1449363"/>
                  </a:lnTo>
                  <a:lnTo>
                    <a:pt x="630049" y="1394971"/>
                  </a:lnTo>
                  <a:lnTo>
                    <a:pt x="630717" y="1394971"/>
                  </a:lnTo>
                  <a:lnTo>
                    <a:pt x="631385" y="1394971"/>
                  </a:lnTo>
                  <a:lnTo>
                    <a:pt x="632053" y="1394971"/>
                  </a:lnTo>
                  <a:lnTo>
                    <a:pt x="632721" y="1333796"/>
                  </a:lnTo>
                  <a:lnTo>
                    <a:pt x="633390" y="1274612"/>
                  </a:lnTo>
                  <a:lnTo>
                    <a:pt x="634058" y="1288055"/>
                  </a:lnTo>
                  <a:lnTo>
                    <a:pt x="634726" y="1319371"/>
                  </a:lnTo>
                  <a:lnTo>
                    <a:pt x="635394" y="1319371"/>
                  </a:lnTo>
                  <a:lnTo>
                    <a:pt x="636062" y="1315815"/>
                  </a:lnTo>
                  <a:lnTo>
                    <a:pt x="636730" y="1251745"/>
                  </a:lnTo>
                  <a:lnTo>
                    <a:pt x="637398" y="1251745"/>
                  </a:lnTo>
                  <a:lnTo>
                    <a:pt x="638066" y="1251745"/>
                  </a:lnTo>
                  <a:lnTo>
                    <a:pt x="638734" y="1251745"/>
                  </a:lnTo>
                  <a:lnTo>
                    <a:pt x="639402" y="1375713"/>
                  </a:lnTo>
                  <a:lnTo>
                    <a:pt x="640070" y="1388448"/>
                  </a:lnTo>
                  <a:lnTo>
                    <a:pt x="640738" y="1332328"/>
                  </a:lnTo>
                  <a:lnTo>
                    <a:pt x="641406" y="1303147"/>
                  </a:lnTo>
                  <a:lnTo>
                    <a:pt x="642074" y="1261723"/>
                  </a:lnTo>
                  <a:lnTo>
                    <a:pt x="642742" y="1389872"/>
                  </a:lnTo>
                  <a:lnTo>
                    <a:pt x="643410" y="1511816"/>
                  </a:lnTo>
                  <a:lnTo>
                    <a:pt x="644078" y="1533897"/>
                  </a:lnTo>
                  <a:lnTo>
                    <a:pt x="644746" y="1533897"/>
                  </a:lnTo>
                  <a:lnTo>
                    <a:pt x="645414" y="1535469"/>
                  </a:lnTo>
                  <a:lnTo>
                    <a:pt x="646082" y="1538687"/>
                  </a:lnTo>
                  <a:lnTo>
                    <a:pt x="646750" y="1579762"/>
                  </a:lnTo>
                  <a:lnTo>
                    <a:pt x="647418" y="1579762"/>
                  </a:lnTo>
                  <a:lnTo>
                    <a:pt x="648086" y="1579762"/>
                  </a:lnTo>
                  <a:lnTo>
                    <a:pt x="648754" y="1579762"/>
                  </a:lnTo>
                  <a:lnTo>
                    <a:pt x="649422" y="1579762"/>
                  </a:lnTo>
                  <a:lnTo>
                    <a:pt x="650090" y="1579762"/>
                  </a:lnTo>
                  <a:lnTo>
                    <a:pt x="650758" y="1579762"/>
                  </a:lnTo>
                  <a:lnTo>
                    <a:pt x="651426" y="1579762"/>
                  </a:lnTo>
                  <a:lnTo>
                    <a:pt x="652094" y="1579762"/>
                  </a:lnTo>
                  <a:lnTo>
                    <a:pt x="652762" y="1579762"/>
                  </a:lnTo>
                  <a:lnTo>
                    <a:pt x="653430" y="1579762"/>
                  </a:lnTo>
                  <a:lnTo>
                    <a:pt x="654098" y="1579762"/>
                  </a:lnTo>
                  <a:lnTo>
                    <a:pt x="654766" y="1489802"/>
                  </a:lnTo>
                  <a:lnTo>
                    <a:pt x="655434" y="1394971"/>
                  </a:lnTo>
                  <a:lnTo>
                    <a:pt x="656102" y="1394971"/>
                  </a:lnTo>
                  <a:lnTo>
                    <a:pt x="656770" y="1394971"/>
                  </a:lnTo>
                  <a:lnTo>
                    <a:pt x="657438" y="1394971"/>
                  </a:lnTo>
                  <a:lnTo>
                    <a:pt x="658107" y="1394971"/>
                  </a:lnTo>
                  <a:lnTo>
                    <a:pt x="658775" y="1394971"/>
                  </a:lnTo>
                  <a:lnTo>
                    <a:pt x="659443" y="1394971"/>
                  </a:lnTo>
                  <a:lnTo>
                    <a:pt x="660111" y="1394971"/>
                  </a:lnTo>
                  <a:lnTo>
                    <a:pt x="660779" y="1394971"/>
                  </a:lnTo>
                  <a:lnTo>
                    <a:pt x="661447" y="1394971"/>
                  </a:lnTo>
                  <a:lnTo>
                    <a:pt x="662115" y="1394971"/>
                  </a:lnTo>
                  <a:lnTo>
                    <a:pt x="662783" y="1449363"/>
                  </a:lnTo>
                  <a:lnTo>
                    <a:pt x="663451" y="1480680"/>
                  </a:lnTo>
                  <a:lnTo>
                    <a:pt x="664119" y="1480680"/>
                  </a:lnTo>
                  <a:lnTo>
                    <a:pt x="664787" y="1569013"/>
                  </a:lnTo>
                  <a:lnTo>
                    <a:pt x="665455" y="1579623"/>
                  </a:lnTo>
                  <a:lnTo>
                    <a:pt x="666123" y="1579623"/>
                  </a:lnTo>
                  <a:lnTo>
                    <a:pt x="666791" y="1579623"/>
                  </a:lnTo>
                  <a:lnTo>
                    <a:pt x="667459" y="1579623"/>
                  </a:lnTo>
                  <a:lnTo>
                    <a:pt x="668127" y="1579623"/>
                  </a:lnTo>
                  <a:lnTo>
                    <a:pt x="668795" y="1579623"/>
                  </a:lnTo>
                  <a:lnTo>
                    <a:pt x="669463" y="1579623"/>
                  </a:lnTo>
                  <a:lnTo>
                    <a:pt x="670131" y="1579623"/>
                  </a:lnTo>
                  <a:lnTo>
                    <a:pt x="670799" y="1579623"/>
                  </a:lnTo>
                  <a:lnTo>
                    <a:pt x="671467" y="1579623"/>
                  </a:lnTo>
                  <a:lnTo>
                    <a:pt x="672135" y="1579623"/>
                  </a:lnTo>
                  <a:lnTo>
                    <a:pt x="672803" y="1579623"/>
                  </a:lnTo>
                  <a:lnTo>
                    <a:pt x="673471" y="1579623"/>
                  </a:lnTo>
                  <a:lnTo>
                    <a:pt x="674139" y="1579623"/>
                  </a:lnTo>
                  <a:lnTo>
                    <a:pt x="674807" y="1579623"/>
                  </a:lnTo>
                  <a:lnTo>
                    <a:pt x="675475" y="1579623"/>
                  </a:lnTo>
                  <a:lnTo>
                    <a:pt x="676143" y="1579623"/>
                  </a:lnTo>
                  <a:lnTo>
                    <a:pt x="676811" y="1579623"/>
                  </a:lnTo>
                  <a:lnTo>
                    <a:pt x="677479" y="1579623"/>
                  </a:lnTo>
                  <a:lnTo>
                    <a:pt x="678147" y="1579623"/>
                  </a:lnTo>
                  <a:lnTo>
                    <a:pt x="678815" y="1579623"/>
                  </a:lnTo>
                  <a:lnTo>
                    <a:pt x="679483" y="1579623"/>
                  </a:lnTo>
                  <a:lnTo>
                    <a:pt x="680151" y="1579623"/>
                  </a:lnTo>
                  <a:lnTo>
                    <a:pt x="680819" y="1579623"/>
                  </a:lnTo>
                  <a:lnTo>
                    <a:pt x="681487" y="1579623"/>
                  </a:lnTo>
                  <a:lnTo>
                    <a:pt x="682155" y="1579623"/>
                  </a:lnTo>
                  <a:lnTo>
                    <a:pt x="682824" y="1579623"/>
                  </a:lnTo>
                  <a:lnTo>
                    <a:pt x="683492" y="1579623"/>
                  </a:lnTo>
                  <a:lnTo>
                    <a:pt x="684160" y="1579623"/>
                  </a:lnTo>
                  <a:lnTo>
                    <a:pt x="684828" y="1579623"/>
                  </a:lnTo>
                  <a:lnTo>
                    <a:pt x="685496" y="1579623"/>
                  </a:lnTo>
                  <a:lnTo>
                    <a:pt x="686164" y="1579623"/>
                  </a:lnTo>
                  <a:lnTo>
                    <a:pt x="686832" y="1579623"/>
                  </a:lnTo>
                  <a:lnTo>
                    <a:pt x="687500" y="1579623"/>
                  </a:lnTo>
                  <a:lnTo>
                    <a:pt x="688168" y="1579623"/>
                  </a:lnTo>
                  <a:lnTo>
                    <a:pt x="688836" y="1579623"/>
                  </a:lnTo>
                  <a:lnTo>
                    <a:pt x="689504" y="1579623"/>
                  </a:lnTo>
                  <a:lnTo>
                    <a:pt x="690172" y="1579623"/>
                  </a:lnTo>
                  <a:lnTo>
                    <a:pt x="690840" y="1579623"/>
                  </a:lnTo>
                  <a:lnTo>
                    <a:pt x="691508" y="1579623"/>
                  </a:lnTo>
                  <a:lnTo>
                    <a:pt x="692176" y="1579623"/>
                  </a:lnTo>
                  <a:lnTo>
                    <a:pt x="692844" y="1579623"/>
                  </a:lnTo>
                  <a:lnTo>
                    <a:pt x="693512" y="1579623"/>
                  </a:lnTo>
                  <a:lnTo>
                    <a:pt x="694180" y="1579623"/>
                  </a:lnTo>
                  <a:lnTo>
                    <a:pt x="694848" y="1579623"/>
                  </a:lnTo>
                  <a:lnTo>
                    <a:pt x="695516" y="1579623"/>
                  </a:lnTo>
                  <a:lnTo>
                    <a:pt x="696184" y="1579623"/>
                  </a:lnTo>
                  <a:lnTo>
                    <a:pt x="696852" y="1579623"/>
                  </a:lnTo>
                  <a:lnTo>
                    <a:pt x="697520" y="1579623"/>
                  </a:lnTo>
                  <a:lnTo>
                    <a:pt x="698188" y="1579623"/>
                  </a:lnTo>
                  <a:lnTo>
                    <a:pt x="698856" y="1579623"/>
                  </a:lnTo>
                  <a:lnTo>
                    <a:pt x="699524" y="1579623"/>
                  </a:lnTo>
                  <a:lnTo>
                    <a:pt x="700192" y="1579623"/>
                  </a:lnTo>
                  <a:lnTo>
                    <a:pt x="700860" y="1579623"/>
                  </a:lnTo>
                  <a:lnTo>
                    <a:pt x="701528" y="1579623"/>
                  </a:lnTo>
                  <a:lnTo>
                    <a:pt x="702196" y="1579623"/>
                  </a:lnTo>
                  <a:lnTo>
                    <a:pt x="702864" y="1579623"/>
                  </a:lnTo>
                  <a:lnTo>
                    <a:pt x="703532" y="1579623"/>
                  </a:lnTo>
                  <a:lnTo>
                    <a:pt x="704200" y="1579623"/>
                  </a:lnTo>
                  <a:lnTo>
                    <a:pt x="704868" y="1543232"/>
                  </a:lnTo>
                  <a:lnTo>
                    <a:pt x="705536" y="1480680"/>
                  </a:lnTo>
                  <a:lnTo>
                    <a:pt x="706204" y="1471575"/>
                  </a:lnTo>
                  <a:lnTo>
                    <a:pt x="706873" y="1394971"/>
                  </a:lnTo>
                  <a:lnTo>
                    <a:pt x="707541" y="1394971"/>
                  </a:lnTo>
                  <a:lnTo>
                    <a:pt x="708209" y="1394971"/>
                  </a:lnTo>
                  <a:lnTo>
                    <a:pt x="708877" y="1394971"/>
                  </a:lnTo>
                  <a:lnTo>
                    <a:pt x="709545" y="1394971"/>
                  </a:lnTo>
                  <a:lnTo>
                    <a:pt x="710213" y="1394971"/>
                  </a:lnTo>
                  <a:lnTo>
                    <a:pt x="710881" y="1394971"/>
                  </a:lnTo>
                  <a:lnTo>
                    <a:pt x="711549" y="1394971"/>
                  </a:lnTo>
                  <a:lnTo>
                    <a:pt x="712217" y="1394971"/>
                  </a:lnTo>
                  <a:lnTo>
                    <a:pt x="712885" y="1394971"/>
                  </a:lnTo>
                  <a:lnTo>
                    <a:pt x="713553" y="1394971"/>
                  </a:lnTo>
                  <a:lnTo>
                    <a:pt x="714221" y="1394971"/>
                  </a:lnTo>
                  <a:lnTo>
                    <a:pt x="714889" y="1423686"/>
                  </a:lnTo>
                  <a:lnTo>
                    <a:pt x="715557" y="1480680"/>
                  </a:lnTo>
                  <a:lnTo>
                    <a:pt x="716225" y="1489915"/>
                  </a:lnTo>
                  <a:lnTo>
                    <a:pt x="716893" y="1579623"/>
                  </a:lnTo>
                  <a:lnTo>
                    <a:pt x="717561" y="1579623"/>
                  </a:lnTo>
                  <a:lnTo>
                    <a:pt x="718229" y="1579623"/>
                  </a:lnTo>
                  <a:lnTo>
                    <a:pt x="718897" y="1579623"/>
                  </a:lnTo>
                  <a:lnTo>
                    <a:pt x="719565" y="1579623"/>
                  </a:lnTo>
                  <a:lnTo>
                    <a:pt x="720233" y="1579623"/>
                  </a:lnTo>
                  <a:lnTo>
                    <a:pt x="720901" y="1579623"/>
                  </a:lnTo>
                  <a:lnTo>
                    <a:pt x="721569" y="1579623"/>
                  </a:lnTo>
                  <a:lnTo>
                    <a:pt x="722237" y="1579623"/>
                  </a:lnTo>
                  <a:lnTo>
                    <a:pt x="722905" y="1579623"/>
                  </a:lnTo>
                  <a:lnTo>
                    <a:pt x="723573" y="1579623"/>
                  </a:lnTo>
                  <a:lnTo>
                    <a:pt x="724241" y="1579623"/>
                  </a:lnTo>
                  <a:lnTo>
                    <a:pt x="724909" y="1579623"/>
                  </a:lnTo>
                  <a:lnTo>
                    <a:pt x="725577" y="1579623"/>
                  </a:lnTo>
                  <a:lnTo>
                    <a:pt x="726245" y="1579623"/>
                  </a:lnTo>
                  <a:lnTo>
                    <a:pt x="726913" y="1579623"/>
                  </a:lnTo>
                  <a:lnTo>
                    <a:pt x="727581" y="1579623"/>
                  </a:lnTo>
                  <a:lnTo>
                    <a:pt x="728249" y="1579623"/>
                  </a:lnTo>
                  <a:lnTo>
                    <a:pt x="728917" y="1579623"/>
                  </a:lnTo>
                  <a:lnTo>
                    <a:pt x="729585" y="1579623"/>
                  </a:lnTo>
                  <a:lnTo>
                    <a:pt x="730253" y="1579623"/>
                  </a:lnTo>
                  <a:lnTo>
                    <a:pt x="730921" y="1579623"/>
                  </a:lnTo>
                  <a:lnTo>
                    <a:pt x="731590" y="1579623"/>
                  </a:lnTo>
                  <a:lnTo>
                    <a:pt x="732258" y="1579623"/>
                  </a:lnTo>
                  <a:lnTo>
                    <a:pt x="732926" y="1579623"/>
                  </a:lnTo>
                  <a:lnTo>
                    <a:pt x="733594" y="1579623"/>
                  </a:lnTo>
                  <a:lnTo>
                    <a:pt x="734262" y="1579623"/>
                  </a:lnTo>
                  <a:lnTo>
                    <a:pt x="734930" y="1579623"/>
                  </a:lnTo>
                  <a:lnTo>
                    <a:pt x="735598" y="1579623"/>
                  </a:lnTo>
                  <a:lnTo>
                    <a:pt x="736266" y="1579623"/>
                  </a:lnTo>
                  <a:lnTo>
                    <a:pt x="736934" y="1579623"/>
                  </a:lnTo>
                  <a:lnTo>
                    <a:pt x="737602" y="1579623"/>
                  </a:lnTo>
                  <a:lnTo>
                    <a:pt x="738270" y="1579623"/>
                  </a:lnTo>
                  <a:lnTo>
                    <a:pt x="738938" y="1579623"/>
                  </a:lnTo>
                  <a:lnTo>
                    <a:pt x="739606" y="1579623"/>
                  </a:lnTo>
                  <a:lnTo>
                    <a:pt x="740274" y="1579623"/>
                  </a:lnTo>
                  <a:lnTo>
                    <a:pt x="740942" y="1579623"/>
                  </a:lnTo>
                  <a:lnTo>
                    <a:pt x="741610" y="1579623"/>
                  </a:lnTo>
                  <a:lnTo>
                    <a:pt x="742278" y="1579623"/>
                  </a:lnTo>
                  <a:lnTo>
                    <a:pt x="742946" y="1579623"/>
                  </a:lnTo>
                  <a:lnTo>
                    <a:pt x="743614" y="1579623"/>
                  </a:lnTo>
                  <a:lnTo>
                    <a:pt x="744282" y="1579623"/>
                  </a:lnTo>
                  <a:lnTo>
                    <a:pt x="744950" y="1579623"/>
                  </a:lnTo>
                  <a:lnTo>
                    <a:pt x="745618" y="1579623"/>
                  </a:lnTo>
                  <a:lnTo>
                    <a:pt x="746286" y="1579623"/>
                  </a:lnTo>
                  <a:lnTo>
                    <a:pt x="746954" y="1579623"/>
                  </a:lnTo>
                  <a:lnTo>
                    <a:pt x="747622" y="1579623"/>
                  </a:lnTo>
                  <a:lnTo>
                    <a:pt x="748290" y="1579623"/>
                  </a:lnTo>
                  <a:lnTo>
                    <a:pt x="748958" y="1579623"/>
                  </a:lnTo>
                  <a:lnTo>
                    <a:pt x="749626" y="1579623"/>
                  </a:lnTo>
                  <a:lnTo>
                    <a:pt x="750294" y="1579623"/>
                  </a:lnTo>
                  <a:lnTo>
                    <a:pt x="750962" y="1579623"/>
                  </a:lnTo>
                  <a:lnTo>
                    <a:pt x="751630" y="1579762"/>
                  </a:lnTo>
                  <a:lnTo>
                    <a:pt x="752298" y="1579762"/>
                  </a:lnTo>
                  <a:lnTo>
                    <a:pt x="752966" y="1579762"/>
                  </a:lnTo>
                  <a:lnTo>
                    <a:pt x="753634" y="1579762"/>
                  </a:lnTo>
                  <a:lnTo>
                    <a:pt x="754302" y="1542352"/>
                  </a:lnTo>
                  <a:lnTo>
                    <a:pt x="754970" y="1521974"/>
                  </a:lnTo>
                  <a:lnTo>
                    <a:pt x="755638" y="1460798"/>
                  </a:lnTo>
                  <a:lnTo>
                    <a:pt x="756307" y="1446374"/>
                  </a:lnTo>
                  <a:lnTo>
                    <a:pt x="756975" y="1446374"/>
                  </a:lnTo>
                  <a:lnTo>
                    <a:pt x="757643" y="1446374"/>
                  </a:lnTo>
                  <a:lnTo>
                    <a:pt x="758311" y="1446374"/>
                  </a:lnTo>
                  <a:lnTo>
                    <a:pt x="758979" y="1446374"/>
                  </a:lnTo>
                  <a:lnTo>
                    <a:pt x="759647" y="1446374"/>
                  </a:lnTo>
                  <a:lnTo>
                    <a:pt x="760315" y="1408301"/>
                  </a:lnTo>
                  <a:lnTo>
                    <a:pt x="760983" y="1378747"/>
                  </a:lnTo>
                  <a:lnTo>
                    <a:pt x="761651" y="1352845"/>
                  </a:lnTo>
                  <a:lnTo>
                    <a:pt x="762319" y="1372396"/>
                  </a:lnTo>
                  <a:lnTo>
                    <a:pt x="762987" y="1409955"/>
                  </a:lnTo>
                  <a:lnTo>
                    <a:pt x="763655" y="1319371"/>
                  </a:lnTo>
                  <a:lnTo>
                    <a:pt x="764323" y="1375220"/>
                  </a:lnTo>
                  <a:lnTo>
                    <a:pt x="764991" y="1394971"/>
                  </a:lnTo>
                  <a:lnTo>
                    <a:pt x="765659" y="1462598"/>
                  </a:lnTo>
                  <a:lnTo>
                    <a:pt x="766327" y="1480680"/>
                  </a:lnTo>
                  <a:lnTo>
                    <a:pt x="766995" y="1480680"/>
                  </a:lnTo>
                  <a:lnTo>
                    <a:pt x="767663" y="1480680"/>
                  </a:lnTo>
                  <a:lnTo>
                    <a:pt x="768331" y="1480680"/>
                  </a:lnTo>
                  <a:lnTo>
                    <a:pt x="768999" y="1480680"/>
                  </a:lnTo>
                  <a:lnTo>
                    <a:pt x="769667" y="1480680"/>
                  </a:lnTo>
                  <a:lnTo>
                    <a:pt x="770335" y="1533203"/>
                  </a:lnTo>
                  <a:lnTo>
                    <a:pt x="771003" y="1579623"/>
                  </a:lnTo>
                  <a:lnTo>
                    <a:pt x="771671" y="1579623"/>
                  </a:lnTo>
                  <a:lnTo>
                    <a:pt x="772339" y="1579623"/>
                  </a:lnTo>
                  <a:lnTo>
                    <a:pt x="773007" y="1579623"/>
                  </a:lnTo>
                  <a:lnTo>
                    <a:pt x="773675" y="1579623"/>
                  </a:lnTo>
                  <a:lnTo>
                    <a:pt x="774343" y="1579623"/>
                  </a:lnTo>
                  <a:lnTo>
                    <a:pt x="775011" y="1579623"/>
                  </a:lnTo>
                  <a:lnTo>
                    <a:pt x="775679" y="1504023"/>
                  </a:lnTo>
                  <a:lnTo>
                    <a:pt x="776347" y="1427895"/>
                  </a:lnTo>
                  <a:lnTo>
                    <a:pt x="777015" y="1394971"/>
                  </a:lnTo>
                  <a:lnTo>
                    <a:pt x="777683" y="1394971"/>
                  </a:lnTo>
                  <a:lnTo>
                    <a:pt x="778351" y="1394971"/>
                  </a:lnTo>
                  <a:lnTo>
                    <a:pt x="779019" y="1394971"/>
                  </a:lnTo>
                  <a:lnTo>
                    <a:pt x="779687" y="1394971"/>
                  </a:lnTo>
                  <a:lnTo>
                    <a:pt x="780355" y="1394971"/>
                  </a:lnTo>
                  <a:lnTo>
                    <a:pt x="781024" y="1394971"/>
                  </a:lnTo>
                  <a:lnTo>
                    <a:pt x="781692" y="1394971"/>
                  </a:lnTo>
                  <a:lnTo>
                    <a:pt x="782360" y="1394971"/>
                  </a:lnTo>
                  <a:lnTo>
                    <a:pt x="783028" y="1394971"/>
                  </a:lnTo>
                  <a:lnTo>
                    <a:pt x="783696" y="1394971"/>
                  </a:lnTo>
                  <a:lnTo>
                    <a:pt x="784364" y="1394971"/>
                  </a:lnTo>
                  <a:lnTo>
                    <a:pt x="785032" y="1394971"/>
                  </a:lnTo>
                  <a:lnTo>
                    <a:pt x="785700" y="1458156"/>
                  </a:lnTo>
                  <a:lnTo>
                    <a:pt x="786368" y="1538198"/>
                  </a:lnTo>
                  <a:lnTo>
                    <a:pt x="787036" y="1579623"/>
                  </a:lnTo>
                  <a:lnTo>
                    <a:pt x="787704" y="1579623"/>
                  </a:lnTo>
                  <a:lnTo>
                    <a:pt x="788372" y="1579623"/>
                  </a:lnTo>
                  <a:lnTo>
                    <a:pt x="789040" y="1579623"/>
                  </a:lnTo>
                  <a:lnTo>
                    <a:pt x="789708" y="1579623"/>
                  </a:lnTo>
                  <a:lnTo>
                    <a:pt x="790376" y="1579623"/>
                  </a:lnTo>
                  <a:lnTo>
                    <a:pt x="791044" y="1579623"/>
                  </a:lnTo>
                  <a:lnTo>
                    <a:pt x="791712" y="1579623"/>
                  </a:lnTo>
                  <a:lnTo>
                    <a:pt x="792380" y="1579623"/>
                  </a:lnTo>
                  <a:lnTo>
                    <a:pt x="793048" y="1579623"/>
                  </a:lnTo>
                  <a:lnTo>
                    <a:pt x="793716" y="1579623"/>
                  </a:lnTo>
                  <a:lnTo>
                    <a:pt x="794384" y="1518447"/>
                  </a:lnTo>
                  <a:lnTo>
                    <a:pt x="795052" y="1449363"/>
                  </a:lnTo>
                  <a:lnTo>
                    <a:pt x="795720" y="1394971"/>
                  </a:lnTo>
                  <a:lnTo>
                    <a:pt x="796388" y="1394971"/>
                  </a:lnTo>
                  <a:lnTo>
                    <a:pt x="797056" y="1394971"/>
                  </a:lnTo>
                  <a:lnTo>
                    <a:pt x="797724" y="1394971"/>
                  </a:lnTo>
                  <a:lnTo>
                    <a:pt x="798392" y="1394971"/>
                  </a:lnTo>
                  <a:lnTo>
                    <a:pt x="799060" y="1394971"/>
                  </a:lnTo>
                  <a:lnTo>
                    <a:pt x="799728" y="1394971"/>
                  </a:lnTo>
                  <a:lnTo>
                    <a:pt x="800396" y="1394971"/>
                  </a:lnTo>
                  <a:lnTo>
                    <a:pt x="801064" y="1394971"/>
                  </a:lnTo>
                  <a:lnTo>
                    <a:pt x="801732" y="1394971"/>
                  </a:lnTo>
                  <a:lnTo>
                    <a:pt x="802400" y="1394971"/>
                  </a:lnTo>
                  <a:lnTo>
                    <a:pt x="803068" y="1394971"/>
                  </a:lnTo>
                  <a:lnTo>
                    <a:pt x="803736" y="1394971"/>
                  </a:lnTo>
                  <a:lnTo>
                    <a:pt x="804404" y="1445012"/>
                  </a:lnTo>
                  <a:lnTo>
                    <a:pt x="805073" y="1513603"/>
                  </a:lnTo>
                  <a:lnTo>
                    <a:pt x="805741" y="1579623"/>
                  </a:lnTo>
                  <a:lnTo>
                    <a:pt x="806409" y="1579623"/>
                  </a:lnTo>
                  <a:lnTo>
                    <a:pt x="807077" y="1579623"/>
                  </a:lnTo>
                  <a:lnTo>
                    <a:pt x="807745" y="1579623"/>
                  </a:lnTo>
                  <a:lnTo>
                    <a:pt x="808413" y="1579623"/>
                  </a:lnTo>
                  <a:lnTo>
                    <a:pt x="809081" y="1579762"/>
                  </a:lnTo>
                  <a:lnTo>
                    <a:pt x="809749" y="1579762"/>
                  </a:lnTo>
                  <a:lnTo>
                    <a:pt x="810417" y="1579762"/>
                  </a:lnTo>
                  <a:lnTo>
                    <a:pt x="811085" y="1579762"/>
                  </a:lnTo>
                  <a:lnTo>
                    <a:pt x="811753" y="1579762"/>
                  </a:lnTo>
                  <a:lnTo>
                    <a:pt x="812421" y="1579762"/>
                  </a:lnTo>
                  <a:lnTo>
                    <a:pt x="813089" y="1579762"/>
                  </a:lnTo>
                  <a:lnTo>
                    <a:pt x="813757" y="1579762"/>
                  </a:lnTo>
                  <a:lnTo>
                    <a:pt x="814425" y="1579762"/>
                  </a:lnTo>
                  <a:lnTo>
                    <a:pt x="815093" y="1579762"/>
                  </a:lnTo>
                  <a:lnTo>
                    <a:pt x="815761" y="1579762"/>
                  </a:lnTo>
                  <a:lnTo>
                    <a:pt x="816429" y="1579762"/>
                  </a:lnTo>
                  <a:lnTo>
                    <a:pt x="817097" y="1579762"/>
                  </a:lnTo>
                  <a:lnTo>
                    <a:pt x="817765" y="1579762"/>
                  </a:lnTo>
                  <a:lnTo>
                    <a:pt x="818433" y="1579762"/>
                  </a:lnTo>
                  <a:lnTo>
                    <a:pt x="819101" y="1579762"/>
                  </a:lnTo>
                  <a:lnTo>
                    <a:pt x="819769" y="1579762"/>
                  </a:lnTo>
                  <a:lnTo>
                    <a:pt x="820437" y="1579762"/>
                  </a:lnTo>
                  <a:lnTo>
                    <a:pt x="821105" y="1579762"/>
                  </a:lnTo>
                  <a:lnTo>
                    <a:pt x="821773" y="1579762"/>
                  </a:lnTo>
                  <a:lnTo>
                    <a:pt x="822441" y="1579762"/>
                  </a:lnTo>
                  <a:lnTo>
                    <a:pt x="823109" y="1579762"/>
                  </a:lnTo>
                  <a:lnTo>
                    <a:pt x="823777" y="1579762"/>
                  </a:lnTo>
                  <a:lnTo>
                    <a:pt x="824445" y="1579762"/>
                  </a:lnTo>
                  <a:lnTo>
                    <a:pt x="825113" y="1579762"/>
                  </a:lnTo>
                  <a:lnTo>
                    <a:pt x="825781" y="1579762"/>
                  </a:lnTo>
                  <a:lnTo>
                    <a:pt x="826449" y="1579762"/>
                  </a:lnTo>
                  <a:lnTo>
                    <a:pt x="827117" y="1579762"/>
                  </a:lnTo>
                  <a:lnTo>
                    <a:pt x="827785" y="1579762"/>
                  </a:lnTo>
                  <a:lnTo>
                    <a:pt x="828453" y="1579762"/>
                  </a:lnTo>
                  <a:lnTo>
                    <a:pt x="829121" y="1579762"/>
                  </a:lnTo>
                  <a:lnTo>
                    <a:pt x="829790" y="1579762"/>
                  </a:lnTo>
                  <a:lnTo>
                    <a:pt x="830458" y="1579762"/>
                  </a:lnTo>
                  <a:lnTo>
                    <a:pt x="831126" y="1419504"/>
                  </a:lnTo>
                  <a:lnTo>
                    <a:pt x="831794" y="1383048"/>
                  </a:lnTo>
                  <a:lnTo>
                    <a:pt x="832462" y="1319371"/>
                  </a:lnTo>
                  <a:lnTo>
                    <a:pt x="833130" y="1305264"/>
                  </a:lnTo>
                  <a:lnTo>
                    <a:pt x="833798" y="1251745"/>
                  </a:lnTo>
                  <a:lnTo>
                    <a:pt x="834466" y="1251745"/>
                  </a:lnTo>
                  <a:lnTo>
                    <a:pt x="835134" y="1251745"/>
                  </a:lnTo>
                  <a:lnTo>
                    <a:pt x="835802" y="1251745"/>
                  </a:lnTo>
                  <a:lnTo>
                    <a:pt x="836470" y="1251745"/>
                  </a:lnTo>
                  <a:lnTo>
                    <a:pt x="837138" y="1251745"/>
                  </a:lnTo>
                  <a:lnTo>
                    <a:pt x="837806" y="1345713"/>
                  </a:lnTo>
                  <a:lnTo>
                    <a:pt x="838474" y="1371946"/>
                  </a:lnTo>
                  <a:lnTo>
                    <a:pt x="839142" y="1378747"/>
                  </a:lnTo>
                  <a:lnTo>
                    <a:pt x="839810" y="1378747"/>
                  </a:lnTo>
                  <a:lnTo>
                    <a:pt x="840478" y="1401615"/>
                  </a:lnTo>
                  <a:lnTo>
                    <a:pt x="841146" y="1498345"/>
                  </a:lnTo>
                  <a:lnTo>
                    <a:pt x="841814" y="1534123"/>
                  </a:lnTo>
                  <a:lnTo>
                    <a:pt x="842482" y="1579762"/>
                  </a:lnTo>
                  <a:lnTo>
                    <a:pt x="843150" y="1579762"/>
                  </a:lnTo>
                  <a:lnTo>
                    <a:pt x="843818" y="1579762"/>
                  </a:lnTo>
                  <a:lnTo>
                    <a:pt x="844486" y="1579762"/>
                  </a:lnTo>
                  <a:lnTo>
                    <a:pt x="845154" y="1579762"/>
                  </a:lnTo>
                  <a:lnTo>
                    <a:pt x="845822" y="1579762"/>
                  </a:lnTo>
                  <a:lnTo>
                    <a:pt x="846490" y="1493639"/>
                  </a:lnTo>
                  <a:lnTo>
                    <a:pt x="847158" y="1464027"/>
                  </a:lnTo>
                  <a:lnTo>
                    <a:pt x="847826" y="1476050"/>
                  </a:lnTo>
                  <a:lnTo>
                    <a:pt x="848494" y="1530150"/>
                  </a:lnTo>
                  <a:lnTo>
                    <a:pt x="849162" y="1564418"/>
                  </a:lnTo>
                  <a:lnTo>
                    <a:pt x="849830" y="1579762"/>
                  </a:lnTo>
                  <a:lnTo>
                    <a:pt x="850498" y="1579762"/>
                  </a:lnTo>
                  <a:lnTo>
                    <a:pt x="851166" y="1579762"/>
                  </a:lnTo>
                  <a:lnTo>
                    <a:pt x="851834" y="1579762"/>
                  </a:lnTo>
                  <a:lnTo>
                    <a:pt x="852502" y="1579762"/>
                  </a:lnTo>
                  <a:lnTo>
                    <a:pt x="853170" y="1579762"/>
                  </a:lnTo>
                  <a:lnTo>
                    <a:pt x="853838" y="1579762"/>
                  </a:lnTo>
                  <a:lnTo>
                    <a:pt x="854507" y="1579762"/>
                  </a:lnTo>
                  <a:lnTo>
                    <a:pt x="855175" y="1579762"/>
                  </a:lnTo>
                  <a:lnTo>
                    <a:pt x="855843" y="1579762"/>
                  </a:lnTo>
                  <a:lnTo>
                    <a:pt x="856511" y="1579762"/>
                  </a:lnTo>
                  <a:lnTo>
                    <a:pt x="857179" y="1579762"/>
                  </a:lnTo>
                  <a:lnTo>
                    <a:pt x="857847" y="1579762"/>
                  </a:lnTo>
                  <a:lnTo>
                    <a:pt x="858515" y="1579762"/>
                  </a:lnTo>
                  <a:lnTo>
                    <a:pt x="859183" y="1579762"/>
                  </a:lnTo>
                  <a:lnTo>
                    <a:pt x="859851" y="1579762"/>
                  </a:lnTo>
                  <a:lnTo>
                    <a:pt x="860519" y="1579762"/>
                  </a:lnTo>
                  <a:lnTo>
                    <a:pt x="861187" y="1579762"/>
                  </a:lnTo>
                  <a:lnTo>
                    <a:pt x="861855" y="1579762"/>
                  </a:lnTo>
                  <a:lnTo>
                    <a:pt x="862523" y="1579762"/>
                  </a:lnTo>
                  <a:lnTo>
                    <a:pt x="863191" y="1579762"/>
                  </a:lnTo>
                  <a:lnTo>
                    <a:pt x="863859" y="1579762"/>
                  </a:lnTo>
                  <a:lnTo>
                    <a:pt x="864527" y="1579623"/>
                  </a:lnTo>
                  <a:lnTo>
                    <a:pt x="865195" y="1579623"/>
                  </a:lnTo>
                  <a:lnTo>
                    <a:pt x="865863" y="1579623"/>
                  </a:lnTo>
                  <a:lnTo>
                    <a:pt x="866531" y="1579762"/>
                  </a:lnTo>
                  <a:lnTo>
                    <a:pt x="867199" y="1579762"/>
                  </a:lnTo>
                  <a:lnTo>
                    <a:pt x="867867" y="1579762"/>
                  </a:lnTo>
                  <a:lnTo>
                    <a:pt x="868535" y="1579762"/>
                  </a:lnTo>
                  <a:lnTo>
                    <a:pt x="869203" y="1579762"/>
                  </a:lnTo>
                  <a:lnTo>
                    <a:pt x="869871" y="1579762"/>
                  </a:lnTo>
                  <a:lnTo>
                    <a:pt x="870539" y="1579762"/>
                  </a:lnTo>
                  <a:lnTo>
                    <a:pt x="871207" y="1579762"/>
                  </a:lnTo>
                  <a:lnTo>
                    <a:pt x="871875" y="1579762"/>
                  </a:lnTo>
                  <a:lnTo>
                    <a:pt x="872543" y="1579762"/>
                  </a:lnTo>
                  <a:lnTo>
                    <a:pt x="873211" y="1579762"/>
                  </a:lnTo>
                  <a:lnTo>
                    <a:pt x="873879" y="1579762"/>
                  </a:lnTo>
                  <a:lnTo>
                    <a:pt x="874547" y="1579762"/>
                  </a:lnTo>
                  <a:lnTo>
                    <a:pt x="875215" y="1579762"/>
                  </a:lnTo>
                  <a:lnTo>
                    <a:pt x="875883" y="1579762"/>
                  </a:lnTo>
                  <a:lnTo>
                    <a:pt x="876551" y="1579762"/>
                  </a:lnTo>
                  <a:lnTo>
                    <a:pt x="877219" y="1579762"/>
                  </a:lnTo>
                  <a:lnTo>
                    <a:pt x="877887" y="1579623"/>
                  </a:lnTo>
                  <a:lnTo>
                    <a:pt x="878555" y="1579623"/>
                  </a:lnTo>
                  <a:lnTo>
                    <a:pt x="879224" y="1579623"/>
                  </a:lnTo>
                  <a:lnTo>
                    <a:pt x="879892" y="1579623"/>
                  </a:lnTo>
                  <a:lnTo>
                    <a:pt x="880560" y="1513603"/>
                  </a:lnTo>
                  <a:lnTo>
                    <a:pt x="881228" y="1471575"/>
                  </a:lnTo>
                  <a:lnTo>
                    <a:pt x="881896" y="1394971"/>
                  </a:lnTo>
                  <a:lnTo>
                    <a:pt x="882564" y="1394971"/>
                  </a:lnTo>
                  <a:lnTo>
                    <a:pt x="883232" y="1394971"/>
                  </a:lnTo>
                  <a:lnTo>
                    <a:pt x="883900" y="1394971"/>
                  </a:lnTo>
                  <a:lnTo>
                    <a:pt x="884568" y="1394971"/>
                  </a:lnTo>
                  <a:lnTo>
                    <a:pt x="885236" y="1394971"/>
                  </a:lnTo>
                  <a:lnTo>
                    <a:pt x="885904" y="1394971"/>
                  </a:lnTo>
                  <a:lnTo>
                    <a:pt x="886572" y="1394971"/>
                  </a:lnTo>
                  <a:lnTo>
                    <a:pt x="887240" y="1394971"/>
                  </a:lnTo>
                  <a:lnTo>
                    <a:pt x="887908" y="1394971"/>
                  </a:lnTo>
                  <a:lnTo>
                    <a:pt x="888576" y="1394971"/>
                  </a:lnTo>
                  <a:lnTo>
                    <a:pt x="889244" y="1394971"/>
                  </a:lnTo>
                  <a:lnTo>
                    <a:pt x="889912" y="1485555"/>
                  </a:lnTo>
                  <a:lnTo>
                    <a:pt x="890580" y="1550464"/>
                  </a:lnTo>
                  <a:lnTo>
                    <a:pt x="891248" y="1579762"/>
                  </a:lnTo>
                  <a:lnTo>
                    <a:pt x="891916" y="1579762"/>
                  </a:lnTo>
                  <a:lnTo>
                    <a:pt x="892584" y="1579762"/>
                  </a:lnTo>
                  <a:lnTo>
                    <a:pt x="893252" y="1579762"/>
                  </a:lnTo>
                  <a:lnTo>
                    <a:pt x="893920" y="1579762"/>
                  </a:lnTo>
                  <a:lnTo>
                    <a:pt x="894588" y="1579762"/>
                  </a:lnTo>
                  <a:lnTo>
                    <a:pt x="895256" y="1579762"/>
                  </a:lnTo>
                  <a:lnTo>
                    <a:pt x="895924" y="1579762"/>
                  </a:lnTo>
                  <a:lnTo>
                    <a:pt x="896592" y="1579762"/>
                  </a:lnTo>
                  <a:lnTo>
                    <a:pt x="897260" y="1579762"/>
                  </a:lnTo>
                  <a:lnTo>
                    <a:pt x="897928" y="1579762"/>
                  </a:lnTo>
                  <a:lnTo>
                    <a:pt x="898596" y="1579762"/>
                  </a:lnTo>
                  <a:lnTo>
                    <a:pt x="899264" y="1579762"/>
                  </a:lnTo>
                  <a:lnTo>
                    <a:pt x="899932" y="1579762"/>
                  </a:lnTo>
                  <a:lnTo>
                    <a:pt x="900600" y="1579762"/>
                  </a:lnTo>
                  <a:lnTo>
                    <a:pt x="901268" y="1579762"/>
                  </a:lnTo>
                  <a:lnTo>
                    <a:pt x="901936" y="1579762"/>
                  </a:lnTo>
                  <a:lnTo>
                    <a:pt x="902604" y="1579623"/>
                  </a:lnTo>
                  <a:lnTo>
                    <a:pt x="903273" y="1579623"/>
                  </a:lnTo>
                  <a:lnTo>
                    <a:pt x="903941" y="1579623"/>
                  </a:lnTo>
                  <a:lnTo>
                    <a:pt x="904609" y="1579623"/>
                  </a:lnTo>
                  <a:lnTo>
                    <a:pt x="905277" y="1579623"/>
                  </a:lnTo>
                  <a:lnTo>
                    <a:pt x="905945" y="1579623"/>
                  </a:lnTo>
                  <a:lnTo>
                    <a:pt x="906613" y="1579623"/>
                  </a:lnTo>
                  <a:lnTo>
                    <a:pt x="907281" y="1579623"/>
                  </a:lnTo>
                  <a:lnTo>
                    <a:pt x="907949" y="1579623"/>
                  </a:lnTo>
                  <a:lnTo>
                    <a:pt x="908617" y="1579623"/>
                  </a:lnTo>
                  <a:lnTo>
                    <a:pt x="909285" y="1579623"/>
                  </a:lnTo>
                  <a:lnTo>
                    <a:pt x="909953" y="1579623"/>
                  </a:lnTo>
                  <a:lnTo>
                    <a:pt x="910621" y="1579623"/>
                  </a:lnTo>
                  <a:lnTo>
                    <a:pt x="911289" y="1579623"/>
                  </a:lnTo>
                  <a:lnTo>
                    <a:pt x="911957" y="1579623"/>
                  </a:lnTo>
                  <a:lnTo>
                    <a:pt x="912625" y="1579623"/>
                  </a:lnTo>
                  <a:lnTo>
                    <a:pt x="913293" y="1579623"/>
                  </a:lnTo>
                  <a:lnTo>
                    <a:pt x="913961" y="1579623"/>
                  </a:lnTo>
                  <a:lnTo>
                    <a:pt x="914629" y="1579623"/>
                  </a:lnTo>
                  <a:lnTo>
                    <a:pt x="915297" y="1579623"/>
                  </a:lnTo>
                  <a:lnTo>
                    <a:pt x="915965" y="1579623"/>
                  </a:lnTo>
                  <a:lnTo>
                    <a:pt x="916633" y="1579623"/>
                  </a:lnTo>
                  <a:lnTo>
                    <a:pt x="917301" y="1579623"/>
                  </a:lnTo>
                  <a:lnTo>
                    <a:pt x="917969" y="1579623"/>
                  </a:lnTo>
                  <a:lnTo>
                    <a:pt x="918637" y="1579623"/>
                  </a:lnTo>
                  <a:lnTo>
                    <a:pt x="919305" y="1579623"/>
                  </a:lnTo>
                  <a:lnTo>
                    <a:pt x="919973" y="1579623"/>
                  </a:lnTo>
                  <a:lnTo>
                    <a:pt x="920641" y="1579623"/>
                  </a:lnTo>
                  <a:lnTo>
                    <a:pt x="921309" y="1579623"/>
                  </a:lnTo>
                  <a:lnTo>
                    <a:pt x="921977" y="1579623"/>
                  </a:lnTo>
                  <a:lnTo>
                    <a:pt x="922645" y="1579623"/>
                  </a:lnTo>
                  <a:lnTo>
                    <a:pt x="923313" y="1579623"/>
                  </a:lnTo>
                  <a:lnTo>
                    <a:pt x="923981" y="1579623"/>
                  </a:lnTo>
                  <a:lnTo>
                    <a:pt x="924649" y="1579623"/>
                  </a:lnTo>
                  <a:lnTo>
                    <a:pt x="925317" y="1579623"/>
                  </a:lnTo>
                  <a:lnTo>
                    <a:pt x="925985" y="1579623"/>
                  </a:lnTo>
                  <a:lnTo>
                    <a:pt x="926653" y="1579623"/>
                  </a:lnTo>
                  <a:lnTo>
                    <a:pt x="927321" y="1579623"/>
                  </a:lnTo>
                  <a:lnTo>
                    <a:pt x="927990" y="1579623"/>
                  </a:lnTo>
                  <a:lnTo>
                    <a:pt x="928658" y="1579623"/>
                  </a:lnTo>
                  <a:lnTo>
                    <a:pt x="929326" y="1579623"/>
                  </a:lnTo>
                  <a:lnTo>
                    <a:pt x="929994" y="1579623"/>
                  </a:lnTo>
                  <a:lnTo>
                    <a:pt x="930662" y="1579623"/>
                  </a:lnTo>
                  <a:lnTo>
                    <a:pt x="931330" y="1579623"/>
                  </a:lnTo>
                  <a:lnTo>
                    <a:pt x="931998" y="1579623"/>
                  </a:lnTo>
                  <a:lnTo>
                    <a:pt x="932666" y="1579623"/>
                  </a:lnTo>
                  <a:lnTo>
                    <a:pt x="933334" y="1579623"/>
                  </a:lnTo>
                  <a:lnTo>
                    <a:pt x="934002" y="1579623"/>
                  </a:lnTo>
                  <a:lnTo>
                    <a:pt x="934670" y="1579623"/>
                  </a:lnTo>
                  <a:lnTo>
                    <a:pt x="935338" y="1579623"/>
                  </a:lnTo>
                  <a:lnTo>
                    <a:pt x="936006" y="1579623"/>
                  </a:lnTo>
                  <a:lnTo>
                    <a:pt x="936674" y="1579623"/>
                  </a:lnTo>
                  <a:lnTo>
                    <a:pt x="937342" y="1579623"/>
                  </a:lnTo>
                  <a:lnTo>
                    <a:pt x="938010" y="1579623"/>
                  </a:lnTo>
                  <a:lnTo>
                    <a:pt x="938678" y="1579623"/>
                  </a:lnTo>
                  <a:lnTo>
                    <a:pt x="939346" y="1579623"/>
                  </a:lnTo>
                  <a:lnTo>
                    <a:pt x="940014" y="1579623"/>
                  </a:lnTo>
                  <a:lnTo>
                    <a:pt x="940682" y="1579623"/>
                  </a:lnTo>
                  <a:lnTo>
                    <a:pt x="941350" y="1579623"/>
                  </a:lnTo>
                  <a:lnTo>
                    <a:pt x="942018" y="1579623"/>
                  </a:lnTo>
                  <a:lnTo>
                    <a:pt x="942686" y="1579623"/>
                  </a:lnTo>
                  <a:lnTo>
                    <a:pt x="943354" y="1579623"/>
                  </a:lnTo>
                  <a:lnTo>
                    <a:pt x="944022" y="1579623"/>
                  </a:lnTo>
                  <a:lnTo>
                    <a:pt x="944690" y="1579623"/>
                  </a:lnTo>
                  <a:lnTo>
                    <a:pt x="945358" y="1579623"/>
                  </a:lnTo>
                  <a:lnTo>
                    <a:pt x="946026" y="1579623"/>
                  </a:lnTo>
                  <a:lnTo>
                    <a:pt x="946694" y="1579623"/>
                  </a:lnTo>
                  <a:lnTo>
                    <a:pt x="947362" y="1579623"/>
                  </a:lnTo>
                  <a:lnTo>
                    <a:pt x="948030" y="1579623"/>
                  </a:lnTo>
                  <a:lnTo>
                    <a:pt x="948698" y="1579623"/>
                  </a:lnTo>
                  <a:lnTo>
                    <a:pt x="949366" y="1579623"/>
                  </a:lnTo>
                  <a:lnTo>
                    <a:pt x="950034" y="1579623"/>
                  </a:lnTo>
                  <a:lnTo>
                    <a:pt x="950702" y="1579623"/>
                  </a:lnTo>
                  <a:lnTo>
                    <a:pt x="951370" y="1579623"/>
                  </a:lnTo>
                  <a:lnTo>
                    <a:pt x="952038" y="1579623"/>
                  </a:lnTo>
                  <a:lnTo>
                    <a:pt x="952707" y="1579623"/>
                  </a:lnTo>
                  <a:lnTo>
                    <a:pt x="953375" y="1579623"/>
                  </a:lnTo>
                  <a:lnTo>
                    <a:pt x="954043" y="1579623"/>
                  </a:lnTo>
                  <a:lnTo>
                    <a:pt x="954711" y="1485281"/>
                  </a:lnTo>
                  <a:lnTo>
                    <a:pt x="955379" y="1480680"/>
                  </a:lnTo>
                  <a:lnTo>
                    <a:pt x="956047" y="1480680"/>
                  </a:lnTo>
                  <a:lnTo>
                    <a:pt x="956715" y="1480680"/>
                  </a:lnTo>
                  <a:lnTo>
                    <a:pt x="957383" y="1480680"/>
                  </a:lnTo>
                  <a:lnTo>
                    <a:pt x="958051" y="1453745"/>
                  </a:lnTo>
                  <a:lnTo>
                    <a:pt x="958719" y="1394971"/>
                  </a:lnTo>
                  <a:lnTo>
                    <a:pt x="959387" y="1341131"/>
                  </a:lnTo>
                  <a:lnTo>
                    <a:pt x="960055" y="1288055"/>
                  </a:lnTo>
                  <a:lnTo>
                    <a:pt x="960723" y="1251745"/>
                  </a:lnTo>
                  <a:lnTo>
                    <a:pt x="961391" y="1251745"/>
                  </a:lnTo>
                  <a:lnTo>
                    <a:pt x="962059" y="1251745"/>
                  </a:lnTo>
                  <a:lnTo>
                    <a:pt x="962727" y="1251745"/>
                  </a:lnTo>
                  <a:lnTo>
                    <a:pt x="963395" y="1251745"/>
                  </a:lnTo>
                  <a:lnTo>
                    <a:pt x="964063" y="1251745"/>
                  </a:lnTo>
                  <a:lnTo>
                    <a:pt x="964731" y="1315815"/>
                  </a:lnTo>
                  <a:lnTo>
                    <a:pt x="965399" y="1319371"/>
                  </a:lnTo>
                  <a:lnTo>
                    <a:pt x="966067" y="1319371"/>
                  </a:lnTo>
                  <a:lnTo>
                    <a:pt x="966735" y="1319371"/>
                  </a:lnTo>
                  <a:lnTo>
                    <a:pt x="967403" y="1319371"/>
                  </a:lnTo>
                  <a:lnTo>
                    <a:pt x="968071" y="1341131"/>
                  </a:lnTo>
                  <a:lnTo>
                    <a:pt x="968739" y="1394971"/>
                  </a:lnTo>
                  <a:lnTo>
                    <a:pt x="969407" y="1453745"/>
                  </a:lnTo>
                  <a:lnTo>
                    <a:pt x="970075" y="1523328"/>
                  </a:lnTo>
                  <a:lnTo>
                    <a:pt x="970743" y="1579623"/>
                  </a:lnTo>
                  <a:lnTo>
                    <a:pt x="971411" y="1579623"/>
                  </a:lnTo>
                  <a:lnTo>
                    <a:pt x="972079" y="1579623"/>
                  </a:lnTo>
                  <a:lnTo>
                    <a:pt x="972747" y="1579623"/>
                  </a:lnTo>
                  <a:lnTo>
                    <a:pt x="973415" y="1579623"/>
                  </a:lnTo>
                  <a:lnTo>
                    <a:pt x="974083" y="1579623"/>
                  </a:lnTo>
                  <a:lnTo>
                    <a:pt x="974751" y="1579623"/>
                  </a:lnTo>
                  <a:lnTo>
                    <a:pt x="975419" y="1579623"/>
                  </a:lnTo>
                  <a:lnTo>
                    <a:pt x="976087" y="1579623"/>
                  </a:lnTo>
                  <a:lnTo>
                    <a:pt x="976755" y="1579623"/>
                  </a:lnTo>
                  <a:lnTo>
                    <a:pt x="977424" y="1579623"/>
                  </a:lnTo>
                  <a:lnTo>
                    <a:pt x="978092" y="1579623"/>
                  </a:lnTo>
                  <a:lnTo>
                    <a:pt x="978760" y="1579623"/>
                  </a:lnTo>
                  <a:lnTo>
                    <a:pt x="979428" y="1579623"/>
                  </a:lnTo>
                  <a:lnTo>
                    <a:pt x="980096" y="1579762"/>
                  </a:lnTo>
                  <a:lnTo>
                    <a:pt x="980764" y="1579762"/>
                  </a:lnTo>
                  <a:lnTo>
                    <a:pt x="981432" y="1579762"/>
                  </a:lnTo>
                  <a:lnTo>
                    <a:pt x="982100" y="1579762"/>
                  </a:lnTo>
                  <a:lnTo>
                    <a:pt x="982768" y="1579762"/>
                  </a:lnTo>
                  <a:lnTo>
                    <a:pt x="983436" y="1579762"/>
                  </a:lnTo>
                  <a:lnTo>
                    <a:pt x="984104" y="1579762"/>
                  </a:lnTo>
                  <a:lnTo>
                    <a:pt x="984772" y="1579762"/>
                  </a:lnTo>
                  <a:lnTo>
                    <a:pt x="985440" y="1579762"/>
                  </a:lnTo>
                  <a:lnTo>
                    <a:pt x="986108" y="1579762"/>
                  </a:lnTo>
                  <a:lnTo>
                    <a:pt x="986776" y="1579762"/>
                  </a:lnTo>
                  <a:lnTo>
                    <a:pt x="987444" y="1579762"/>
                  </a:lnTo>
                  <a:lnTo>
                    <a:pt x="988112" y="1579762"/>
                  </a:lnTo>
                  <a:lnTo>
                    <a:pt x="988780" y="1579762"/>
                  </a:lnTo>
                  <a:lnTo>
                    <a:pt x="989448" y="1579762"/>
                  </a:lnTo>
                  <a:lnTo>
                    <a:pt x="990116" y="1579762"/>
                  </a:lnTo>
                  <a:lnTo>
                    <a:pt x="990784" y="1579762"/>
                  </a:lnTo>
                  <a:lnTo>
                    <a:pt x="991452" y="1579762"/>
                  </a:lnTo>
                  <a:lnTo>
                    <a:pt x="992120" y="1579623"/>
                  </a:lnTo>
                  <a:lnTo>
                    <a:pt x="992788" y="1579623"/>
                  </a:lnTo>
                  <a:lnTo>
                    <a:pt x="993456" y="1579623"/>
                  </a:lnTo>
                  <a:lnTo>
                    <a:pt x="994124" y="1579623"/>
                  </a:lnTo>
                  <a:lnTo>
                    <a:pt x="994792" y="1579623"/>
                  </a:lnTo>
                  <a:lnTo>
                    <a:pt x="995460" y="1579623"/>
                  </a:lnTo>
                  <a:lnTo>
                    <a:pt x="996128" y="1579623"/>
                  </a:lnTo>
                  <a:lnTo>
                    <a:pt x="996796" y="1579623"/>
                  </a:lnTo>
                  <a:lnTo>
                    <a:pt x="997464" y="1579623"/>
                  </a:lnTo>
                  <a:lnTo>
                    <a:pt x="998132" y="1579623"/>
                  </a:lnTo>
                  <a:lnTo>
                    <a:pt x="998800" y="1553421"/>
                  </a:lnTo>
                  <a:lnTo>
                    <a:pt x="999468" y="1480680"/>
                  </a:lnTo>
                  <a:lnTo>
                    <a:pt x="1000136" y="1480680"/>
                  </a:lnTo>
                  <a:lnTo>
                    <a:pt x="1000804" y="1480680"/>
                  </a:lnTo>
                  <a:lnTo>
                    <a:pt x="1001473" y="1574648"/>
                  </a:lnTo>
                  <a:lnTo>
                    <a:pt x="1002141" y="1579762"/>
                  </a:lnTo>
                  <a:lnTo>
                    <a:pt x="1002809" y="1579762"/>
                  </a:lnTo>
                  <a:lnTo>
                    <a:pt x="1003477" y="1579762"/>
                  </a:lnTo>
                  <a:lnTo>
                    <a:pt x="1004145" y="1579762"/>
                  </a:lnTo>
                  <a:lnTo>
                    <a:pt x="1004813" y="1579762"/>
                  </a:lnTo>
                  <a:lnTo>
                    <a:pt x="1005481" y="1579762"/>
                  </a:lnTo>
                  <a:lnTo>
                    <a:pt x="1006149" y="1548096"/>
                  </a:lnTo>
                  <a:lnTo>
                    <a:pt x="1006817" y="1521974"/>
                  </a:lnTo>
                  <a:lnTo>
                    <a:pt x="1007485" y="1579762"/>
                  </a:lnTo>
                  <a:lnTo>
                    <a:pt x="1008153" y="1579762"/>
                  </a:lnTo>
                  <a:lnTo>
                    <a:pt x="1008821" y="1579762"/>
                  </a:lnTo>
                  <a:lnTo>
                    <a:pt x="1009489" y="1579762"/>
                  </a:lnTo>
                  <a:lnTo>
                    <a:pt x="1010157" y="1579762"/>
                  </a:lnTo>
                  <a:lnTo>
                    <a:pt x="1010825" y="1579762"/>
                  </a:lnTo>
                  <a:lnTo>
                    <a:pt x="1011493" y="1579762"/>
                  </a:lnTo>
                  <a:lnTo>
                    <a:pt x="1012161" y="1579762"/>
                  </a:lnTo>
                  <a:lnTo>
                    <a:pt x="1012829" y="1579762"/>
                  </a:lnTo>
                  <a:lnTo>
                    <a:pt x="1013497" y="1579762"/>
                  </a:lnTo>
                  <a:lnTo>
                    <a:pt x="1014165" y="1579762"/>
                  </a:lnTo>
                  <a:lnTo>
                    <a:pt x="1014833" y="1579762"/>
                  </a:lnTo>
                  <a:lnTo>
                    <a:pt x="1015501" y="1579762"/>
                  </a:lnTo>
                  <a:lnTo>
                    <a:pt x="1016169" y="1579762"/>
                  </a:lnTo>
                  <a:lnTo>
                    <a:pt x="1016837" y="1579762"/>
                  </a:lnTo>
                  <a:lnTo>
                    <a:pt x="1017505" y="1579762"/>
                  </a:lnTo>
                  <a:lnTo>
                    <a:pt x="1018173" y="1579762"/>
                  </a:lnTo>
                  <a:lnTo>
                    <a:pt x="1018841" y="1579762"/>
                  </a:lnTo>
                  <a:lnTo>
                    <a:pt x="1019509" y="1579762"/>
                  </a:lnTo>
                  <a:lnTo>
                    <a:pt x="1020177" y="1579762"/>
                  </a:lnTo>
                  <a:lnTo>
                    <a:pt x="1020845" y="1579762"/>
                  </a:lnTo>
                  <a:lnTo>
                    <a:pt x="1021513" y="1579762"/>
                  </a:lnTo>
                  <a:lnTo>
                    <a:pt x="1022181" y="1579762"/>
                  </a:lnTo>
                  <a:lnTo>
                    <a:pt x="1022849" y="1579762"/>
                  </a:lnTo>
                  <a:lnTo>
                    <a:pt x="1023517" y="1579762"/>
                  </a:lnTo>
                  <a:lnTo>
                    <a:pt x="1024185" y="1579762"/>
                  </a:lnTo>
                  <a:lnTo>
                    <a:pt x="1024853" y="1579762"/>
                  </a:lnTo>
                  <a:lnTo>
                    <a:pt x="1025521" y="1579762"/>
                  </a:lnTo>
                  <a:lnTo>
                    <a:pt x="1026190" y="1579762"/>
                  </a:lnTo>
                  <a:lnTo>
                    <a:pt x="1026858" y="1579762"/>
                  </a:lnTo>
                  <a:lnTo>
                    <a:pt x="1027526" y="1579762"/>
                  </a:lnTo>
                  <a:lnTo>
                    <a:pt x="1028194" y="1579762"/>
                  </a:lnTo>
                  <a:lnTo>
                    <a:pt x="1028862" y="1579762"/>
                  </a:lnTo>
                  <a:lnTo>
                    <a:pt x="1029530" y="1546112"/>
                  </a:lnTo>
                  <a:lnTo>
                    <a:pt x="1030198" y="1395518"/>
                  </a:lnTo>
                  <a:lnTo>
                    <a:pt x="1030866" y="1251745"/>
                  </a:lnTo>
                  <a:lnTo>
                    <a:pt x="1031534" y="1251745"/>
                  </a:lnTo>
                  <a:lnTo>
                    <a:pt x="1032202" y="1251745"/>
                  </a:lnTo>
                  <a:lnTo>
                    <a:pt x="1032870" y="1251745"/>
                  </a:lnTo>
                  <a:lnTo>
                    <a:pt x="1033538" y="1251745"/>
                  </a:lnTo>
                  <a:lnTo>
                    <a:pt x="1034206" y="1323356"/>
                  </a:lnTo>
                  <a:lnTo>
                    <a:pt x="1034874" y="1291669"/>
                  </a:lnTo>
                  <a:lnTo>
                    <a:pt x="1035542" y="1282976"/>
                  </a:lnTo>
                  <a:lnTo>
                    <a:pt x="1036210" y="1261723"/>
                  </a:lnTo>
                  <a:lnTo>
                    <a:pt x="1036878" y="1261723"/>
                  </a:lnTo>
                  <a:lnTo>
                    <a:pt x="1037546" y="1261723"/>
                  </a:lnTo>
                  <a:lnTo>
                    <a:pt x="1038214" y="1261723"/>
                  </a:lnTo>
                  <a:lnTo>
                    <a:pt x="1038882" y="1289040"/>
                  </a:lnTo>
                  <a:lnTo>
                    <a:pt x="1039550" y="1341347"/>
                  </a:lnTo>
                  <a:lnTo>
                    <a:pt x="1040218" y="1457162"/>
                  </a:lnTo>
                  <a:lnTo>
                    <a:pt x="1040886" y="1521974"/>
                  </a:lnTo>
                  <a:lnTo>
                    <a:pt x="1041554" y="1453546"/>
                  </a:lnTo>
                  <a:lnTo>
                    <a:pt x="1042222" y="1446374"/>
                  </a:lnTo>
                  <a:lnTo>
                    <a:pt x="1042890" y="1446374"/>
                  </a:lnTo>
                  <a:lnTo>
                    <a:pt x="1043558" y="1446374"/>
                  </a:lnTo>
                  <a:lnTo>
                    <a:pt x="1044226" y="1461333"/>
                  </a:lnTo>
                  <a:lnTo>
                    <a:pt x="1044894" y="1496072"/>
                  </a:lnTo>
                  <a:lnTo>
                    <a:pt x="1045562" y="1501089"/>
                  </a:lnTo>
                  <a:lnTo>
                    <a:pt x="1046230" y="1480680"/>
                  </a:lnTo>
                  <a:lnTo>
                    <a:pt x="1046898" y="1548740"/>
                  </a:lnTo>
                  <a:lnTo>
                    <a:pt x="1047566" y="1496072"/>
                  </a:lnTo>
                  <a:lnTo>
                    <a:pt x="1048234" y="1496072"/>
                  </a:lnTo>
                  <a:lnTo>
                    <a:pt x="1048902" y="1521974"/>
                  </a:lnTo>
                  <a:lnTo>
                    <a:pt x="1049570" y="1521974"/>
                  </a:lnTo>
                  <a:lnTo>
                    <a:pt x="1050238" y="1521974"/>
                  </a:lnTo>
                  <a:lnTo>
                    <a:pt x="1050907" y="1521974"/>
                  </a:lnTo>
                  <a:lnTo>
                    <a:pt x="1051575" y="1579762"/>
                  </a:lnTo>
                  <a:lnTo>
                    <a:pt x="1052243" y="1579762"/>
                  </a:lnTo>
                  <a:lnTo>
                    <a:pt x="1052911" y="1579762"/>
                  </a:lnTo>
                  <a:lnTo>
                    <a:pt x="1053579" y="1579762"/>
                  </a:lnTo>
                  <a:lnTo>
                    <a:pt x="1054247" y="1579762"/>
                  </a:lnTo>
                  <a:lnTo>
                    <a:pt x="1054915" y="1579762"/>
                  </a:lnTo>
                  <a:lnTo>
                    <a:pt x="1055583" y="1579762"/>
                  </a:lnTo>
                  <a:lnTo>
                    <a:pt x="1056251" y="1579762"/>
                  </a:lnTo>
                  <a:lnTo>
                    <a:pt x="1056919" y="1579762"/>
                  </a:lnTo>
                  <a:lnTo>
                    <a:pt x="1057587" y="1579762"/>
                  </a:lnTo>
                  <a:lnTo>
                    <a:pt x="1058255" y="1579762"/>
                  </a:lnTo>
                  <a:lnTo>
                    <a:pt x="1058923" y="1579623"/>
                  </a:lnTo>
                  <a:lnTo>
                    <a:pt x="1059591" y="1579623"/>
                  </a:lnTo>
                  <a:lnTo>
                    <a:pt x="1060259" y="1579623"/>
                  </a:lnTo>
                  <a:lnTo>
                    <a:pt x="1060927" y="1579623"/>
                  </a:lnTo>
                  <a:lnTo>
                    <a:pt x="1061595" y="1579623"/>
                  </a:lnTo>
                  <a:lnTo>
                    <a:pt x="1062263" y="1579623"/>
                  </a:lnTo>
                  <a:lnTo>
                    <a:pt x="1062931" y="1579623"/>
                  </a:lnTo>
                  <a:lnTo>
                    <a:pt x="1063599" y="1579623"/>
                  </a:lnTo>
                  <a:lnTo>
                    <a:pt x="1064267" y="1579623"/>
                  </a:lnTo>
                  <a:lnTo>
                    <a:pt x="1064935" y="1579623"/>
                  </a:lnTo>
                  <a:lnTo>
                    <a:pt x="1065603" y="1579623"/>
                  </a:lnTo>
                  <a:lnTo>
                    <a:pt x="1066271" y="1579623"/>
                  </a:lnTo>
                  <a:lnTo>
                    <a:pt x="1066939" y="1579623"/>
                  </a:lnTo>
                  <a:lnTo>
                    <a:pt x="1067607" y="1579623"/>
                  </a:lnTo>
                  <a:lnTo>
                    <a:pt x="1068275" y="1579623"/>
                  </a:lnTo>
                  <a:lnTo>
                    <a:pt x="1068943" y="1579623"/>
                  </a:lnTo>
                  <a:lnTo>
                    <a:pt x="1069611" y="1579623"/>
                  </a:lnTo>
                  <a:lnTo>
                    <a:pt x="1070279" y="1579623"/>
                  </a:lnTo>
                  <a:lnTo>
                    <a:pt x="1070947" y="1579623"/>
                  </a:lnTo>
                  <a:lnTo>
                    <a:pt x="1071615" y="1579623"/>
                  </a:lnTo>
                  <a:lnTo>
                    <a:pt x="1072283" y="1579623"/>
                  </a:lnTo>
                  <a:lnTo>
                    <a:pt x="1072951" y="1579623"/>
                  </a:lnTo>
                  <a:lnTo>
                    <a:pt x="1073619" y="1579623"/>
                  </a:lnTo>
                  <a:lnTo>
                    <a:pt x="1074287" y="1579762"/>
                  </a:lnTo>
                  <a:lnTo>
                    <a:pt x="1074955" y="1579762"/>
                  </a:lnTo>
                  <a:lnTo>
                    <a:pt x="1075624" y="1579762"/>
                  </a:lnTo>
                  <a:lnTo>
                    <a:pt x="1076292" y="1579762"/>
                  </a:lnTo>
                  <a:lnTo>
                    <a:pt x="1076960" y="1579762"/>
                  </a:lnTo>
                  <a:lnTo>
                    <a:pt x="1077628" y="1579762"/>
                  </a:lnTo>
                  <a:lnTo>
                    <a:pt x="1078296" y="1579762"/>
                  </a:lnTo>
                  <a:lnTo>
                    <a:pt x="1078964" y="1579762"/>
                  </a:lnTo>
                  <a:lnTo>
                    <a:pt x="1079632" y="1579762"/>
                  </a:lnTo>
                  <a:lnTo>
                    <a:pt x="1080300" y="1579762"/>
                  </a:lnTo>
                  <a:lnTo>
                    <a:pt x="1080968" y="1579762"/>
                  </a:lnTo>
                  <a:lnTo>
                    <a:pt x="1081636" y="1579762"/>
                  </a:lnTo>
                  <a:lnTo>
                    <a:pt x="1082304" y="1579762"/>
                  </a:lnTo>
                  <a:lnTo>
                    <a:pt x="1082972" y="1579762"/>
                  </a:lnTo>
                  <a:lnTo>
                    <a:pt x="1083640" y="1579762"/>
                  </a:lnTo>
                  <a:lnTo>
                    <a:pt x="1084308" y="1579762"/>
                  </a:lnTo>
                  <a:lnTo>
                    <a:pt x="1084976" y="1579762"/>
                  </a:lnTo>
                  <a:lnTo>
                    <a:pt x="1085644" y="1579762"/>
                  </a:lnTo>
                  <a:lnTo>
                    <a:pt x="1086312" y="1579762"/>
                  </a:lnTo>
                  <a:lnTo>
                    <a:pt x="1086980" y="1550210"/>
                  </a:lnTo>
                  <a:lnTo>
                    <a:pt x="1087648" y="1505926"/>
                  </a:lnTo>
                  <a:lnTo>
                    <a:pt x="1088316" y="1515506"/>
                  </a:lnTo>
                  <a:lnTo>
                    <a:pt x="1088984" y="1512421"/>
                  </a:lnTo>
                  <a:lnTo>
                    <a:pt x="1089652" y="1538623"/>
                  </a:lnTo>
                  <a:lnTo>
                    <a:pt x="1090320" y="1538623"/>
                  </a:lnTo>
                  <a:lnTo>
                    <a:pt x="1090988" y="1468363"/>
                  </a:lnTo>
                  <a:lnTo>
                    <a:pt x="1091656" y="1494353"/>
                  </a:lnTo>
                  <a:lnTo>
                    <a:pt x="1092324" y="1418444"/>
                  </a:lnTo>
                  <a:lnTo>
                    <a:pt x="1092992" y="1353093"/>
                  </a:lnTo>
                  <a:lnTo>
                    <a:pt x="1093660" y="1386209"/>
                  </a:lnTo>
                  <a:lnTo>
                    <a:pt x="1094328" y="1317572"/>
                  </a:lnTo>
                  <a:lnTo>
                    <a:pt x="1094996" y="1317572"/>
                  </a:lnTo>
                  <a:lnTo>
                    <a:pt x="1095664" y="1291669"/>
                  </a:lnTo>
                  <a:lnTo>
                    <a:pt x="1096332" y="1289966"/>
                  </a:lnTo>
                  <a:lnTo>
                    <a:pt x="1097000" y="1291460"/>
                  </a:lnTo>
                  <a:lnTo>
                    <a:pt x="1097668" y="1356059"/>
                  </a:lnTo>
                  <a:lnTo>
                    <a:pt x="1098336" y="1394971"/>
                  </a:lnTo>
                  <a:lnTo>
                    <a:pt x="1099004" y="1394971"/>
                  </a:lnTo>
                  <a:lnTo>
                    <a:pt x="1099673" y="1394971"/>
                  </a:lnTo>
                  <a:lnTo>
                    <a:pt x="1100341" y="1394971"/>
                  </a:lnTo>
                  <a:lnTo>
                    <a:pt x="1101009" y="1445012"/>
                  </a:lnTo>
                  <a:lnTo>
                    <a:pt x="1101677" y="1480680"/>
                  </a:lnTo>
                  <a:lnTo>
                    <a:pt x="1102345" y="1480680"/>
                  </a:lnTo>
                  <a:lnTo>
                    <a:pt x="1103013" y="1574296"/>
                  </a:lnTo>
                  <a:lnTo>
                    <a:pt x="1103681" y="1579623"/>
                  </a:lnTo>
                  <a:lnTo>
                    <a:pt x="1104349" y="1579762"/>
                  </a:lnTo>
                  <a:lnTo>
                    <a:pt x="1105017" y="1579762"/>
                  </a:lnTo>
                  <a:lnTo>
                    <a:pt x="1105685" y="1579762"/>
                  </a:lnTo>
                  <a:lnTo>
                    <a:pt x="1106353" y="1579762"/>
                  </a:lnTo>
                  <a:lnTo>
                    <a:pt x="1107021" y="1579762"/>
                  </a:lnTo>
                  <a:lnTo>
                    <a:pt x="1107689" y="1579762"/>
                  </a:lnTo>
                  <a:lnTo>
                    <a:pt x="1108357" y="1579762"/>
                  </a:lnTo>
                  <a:lnTo>
                    <a:pt x="1109025" y="1579762"/>
                  </a:lnTo>
                  <a:lnTo>
                    <a:pt x="1109693" y="1579762"/>
                  </a:lnTo>
                  <a:lnTo>
                    <a:pt x="1110361" y="1579762"/>
                  </a:lnTo>
                  <a:lnTo>
                    <a:pt x="1111029" y="1579762"/>
                  </a:lnTo>
                  <a:lnTo>
                    <a:pt x="1111697" y="1579762"/>
                  </a:lnTo>
                  <a:lnTo>
                    <a:pt x="1112365" y="1579762"/>
                  </a:lnTo>
                  <a:lnTo>
                    <a:pt x="1113033" y="1579762"/>
                  </a:lnTo>
                  <a:lnTo>
                    <a:pt x="1113701" y="1579762"/>
                  </a:lnTo>
                  <a:lnTo>
                    <a:pt x="1114369" y="1579762"/>
                  </a:lnTo>
                  <a:lnTo>
                    <a:pt x="1115037" y="1579762"/>
                  </a:lnTo>
                  <a:lnTo>
                    <a:pt x="1115705" y="1579623"/>
                  </a:lnTo>
                  <a:lnTo>
                    <a:pt x="1116373" y="1579623"/>
                  </a:lnTo>
                  <a:lnTo>
                    <a:pt x="1117041" y="1579623"/>
                  </a:lnTo>
                  <a:lnTo>
                    <a:pt x="1117709" y="1579623"/>
                  </a:lnTo>
                  <a:lnTo>
                    <a:pt x="1118377" y="1579623"/>
                  </a:lnTo>
                  <a:lnTo>
                    <a:pt x="1119045" y="1579623"/>
                  </a:lnTo>
                  <a:lnTo>
                    <a:pt x="1119713" y="1579623"/>
                  </a:lnTo>
                  <a:lnTo>
                    <a:pt x="1120381" y="1579762"/>
                  </a:lnTo>
                  <a:lnTo>
                    <a:pt x="1121049" y="1579762"/>
                  </a:lnTo>
                  <a:lnTo>
                    <a:pt x="1121717" y="1579762"/>
                  </a:lnTo>
                  <a:lnTo>
                    <a:pt x="1122385" y="1579762"/>
                  </a:lnTo>
                  <a:lnTo>
                    <a:pt x="1123053" y="1579762"/>
                  </a:lnTo>
                  <a:lnTo>
                    <a:pt x="1123721" y="1579762"/>
                  </a:lnTo>
                  <a:lnTo>
                    <a:pt x="1124390" y="1579762"/>
                  </a:lnTo>
                  <a:lnTo>
                    <a:pt x="1125058" y="1579762"/>
                  </a:lnTo>
                  <a:lnTo>
                    <a:pt x="1125726" y="1579762"/>
                  </a:lnTo>
                  <a:lnTo>
                    <a:pt x="1126394" y="1579762"/>
                  </a:lnTo>
                  <a:lnTo>
                    <a:pt x="1127062" y="1579762"/>
                  </a:lnTo>
                  <a:lnTo>
                    <a:pt x="1127730" y="1579762"/>
                  </a:lnTo>
                  <a:lnTo>
                    <a:pt x="1128398" y="1579762"/>
                  </a:lnTo>
                  <a:lnTo>
                    <a:pt x="1129066" y="1579762"/>
                  </a:lnTo>
                  <a:lnTo>
                    <a:pt x="1129734" y="1579762"/>
                  </a:lnTo>
                  <a:lnTo>
                    <a:pt x="1130402" y="1579762"/>
                  </a:lnTo>
                  <a:lnTo>
                    <a:pt x="1131070" y="1579762"/>
                  </a:lnTo>
                  <a:lnTo>
                    <a:pt x="1131738" y="1579762"/>
                  </a:lnTo>
                  <a:lnTo>
                    <a:pt x="1132406" y="1579623"/>
                  </a:lnTo>
                  <a:lnTo>
                    <a:pt x="1133074" y="1579623"/>
                  </a:lnTo>
                  <a:lnTo>
                    <a:pt x="1133742" y="1579623"/>
                  </a:lnTo>
                  <a:lnTo>
                    <a:pt x="1134410" y="1558576"/>
                  </a:lnTo>
                  <a:lnTo>
                    <a:pt x="1135078" y="1480680"/>
                  </a:lnTo>
                  <a:lnTo>
                    <a:pt x="1135746" y="1530364"/>
                  </a:lnTo>
                  <a:lnTo>
                    <a:pt x="1136414" y="1521974"/>
                  </a:lnTo>
                  <a:lnTo>
                    <a:pt x="1137082" y="1579762"/>
                  </a:lnTo>
                  <a:lnTo>
                    <a:pt x="1137750" y="1579762"/>
                  </a:lnTo>
                  <a:lnTo>
                    <a:pt x="1138418" y="1579762"/>
                  </a:lnTo>
                  <a:lnTo>
                    <a:pt x="1139086" y="1579762"/>
                  </a:lnTo>
                  <a:lnTo>
                    <a:pt x="1139754" y="1579762"/>
                  </a:lnTo>
                  <a:lnTo>
                    <a:pt x="1140422" y="1579762"/>
                  </a:lnTo>
                  <a:lnTo>
                    <a:pt x="1141090" y="1579762"/>
                  </a:lnTo>
                  <a:lnTo>
                    <a:pt x="1141758" y="1579762"/>
                  </a:lnTo>
                  <a:lnTo>
                    <a:pt x="1142426" y="1579762"/>
                  </a:lnTo>
                  <a:lnTo>
                    <a:pt x="1143094" y="1579762"/>
                  </a:lnTo>
                  <a:lnTo>
                    <a:pt x="1143762" y="1579762"/>
                  </a:lnTo>
                  <a:lnTo>
                    <a:pt x="1144430" y="1579762"/>
                  </a:lnTo>
                  <a:lnTo>
                    <a:pt x="1145098" y="1579762"/>
                  </a:lnTo>
                  <a:lnTo>
                    <a:pt x="1145766" y="1579762"/>
                  </a:lnTo>
                  <a:lnTo>
                    <a:pt x="1146434" y="1579762"/>
                  </a:lnTo>
                  <a:lnTo>
                    <a:pt x="1147102" y="1579762"/>
                  </a:lnTo>
                  <a:lnTo>
                    <a:pt x="1147770" y="1579762"/>
                  </a:lnTo>
                  <a:lnTo>
                    <a:pt x="1148438" y="1579762"/>
                  </a:lnTo>
                  <a:lnTo>
                    <a:pt x="1149107" y="1579762"/>
                  </a:lnTo>
                  <a:lnTo>
                    <a:pt x="1149775" y="1579762"/>
                  </a:lnTo>
                  <a:lnTo>
                    <a:pt x="1150443" y="1579762"/>
                  </a:lnTo>
                  <a:lnTo>
                    <a:pt x="1151111" y="1579762"/>
                  </a:lnTo>
                  <a:lnTo>
                    <a:pt x="1151779" y="1579762"/>
                  </a:lnTo>
                  <a:lnTo>
                    <a:pt x="1152447" y="1579762"/>
                  </a:lnTo>
                  <a:lnTo>
                    <a:pt x="1153115" y="1579762"/>
                  </a:lnTo>
                  <a:lnTo>
                    <a:pt x="1153783" y="1579762"/>
                  </a:lnTo>
                  <a:lnTo>
                    <a:pt x="1154451" y="1579762"/>
                  </a:lnTo>
                  <a:lnTo>
                    <a:pt x="1155119" y="1579762"/>
                  </a:lnTo>
                  <a:lnTo>
                    <a:pt x="1155787" y="1579762"/>
                  </a:lnTo>
                  <a:lnTo>
                    <a:pt x="1156455" y="1579762"/>
                  </a:lnTo>
                  <a:lnTo>
                    <a:pt x="1157123" y="1579762"/>
                  </a:lnTo>
                  <a:lnTo>
                    <a:pt x="1157791" y="1579762"/>
                  </a:lnTo>
                  <a:lnTo>
                    <a:pt x="1158459" y="1579762"/>
                  </a:lnTo>
                  <a:lnTo>
                    <a:pt x="1159127" y="1579762"/>
                  </a:lnTo>
                  <a:lnTo>
                    <a:pt x="1159795" y="1579762"/>
                  </a:lnTo>
                  <a:lnTo>
                    <a:pt x="1160463" y="1579762"/>
                  </a:lnTo>
                  <a:lnTo>
                    <a:pt x="1161131" y="1579762"/>
                  </a:lnTo>
                  <a:lnTo>
                    <a:pt x="1161799" y="1579762"/>
                  </a:lnTo>
                  <a:lnTo>
                    <a:pt x="1162467" y="1579762"/>
                  </a:lnTo>
                  <a:lnTo>
                    <a:pt x="1163135" y="1579762"/>
                  </a:lnTo>
                  <a:lnTo>
                    <a:pt x="1163803" y="1579762"/>
                  </a:lnTo>
                  <a:lnTo>
                    <a:pt x="1164471" y="1579762"/>
                  </a:lnTo>
                  <a:lnTo>
                    <a:pt x="1165139" y="1579762"/>
                  </a:lnTo>
                  <a:lnTo>
                    <a:pt x="1165807" y="1579762"/>
                  </a:lnTo>
                  <a:lnTo>
                    <a:pt x="1166475" y="1579762"/>
                  </a:lnTo>
                  <a:lnTo>
                    <a:pt x="1167143" y="1579762"/>
                  </a:lnTo>
                  <a:lnTo>
                    <a:pt x="1167811" y="1579762"/>
                  </a:lnTo>
                  <a:lnTo>
                    <a:pt x="1168479" y="1568392"/>
                  </a:lnTo>
                  <a:lnTo>
                    <a:pt x="1169147" y="1535064"/>
                  </a:lnTo>
                  <a:lnTo>
                    <a:pt x="1169815" y="1536771"/>
                  </a:lnTo>
                  <a:lnTo>
                    <a:pt x="1170483" y="1485555"/>
                  </a:lnTo>
                  <a:lnTo>
                    <a:pt x="1171151" y="1394971"/>
                  </a:lnTo>
                  <a:lnTo>
                    <a:pt x="1171819" y="1394971"/>
                  </a:lnTo>
                  <a:lnTo>
                    <a:pt x="1172487" y="1394971"/>
                  </a:lnTo>
                  <a:lnTo>
                    <a:pt x="1173155" y="1394971"/>
                  </a:lnTo>
                  <a:lnTo>
                    <a:pt x="1173824" y="1394971"/>
                  </a:lnTo>
                  <a:lnTo>
                    <a:pt x="1174492" y="1394971"/>
                  </a:lnTo>
                  <a:lnTo>
                    <a:pt x="1175160" y="1411222"/>
                  </a:lnTo>
                  <a:lnTo>
                    <a:pt x="1175828" y="1480680"/>
                  </a:lnTo>
                  <a:lnTo>
                    <a:pt x="1176496" y="1480680"/>
                  </a:lnTo>
                  <a:lnTo>
                    <a:pt x="1177164" y="1579762"/>
                  </a:lnTo>
                  <a:lnTo>
                    <a:pt x="1177832" y="1579762"/>
                  </a:lnTo>
                  <a:lnTo>
                    <a:pt x="1178500" y="1579762"/>
                  </a:lnTo>
                  <a:lnTo>
                    <a:pt x="1179168" y="1579762"/>
                  </a:lnTo>
                  <a:lnTo>
                    <a:pt x="1179836" y="1579762"/>
                  </a:lnTo>
                  <a:lnTo>
                    <a:pt x="1180504" y="1579762"/>
                  </a:lnTo>
                  <a:lnTo>
                    <a:pt x="1181172" y="1579762"/>
                  </a:lnTo>
                  <a:lnTo>
                    <a:pt x="1181840" y="1579762"/>
                  </a:lnTo>
                  <a:lnTo>
                    <a:pt x="1182508" y="1579762"/>
                  </a:lnTo>
                  <a:lnTo>
                    <a:pt x="1183176" y="1579762"/>
                  </a:lnTo>
                  <a:lnTo>
                    <a:pt x="1183844" y="1579762"/>
                  </a:lnTo>
                  <a:lnTo>
                    <a:pt x="1184512" y="1579762"/>
                  </a:lnTo>
                  <a:lnTo>
                    <a:pt x="1185180" y="1579762"/>
                  </a:lnTo>
                  <a:lnTo>
                    <a:pt x="1185848" y="1579762"/>
                  </a:lnTo>
                  <a:lnTo>
                    <a:pt x="1186516" y="1579762"/>
                  </a:lnTo>
                  <a:lnTo>
                    <a:pt x="1187184" y="1579762"/>
                  </a:lnTo>
                  <a:lnTo>
                    <a:pt x="1187852" y="1579762"/>
                  </a:lnTo>
                  <a:lnTo>
                    <a:pt x="1188520" y="1579762"/>
                  </a:lnTo>
                  <a:lnTo>
                    <a:pt x="1189188" y="1579762"/>
                  </a:lnTo>
                  <a:lnTo>
                    <a:pt x="1189856" y="1579762"/>
                  </a:lnTo>
                  <a:lnTo>
                    <a:pt x="1190524" y="1579762"/>
                  </a:lnTo>
                  <a:lnTo>
                    <a:pt x="1191192" y="1579762"/>
                  </a:lnTo>
                  <a:lnTo>
                    <a:pt x="1191860" y="1579762"/>
                  </a:lnTo>
                  <a:lnTo>
                    <a:pt x="1192528" y="1579762"/>
                  </a:lnTo>
                  <a:lnTo>
                    <a:pt x="1193196" y="1579762"/>
                  </a:lnTo>
                  <a:lnTo>
                    <a:pt x="1193864" y="1579762"/>
                  </a:lnTo>
                  <a:lnTo>
                    <a:pt x="1194532" y="1579762"/>
                  </a:lnTo>
                  <a:lnTo>
                    <a:pt x="1195200" y="1579762"/>
                  </a:lnTo>
                  <a:lnTo>
                    <a:pt x="1195868" y="1579762"/>
                  </a:lnTo>
                  <a:lnTo>
                    <a:pt x="1196536" y="1579762"/>
                  </a:lnTo>
                  <a:lnTo>
                    <a:pt x="1197204" y="1579762"/>
                  </a:lnTo>
                  <a:lnTo>
                    <a:pt x="1197873" y="1579762"/>
                  </a:lnTo>
                  <a:lnTo>
                    <a:pt x="1198541" y="1579762"/>
                  </a:lnTo>
                  <a:lnTo>
                    <a:pt x="1199209" y="1579762"/>
                  </a:lnTo>
                  <a:lnTo>
                    <a:pt x="1199877" y="1579762"/>
                  </a:lnTo>
                  <a:lnTo>
                    <a:pt x="1200545" y="1579762"/>
                  </a:lnTo>
                  <a:lnTo>
                    <a:pt x="1201213" y="1579762"/>
                  </a:lnTo>
                  <a:lnTo>
                    <a:pt x="1201881" y="1579762"/>
                  </a:lnTo>
                  <a:lnTo>
                    <a:pt x="1202549" y="1579762"/>
                  </a:lnTo>
                  <a:lnTo>
                    <a:pt x="1203217" y="1579762"/>
                  </a:lnTo>
                  <a:lnTo>
                    <a:pt x="1203885" y="1579623"/>
                  </a:lnTo>
                  <a:lnTo>
                    <a:pt x="1204553" y="1579623"/>
                  </a:lnTo>
                  <a:lnTo>
                    <a:pt x="1205221" y="1579623"/>
                  </a:lnTo>
                  <a:lnTo>
                    <a:pt x="1205889" y="1579623"/>
                  </a:lnTo>
                  <a:lnTo>
                    <a:pt x="1206557" y="1579623"/>
                  </a:lnTo>
                  <a:lnTo>
                    <a:pt x="1207225" y="1579762"/>
                  </a:lnTo>
                  <a:lnTo>
                    <a:pt x="1207893" y="1579762"/>
                  </a:lnTo>
                  <a:lnTo>
                    <a:pt x="1208561" y="1579762"/>
                  </a:lnTo>
                  <a:lnTo>
                    <a:pt x="1209229" y="1579762"/>
                  </a:lnTo>
                  <a:lnTo>
                    <a:pt x="1209897" y="1579762"/>
                  </a:lnTo>
                  <a:lnTo>
                    <a:pt x="1210565" y="1579762"/>
                  </a:lnTo>
                  <a:lnTo>
                    <a:pt x="1211233" y="1579762"/>
                  </a:lnTo>
                  <a:lnTo>
                    <a:pt x="1211901" y="1579762"/>
                  </a:lnTo>
                  <a:lnTo>
                    <a:pt x="1212569" y="1579762"/>
                  </a:lnTo>
                  <a:lnTo>
                    <a:pt x="1213237" y="1579762"/>
                  </a:lnTo>
                  <a:lnTo>
                    <a:pt x="1213905" y="1579762"/>
                  </a:lnTo>
                  <a:lnTo>
                    <a:pt x="1214573" y="1579762"/>
                  </a:lnTo>
                  <a:lnTo>
                    <a:pt x="1215241" y="1579762"/>
                  </a:lnTo>
                  <a:lnTo>
                    <a:pt x="1215909" y="1579762"/>
                  </a:lnTo>
                  <a:lnTo>
                    <a:pt x="1216577" y="1579762"/>
                  </a:lnTo>
                  <a:lnTo>
                    <a:pt x="1217245" y="1579762"/>
                  </a:lnTo>
                  <a:lnTo>
                    <a:pt x="1217913" y="1579762"/>
                  </a:lnTo>
                  <a:lnTo>
                    <a:pt x="1218581" y="1579762"/>
                  </a:lnTo>
                  <a:lnTo>
                    <a:pt x="1219249" y="1579623"/>
                  </a:lnTo>
                  <a:lnTo>
                    <a:pt x="1219917" y="1579623"/>
                  </a:lnTo>
                  <a:lnTo>
                    <a:pt x="1220585" y="1579623"/>
                  </a:lnTo>
                  <a:lnTo>
                    <a:pt x="1221253" y="1579623"/>
                  </a:lnTo>
                  <a:lnTo>
                    <a:pt x="1221921" y="1579623"/>
                  </a:lnTo>
                  <a:lnTo>
                    <a:pt x="1222590" y="1579623"/>
                  </a:lnTo>
                  <a:lnTo>
                    <a:pt x="1223258" y="1485281"/>
                  </a:lnTo>
                  <a:lnTo>
                    <a:pt x="1223926" y="1480680"/>
                  </a:lnTo>
                  <a:lnTo>
                    <a:pt x="1224594" y="1480680"/>
                  </a:lnTo>
                  <a:lnTo>
                    <a:pt x="1225262" y="1394971"/>
                  </a:lnTo>
                  <a:lnTo>
                    <a:pt x="1225930" y="1394971"/>
                  </a:lnTo>
                  <a:lnTo>
                    <a:pt x="1226598" y="1394971"/>
                  </a:lnTo>
                  <a:lnTo>
                    <a:pt x="1227266" y="1394971"/>
                  </a:lnTo>
                  <a:lnTo>
                    <a:pt x="1227934" y="1394971"/>
                  </a:lnTo>
                  <a:lnTo>
                    <a:pt x="1228602" y="1394971"/>
                  </a:lnTo>
                  <a:lnTo>
                    <a:pt x="1229270" y="1394971"/>
                  </a:lnTo>
                  <a:lnTo>
                    <a:pt x="1229938" y="1394971"/>
                  </a:lnTo>
                  <a:lnTo>
                    <a:pt x="1230606" y="1394971"/>
                  </a:lnTo>
                  <a:lnTo>
                    <a:pt x="1231274" y="1394971"/>
                  </a:lnTo>
                  <a:lnTo>
                    <a:pt x="1231942" y="1394971"/>
                  </a:lnTo>
                  <a:lnTo>
                    <a:pt x="1232610" y="1394971"/>
                  </a:lnTo>
                  <a:lnTo>
                    <a:pt x="1233278" y="1476111"/>
                  </a:lnTo>
                  <a:lnTo>
                    <a:pt x="1233946" y="1480680"/>
                  </a:lnTo>
                  <a:lnTo>
                    <a:pt x="1234614" y="1480680"/>
                  </a:lnTo>
                  <a:lnTo>
                    <a:pt x="1235282" y="1579623"/>
                  </a:lnTo>
                  <a:lnTo>
                    <a:pt x="1235950" y="1579623"/>
                  </a:lnTo>
                  <a:lnTo>
                    <a:pt x="1236618" y="1579623"/>
                  </a:lnTo>
                  <a:lnTo>
                    <a:pt x="1237286" y="1579623"/>
                  </a:lnTo>
                  <a:lnTo>
                    <a:pt x="1237954" y="1579623"/>
                  </a:lnTo>
                  <a:lnTo>
                    <a:pt x="1238622" y="1579623"/>
                  </a:lnTo>
                  <a:lnTo>
                    <a:pt x="1239290" y="1579623"/>
                  </a:lnTo>
                  <a:lnTo>
                    <a:pt x="1239958" y="1579623"/>
                  </a:lnTo>
                  <a:lnTo>
                    <a:pt x="1240626" y="1579623"/>
                  </a:lnTo>
                  <a:lnTo>
                    <a:pt x="1241294" y="1579623"/>
                  </a:lnTo>
                  <a:lnTo>
                    <a:pt x="1241962" y="1579623"/>
                  </a:lnTo>
                  <a:lnTo>
                    <a:pt x="1242630" y="1579623"/>
                  </a:lnTo>
                  <a:lnTo>
                    <a:pt x="1243298" y="1579623"/>
                  </a:lnTo>
                  <a:lnTo>
                    <a:pt x="1243966" y="1579623"/>
                  </a:lnTo>
                  <a:lnTo>
                    <a:pt x="1244634" y="1579762"/>
                  </a:lnTo>
                  <a:lnTo>
                    <a:pt x="1245302" y="1579762"/>
                  </a:lnTo>
                  <a:lnTo>
                    <a:pt x="1245970" y="1579762"/>
                  </a:lnTo>
                  <a:lnTo>
                    <a:pt x="1246638" y="1579762"/>
                  </a:lnTo>
                  <a:lnTo>
                    <a:pt x="1247307" y="1579762"/>
                  </a:lnTo>
                  <a:lnTo>
                    <a:pt x="1247975" y="1579762"/>
                  </a:lnTo>
                  <a:lnTo>
                    <a:pt x="1248643" y="1579762"/>
                  </a:lnTo>
                  <a:lnTo>
                    <a:pt x="1249311" y="1579762"/>
                  </a:lnTo>
                  <a:lnTo>
                    <a:pt x="1249979" y="1579762"/>
                  </a:lnTo>
                  <a:lnTo>
                    <a:pt x="1250647" y="1579762"/>
                  </a:lnTo>
                  <a:lnTo>
                    <a:pt x="1251315" y="1579762"/>
                  </a:lnTo>
                  <a:lnTo>
                    <a:pt x="1251983" y="1579762"/>
                  </a:lnTo>
                  <a:lnTo>
                    <a:pt x="1252651" y="1579762"/>
                  </a:lnTo>
                  <a:lnTo>
                    <a:pt x="1253319" y="1579762"/>
                  </a:lnTo>
                  <a:lnTo>
                    <a:pt x="1253987" y="1579762"/>
                  </a:lnTo>
                  <a:lnTo>
                    <a:pt x="1254655" y="1579762"/>
                  </a:lnTo>
                  <a:lnTo>
                    <a:pt x="1255323" y="1579762"/>
                  </a:lnTo>
                  <a:lnTo>
                    <a:pt x="1255991" y="1579762"/>
                  </a:lnTo>
                  <a:lnTo>
                    <a:pt x="1256659" y="1579762"/>
                  </a:lnTo>
                  <a:lnTo>
                    <a:pt x="1257327" y="1579762"/>
                  </a:lnTo>
                  <a:lnTo>
                    <a:pt x="1257995" y="1579762"/>
                  </a:lnTo>
                  <a:lnTo>
                    <a:pt x="1258663" y="1579762"/>
                  </a:lnTo>
                  <a:lnTo>
                    <a:pt x="1259331" y="1579762"/>
                  </a:lnTo>
                  <a:lnTo>
                    <a:pt x="1259999" y="1579762"/>
                  </a:lnTo>
                  <a:lnTo>
                    <a:pt x="1260667" y="1579762"/>
                  </a:lnTo>
                  <a:lnTo>
                    <a:pt x="1261335" y="1579762"/>
                  </a:lnTo>
                  <a:lnTo>
                    <a:pt x="1262003" y="1579762"/>
                  </a:lnTo>
                  <a:lnTo>
                    <a:pt x="1262671" y="1579762"/>
                  </a:lnTo>
                  <a:lnTo>
                    <a:pt x="1263339" y="1579762"/>
                  </a:lnTo>
                  <a:lnTo>
                    <a:pt x="1264007" y="1579762"/>
                  </a:lnTo>
                  <a:lnTo>
                    <a:pt x="1264675" y="1579762"/>
                  </a:lnTo>
                  <a:lnTo>
                    <a:pt x="1265343" y="1579762"/>
                  </a:lnTo>
                  <a:lnTo>
                    <a:pt x="1266011" y="1579762"/>
                  </a:lnTo>
                  <a:lnTo>
                    <a:pt x="1266679" y="1579762"/>
                  </a:lnTo>
                  <a:lnTo>
                    <a:pt x="1267347" y="1579762"/>
                  </a:lnTo>
                  <a:lnTo>
                    <a:pt x="1268015" y="1579762"/>
                  </a:lnTo>
                  <a:lnTo>
                    <a:pt x="1268683" y="1579762"/>
                  </a:lnTo>
                  <a:lnTo>
                    <a:pt x="1269351" y="1579762"/>
                  </a:lnTo>
                  <a:lnTo>
                    <a:pt x="1270019" y="1579623"/>
                  </a:lnTo>
                  <a:lnTo>
                    <a:pt x="1270687" y="1579623"/>
                  </a:lnTo>
                  <a:lnTo>
                    <a:pt x="1271355" y="1579623"/>
                  </a:lnTo>
                  <a:lnTo>
                    <a:pt x="1272024" y="1579623"/>
                  </a:lnTo>
                  <a:lnTo>
                    <a:pt x="1272692" y="1579623"/>
                  </a:lnTo>
                  <a:lnTo>
                    <a:pt x="1273360" y="1579623"/>
                  </a:lnTo>
                  <a:lnTo>
                    <a:pt x="1274028" y="1579623"/>
                  </a:lnTo>
                  <a:lnTo>
                    <a:pt x="1274696" y="1579623"/>
                  </a:lnTo>
                  <a:lnTo>
                    <a:pt x="1275364" y="1579623"/>
                  </a:lnTo>
                  <a:lnTo>
                    <a:pt x="1276032" y="1579623"/>
                  </a:lnTo>
                  <a:lnTo>
                    <a:pt x="1276700" y="1579623"/>
                  </a:lnTo>
                  <a:lnTo>
                    <a:pt x="1277368" y="1579623"/>
                  </a:lnTo>
                  <a:lnTo>
                    <a:pt x="1278036" y="1579623"/>
                  </a:lnTo>
                  <a:lnTo>
                    <a:pt x="1278704" y="1579623"/>
                  </a:lnTo>
                  <a:lnTo>
                    <a:pt x="1279372" y="1579623"/>
                  </a:lnTo>
                  <a:lnTo>
                    <a:pt x="1280040" y="1579623"/>
                  </a:lnTo>
                  <a:lnTo>
                    <a:pt x="1280708" y="1579623"/>
                  </a:lnTo>
                  <a:lnTo>
                    <a:pt x="1281376" y="1579623"/>
                  </a:lnTo>
                  <a:lnTo>
                    <a:pt x="1282044" y="1579623"/>
                  </a:lnTo>
                  <a:lnTo>
                    <a:pt x="1282712" y="1579623"/>
                  </a:lnTo>
                  <a:lnTo>
                    <a:pt x="1283380" y="1579623"/>
                  </a:lnTo>
                  <a:lnTo>
                    <a:pt x="1284048" y="1579623"/>
                  </a:lnTo>
                  <a:lnTo>
                    <a:pt x="1284716" y="1579623"/>
                  </a:lnTo>
                  <a:lnTo>
                    <a:pt x="1285384" y="1579623"/>
                  </a:lnTo>
                  <a:lnTo>
                    <a:pt x="1286052" y="1579623"/>
                  </a:lnTo>
                  <a:lnTo>
                    <a:pt x="1286720" y="1579623"/>
                  </a:lnTo>
                  <a:lnTo>
                    <a:pt x="1287388" y="1579623"/>
                  </a:lnTo>
                  <a:lnTo>
                    <a:pt x="1288056" y="1579623"/>
                  </a:lnTo>
                  <a:lnTo>
                    <a:pt x="1288724" y="1579623"/>
                  </a:lnTo>
                  <a:lnTo>
                    <a:pt x="1289392" y="1579623"/>
                  </a:lnTo>
                  <a:lnTo>
                    <a:pt x="1290060" y="1579623"/>
                  </a:lnTo>
                  <a:lnTo>
                    <a:pt x="1290728" y="1579623"/>
                  </a:lnTo>
                  <a:lnTo>
                    <a:pt x="1291396" y="1579623"/>
                  </a:lnTo>
                  <a:lnTo>
                    <a:pt x="1292064" y="1579623"/>
                  </a:lnTo>
                  <a:lnTo>
                    <a:pt x="1292732" y="1579623"/>
                  </a:lnTo>
                  <a:lnTo>
                    <a:pt x="1293400" y="1579623"/>
                  </a:lnTo>
                  <a:lnTo>
                    <a:pt x="1294068" y="1579623"/>
                  </a:lnTo>
                  <a:lnTo>
                    <a:pt x="1294736" y="1579623"/>
                  </a:lnTo>
                  <a:lnTo>
                    <a:pt x="1295404" y="1579623"/>
                  </a:lnTo>
                  <a:lnTo>
                    <a:pt x="1296073" y="1579623"/>
                  </a:lnTo>
                  <a:lnTo>
                    <a:pt x="1296741" y="1579623"/>
                  </a:lnTo>
                  <a:lnTo>
                    <a:pt x="1297409" y="1579623"/>
                  </a:lnTo>
                  <a:lnTo>
                    <a:pt x="1298077" y="1579623"/>
                  </a:lnTo>
                  <a:lnTo>
                    <a:pt x="1298745" y="1579623"/>
                  </a:lnTo>
                  <a:lnTo>
                    <a:pt x="1299413" y="1543232"/>
                  </a:lnTo>
                  <a:lnTo>
                    <a:pt x="1300081" y="1480680"/>
                  </a:lnTo>
                  <a:lnTo>
                    <a:pt x="1300749" y="1480680"/>
                  </a:lnTo>
                  <a:lnTo>
                    <a:pt x="1301417" y="1471575"/>
                  </a:lnTo>
                  <a:lnTo>
                    <a:pt x="1302085" y="1394971"/>
                  </a:lnTo>
                  <a:lnTo>
                    <a:pt x="1302753" y="1394971"/>
                  </a:lnTo>
                  <a:lnTo>
                    <a:pt x="1303421" y="1394971"/>
                  </a:lnTo>
                  <a:lnTo>
                    <a:pt x="1304089" y="1394971"/>
                  </a:lnTo>
                  <a:lnTo>
                    <a:pt x="1304757" y="1394971"/>
                  </a:lnTo>
                  <a:lnTo>
                    <a:pt x="1305425" y="1394971"/>
                  </a:lnTo>
                  <a:lnTo>
                    <a:pt x="1306093" y="1394971"/>
                  </a:lnTo>
                  <a:lnTo>
                    <a:pt x="1306761" y="1394971"/>
                  </a:lnTo>
                  <a:lnTo>
                    <a:pt x="1307429" y="1394971"/>
                  </a:lnTo>
                  <a:lnTo>
                    <a:pt x="1308097" y="1394971"/>
                  </a:lnTo>
                  <a:lnTo>
                    <a:pt x="1308765" y="1488940"/>
                  </a:lnTo>
                  <a:lnTo>
                    <a:pt x="1309433" y="1543887"/>
                  </a:lnTo>
                  <a:lnTo>
                    <a:pt x="1310101" y="1579762"/>
                  </a:lnTo>
                  <a:lnTo>
                    <a:pt x="1310769" y="1579762"/>
                  </a:lnTo>
                  <a:lnTo>
                    <a:pt x="1311437" y="1579762"/>
                  </a:lnTo>
                  <a:lnTo>
                    <a:pt x="1312105" y="1579762"/>
                  </a:lnTo>
                  <a:lnTo>
                    <a:pt x="1312773" y="1579762"/>
                  </a:lnTo>
                  <a:lnTo>
                    <a:pt x="1313441" y="1579762"/>
                  </a:lnTo>
                  <a:lnTo>
                    <a:pt x="1314109" y="1579762"/>
                  </a:lnTo>
                  <a:lnTo>
                    <a:pt x="1314777" y="1579762"/>
                  </a:lnTo>
                  <a:lnTo>
                    <a:pt x="1315445" y="1579762"/>
                  </a:lnTo>
                  <a:lnTo>
                    <a:pt x="1316113" y="1579762"/>
                  </a:lnTo>
                  <a:lnTo>
                    <a:pt x="1316781" y="1579762"/>
                  </a:lnTo>
                  <a:lnTo>
                    <a:pt x="1317449" y="1579762"/>
                  </a:lnTo>
                  <a:lnTo>
                    <a:pt x="1318117" y="1579762"/>
                  </a:lnTo>
                  <a:lnTo>
                    <a:pt x="1318785" y="1579762"/>
                  </a:lnTo>
                  <a:lnTo>
                    <a:pt x="1319453" y="1579762"/>
                  </a:lnTo>
                  <a:lnTo>
                    <a:pt x="1320121" y="1579762"/>
                  </a:lnTo>
                  <a:lnTo>
                    <a:pt x="1320790" y="1579762"/>
                  </a:lnTo>
                  <a:lnTo>
                    <a:pt x="1321458" y="1579623"/>
                  </a:lnTo>
                  <a:lnTo>
                    <a:pt x="1322126" y="1579623"/>
                  </a:lnTo>
                  <a:lnTo>
                    <a:pt x="1322794" y="1579623"/>
                  </a:lnTo>
                  <a:lnTo>
                    <a:pt x="1323462" y="1579623"/>
                  </a:lnTo>
                  <a:lnTo>
                    <a:pt x="1324130" y="1579623"/>
                  </a:lnTo>
                  <a:lnTo>
                    <a:pt x="1324798" y="1579623"/>
                  </a:lnTo>
                  <a:lnTo>
                    <a:pt x="1325466" y="1579623"/>
                  </a:lnTo>
                  <a:lnTo>
                    <a:pt x="1326134" y="1579623"/>
                  </a:lnTo>
                  <a:lnTo>
                    <a:pt x="1326802" y="1579623"/>
                  </a:lnTo>
                  <a:lnTo>
                    <a:pt x="1327470" y="1579623"/>
                  </a:lnTo>
                  <a:lnTo>
                    <a:pt x="1328138" y="1579623"/>
                  </a:lnTo>
                  <a:lnTo>
                    <a:pt x="1328806" y="1579623"/>
                  </a:lnTo>
                  <a:lnTo>
                    <a:pt x="1329474" y="1579623"/>
                  </a:lnTo>
                  <a:lnTo>
                    <a:pt x="1330142" y="1579623"/>
                  </a:lnTo>
                  <a:lnTo>
                    <a:pt x="1330810" y="1579623"/>
                  </a:lnTo>
                  <a:lnTo>
                    <a:pt x="1331478" y="1579623"/>
                  </a:lnTo>
                  <a:lnTo>
                    <a:pt x="1332146" y="1579623"/>
                  </a:lnTo>
                  <a:lnTo>
                    <a:pt x="1332814" y="1579623"/>
                  </a:lnTo>
                  <a:lnTo>
                    <a:pt x="1333482" y="1579623"/>
                  </a:lnTo>
                  <a:lnTo>
                    <a:pt x="1334150" y="1579623"/>
                  </a:lnTo>
                  <a:lnTo>
                    <a:pt x="1334818" y="1579623"/>
                  </a:lnTo>
                  <a:lnTo>
                    <a:pt x="1335486" y="1579623"/>
                  </a:lnTo>
                  <a:lnTo>
                    <a:pt x="1336154" y="1579623"/>
                  </a:lnTo>
                  <a:lnTo>
                    <a:pt x="1336822" y="1579623"/>
                  </a:lnTo>
                  <a:lnTo>
                    <a:pt x="1337490" y="1579623"/>
                  </a:lnTo>
                  <a:lnTo>
                    <a:pt x="1338158" y="1579623"/>
                  </a:lnTo>
                  <a:lnTo>
                    <a:pt x="1338826" y="1579623"/>
                  </a:lnTo>
                  <a:lnTo>
                    <a:pt x="1339494" y="1579623"/>
                  </a:lnTo>
                  <a:lnTo>
                    <a:pt x="1340162" y="1579623"/>
                  </a:lnTo>
                  <a:lnTo>
                    <a:pt x="1340830" y="1579623"/>
                  </a:lnTo>
                  <a:lnTo>
                    <a:pt x="1341498" y="1579623"/>
                  </a:lnTo>
                  <a:lnTo>
                    <a:pt x="1342166" y="1579623"/>
                  </a:lnTo>
                  <a:lnTo>
                    <a:pt x="1342834" y="1579623"/>
                  </a:lnTo>
                  <a:lnTo>
                    <a:pt x="1343502" y="1579623"/>
                  </a:lnTo>
                  <a:lnTo>
                    <a:pt x="1344170" y="1579623"/>
                  </a:lnTo>
                  <a:lnTo>
                    <a:pt x="1344838" y="1579623"/>
                  </a:lnTo>
                  <a:lnTo>
                    <a:pt x="1345507" y="1579623"/>
                  </a:lnTo>
                  <a:lnTo>
                    <a:pt x="1346175" y="1579623"/>
                  </a:lnTo>
                  <a:lnTo>
                    <a:pt x="1346843" y="1579623"/>
                  </a:lnTo>
                  <a:lnTo>
                    <a:pt x="1347511" y="1548306"/>
                  </a:lnTo>
                  <a:lnTo>
                    <a:pt x="1348179" y="1480680"/>
                  </a:lnTo>
                  <a:lnTo>
                    <a:pt x="1348847" y="1480680"/>
                  </a:lnTo>
                  <a:lnTo>
                    <a:pt x="1349515" y="1480680"/>
                  </a:lnTo>
                  <a:lnTo>
                    <a:pt x="1350183" y="1432131"/>
                  </a:lnTo>
                  <a:lnTo>
                    <a:pt x="1350851" y="1319371"/>
                  </a:lnTo>
                  <a:lnTo>
                    <a:pt x="1351519" y="1264712"/>
                  </a:lnTo>
                  <a:lnTo>
                    <a:pt x="1352187" y="1251745"/>
                  </a:lnTo>
                  <a:lnTo>
                    <a:pt x="1352855" y="1251745"/>
                  </a:lnTo>
                  <a:lnTo>
                    <a:pt x="1353523" y="1251745"/>
                  </a:lnTo>
                  <a:lnTo>
                    <a:pt x="1354191" y="1251745"/>
                  </a:lnTo>
                  <a:lnTo>
                    <a:pt x="1354859" y="1251745"/>
                  </a:lnTo>
                  <a:lnTo>
                    <a:pt x="1355527" y="1251745"/>
                  </a:lnTo>
                  <a:lnTo>
                    <a:pt x="1356195" y="1251745"/>
                  </a:lnTo>
                  <a:lnTo>
                    <a:pt x="1356863" y="1251745"/>
                  </a:lnTo>
                  <a:lnTo>
                    <a:pt x="1357531" y="1271295"/>
                  </a:lnTo>
                  <a:lnTo>
                    <a:pt x="1358199" y="1319371"/>
                  </a:lnTo>
                  <a:lnTo>
                    <a:pt x="1358867" y="1319371"/>
                  </a:lnTo>
                  <a:lnTo>
                    <a:pt x="1359535" y="1319371"/>
                  </a:lnTo>
                  <a:lnTo>
                    <a:pt x="1360203" y="1359846"/>
                  </a:lnTo>
                  <a:lnTo>
                    <a:pt x="1360871" y="1480680"/>
                  </a:lnTo>
                  <a:lnTo>
                    <a:pt x="1361539" y="1558576"/>
                  </a:lnTo>
                  <a:lnTo>
                    <a:pt x="1362207" y="1579623"/>
                  </a:lnTo>
                  <a:lnTo>
                    <a:pt x="1362875" y="1579762"/>
                  </a:lnTo>
                  <a:lnTo>
                    <a:pt x="1363543" y="1579762"/>
                  </a:lnTo>
                  <a:lnTo>
                    <a:pt x="1364211" y="1579762"/>
                  </a:lnTo>
                  <a:lnTo>
                    <a:pt x="1364879" y="1579762"/>
                  </a:lnTo>
                  <a:lnTo>
                    <a:pt x="1365547" y="1579762"/>
                  </a:lnTo>
                  <a:lnTo>
                    <a:pt x="1366215" y="1579762"/>
                  </a:lnTo>
                  <a:lnTo>
                    <a:pt x="1366883" y="1579762"/>
                  </a:lnTo>
                  <a:lnTo>
                    <a:pt x="1367551" y="1579762"/>
                  </a:lnTo>
                  <a:lnTo>
                    <a:pt x="1368219" y="1579762"/>
                  </a:lnTo>
                  <a:lnTo>
                    <a:pt x="1368887" y="1579762"/>
                  </a:lnTo>
                  <a:lnTo>
                    <a:pt x="1369556" y="1579762"/>
                  </a:lnTo>
                  <a:lnTo>
                    <a:pt x="1370224" y="1579762"/>
                  </a:lnTo>
                  <a:lnTo>
                    <a:pt x="1370892" y="1579762"/>
                  </a:lnTo>
                  <a:lnTo>
                    <a:pt x="1371560" y="1579762"/>
                  </a:lnTo>
                  <a:lnTo>
                    <a:pt x="1372228" y="1579762"/>
                  </a:lnTo>
                  <a:lnTo>
                    <a:pt x="1372896" y="1579762"/>
                  </a:lnTo>
                  <a:lnTo>
                    <a:pt x="1373564" y="1579762"/>
                  </a:lnTo>
                  <a:lnTo>
                    <a:pt x="1374232" y="1579762"/>
                  </a:lnTo>
                  <a:lnTo>
                    <a:pt x="1374900" y="1533093"/>
                  </a:lnTo>
                  <a:lnTo>
                    <a:pt x="1375568" y="1446374"/>
                  </a:lnTo>
                  <a:lnTo>
                    <a:pt x="1376236" y="1446374"/>
                  </a:lnTo>
                  <a:lnTo>
                    <a:pt x="1376904" y="1446374"/>
                  </a:lnTo>
                  <a:lnTo>
                    <a:pt x="1377572" y="1446374"/>
                  </a:lnTo>
                  <a:lnTo>
                    <a:pt x="1378240" y="1446374"/>
                  </a:lnTo>
                  <a:lnTo>
                    <a:pt x="1378908" y="1471834"/>
                  </a:lnTo>
                  <a:lnTo>
                    <a:pt x="1379576" y="1530239"/>
                  </a:lnTo>
                  <a:lnTo>
                    <a:pt x="1380244" y="1530239"/>
                  </a:lnTo>
                  <a:lnTo>
                    <a:pt x="1380912" y="1535064"/>
                  </a:lnTo>
                  <a:lnTo>
                    <a:pt x="1381580" y="1535064"/>
                  </a:lnTo>
                  <a:lnTo>
                    <a:pt x="1382248" y="1535064"/>
                  </a:lnTo>
                  <a:lnTo>
                    <a:pt x="1382916" y="1530239"/>
                  </a:lnTo>
                  <a:lnTo>
                    <a:pt x="1383584" y="1551699"/>
                  </a:lnTo>
                  <a:lnTo>
                    <a:pt x="1384252" y="1521974"/>
                  </a:lnTo>
                  <a:lnTo>
                    <a:pt x="1384920" y="1579762"/>
                  </a:lnTo>
                  <a:lnTo>
                    <a:pt x="1385588" y="1579762"/>
                  </a:lnTo>
                  <a:lnTo>
                    <a:pt x="1386256" y="1579762"/>
                  </a:lnTo>
                  <a:lnTo>
                    <a:pt x="1386924" y="1579762"/>
                  </a:lnTo>
                  <a:lnTo>
                    <a:pt x="1387592" y="1579762"/>
                  </a:lnTo>
                  <a:lnTo>
                    <a:pt x="1388260" y="1579762"/>
                  </a:lnTo>
                  <a:lnTo>
                    <a:pt x="1388928" y="1579762"/>
                  </a:lnTo>
                  <a:lnTo>
                    <a:pt x="1389596" y="1579762"/>
                  </a:lnTo>
                  <a:lnTo>
                    <a:pt x="1390264" y="1579762"/>
                  </a:lnTo>
                  <a:lnTo>
                    <a:pt x="1390932" y="1579623"/>
                  </a:lnTo>
                  <a:lnTo>
                    <a:pt x="1391600" y="1579623"/>
                  </a:lnTo>
                  <a:lnTo>
                    <a:pt x="1392268" y="1579623"/>
                  </a:lnTo>
                  <a:lnTo>
                    <a:pt x="1392936" y="1543232"/>
                  </a:lnTo>
                  <a:lnTo>
                    <a:pt x="1393604" y="1480680"/>
                  </a:lnTo>
                  <a:lnTo>
                    <a:pt x="1394273" y="1480680"/>
                  </a:lnTo>
                  <a:lnTo>
                    <a:pt x="1394941" y="1480680"/>
                  </a:lnTo>
                  <a:lnTo>
                    <a:pt x="1395609" y="1480680"/>
                  </a:lnTo>
                  <a:lnTo>
                    <a:pt x="1396277" y="1579762"/>
                  </a:lnTo>
                  <a:lnTo>
                    <a:pt x="1396945" y="1579762"/>
                  </a:lnTo>
                  <a:lnTo>
                    <a:pt x="1397613" y="1579762"/>
                  </a:lnTo>
                  <a:lnTo>
                    <a:pt x="1398281" y="1579762"/>
                  </a:lnTo>
                  <a:lnTo>
                    <a:pt x="1398949" y="1579762"/>
                  </a:lnTo>
                  <a:lnTo>
                    <a:pt x="1399617" y="1579762"/>
                  </a:lnTo>
                  <a:lnTo>
                    <a:pt x="1400285" y="1579762"/>
                  </a:lnTo>
                  <a:lnTo>
                    <a:pt x="1400953" y="1579762"/>
                  </a:lnTo>
                  <a:lnTo>
                    <a:pt x="1401621" y="1579762"/>
                  </a:lnTo>
                  <a:lnTo>
                    <a:pt x="1402289" y="1579762"/>
                  </a:lnTo>
                  <a:lnTo>
                    <a:pt x="1402957" y="1579762"/>
                  </a:lnTo>
                  <a:lnTo>
                    <a:pt x="1403625" y="1579762"/>
                  </a:lnTo>
                  <a:lnTo>
                    <a:pt x="1404293" y="1579762"/>
                  </a:lnTo>
                  <a:lnTo>
                    <a:pt x="1404961" y="1579762"/>
                  </a:lnTo>
                  <a:lnTo>
                    <a:pt x="1405629" y="1579762"/>
                  </a:lnTo>
                  <a:lnTo>
                    <a:pt x="1406297" y="1579762"/>
                  </a:lnTo>
                  <a:lnTo>
                    <a:pt x="1406965" y="1579762"/>
                  </a:lnTo>
                  <a:lnTo>
                    <a:pt x="1407633" y="1579762"/>
                  </a:lnTo>
                  <a:lnTo>
                    <a:pt x="1408301" y="1579762"/>
                  </a:lnTo>
                  <a:lnTo>
                    <a:pt x="1408969" y="1579762"/>
                  </a:lnTo>
                  <a:lnTo>
                    <a:pt x="1409637" y="1579762"/>
                  </a:lnTo>
                  <a:lnTo>
                    <a:pt x="1410305" y="1509318"/>
                  </a:lnTo>
                  <a:lnTo>
                    <a:pt x="1410973" y="1480680"/>
                  </a:lnTo>
                  <a:lnTo>
                    <a:pt x="1411641" y="1480680"/>
                  </a:lnTo>
                  <a:lnTo>
                    <a:pt x="1412309" y="1436396"/>
                  </a:lnTo>
                  <a:lnTo>
                    <a:pt x="1412977" y="1394971"/>
                  </a:lnTo>
                  <a:lnTo>
                    <a:pt x="1413645" y="1383048"/>
                  </a:lnTo>
                  <a:lnTo>
                    <a:pt x="1414313" y="1261445"/>
                  </a:lnTo>
                  <a:lnTo>
                    <a:pt x="1414981" y="1251745"/>
                  </a:lnTo>
                  <a:lnTo>
                    <a:pt x="1415649" y="1251745"/>
                  </a:lnTo>
                  <a:lnTo>
                    <a:pt x="1416317" y="1251745"/>
                  </a:lnTo>
                  <a:lnTo>
                    <a:pt x="1416985" y="1223492"/>
                  </a:lnTo>
                  <a:lnTo>
                    <a:pt x="1417653" y="1190569"/>
                  </a:lnTo>
                  <a:lnTo>
                    <a:pt x="1418321" y="1132051"/>
                  </a:lnTo>
                  <a:lnTo>
                    <a:pt x="1418990" y="1083344"/>
                  </a:lnTo>
                  <a:lnTo>
                    <a:pt x="1419658" y="1083344"/>
                  </a:lnTo>
                  <a:lnTo>
                    <a:pt x="1420326" y="1111091"/>
                  </a:lnTo>
                  <a:lnTo>
                    <a:pt x="1420994" y="1083344"/>
                  </a:lnTo>
                  <a:lnTo>
                    <a:pt x="1421662" y="1083344"/>
                  </a:lnTo>
                  <a:lnTo>
                    <a:pt x="1422330" y="1108518"/>
                  </a:lnTo>
                  <a:lnTo>
                    <a:pt x="1422998" y="1134720"/>
                  </a:lnTo>
                  <a:lnTo>
                    <a:pt x="1423666" y="1236762"/>
                  </a:lnTo>
                  <a:lnTo>
                    <a:pt x="1424334" y="1343289"/>
                  </a:lnTo>
                  <a:lnTo>
                    <a:pt x="1425002" y="1378747"/>
                  </a:lnTo>
                  <a:lnTo>
                    <a:pt x="1425670" y="1378747"/>
                  </a:lnTo>
                  <a:lnTo>
                    <a:pt x="1426338" y="1378747"/>
                  </a:lnTo>
                  <a:lnTo>
                    <a:pt x="1427006" y="1408301"/>
                  </a:lnTo>
                  <a:lnTo>
                    <a:pt x="1427674" y="1446374"/>
                  </a:lnTo>
                  <a:lnTo>
                    <a:pt x="1428342" y="1525998"/>
                  </a:lnTo>
                  <a:lnTo>
                    <a:pt x="1429010" y="1579762"/>
                  </a:lnTo>
                  <a:lnTo>
                    <a:pt x="1429678" y="1538225"/>
                  </a:lnTo>
                  <a:lnTo>
                    <a:pt x="1430346" y="1559134"/>
                  </a:lnTo>
                  <a:lnTo>
                    <a:pt x="1431014" y="1579762"/>
                  </a:lnTo>
                  <a:lnTo>
                    <a:pt x="1431682" y="1579762"/>
                  </a:lnTo>
                  <a:lnTo>
                    <a:pt x="1432350" y="1579762"/>
                  </a:lnTo>
                  <a:lnTo>
                    <a:pt x="1433018" y="1579762"/>
                  </a:lnTo>
                  <a:lnTo>
                    <a:pt x="1433686" y="1579762"/>
                  </a:lnTo>
                  <a:lnTo>
                    <a:pt x="1434354" y="1574648"/>
                  </a:lnTo>
                  <a:lnTo>
                    <a:pt x="1435022" y="1348552"/>
                  </a:lnTo>
                  <a:lnTo>
                    <a:pt x="1435690" y="1239034"/>
                  </a:lnTo>
                  <a:lnTo>
                    <a:pt x="1436358" y="1190569"/>
                  </a:lnTo>
                  <a:lnTo>
                    <a:pt x="1437026" y="1190569"/>
                  </a:lnTo>
                  <a:lnTo>
                    <a:pt x="1437694" y="1190569"/>
                  </a:lnTo>
                  <a:lnTo>
                    <a:pt x="1438362" y="1190569"/>
                  </a:lnTo>
                  <a:lnTo>
                    <a:pt x="1439030" y="1190569"/>
                  </a:lnTo>
                  <a:lnTo>
                    <a:pt x="1439698" y="1239034"/>
                  </a:lnTo>
                  <a:lnTo>
                    <a:pt x="1440366" y="1251745"/>
                  </a:lnTo>
                  <a:lnTo>
                    <a:pt x="1441034" y="1251745"/>
                  </a:lnTo>
                  <a:lnTo>
                    <a:pt x="1441702" y="1251745"/>
                  </a:lnTo>
                  <a:lnTo>
                    <a:pt x="1442370" y="1251745"/>
                  </a:lnTo>
                  <a:lnTo>
                    <a:pt x="1443038" y="1251745"/>
                  </a:lnTo>
                  <a:lnTo>
                    <a:pt x="1443707" y="1229664"/>
                  </a:lnTo>
                  <a:lnTo>
                    <a:pt x="1444375" y="1190569"/>
                  </a:lnTo>
                  <a:lnTo>
                    <a:pt x="1445043" y="1223492"/>
                  </a:lnTo>
                  <a:lnTo>
                    <a:pt x="1445711" y="1264712"/>
                  </a:lnTo>
                  <a:lnTo>
                    <a:pt x="1446379" y="1420472"/>
                  </a:lnTo>
                  <a:lnTo>
                    <a:pt x="1447047" y="1515011"/>
                  </a:lnTo>
                  <a:lnTo>
                    <a:pt x="1447715" y="1530239"/>
                  </a:lnTo>
                  <a:lnTo>
                    <a:pt x="1448383" y="1579762"/>
                  </a:lnTo>
                  <a:lnTo>
                    <a:pt x="1449051" y="1579762"/>
                  </a:lnTo>
                  <a:lnTo>
                    <a:pt x="1449719" y="1579762"/>
                  </a:lnTo>
                  <a:lnTo>
                    <a:pt x="1450387" y="1579762"/>
                  </a:lnTo>
                  <a:lnTo>
                    <a:pt x="1451055" y="1579762"/>
                  </a:lnTo>
                  <a:lnTo>
                    <a:pt x="1451723" y="1579762"/>
                  </a:lnTo>
                  <a:lnTo>
                    <a:pt x="1452391" y="1579762"/>
                  </a:lnTo>
                  <a:lnTo>
                    <a:pt x="1453059" y="1579762"/>
                  </a:lnTo>
                  <a:lnTo>
                    <a:pt x="1453727" y="1579762"/>
                  </a:lnTo>
                  <a:lnTo>
                    <a:pt x="1454395" y="1579762"/>
                  </a:lnTo>
                  <a:lnTo>
                    <a:pt x="1455063" y="1579762"/>
                  </a:lnTo>
                  <a:lnTo>
                    <a:pt x="1455731" y="1579762"/>
                  </a:lnTo>
                  <a:lnTo>
                    <a:pt x="1456399" y="1579762"/>
                  </a:lnTo>
                  <a:lnTo>
                    <a:pt x="1457067" y="1579762"/>
                  </a:lnTo>
                  <a:lnTo>
                    <a:pt x="1457735" y="1579762"/>
                  </a:lnTo>
                  <a:lnTo>
                    <a:pt x="1458403" y="1579762"/>
                  </a:lnTo>
                  <a:lnTo>
                    <a:pt x="1459071" y="1579762"/>
                  </a:lnTo>
                  <a:lnTo>
                    <a:pt x="1459739" y="1579762"/>
                  </a:lnTo>
                  <a:lnTo>
                    <a:pt x="1460407" y="1579762"/>
                  </a:lnTo>
                  <a:lnTo>
                    <a:pt x="1461075" y="1579762"/>
                  </a:lnTo>
                  <a:lnTo>
                    <a:pt x="1461743" y="1579762"/>
                  </a:lnTo>
                  <a:lnTo>
                    <a:pt x="1462411" y="1579762"/>
                  </a:lnTo>
                  <a:lnTo>
                    <a:pt x="1463079" y="1579762"/>
                  </a:lnTo>
                  <a:lnTo>
                    <a:pt x="1463747" y="1579762"/>
                  </a:lnTo>
                  <a:lnTo>
                    <a:pt x="1464415" y="1579762"/>
                  </a:lnTo>
                  <a:lnTo>
                    <a:pt x="1465083" y="1579762"/>
                  </a:lnTo>
                  <a:lnTo>
                    <a:pt x="1465751" y="1579762"/>
                  </a:lnTo>
                  <a:lnTo>
                    <a:pt x="1466419" y="1579762"/>
                  </a:lnTo>
                  <a:lnTo>
                    <a:pt x="1467087" y="1579762"/>
                  </a:lnTo>
                  <a:lnTo>
                    <a:pt x="1467756" y="1579762"/>
                  </a:lnTo>
                  <a:lnTo>
                    <a:pt x="1468424" y="1579762"/>
                  </a:lnTo>
                  <a:lnTo>
                    <a:pt x="1469092" y="1579762"/>
                  </a:lnTo>
                  <a:lnTo>
                    <a:pt x="1469760" y="1579762"/>
                  </a:lnTo>
                  <a:lnTo>
                    <a:pt x="1470428" y="1579762"/>
                  </a:lnTo>
                  <a:lnTo>
                    <a:pt x="1471096" y="1579762"/>
                  </a:lnTo>
                  <a:lnTo>
                    <a:pt x="1471764" y="1579762"/>
                  </a:lnTo>
                  <a:lnTo>
                    <a:pt x="1472432" y="1579762"/>
                  </a:lnTo>
                  <a:lnTo>
                    <a:pt x="1473100" y="1579762"/>
                  </a:lnTo>
                  <a:lnTo>
                    <a:pt x="1473768" y="1579762"/>
                  </a:lnTo>
                  <a:lnTo>
                    <a:pt x="1474436" y="1579762"/>
                  </a:lnTo>
                  <a:lnTo>
                    <a:pt x="1475104" y="1579762"/>
                  </a:lnTo>
                  <a:lnTo>
                    <a:pt x="1475772" y="1505933"/>
                  </a:lnTo>
                  <a:lnTo>
                    <a:pt x="1476440" y="1480680"/>
                  </a:lnTo>
                  <a:lnTo>
                    <a:pt x="1477108" y="1480680"/>
                  </a:lnTo>
                  <a:lnTo>
                    <a:pt x="1477776" y="1579762"/>
                  </a:lnTo>
                  <a:lnTo>
                    <a:pt x="1478444" y="1572676"/>
                  </a:lnTo>
                  <a:lnTo>
                    <a:pt x="1479112" y="1578688"/>
                  </a:lnTo>
                  <a:lnTo>
                    <a:pt x="1479780" y="1530239"/>
                  </a:lnTo>
                  <a:lnTo>
                    <a:pt x="1480448" y="1530239"/>
                  </a:lnTo>
                  <a:lnTo>
                    <a:pt x="1481116" y="1535064"/>
                  </a:lnTo>
                  <a:lnTo>
                    <a:pt x="1481784" y="1535064"/>
                  </a:lnTo>
                  <a:lnTo>
                    <a:pt x="1482452" y="1535064"/>
                  </a:lnTo>
                  <a:lnTo>
                    <a:pt x="1483120" y="1535064"/>
                  </a:lnTo>
                  <a:lnTo>
                    <a:pt x="1483788" y="1535064"/>
                  </a:lnTo>
                  <a:lnTo>
                    <a:pt x="1484456" y="1535064"/>
                  </a:lnTo>
                  <a:lnTo>
                    <a:pt x="1485124" y="1579762"/>
                  </a:lnTo>
                  <a:lnTo>
                    <a:pt x="1485792" y="1579762"/>
                  </a:lnTo>
                  <a:lnTo>
                    <a:pt x="1486460" y="1579762"/>
                  </a:lnTo>
                  <a:lnTo>
                    <a:pt x="1487128" y="1579762"/>
                  </a:lnTo>
                  <a:lnTo>
                    <a:pt x="1487796" y="1579762"/>
                  </a:lnTo>
                  <a:lnTo>
                    <a:pt x="1488464" y="1579762"/>
                  </a:lnTo>
                  <a:lnTo>
                    <a:pt x="1489132" y="1579762"/>
                  </a:lnTo>
                  <a:lnTo>
                    <a:pt x="1489800" y="1579762"/>
                  </a:lnTo>
                  <a:lnTo>
                    <a:pt x="1490468" y="1579762"/>
                  </a:lnTo>
                  <a:lnTo>
                    <a:pt x="1491136" y="1468134"/>
                  </a:lnTo>
                  <a:lnTo>
                    <a:pt x="1491804" y="1446374"/>
                  </a:lnTo>
                  <a:lnTo>
                    <a:pt x="1492473" y="1378747"/>
                  </a:lnTo>
                  <a:lnTo>
                    <a:pt x="1493141" y="1320496"/>
                  </a:lnTo>
                  <a:lnTo>
                    <a:pt x="1493809" y="1317572"/>
                  </a:lnTo>
                  <a:lnTo>
                    <a:pt x="1494477" y="1317572"/>
                  </a:lnTo>
                  <a:lnTo>
                    <a:pt x="1495145" y="1317572"/>
                  </a:lnTo>
                  <a:lnTo>
                    <a:pt x="1495813" y="1193745"/>
                  </a:lnTo>
                  <a:lnTo>
                    <a:pt x="1496481" y="1136877"/>
                  </a:lnTo>
                  <a:lnTo>
                    <a:pt x="1497149" y="1112144"/>
                  </a:lnTo>
                  <a:lnTo>
                    <a:pt x="1497817" y="942095"/>
                  </a:lnTo>
                  <a:lnTo>
                    <a:pt x="1498485" y="911156"/>
                  </a:lnTo>
                  <a:lnTo>
                    <a:pt x="1499153" y="911156"/>
                  </a:lnTo>
                  <a:lnTo>
                    <a:pt x="1499821" y="911156"/>
                  </a:lnTo>
                  <a:lnTo>
                    <a:pt x="1500489" y="956114"/>
                  </a:lnTo>
                  <a:lnTo>
                    <a:pt x="1501157" y="1022168"/>
                  </a:lnTo>
                  <a:lnTo>
                    <a:pt x="1501825" y="1035777"/>
                  </a:lnTo>
                  <a:lnTo>
                    <a:pt x="1502493" y="1083344"/>
                  </a:lnTo>
                  <a:lnTo>
                    <a:pt x="1503161" y="1132051"/>
                  </a:lnTo>
                  <a:lnTo>
                    <a:pt x="1503829" y="1134720"/>
                  </a:lnTo>
                  <a:lnTo>
                    <a:pt x="1504497" y="1134720"/>
                  </a:lnTo>
                  <a:lnTo>
                    <a:pt x="1505165" y="1134720"/>
                  </a:lnTo>
                  <a:lnTo>
                    <a:pt x="1505833" y="1264712"/>
                  </a:lnTo>
                  <a:lnTo>
                    <a:pt x="1506501" y="1319371"/>
                  </a:lnTo>
                  <a:lnTo>
                    <a:pt x="1507169" y="1359846"/>
                  </a:lnTo>
                  <a:lnTo>
                    <a:pt x="1507837" y="1499286"/>
                  </a:lnTo>
                  <a:lnTo>
                    <a:pt x="1508505" y="1579623"/>
                  </a:lnTo>
                  <a:lnTo>
                    <a:pt x="1509173" y="1579623"/>
                  </a:lnTo>
                  <a:lnTo>
                    <a:pt x="1509841" y="1579623"/>
                  </a:lnTo>
                  <a:lnTo>
                    <a:pt x="1510509" y="1579623"/>
                  </a:lnTo>
                  <a:lnTo>
                    <a:pt x="1511177" y="1579623"/>
                  </a:lnTo>
                  <a:lnTo>
                    <a:pt x="1511845" y="1579623"/>
                  </a:lnTo>
                  <a:lnTo>
                    <a:pt x="1512513" y="1579623"/>
                  </a:lnTo>
                  <a:lnTo>
                    <a:pt x="1513181" y="1579623"/>
                  </a:lnTo>
                  <a:lnTo>
                    <a:pt x="1513849" y="1579623"/>
                  </a:lnTo>
                  <a:lnTo>
                    <a:pt x="1514517" y="1579623"/>
                  </a:lnTo>
                  <a:lnTo>
                    <a:pt x="1515185" y="1579623"/>
                  </a:lnTo>
                  <a:lnTo>
                    <a:pt x="1515853" y="1579623"/>
                  </a:lnTo>
                  <a:lnTo>
                    <a:pt x="1516521" y="1579623"/>
                  </a:lnTo>
                  <a:lnTo>
                    <a:pt x="1517190" y="1579623"/>
                  </a:lnTo>
                  <a:lnTo>
                    <a:pt x="1517858" y="1558576"/>
                  </a:lnTo>
                  <a:lnTo>
                    <a:pt x="1518526" y="1480680"/>
                  </a:lnTo>
                  <a:lnTo>
                    <a:pt x="1519194" y="1436396"/>
                  </a:lnTo>
                  <a:lnTo>
                    <a:pt x="1519862" y="1394971"/>
                  </a:lnTo>
                  <a:lnTo>
                    <a:pt x="1520530" y="1394971"/>
                  </a:lnTo>
                  <a:lnTo>
                    <a:pt x="1521198" y="1394971"/>
                  </a:lnTo>
                  <a:lnTo>
                    <a:pt x="1521866" y="1394971"/>
                  </a:lnTo>
                  <a:lnTo>
                    <a:pt x="1522534" y="1394971"/>
                  </a:lnTo>
                  <a:lnTo>
                    <a:pt x="1523202" y="1394971"/>
                  </a:lnTo>
                  <a:lnTo>
                    <a:pt x="1523870" y="1394971"/>
                  </a:lnTo>
                  <a:lnTo>
                    <a:pt x="1524538" y="1394971"/>
                  </a:lnTo>
                  <a:lnTo>
                    <a:pt x="1525206" y="1394971"/>
                  </a:lnTo>
                  <a:lnTo>
                    <a:pt x="1525874" y="1394971"/>
                  </a:lnTo>
                  <a:lnTo>
                    <a:pt x="1526542" y="1394971"/>
                  </a:lnTo>
                  <a:lnTo>
                    <a:pt x="1527210" y="1394971"/>
                  </a:lnTo>
                  <a:lnTo>
                    <a:pt x="1527878" y="1411222"/>
                  </a:lnTo>
                  <a:lnTo>
                    <a:pt x="1528546" y="1480680"/>
                  </a:lnTo>
                  <a:lnTo>
                    <a:pt x="1529214" y="1528247"/>
                  </a:lnTo>
                  <a:lnTo>
                    <a:pt x="1529882" y="1579623"/>
                  </a:lnTo>
                  <a:lnTo>
                    <a:pt x="1530550" y="1579623"/>
                  </a:lnTo>
                  <a:lnTo>
                    <a:pt x="1531218" y="1579623"/>
                  </a:lnTo>
                  <a:lnTo>
                    <a:pt x="1531886" y="1579623"/>
                  </a:lnTo>
                  <a:lnTo>
                    <a:pt x="1532554" y="1579623"/>
                  </a:lnTo>
                  <a:lnTo>
                    <a:pt x="1533222" y="1579623"/>
                  </a:lnTo>
                  <a:lnTo>
                    <a:pt x="1533890" y="1579623"/>
                  </a:lnTo>
                  <a:lnTo>
                    <a:pt x="1534558" y="1579623"/>
                  </a:lnTo>
                  <a:lnTo>
                    <a:pt x="1535226" y="1579762"/>
                  </a:lnTo>
                  <a:lnTo>
                    <a:pt x="1535894" y="1579762"/>
                  </a:lnTo>
                  <a:lnTo>
                    <a:pt x="1536562" y="1579762"/>
                  </a:lnTo>
                  <a:lnTo>
                    <a:pt x="1537230" y="1579762"/>
                  </a:lnTo>
                  <a:lnTo>
                    <a:pt x="1537898" y="1579762"/>
                  </a:lnTo>
                  <a:lnTo>
                    <a:pt x="1538566" y="1579762"/>
                  </a:lnTo>
                  <a:lnTo>
                    <a:pt x="1539234" y="1579762"/>
                  </a:lnTo>
                  <a:lnTo>
                    <a:pt x="1539902" y="1579762"/>
                  </a:lnTo>
                  <a:lnTo>
                    <a:pt x="1540570" y="1579762"/>
                  </a:lnTo>
                  <a:lnTo>
                    <a:pt x="1541238" y="1579762"/>
                  </a:lnTo>
                  <a:lnTo>
                    <a:pt x="1541907" y="1579762"/>
                  </a:lnTo>
                  <a:lnTo>
                    <a:pt x="1542575" y="1579762"/>
                  </a:lnTo>
                  <a:lnTo>
                    <a:pt x="1543243" y="1579762"/>
                  </a:lnTo>
                  <a:lnTo>
                    <a:pt x="1543911" y="1579762"/>
                  </a:lnTo>
                  <a:lnTo>
                    <a:pt x="1544579" y="1579762"/>
                  </a:lnTo>
                  <a:lnTo>
                    <a:pt x="1545247" y="1579762"/>
                  </a:lnTo>
                  <a:lnTo>
                    <a:pt x="1545915" y="1579762"/>
                  </a:lnTo>
                  <a:lnTo>
                    <a:pt x="1546583" y="1546835"/>
                  </a:lnTo>
                  <a:lnTo>
                    <a:pt x="1547251" y="1499679"/>
                  </a:lnTo>
                  <a:lnTo>
                    <a:pt x="1547919" y="1499679"/>
                  </a:lnTo>
                  <a:lnTo>
                    <a:pt x="1548587" y="1499679"/>
                  </a:lnTo>
                  <a:lnTo>
                    <a:pt x="1549255" y="1543994"/>
                  </a:lnTo>
                  <a:lnTo>
                    <a:pt x="1549923" y="1555528"/>
                  </a:lnTo>
                  <a:lnTo>
                    <a:pt x="1550591" y="1579762"/>
                  </a:lnTo>
                  <a:lnTo>
                    <a:pt x="1551259" y="1579762"/>
                  </a:lnTo>
                  <a:lnTo>
                    <a:pt x="1551927" y="1579762"/>
                  </a:lnTo>
                  <a:lnTo>
                    <a:pt x="1552595" y="1579762"/>
                  </a:lnTo>
                  <a:lnTo>
                    <a:pt x="1553263" y="1579762"/>
                  </a:lnTo>
                  <a:lnTo>
                    <a:pt x="1553931" y="1579762"/>
                  </a:lnTo>
                  <a:lnTo>
                    <a:pt x="1554599" y="1579762"/>
                  </a:lnTo>
                  <a:lnTo>
                    <a:pt x="1555267" y="1579762"/>
                  </a:lnTo>
                  <a:lnTo>
                    <a:pt x="1555935" y="1579762"/>
                  </a:lnTo>
                  <a:lnTo>
                    <a:pt x="1556603" y="1579762"/>
                  </a:lnTo>
                  <a:lnTo>
                    <a:pt x="1557271" y="1579762"/>
                  </a:lnTo>
                  <a:lnTo>
                    <a:pt x="1557939" y="1579762"/>
                  </a:lnTo>
                  <a:lnTo>
                    <a:pt x="1558607" y="1579762"/>
                  </a:lnTo>
                  <a:lnTo>
                    <a:pt x="1559275" y="1579762"/>
                  </a:lnTo>
                  <a:lnTo>
                    <a:pt x="1559943" y="1579762"/>
                  </a:lnTo>
                  <a:lnTo>
                    <a:pt x="1560611" y="1579623"/>
                  </a:lnTo>
                  <a:lnTo>
                    <a:pt x="1561279" y="1579623"/>
                  </a:lnTo>
                  <a:lnTo>
                    <a:pt x="1561947" y="1579762"/>
                  </a:lnTo>
                  <a:lnTo>
                    <a:pt x="1562615" y="1579762"/>
                  </a:lnTo>
                  <a:lnTo>
                    <a:pt x="1563283" y="1579762"/>
                  </a:lnTo>
                  <a:lnTo>
                    <a:pt x="1563951" y="1579762"/>
                  </a:lnTo>
                  <a:lnTo>
                    <a:pt x="1564619" y="1579762"/>
                  </a:lnTo>
                  <a:lnTo>
                    <a:pt x="1565287" y="1579762"/>
                  </a:lnTo>
                  <a:lnTo>
                    <a:pt x="1565956" y="1579762"/>
                  </a:lnTo>
                  <a:lnTo>
                    <a:pt x="1566624" y="1579762"/>
                  </a:lnTo>
                  <a:lnTo>
                    <a:pt x="1567292" y="1579762"/>
                  </a:lnTo>
                  <a:lnTo>
                    <a:pt x="1567960" y="1579762"/>
                  </a:lnTo>
                  <a:lnTo>
                    <a:pt x="1568628" y="1579762"/>
                  </a:lnTo>
                  <a:lnTo>
                    <a:pt x="1569296" y="1579762"/>
                  </a:lnTo>
                  <a:lnTo>
                    <a:pt x="1569964" y="1579762"/>
                  </a:lnTo>
                  <a:lnTo>
                    <a:pt x="1570632" y="1579762"/>
                  </a:lnTo>
                  <a:lnTo>
                    <a:pt x="1571300" y="1579762"/>
                  </a:lnTo>
                  <a:lnTo>
                    <a:pt x="1571968" y="1578708"/>
                  </a:lnTo>
                  <a:lnTo>
                    <a:pt x="1572636" y="1578708"/>
                  </a:lnTo>
                  <a:lnTo>
                    <a:pt x="1573304" y="1533897"/>
                  </a:lnTo>
                  <a:lnTo>
                    <a:pt x="1573972" y="1462612"/>
                  </a:lnTo>
                  <a:lnTo>
                    <a:pt x="1574640" y="1421986"/>
                  </a:lnTo>
                  <a:lnTo>
                    <a:pt x="1575308" y="1406364"/>
                  </a:lnTo>
                  <a:lnTo>
                    <a:pt x="1575976" y="1313694"/>
                  </a:lnTo>
                  <a:lnTo>
                    <a:pt x="1576644" y="1317572"/>
                  </a:lnTo>
                  <a:lnTo>
                    <a:pt x="1577312" y="1317572"/>
                  </a:lnTo>
                  <a:lnTo>
                    <a:pt x="1577980" y="1317572"/>
                  </a:lnTo>
                  <a:lnTo>
                    <a:pt x="1578648" y="1317572"/>
                  </a:lnTo>
                  <a:lnTo>
                    <a:pt x="1579316" y="1356666"/>
                  </a:lnTo>
                  <a:lnTo>
                    <a:pt x="1579984" y="1378747"/>
                  </a:lnTo>
                  <a:lnTo>
                    <a:pt x="1580652" y="1446374"/>
                  </a:lnTo>
                  <a:lnTo>
                    <a:pt x="1581320" y="1486848"/>
                  </a:lnTo>
                  <a:lnTo>
                    <a:pt x="1581988" y="1521974"/>
                  </a:lnTo>
                  <a:lnTo>
                    <a:pt x="1582656" y="1521974"/>
                  </a:lnTo>
                  <a:lnTo>
                    <a:pt x="1583324" y="1521974"/>
                  </a:lnTo>
                  <a:lnTo>
                    <a:pt x="1583992" y="1521974"/>
                  </a:lnTo>
                  <a:lnTo>
                    <a:pt x="1584660" y="1521974"/>
                  </a:lnTo>
                  <a:lnTo>
                    <a:pt x="1585328" y="1512322"/>
                  </a:lnTo>
                  <a:lnTo>
                    <a:pt x="1585996" y="1579762"/>
                  </a:lnTo>
                  <a:lnTo>
                    <a:pt x="1586664" y="1579623"/>
                  </a:lnTo>
                  <a:lnTo>
                    <a:pt x="1587332" y="1579623"/>
                  </a:lnTo>
                  <a:lnTo>
                    <a:pt x="1588000" y="1579623"/>
                  </a:lnTo>
                  <a:lnTo>
                    <a:pt x="1588668" y="1579623"/>
                  </a:lnTo>
                  <a:lnTo>
                    <a:pt x="1589336" y="1579623"/>
                  </a:lnTo>
                  <a:lnTo>
                    <a:pt x="1590004" y="1579623"/>
                  </a:lnTo>
                  <a:lnTo>
                    <a:pt x="1590673" y="1579623"/>
                  </a:lnTo>
                  <a:lnTo>
                    <a:pt x="1591341" y="1579623"/>
                  </a:lnTo>
                  <a:lnTo>
                    <a:pt x="1592009" y="1579762"/>
                  </a:lnTo>
                  <a:lnTo>
                    <a:pt x="1592677" y="1579762"/>
                  </a:lnTo>
                  <a:lnTo>
                    <a:pt x="1593345" y="1579762"/>
                  </a:lnTo>
                  <a:lnTo>
                    <a:pt x="1594013" y="1579762"/>
                  </a:lnTo>
                  <a:lnTo>
                    <a:pt x="1594681" y="1579762"/>
                  </a:lnTo>
                  <a:lnTo>
                    <a:pt x="1595349" y="1579762"/>
                  </a:lnTo>
                  <a:lnTo>
                    <a:pt x="1596017" y="1579762"/>
                  </a:lnTo>
                  <a:lnTo>
                    <a:pt x="1596685" y="1579762"/>
                  </a:lnTo>
                  <a:lnTo>
                    <a:pt x="1597353" y="1579762"/>
                  </a:lnTo>
                  <a:lnTo>
                    <a:pt x="1598021" y="1579762"/>
                  </a:lnTo>
                  <a:lnTo>
                    <a:pt x="1598689" y="1579762"/>
                  </a:lnTo>
                  <a:lnTo>
                    <a:pt x="1599357" y="1579762"/>
                  </a:lnTo>
                  <a:lnTo>
                    <a:pt x="1600025" y="1579762"/>
                  </a:lnTo>
                  <a:lnTo>
                    <a:pt x="1600693" y="1579762"/>
                  </a:lnTo>
                  <a:lnTo>
                    <a:pt x="1601361" y="1579762"/>
                  </a:lnTo>
                  <a:lnTo>
                    <a:pt x="1602029" y="1579762"/>
                  </a:lnTo>
                  <a:lnTo>
                    <a:pt x="1602697" y="1579762"/>
                  </a:lnTo>
                  <a:lnTo>
                    <a:pt x="1603365" y="1579762"/>
                  </a:lnTo>
                  <a:lnTo>
                    <a:pt x="1604033" y="1579762"/>
                  </a:lnTo>
                  <a:lnTo>
                    <a:pt x="1604701" y="1579762"/>
                  </a:lnTo>
                  <a:lnTo>
                    <a:pt x="1605369" y="1579762"/>
                  </a:lnTo>
                  <a:lnTo>
                    <a:pt x="1606037" y="1579762"/>
                  </a:lnTo>
                  <a:lnTo>
                    <a:pt x="1606705" y="1579762"/>
                  </a:lnTo>
                  <a:lnTo>
                    <a:pt x="1607373" y="1579762"/>
                  </a:lnTo>
                  <a:lnTo>
                    <a:pt x="1608041" y="1579762"/>
                  </a:lnTo>
                  <a:lnTo>
                    <a:pt x="1608709" y="1579762"/>
                  </a:lnTo>
                  <a:lnTo>
                    <a:pt x="1609377" y="1579762"/>
                  </a:lnTo>
                  <a:lnTo>
                    <a:pt x="1610045" y="1579762"/>
                  </a:lnTo>
                  <a:lnTo>
                    <a:pt x="1610713" y="1579762"/>
                  </a:lnTo>
                  <a:lnTo>
                    <a:pt x="1611381" y="1574648"/>
                  </a:lnTo>
                  <a:lnTo>
                    <a:pt x="1612049" y="1480680"/>
                  </a:lnTo>
                  <a:lnTo>
                    <a:pt x="1612717" y="1567436"/>
                  </a:lnTo>
                  <a:lnTo>
                    <a:pt x="1613385" y="1579762"/>
                  </a:lnTo>
                  <a:lnTo>
                    <a:pt x="1614053" y="1579762"/>
                  </a:lnTo>
                  <a:lnTo>
                    <a:pt x="1614721" y="1579762"/>
                  </a:lnTo>
                  <a:lnTo>
                    <a:pt x="1615390" y="1579762"/>
                  </a:lnTo>
                  <a:lnTo>
                    <a:pt x="1616058" y="1521974"/>
                  </a:lnTo>
                  <a:lnTo>
                    <a:pt x="1616726" y="1579762"/>
                  </a:lnTo>
                  <a:lnTo>
                    <a:pt x="1617394" y="1516132"/>
                  </a:lnTo>
                  <a:lnTo>
                    <a:pt x="1618062" y="1462612"/>
                  </a:lnTo>
                  <a:lnTo>
                    <a:pt x="1618730" y="1462612"/>
                  </a:lnTo>
                  <a:lnTo>
                    <a:pt x="1619398" y="1467438"/>
                  </a:lnTo>
                  <a:lnTo>
                    <a:pt x="1620066" y="1467438"/>
                  </a:lnTo>
                  <a:lnTo>
                    <a:pt x="1620734" y="1477138"/>
                  </a:lnTo>
                  <a:lnTo>
                    <a:pt x="1621402" y="1535064"/>
                  </a:lnTo>
                  <a:lnTo>
                    <a:pt x="1622070" y="1535064"/>
                  </a:lnTo>
                  <a:lnTo>
                    <a:pt x="1622738" y="1535064"/>
                  </a:lnTo>
                  <a:lnTo>
                    <a:pt x="1623406" y="1530239"/>
                  </a:lnTo>
                  <a:lnTo>
                    <a:pt x="1624074" y="1446374"/>
                  </a:lnTo>
                  <a:lnTo>
                    <a:pt x="1624742" y="1446374"/>
                  </a:lnTo>
                  <a:lnTo>
                    <a:pt x="1625410" y="1457162"/>
                  </a:lnTo>
                  <a:lnTo>
                    <a:pt x="1626078" y="1521974"/>
                  </a:lnTo>
                  <a:lnTo>
                    <a:pt x="1626746" y="1496072"/>
                  </a:lnTo>
                  <a:lnTo>
                    <a:pt x="1627414" y="1579762"/>
                  </a:lnTo>
                  <a:lnTo>
                    <a:pt x="1628082" y="1579762"/>
                  </a:lnTo>
                  <a:lnTo>
                    <a:pt x="1628750" y="1579762"/>
                  </a:lnTo>
                  <a:lnTo>
                    <a:pt x="1629418" y="1579623"/>
                  </a:lnTo>
                  <a:lnTo>
                    <a:pt x="1630086" y="1579623"/>
                  </a:lnTo>
                  <a:lnTo>
                    <a:pt x="1630754" y="1579623"/>
                  </a:lnTo>
                  <a:lnTo>
                    <a:pt x="1631422" y="1579623"/>
                  </a:lnTo>
                  <a:lnTo>
                    <a:pt x="1632090" y="1579623"/>
                  </a:lnTo>
                  <a:lnTo>
                    <a:pt x="1632758" y="1579623"/>
                  </a:lnTo>
                  <a:lnTo>
                    <a:pt x="1633426" y="1579623"/>
                  </a:lnTo>
                  <a:lnTo>
                    <a:pt x="1634094" y="1579623"/>
                  </a:lnTo>
                  <a:lnTo>
                    <a:pt x="1634762" y="1579623"/>
                  </a:lnTo>
                  <a:lnTo>
                    <a:pt x="1635430" y="1579623"/>
                  </a:lnTo>
                  <a:lnTo>
                    <a:pt x="1636098" y="1579623"/>
                  </a:lnTo>
                  <a:lnTo>
                    <a:pt x="1636766" y="1579762"/>
                  </a:lnTo>
                  <a:lnTo>
                    <a:pt x="1637434" y="1579762"/>
                  </a:lnTo>
                  <a:lnTo>
                    <a:pt x="1638102" y="1579762"/>
                  </a:lnTo>
                  <a:lnTo>
                    <a:pt x="1638770" y="1579762"/>
                  </a:lnTo>
                  <a:lnTo>
                    <a:pt x="1639438" y="1579762"/>
                  </a:lnTo>
                  <a:lnTo>
                    <a:pt x="1640107" y="1579762"/>
                  </a:lnTo>
                  <a:lnTo>
                    <a:pt x="1640775" y="1579762"/>
                  </a:lnTo>
                  <a:lnTo>
                    <a:pt x="1641443" y="1579762"/>
                  </a:lnTo>
                  <a:lnTo>
                    <a:pt x="1642111" y="1579762"/>
                  </a:lnTo>
                  <a:lnTo>
                    <a:pt x="1642779" y="1579762"/>
                  </a:lnTo>
                  <a:lnTo>
                    <a:pt x="1643447" y="1579762"/>
                  </a:lnTo>
                  <a:lnTo>
                    <a:pt x="1644115" y="1579762"/>
                  </a:lnTo>
                  <a:lnTo>
                    <a:pt x="1644783" y="1579762"/>
                  </a:lnTo>
                  <a:lnTo>
                    <a:pt x="1645451" y="1579762"/>
                  </a:lnTo>
                  <a:lnTo>
                    <a:pt x="1646119" y="1579762"/>
                  </a:lnTo>
                  <a:lnTo>
                    <a:pt x="1646787" y="1579762"/>
                  </a:lnTo>
                  <a:lnTo>
                    <a:pt x="1647455" y="1579762"/>
                  </a:lnTo>
                  <a:lnTo>
                    <a:pt x="1648123" y="1579762"/>
                  </a:lnTo>
                  <a:lnTo>
                    <a:pt x="1648791" y="1579762"/>
                  </a:lnTo>
                  <a:lnTo>
                    <a:pt x="1649459" y="1579762"/>
                  </a:lnTo>
                  <a:lnTo>
                    <a:pt x="1650127" y="1579762"/>
                  </a:lnTo>
                  <a:lnTo>
                    <a:pt x="1650795" y="1579623"/>
                  </a:lnTo>
                  <a:lnTo>
                    <a:pt x="1651463" y="1579623"/>
                  </a:lnTo>
                  <a:lnTo>
                    <a:pt x="1652131" y="1579623"/>
                  </a:lnTo>
                  <a:lnTo>
                    <a:pt x="1652799" y="1579623"/>
                  </a:lnTo>
                  <a:lnTo>
                    <a:pt x="1653467" y="1579623"/>
                  </a:lnTo>
                  <a:lnTo>
                    <a:pt x="1654135" y="1579623"/>
                  </a:lnTo>
                  <a:lnTo>
                    <a:pt x="1654803" y="1579623"/>
                  </a:lnTo>
                  <a:lnTo>
                    <a:pt x="1655471" y="1579623"/>
                  </a:lnTo>
                  <a:lnTo>
                    <a:pt x="1656139" y="1579623"/>
                  </a:lnTo>
                  <a:lnTo>
                    <a:pt x="1656807" y="1579623"/>
                  </a:lnTo>
                  <a:lnTo>
                    <a:pt x="1657475" y="1579623"/>
                  </a:lnTo>
                  <a:lnTo>
                    <a:pt x="1658143" y="1579623"/>
                  </a:lnTo>
                  <a:lnTo>
                    <a:pt x="1658811" y="1579623"/>
                  </a:lnTo>
                  <a:lnTo>
                    <a:pt x="1659479" y="1579623"/>
                  </a:lnTo>
                  <a:lnTo>
                    <a:pt x="1660147" y="1579623"/>
                  </a:lnTo>
                  <a:lnTo>
                    <a:pt x="1660815" y="1558576"/>
                  </a:lnTo>
                  <a:lnTo>
                    <a:pt x="1661483" y="1480680"/>
                  </a:lnTo>
                  <a:lnTo>
                    <a:pt x="1662151" y="1480680"/>
                  </a:lnTo>
                  <a:lnTo>
                    <a:pt x="1662819" y="1480680"/>
                  </a:lnTo>
                  <a:lnTo>
                    <a:pt x="1663487" y="1480680"/>
                  </a:lnTo>
                  <a:lnTo>
                    <a:pt x="1664156" y="1480680"/>
                  </a:lnTo>
                  <a:lnTo>
                    <a:pt x="1664824" y="1480680"/>
                  </a:lnTo>
                  <a:lnTo>
                    <a:pt x="1665492" y="1480680"/>
                  </a:lnTo>
                  <a:lnTo>
                    <a:pt x="1666160" y="1480680"/>
                  </a:lnTo>
                  <a:lnTo>
                    <a:pt x="1666828" y="1411222"/>
                  </a:lnTo>
                  <a:lnTo>
                    <a:pt x="1667496" y="1394971"/>
                  </a:lnTo>
                  <a:lnTo>
                    <a:pt x="1668164" y="1394971"/>
                  </a:lnTo>
                  <a:lnTo>
                    <a:pt x="1668832" y="1488940"/>
                  </a:lnTo>
                  <a:lnTo>
                    <a:pt x="1669500" y="1515173"/>
                  </a:lnTo>
                  <a:lnTo>
                    <a:pt x="1670168" y="1521974"/>
                  </a:lnTo>
                  <a:lnTo>
                    <a:pt x="1670836" y="1538225"/>
                  </a:lnTo>
                  <a:lnTo>
                    <a:pt x="1671504" y="1579762"/>
                  </a:lnTo>
                  <a:lnTo>
                    <a:pt x="1672172" y="1579762"/>
                  </a:lnTo>
                  <a:lnTo>
                    <a:pt x="1672840" y="1579762"/>
                  </a:lnTo>
                  <a:lnTo>
                    <a:pt x="1673508" y="1579762"/>
                  </a:lnTo>
                  <a:lnTo>
                    <a:pt x="1674176" y="1579762"/>
                  </a:lnTo>
                  <a:lnTo>
                    <a:pt x="1674844" y="1579762"/>
                  </a:lnTo>
                  <a:lnTo>
                    <a:pt x="1675512" y="1579762"/>
                  </a:lnTo>
                  <a:lnTo>
                    <a:pt x="1676180" y="1579762"/>
                  </a:lnTo>
                  <a:lnTo>
                    <a:pt x="1676848" y="1579762"/>
                  </a:lnTo>
                  <a:lnTo>
                    <a:pt x="1677516" y="1579762"/>
                  </a:lnTo>
                  <a:lnTo>
                    <a:pt x="1678184" y="1579762"/>
                  </a:lnTo>
                  <a:lnTo>
                    <a:pt x="1678852" y="1579762"/>
                  </a:lnTo>
                  <a:lnTo>
                    <a:pt x="1679520" y="1579762"/>
                  </a:lnTo>
                  <a:lnTo>
                    <a:pt x="1680188" y="1579762"/>
                  </a:lnTo>
                  <a:lnTo>
                    <a:pt x="1680856" y="1579762"/>
                  </a:lnTo>
                  <a:lnTo>
                    <a:pt x="1681524" y="1579762"/>
                  </a:lnTo>
                  <a:lnTo>
                    <a:pt x="1682192" y="1579762"/>
                  </a:lnTo>
                  <a:lnTo>
                    <a:pt x="1682860" y="1579762"/>
                  </a:lnTo>
                  <a:lnTo>
                    <a:pt x="1683528" y="1579762"/>
                  </a:lnTo>
                  <a:lnTo>
                    <a:pt x="1684196" y="1579762"/>
                  </a:lnTo>
                  <a:lnTo>
                    <a:pt x="1684864" y="1579762"/>
                  </a:lnTo>
                  <a:lnTo>
                    <a:pt x="1685532" y="1579762"/>
                  </a:lnTo>
                  <a:lnTo>
                    <a:pt x="1686200" y="1579762"/>
                  </a:lnTo>
                  <a:lnTo>
                    <a:pt x="1686868" y="1579762"/>
                  </a:lnTo>
                  <a:lnTo>
                    <a:pt x="1687536" y="1579762"/>
                  </a:lnTo>
                  <a:lnTo>
                    <a:pt x="1688204" y="1579762"/>
                  </a:lnTo>
                  <a:lnTo>
                    <a:pt x="1688873" y="1579762"/>
                  </a:lnTo>
                  <a:lnTo>
                    <a:pt x="1689541" y="1579762"/>
                  </a:lnTo>
                  <a:lnTo>
                    <a:pt x="1690209" y="1579762"/>
                  </a:lnTo>
                  <a:lnTo>
                    <a:pt x="1690877" y="1579762"/>
                  </a:lnTo>
                  <a:lnTo>
                    <a:pt x="1691545" y="1579762"/>
                  </a:lnTo>
                  <a:lnTo>
                    <a:pt x="1692213" y="1579762"/>
                  </a:lnTo>
                  <a:lnTo>
                    <a:pt x="1692881" y="1579762"/>
                  </a:lnTo>
                  <a:lnTo>
                    <a:pt x="1693549" y="1579762"/>
                  </a:lnTo>
                  <a:lnTo>
                    <a:pt x="1694217" y="1579762"/>
                  </a:lnTo>
                  <a:lnTo>
                    <a:pt x="1694885" y="1579762"/>
                  </a:lnTo>
                  <a:lnTo>
                    <a:pt x="1695553" y="1579623"/>
                  </a:lnTo>
                  <a:lnTo>
                    <a:pt x="1696221" y="1579623"/>
                  </a:lnTo>
                  <a:lnTo>
                    <a:pt x="1696889" y="1579623"/>
                  </a:lnTo>
                  <a:lnTo>
                    <a:pt x="1697557" y="1528247"/>
                  </a:lnTo>
                  <a:lnTo>
                    <a:pt x="1698225" y="1480680"/>
                  </a:lnTo>
                  <a:lnTo>
                    <a:pt x="1698893" y="1480680"/>
                  </a:lnTo>
                  <a:lnTo>
                    <a:pt x="1699561" y="1480680"/>
                  </a:lnTo>
                  <a:lnTo>
                    <a:pt x="1700229" y="1480680"/>
                  </a:lnTo>
                  <a:lnTo>
                    <a:pt x="1700897" y="1480680"/>
                  </a:lnTo>
                  <a:lnTo>
                    <a:pt x="1701565" y="1462598"/>
                  </a:lnTo>
                  <a:lnTo>
                    <a:pt x="1702233" y="1496072"/>
                  </a:lnTo>
                  <a:lnTo>
                    <a:pt x="1702901" y="1496072"/>
                  </a:lnTo>
                  <a:lnTo>
                    <a:pt x="1703569" y="1496072"/>
                  </a:lnTo>
                  <a:lnTo>
                    <a:pt x="1704237" y="1449652"/>
                  </a:lnTo>
                  <a:lnTo>
                    <a:pt x="1704905" y="1446374"/>
                  </a:lnTo>
                  <a:lnTo>
                    <a:pt x="1705573" y="1446374"/>
                  </a:lnTo>
                  <a:lnTo>
                    <a:pt x="1706241" y="1439282"/>
                  </a:lnTo>
                  <a:lnTo>
                    <a:pt x="1706909" y="1378747"/>
                  </a:lnTo>
                  <a:lnTo>
                    <a:pt x="1707577" y="1411670"/>
                  </a:lnTo>
                  <a:lnTo>
                    <a:pt x="1708245" y="1446374"/>
                  </a:lnTo>
                  <a:lnTo>
                    <a:pt x="1708913" y="1446374"/>
                  </a:lnTo>
                  <a:lnTo>
                    <a:pt x="1709581" y="1446374"/>
                  </a:lnTo>
                  <a:lnTo>
                    <a:pt x="1710249" y="1446374"/>
                  </a:lnTo>
                  <a:lnTo>
                    <a:pt x="1710917" y="1446374"/>
                  </a:lnTo>
                  <a:lnTo>
                    <a:pt x="1711585" y="1460798"/>
                  </a:lnTo>
                  <a:lnTo>
                    <a:pt x="1712253" y="1496072"/>
                  </a:lnTo>
                  <a:lnTo>
                    <a:pt x="1712921" y="1496072"/>
                  </a:lnTo>
                  <a:lnTo>
                    <a:pt x="1713590" y="1496072"/>
                  </a:lnTo>
                  <a:lnTo>
                    <a:pt x="1714258" y="1538980"/>
                  </a:lnTo>
                  <a:lnTo>
                    <a:pt x="1714926" y="1480680"/>
                  </a:lnTo>
                  <a:lnTo>
                    <a:pt x="1715594" y="1480680"/>
                  </a:lnTo>
                  <a:lnTo>
                    <a:pt x="1716262" y="1489915"/>
                  </a:lnTo>
                  <a:lnTo>
                    <a:pt x="1716930" y="1579623"/>
                  </a:lnTo>
                  <a:lnTo>
                    <a:pt x="1717598" y="1513603"/>
                  </a:lnTo>
                  <a:lnTo>
                    <a:pt x="1718266" y="1480680"/>
                  </a:lnTo>
                  <a:lnTo>
                    <a:pt x="1718934" y="1480680"/>
                  </a:lnTo>
                  <a:lnTo>
                    <a:pt x="1719602" y="1480680"/>
                  </a:lnTo>
                  <a:lnTo>
                    <a:pt x="1720270" y="1480680"/>
                  </a:lnTo>
                  <a:lnTo>
                    <a:pt x="1720938" y="1480680"/>
                  </a:lnTo>
                  <a:lnTo>
                    <a:pt x="1721606" y="1480680"/>
                  </a:lnTo>
                  <a:lnTo>
                    <a:pt x="1722274" y="1480680"/>
                  </a:lnTo>
                  <a:lnTo>
                    <a:pt x="1722942" y="1480680"/>
                  </a:lnTo>
                  <a:lnTo>
                    <a:pt x="1723610" y="1445012"/>
                  </a:lnTo>
                  <a:lnTo>
                    <a:pt x="1724278" y="1394971"/>
                  </a:lnTo>
                  <a:lnTo>
                    <a:pt x="1724946" y="1488940"/>
                  </a:lnTo>
                  <a:lnTo>
                    <a:pt x="1725614" y="1496072"/>
                  </a:lnTo>
                  <a:lnTo>
                    <a:pt x="1726282" y="1496072"/>
                  </a:lnTo>
                  <a:lnTo>
                    <a:pt x="1726950" y="1496072"/>
                  </a:lnTo>
                  <a:lnTo>
                    <a:pt x="1727618" y="1512322"/>
                  </a:lnTo>
                  <a:lnTo>
                    <a:pt x="1728286" y="1496072"/>
                  </a:lnTo>
                  <a:lnTo>
                    <a:pt x="1728954" y="1484148"/>
                  </a:lnTo>
                  <a:lnTo>
                    <a:pt x="1729622" y="1420472"/>
                  </a:lnTo>
                  <a:lnTo>
                    <a:pt x="1730290" y="1411661"/>
                  </a:lnTo>
                  <a:lnTo>
                    <a:pt x="1730958" y="1447385"/>
                  </a:lnTo>
                  <a:lnTo>
                    <a:pt x="1731626" y="1437438"/>
                  </a:lnTo>
                  <a:lnTo>
                    <a:pt x="1732294" y="1406262"/>
                  </a:lnTo>
                  <a:lnTo>
                    <a:pt x="1732962" y="1406262"/>
                  </a:lnTo>
                  <a:lnTo>
                    <a:pt x="1733630" y="1430037"/>
                  </a:lnTo>
                  <a:lnTo>
                    <a:pt x="1734298" y="1439185"/>
                  </a:lnTo>
                  <a:lnTo>
                    <a:pt x="1734966" y="1401437"/>
                  </a:lnTo>
                  <a:lnTo>
                    <a:pt x="1735634" y="1401437"/>
                  </a:lnTo>
                  <a:lnTo>
                    <a:pt x="1736302" y="1401437"/>
                  </a:lnTo>
                  <a:lnTo>
                    <a:pt x="1736970" y="1401437"/>
                  </a:lnTo>
                  <a:lnTo>
                    <a:pt x="1737638" y="1428247"/>
                  </a:lnTo>
                  <a:lnTo>
                    <a:pt x="1738307" y="1425212"/>
                  </a:lnTo>
                  <a:lnTo>
                    <a:pt x="1738975" y="1415075"/>
                  </a:lnTo>
                  <a:lnTo>
                    <a:pt x="1739643" y="1533897"/>
                  </a:lnTo>
                  <a:lnTo>
                    <a:pt x="1740311" y="1493639"/>
                  </a:lnTo>
                  <a:lnTo>
                    <a:pt x="1740979" y="1530239"/>
                  </a:lnTo>
                  <a:lnTo>
                    <a:pt x="1741647" y="1544192"/>
                  </a:lnTo>
                  <a:lnTo>
                    <a:pt x="1742315" y="1521974"/>
                  </a:lnTo>
                  <a:lnTo>
                    <a:pt x="1742983" y="1521974"/>
                  </a:lnTo>
                  <a:lnTo>
                    <a:pt x="1743651" y="1579762"/>
                  </a:lnTo>
                  <a:lnTo>
                    <a:pt x="1744319" y="1579762"/>
                  </a:lnTo>
                  <a:lnTo>
                    <a:pt x="1744987" y="1579762"/>
                  </a:lnTo>
                  <a:lnTo>
                    <a:pt x="1745655" y="1579762"/>
                  </a:lnTo>
                  <a:lnTo>
                    <a:pt x="1746323" y="1579762"/>
                  </a:lnTo>
                  <a:lnTo>
                    <a:pt x="1746991" y="1579762"/>
                  </a:lnTo>
                  <a:lnTo>
                    <a:pt x="1747659" y="1579762"/>
                  </a:lnTo>
                  <a:lnTo>
                    <a:pt x="1748327" y="1579762"/>
                  </a:lnTo>
                  <a:lnTo>
                    <a:pt x="1748995" y="1579762"/>
                  </a:lnTo>
                  <a:lnTo>
                    <a:pt x="1749663" y="1579762"/>
                  </a:lnTo>
                  <a:lnTo>
                    <a:pt x="1750331" y="1579762"/>
                  </a:lnTo>
                  <a:lnTo>
                    <a:pt x="1750999" y="1579762"/>
                  </a:lnTo>
                  <a:lnTo>
                    <a:pt x="1751667" y="1579762"/>
                  </a:lnTo>
                  <a:lnTo>
                    <a:pt x="1752335" y="1579762"/>
                  </a:lnTo>
                  <a:lnTo>
                    <a:pt x="1753003" y="1579762"/>
                  </a:lnTo>
                  <a:lnTo>
                    <a:pt x="1753671" y="1579762"/>
                  </a:lnTo>
                  <a:lnTo>
                    <a:pt x="1754339" y="1579762"/>
                  </a:lnTo>
                  <a:lnTo>
                    <a:pt x="1755007" y="1579762"/>
                  </a:lnTo>
                  <a:lnTo>
                    <a:pt x="1755675" y="1486988"/>
                  </a:lnTo>
                  <a:lnTo>
                    <a:pt x="1756343" y="1467438"/>
                  </a:lnTo>
                  <a:lnTo>
                    <a:pt x="1757011" y="1467438"/>
                  </a:lnTo>
                  <a:lnTo>
                    <a:pt x="1757679" y="1467438"/>
                  </a:lnTo>
                  <a:lnTo>
                    <a:pt x="1758347" y="1467438"/>
                  </a:lnTo>
                  <a:lnTo>
                    <a:pt x="1759015" y="1467438"/>
                  </a:lnTo>
                  <a:lnTo>
                    <a:pt x="1759683" y="1490305"/>
                  </a:lnTo>
                  <a:lnTo>
                    <a:pt x="1760351" y="1530239"/>
                  </a:lnTo>
                  <a:lnTo>
                    <a:pt x="1761019" y="1515011"/>
                  </a:lnTo>
                  <a:lnTo>
                    <a:pt x="1761687" y="1420472"/>
                  </a:lnTo>
                  <a:lnTo>
                    <a:pt x="1762356" y="1413340"/>
                  </a:lnTo>
                  <a:lnTo>
                    <a:pt x="1763024" y="1319371"/>
                  </a:lnTo>
                  <a:lnTo>
                    <a:pt x="1763692" y="1319371"/>
                  </a:lnTo>
                  <a:lnTo>
                    <a:pt x="1764360" y="1390972"/>
                  </a:lnTo>
                  <a:lnTo>
                    <a:pt x="1765028" y="1423686"/>
                  </a:lnTo>
                  <a:lnTo>
                    <a:pt x="1765696" y="1548306"/>
                  </a:lnTo>
                  <a:lnTo>
                    <a:pt x="1766364" y="1579623"/>
                  </a:lnTo>
                  <a:lnTo>
                    <a:pt x="1767032" y="1579623"/>
                  </a:lnTo>
                  <a:lnTo>
                    <a:pt x="1767700" y="1579623"/>
                  </a:lnTo>
                  <a:lnTo>
                    <a:pt x="1768368" y="1579623"/>
                  </a:lnTo>
                  <a:lnTo>
                    <a:pt x="1769036" y="1579623"/>
                  </a:lnTo>
                  <a:lnTo>
                    <a:pt x="1769704" y="1579623"/>
                  </a:lnTo>
                  <a:lnTo>
                    <a:pt x="1770372" y="1579762"/>
                  </a:lnTo>
                  <a:lnTo>
                    <a:pt x="1771040" y="1579762"/>
                  </a:lnTo>
                  <a:lnTo>
                    <a:pt x="1771708" y="1579762"/>
                  </a:lnTo>
                  <a:lnTo>
                    <a:pt x="1772376" y="1579762"/>
                  </a:lnTo>
                  <a:lnTo>
                    <a:pt x="1773044" y="1579762"/>
                  </a:lnTo>
                  <a:lnTo>
                    <a:pt x="1773712" y="1579762"/>
                  </a:lnTo>
                  <a:lnTo>
                    <a:pt x="1774380" y="1579762"/>
                  </a:lnTo>
                  <a:lnTo>
                    <a:pt x="1775048" y="1579762"/>
                  </a:lnTo>
                  <a:lnTo>
                    <a:pt x="1775716" y="1579762"/>
                  </a:lnTo>
                  <a:lnTo>
                    <a:pt x="1776384" y="1579762"/>
                  </a:lnTo>
                  <a:lnTo>
                    <a:pt x="1777052" y="1579762"/>
                  </a:lnTo>
                  <a:lnTo>
                    <a:pt x="1777720" y="1579762"/>
                  </a:lnTo>
                  <a:lnTo>
                    <a:pt x="1778388" y="1579762"/>
                  </a:lnTo>
                  <a:lnTo>
                    <a:pt x="1779056" y="1579762"/>
                  </a:lnTo>
                  <a:lnTo>
                    <a:pt x="1779724" y="1579762"/>
                  </a:lnTo>
                  <a:lnTo>
                    <a:pt x="1780392" y="1579762"/>
                  </a:lnTo>
                  <a:lnTo>
                    <a:pt x="1781060" y="1579762"/>
                  </a:lnTo>
                  <a:lnTo>
                    <a:pt x="1781728" y="1579762"/>
                  </a:lnTo>
                  <a:lnTo>
                    <a:pt x="1782396" y="1579762"/>
                  </a:lnTo>
                  <a:lnTo>
                    <a:pt x="1783064" y="1579762"/>
                  </a:lnTo>
                  <a:lnTo>
                    <a:pt x="1783732" y="1579762"/>
                  </a:lnTo>
                  <a:lnTo>
                    <a:pt x="1784400" y="1579762"/>
                  </a:lnTo>
                  <a:lnTo>
                    <a:pt x="1785068" y="1579762"/>
                  </a:lnTo>
                  <a:lnTo>
                    <a:pt x="1785736" y="1579762"/>
                  </a:lnTo>
                  <a:lnTo>
                    <a:pt x="1786404" y="1579762"/>
                  </a:lnTo>
                  <a:lnTo>
                    <a:pt x="1787073" y="1579762"/>
                  </a:lnTo>
                  <a:lnTo>
                    <a:pt x="1787741" y="1579762"/>
                  </a:lnTo>
                  <a:lnTo>
                    <a:pt x="1788409" y="1579762"/>
                  </a:lnTo>
                  <a:lnTo>
                    <a:pt x="1789077" y="1579762"/>
                  </a:lnTo>
                  <a:lnTo>
                    <a:pt x="1789745" y="1579623"/>
                  </a:lnTo>
                  <a:lnTo>
                    <a:pt x="1790413" y="1579623"/>
                  </a:lnTo>
                  <a:lnTo>
                    <a:pt x="1791081" y="1579623"/>
                  </a:lnTo>
                  <a:lnTo>
                    <a:pt x="1791749" y="1579623"/>
                  </a:lnTo>
                  <a:lnTo>
                    <a:pt x="1792417" y="1579623"/>
                  </a:lnTo>
                  <a:lnTo>
                    <a:pt x="1793085" y="1579623"/>
                  </a:lnTo>
                  <a:lnTo>
                    <a:pt x="1793753" y="1579623"/>
                  </a:lnTo>
                  <a:lnTo>
                    <a:pt x="1794421" y="1579623"/>
                  </a:lnTo>
                  <a:lnTo>
                    <a:pt x="1795089" y="1579623"/>
                  </a:lnTo>
                  <a:lnTo>
                    <a:pt x="1795757" y="1579623"/>
                  </a:lnTo>
                  <a:lnTo>
                    <a:pt x="1796425" y="1579623"/>
                  </a:lnTo>
                  <a:lnTo>
                    <a:pt x="1797093" y="1579623"/>
                  </a:lnTo>
                  <a:lnTo>
                    <a:pt x="1797761" y="1579623"/>
                  </a:lnTo>
                  <a:lnTo>
                    <a:pt x="1798429" y="1579623"/>
                  </a:lnTo>
                  <a:lnTo>
                    <a:pt x="1799097" y="1579623"/>
                  </a:lnTo>
                  <a:lnTo>
                    <a:pt x="1799765" y="1579623"/>
                  </a:lnTo>
                  <a:lnTo>
                    <a:pt x="1800433" y="1579623"/>
                  </a:lnTo>
                  <a:lnTo>
                    <a:pt x="1801101" y="1579623"/>
                  </a:lnTo>
                  <a:lnTo>
                    <a:pt x="1801769" y="1579623"/>
                  </a:lnTo>
                  <a:lnTo>
                    <a:pt x="1802437" y="1579623"/>
                  </a:lnTo>
                  <a:lnTo>
                    <a:pt x="1803105" y="1579623"/>
                  </a:lnTo>
                  <a:lnTo>
                    <a:pt x="1803773" y="1508795"/>
                  </a:lnTo>
                  <a:lnTo>
                    <a:pt x="1804441" y="1480680"/>
                  </a:lnTo>
                  <a:lnTo>
                    <a:pt x="1805109" y="1480680"/>
                  </a:lnTo>
                  <a:lnTo>
                    <a:pt x="1805777" y="1480680"/>
                  </a:lnTo>
                  <a:lnTo>
                    <a:pt x="1806445" y="1480680"/>
                  </a:lnTo>
                  <a:lnTo>
                    <a:pt x="1807113" y="1567436"/>
                  </a:lnTo>
                  <a:lnTo>
                    <a:pt x="1807781" y="1579762"/>
                  </a:lnTo>
                  <a:lnTo>
                    <a:pt x="1808449" y="1579762"/>
                  </a:lnTo>
                  <a:lnTo>
                    <a:pt x="1809117" y="1550688"/>
                  </a:lnTo>
                  <a:lnTo>
                    <a:pt x="1809785" y="1521974"/>
                  </a:lnTo>
                  <a:lnTo>
                    <a:pt x="1810453" y="1468134"/>
                  </a:lnTo>
                  <a:lnTo>
                    <a:pt x="1811121" y="1446374"/>
                  </a:lnTo>
                  <a:lnTo>
                    <a:pt x="1811790" y="1446374"/>
                  </a:lnTo>
                  <a:lnTo>
                    <a:pt x="1812458" y="1500904"/>
                  </a:lnTo>
                  <a:lnTo>
                    <a:pt x="1813126" y="1337614"/>
                  </a:lnTo>
                  <a:lnTo>
                    <a:pt x="1813794" y="1284393"/>
                  </a:lnTo>
                  <a:lnTo>
                    <a:pt x="1814462" y="1275788"/>
                  </a:lnTo>
                  <a:lnTo>
                    <a:pt x="1815130" y="1187669"/>
                  </a:lnTo>
                  <a:lnTo>
                    <a:pt x="1815798" y="1098694"/>
                  </a:lnTo>
                  <a:lnTo>
                    <a:pt x="1816466" y="1085771"/>
                  </a:lnTo>
                  <a:lnTo>
                    <a:pt x="1817134" y="1035253"/>
                  </a:lnTo>
                  <a:lnTo>
                    <a:pt x="1817802" y="1029391"/>
                  </a:lnTo>
                  <a:lnTo>
                    <a:pt x="1818470" y="1029391"/>
                  </a:lnTo>
                  <a:lnTo>
                    <a:pt x="1819138" y="1047068"/>
                  </a:lnTo>
                  <a:lnTo>
                    <a:pt x="1819806" y="1057677"/>
                  </a:lnTo>
                  <a:lnTo>
                    <a:pt x="1820474" y="1079437"/>
                  </a:lnTo>
                  <a:lnTo>
                    <a:pt x="1821142" y="1088994"/>
                  </a:lnTo>
                  <a:lnTo>
                    <a:pt x="1821810" y="1088994"/>
                  </a:lnTo>
                  <a:lnTo>
                    <a:pt x="1822478" y="1024141"/>
                  </a:lnTo>
                  <a:lnTo>
                    <a:pt x="1823146" y="1095532"/>
                  </a:lnTo>
                  <a:lnTo>
                    <a:pt x="1823814" y="1125957"/>
                  </a:lnTo>
                  <a:lnTo>
                    <a:pt x="1824482" y="1116360"/>
                  </a:lnTo>
                  <a:lnTo>
                    <a:pt x="1825150" y="1217796"/>
                  </a:lnTo>
                  <a:lnTo>
                    <a:pt x="1825818" y="1359775"/>
                  </a:lnTo>
                  <a:lnTo>
                    <a:pt x="1826486" y="1362546"/>
                  </a:lnTo>
                  <a:lnTo>
                    <a:pt x="1827154" y="1480223"/>
                  </a:lnTo>
                  <a:lnTo>
                    <a:pt x="1827822" y="1515173"/>
                  </a:lnTo>
                  <a:lnTo>
                    <a:pt x="1828490" y="1521974"/>
                  </a:lnTo>
                  <a:lnTo>
                    <a:pt x="1829158" y="1579762"/>
                  </a:lnTo>
                  <a:lnTo>
                    <a:pt x="1829826" y="1579762"/>
                  </a:lnTo>
                  <a:lnTo>
                    <a:pt x="1830494" y="1579762"/>
                  </a:lnTo>
                  <a:lnTo>
                    <a:pt x="1831162" y="1579762"/>
                  </a:lnTo>
                  <a:lnTo>
                    <a:pt x="1831830" y="1579762"/>
                  </a:lnTo>
                  <a:lnTo>
                    <a:pt x="1832498" y="1579762"/>
                  </a:lnTo>
                  <a:lnTo>
                    <a:pt x="1833166" y="1579762"/>
                  </a:lnTo>
                  <a:lnTo>
                    <a:pt x="1833834" y="1579762"/>
                  </a:lnTo>
                  <a:lnTo>
                    <a:pt x="1834502" y="1579762"/>
                  </a:lnTo>
                  <a:lnTo>
                    <a:pt x="1835170" y="1579762"/>
                  </a:lnTo>
                  <a:lnTo>
                    <a:pt x="1835838" y="1579762"/>
                  </a:lnTo>
                  <a:lnTo>
                    <a:pt x="1836507" y="1579762"/>
                  </a:lnTo>
                  <a:lnTo>
                    <a:pt x="1837175" y="1579762"/>
                  </a:lnTo>
                  <a:lnTo>
                    <a:pt x="1837843" y="1579762"/>
                  </a:lnTo>
                  <a:lnTo>
                    <a:pt x="1838511" y="1574648"/>
                  </a:lnTo>
                  <a:lnTo>
                    <a:pt x="1839179" y="1453745"/>
                  </a:lnTo>
                  <a:lnTo>
                    <a:pt x="1839847" y="1394971"/>
                  </a:lnTo>
                  <a:lnTo>
                    <a:pt x="1840515" y="1394971"/>
                  </a:lnTo>
                  <a:lnTo>
                    <a:pt x="1841183" y="1394971"/>
                  </a:lnTo>
                  <a:lnTo>
                    <a:pt x="1841851" y="1394971"/>
                  </a:lnTo>
                  <a:lnTo>
                    <a:pt x="1842519" y="1394971"/>
                  </a:lnTo>
                  <a:lnTo>
                    <a:pt x="1843187" y="1394971"/>
                  </a:lnTo>
                  <a:lnTo>
                    <a:pt x="1843855" y="1394971"/>
                  </a:lnTo>
                  <a:lnTo>
                    <a:pt x="1844523" y="1394971"/>
                  </a:lnTo>
                  <a:lnTo>
                    <a:pt x="1845191" y="1394971"/>
                  </a:lnTo>
                  <a:lnTo>
                    <a:pt x="1845859" y="1394971"/>
                  </a:lnTo>
                  <a:lnTo>
                    <a:pt x="1846527" y="1394971"/>
                  </a:lnTo>
                  <a:lnTo>
                    <a:pt x="1847195" y="1394971"/>
                  </a:lnTo>
                  <a:lnTo>
                    <a:pt x="1847863" y="1407121"/>
                  </a:lnTo>
                  <a:lnTo>
                    <a:pt x="1848531" y="1480680"/>
                  </a:lnTo>
                  <a:lnTo>
                    <a:pt x="1849199" y="1508795"/>
                  </a:lnTo>
                  <a:lnTo>
                    <a:pt x="1849867" y="1579623"/>
                  </a:lnTo>
                  <a:lnTo>
                    <a:pt x="1850535" y="1579623"/>
                  </a:lnTo>
                  <a:lnTo>
                    <a:pt x="1851203" y="1579623"/>
                  </a:lnTo>
                  <a:lnTo>
                    <a:pt x="1851871" y="1579623"/>
                  </a:lnTo>
                  <a:lnTo>
                    <a:pt x="1852539" y="1579623"/>
                  </a:lnTo>
                  <a:lnTo>
                    <a:pt x="1853207" y="1579623"/>
                  </a:lnTo>
                  <a:lnTo>
                    <a:pt x="1853875" y="1579623"/>
                  </a:lnTo>
                  <a:lnTo>
                    <a:pt x="1854543" y="1579623"/>
                  </a:lnTo>
                  <a:lnTo>
                    <a:pt x="1855211" y="1579623"/>
                  </a:lnTo>
                  <a:lnTo>
                    <a:pt x="1855879" y="1579623"/>
                  </a:lnTo>
                  <a:lnTo>
                    <a:pt x="1856547" y="1579623"/>
                  </a:lnTo>
                  <a:lnTo>
                    <a:pt x="1857215" y="1579623"/>
                  </a:lnTo>
                  <a:lnTo>
                    <a:pt x="1857883" y="1579623"/>
                  </a:lnTo>
                  <a:lnTo>
                    <a:pt x="1858551" y="1579623"/>
                  </a:lnTo>
                  <a:lnTo>
                    <a:pt x="1859219" y="1579623"/>
                  </a:lnTo>
                  <a:lnTo>
                    <a:pt x="1859887" y="1579623"/>
                  </a:lnTo>
                  <a:lnTo>
                    <a:pt x="1860556" y="1513603"/>
                  </a:lnTo>
                  <a:lnTo>
                    <a:pt x="1861224" y="1508221"/>
                  </a:lnTo>
                  <a:lnTo>
                    <a:pt x="1861892" y="1496072"/>
                  </a:lnTo>
                  <a:lnTo>
                    <a:pt x="1862560" y="1521974"/>
                  </a:lnTo>
                  <a:lnTo>
                    <a:pt x="1863228" y="1475554"/>
                  </a:lnTo>
                  <a:lnTo>
                    <a:pt x="1863896" y="1446374"/>
                  </a:lnTo>
                  <a:lnTo>
                    <a:pt x="1864564" y="1446374"/>
                  </a:lnTo>
                  <a:lnTo>
                    <a:pt x="1865232" y="1446374"/>
                  </a:lnTo>
                  <a:lnTo>
                    <a:pt x="1865900" y="1398298"/>
                  </a:lnTo>
                  <a:lnTo>
                    <a:pt x="1866568" y="1378747"/>
                  </a:lnTo>
                  <a:lnTo>
                    <a:pt x="1867236" y="1335320"/>
                  </a:lnTo>
                  <a:lnTo>
                    <a:pt x="1867904" y="1317572"/>
                  </a:lnTo>
                  <a:lnTo>
                    <a:pt x="1868572" y="1317572"/>
                  </a:lnTo>
                  <a:lnTo>
                    <a:pt x="1869240" y="1317572"/>
                  </a:lnTo>
                  <a:lnTo>
                    <a:pt x="1869908" y="1317572"/>
                  </a:lnTo>
                  <a:lnTo>
                    <a:pt x="1870576" y="1356666"/>
                  </a:lnTo>
                  <a:lnTo>
                    <a:pt x="1871244" y="1409862"/>
                  </a:lnTo>
                  <a:lnTo>
                    <a:pt x="1871912" y="1420472"/>
                  </a:lnTo>
                  <a:lnTo>
                    <a:pt x="1872580" y="1319371"/>
                  </a:lnTo>
                  <a:lnTo>
                    <a:pt x="1873248" y="1363655"/>
                  </a:lnTo>
                  <a:lnTo>
                    <a:pt x="1873916" y="1394971"/>
                  </a:lnTo>
                  <a:lnTo>
                    <a:pt x="1874584" y="1394971"/>
                  </a:lnTo>
                  <a:lnTo>
                    <a:pt x="1875252" y="1394971"/>
                  </a:lnTo>
                  <a:lnTo>
                    <a:pt x="1875920" y="1453745"/>
                  </a:lnTo>
                  <a:lnTo>
                    <a:pt x="1876588" y="1480680"/>
                  </a:lnTo>
                  <a:lnTo>
                    <a:pt x="1877256" y="1548306"/>
                  </a:lnTo>
                  <a:lnTo>
                    <a:pt x="1877924" y="1579623"/>
                  </a:lnTo>
                  <a:lnTo>
                    <a:pt x="1878592" y="1579623"/>
                  </a:lnTo>
                  <a:lnTo>
                    <a:pt x="1879260" y="1579623"/>
                  </a:lnTo>
                  <a:lnTo>
                    <a:pt x="1879928" y="1579623"/>
                  </a:lnTo>
                  <a:lnTo>
                    <a:pt x="1880596" y="1579623"/>
                  </a:lnTo>
                  <a:lnTo>
                    <a:pt x="1881264" y="1548306"/>
                  </a:lnTo>
                  <a:lnTo>
                    <a:pt x="1881932" y="1480680"/>
                  </a:lnTo>
                  <a:lnTo>
                    <a:pt x="1882600" y="1480680"/>
                  </a:lnTo>
                  <a:lnTo>
                    <a:pt x="1883268" y="1480680"/>
                  </a:lnTo>
                  <a:lnTo>
                    <a:pt x="1883936" y="1480680"/>
                  </a:lnTo>
                  <a:lnTo>
                    <a:pt x="1884604" y="1480680"/>
                  </a:lnTo>
                  <a:lnTo>
                    <a:pt x="1885273" y="1480680"/>
                  </a:lnTo>
                  <a:lnTo>
                    <a:pt x="1885941" y="1480680"/>
                  </a:lnTo>
                  <a:lnTo>
                    <a:pt x="1886609" y="1480680"/>
                  </a:lnTo>
                  <a:lnTo>
                    <a:pt x="1887277" y="1432131"/>
                  </a:lnTo>
                  <a:lnTo>
                    <a:pt x="1887945" y="1348552"/>
                  </a:lnTo>
                  <a:lnTo>
                    <a:pt x="1888613" y="1319371"/>
                  </a:lnTo>
                  <a:lnTo>
                    <a:pt x="1889281" y="1319371"/>
                  </a:lnTo>
                  <a:lnTo>
                    <a:pt x="1889949" y="1319371"/>
                  </a:lnTo>
                  <a:lnTo>
                    <a:pt x="1890617" y="1319371"/>
                  </a:lnTo>
                  <a:lnTo>
                    <a:pt x="1891285" y="1341131"/>
                  </a:lnTo>
                  <a:lnTo>
                    <a:pt x="1891953" y="1394971"/>
                  </a:lnTo>
                  <a:lnTo>
                    <a:pt x="1892621" y="1352294"/>
                  </a:lnTo>
                  <a:lnTo>
                    <a:pt x="1893289" y="1406128"/>
                  </a:lnTo>
                  <a:lnTo>
                    <a:pt x="1893957" y="1420472"/>
                  </a:lnTo>
                  <a:lnTo>
                    <a:pt x="1894625" y="1446374"/>
                  </a:lnTo>
                  <a:lnTo>
                    <a:pt x="1895293" y="1394998"/>
                  </a:lnTo>
                  <a:lnTo>
                    <a:pt x="1895961" y="1286255"/>
                  </a:lnTo>
                  <a:lnTo>
                    <a:pt x="1896629" y="1212820"/>
                  </a:lnTo>
                  <a:lnTo>
                    <a:pt x="1897297" y="1238093"/>
                  </a:lnTo>
                  <a:lnTo>
                    <a:pt x="1897965" y="1294646"/>
                  </a:lnTo>
                  <a:lnTo>
                    <a:pt x="1898633" y="1317572"/>
                  </a:lnTo>
                  <a:lnTo>
                    <a:pt x="1899301" y="1317572"/>
                  </a:lnTo>
                  <a:lnTo>
                    <a:pt x="1899969" y="1317572"/>
                  </a:lnTo>
                  <a:lnTo>
                    <a:pt x="1900637" y="1317572"/>
                  </a:lnTo>
                  <a:lnTo>
                    <a:pt x="1901305" y="1317572"/>
                  </a:lnTo>
                  <a:lnTo>
                    <a:pt x="1901973" y="1386209"/>
                  </a:lnTo>
                  <a:lnTo>
                    <a:pt x="1902641" y="1434360"/>
                  </a:lnTo>
                  <a:lnTo>
                    <a:pt x="1903309" y="1447385"/>
                  </a:lnTo>
                  <a:lnTo>
                    <a:pt x="1903977" y="1378747"/>
                  </a:lnTo>
                  <a:lnTo>
                    <a:pt x="1904645" y="1352845"/>
                  </a:lnTo>
                  <a:lnTo>
                    <a:pt x="1905313" y="1402885"/>
                  </a:lnTo>
                  <a:lnTo>
                    <a:pt x="1905981" y="1541790"/>
                  </a:lnTo>
                  <a:lnTo>
                    <a:pt x="1906649" y="1579762"/>
                  </a:lnTo>
                  <a:lnTo>
                    <a:pt x="1907317" y="1579762"/>
                  </a:lnTo>
                  <a:lnTo>
                    <a:pt x="1907985" y="1579762"/>
                  </a:lnTo>
                  <a:lnTo>
                    <a:pt x="1908653" y="1579762"/>
                  </a:lnTo>
                  <a:lnTo>
                    <a:pt x="1909321" y="1579762"/>
                  </a:lnTo>
                  <a:lnTo>
                    <a:pt x="1909990" y="1579762"/>
                  </a:lnTo>
                  <a:lnTo>
                    <a:pt x="1910658" y="1579762"/>
                  </a:lnTo>
                  <a:lnTo>
                    <a:pt x="1911326" y="1579762"/>
                  </a:lnTo>
                  <a:lnTo>
                    <a:pt x="1911994" y="1579762"/>
                  </a:lnTo>
                  <a:lnTo>
                    <a:pt x="1912662" y="1579762"/>
                  </a:lnTo>
                  <a:lnTo>
                    <a:pt x="1913330" y="1579762"/>
                  </a:lnTo>
                  <a:lnTo>
                    <a:pt x="1913998" y="1579762"/>
                  </a:lnTo>
                  <a:lnTo>
                    <a:pt x="1914666" y="1574523"/>
                  </a:lnTo>
                  <a:lnTo>
                    <a:pt x="1915334" y="1530239"/>
                  </a:lnTo>
                  <a:lnTo>
                    <a:pt x="1916002" y="1530239"/>
                  </a:lnTo>
                  <a:lnTo>
                    <a:pt x="1916670" y="1530239"/>
                  </a:lnTo>
                  <a:lnTo>
                    <a:pt x="1917338" y="1530239"/>
                  </a:lnTo>
                  <a:lnTo>
                    <a:pt x="1918006" y="1530239"/>
                  </a:lnTo>
                  <a:lnTo>
                    <a:pt x="1918674" y="1530239"/>
                  </a:lnTo>
                  <a:lnTo>
                    <a:pt x="1919342" y="1530239"/>
                  </a:lnTo>
                  <a:lnTo>
                    <a:pt x="1920010" y="1530239"/>
                  </a:lnTo>
                  <a:lnTo>
                    <a:pt x="1920678" y="1530239"/>
                  </a:lnTo>
                  <a:lnTo>
                    <a:pt x="1921346" y="1530239"/>
                  </a:lnTo>
                  <a:lnTo>
                    <a:pt x="1922014" y="1515011"/>
                  </a:lnTo>
                  <a:lnTo>
                    <a:pt x="1922682" y="1446374"/>
                  </a:lnTo>
                  <a:lnTo>
                    <a:pt x="1923350" y="1453997"/>
                  </a:lnTo>
                  <a:lnTo>
                    <a:pt x="1924018" y="1567436"/>
                  </a:lnTo>
                  <a:lnTo>
                    <a:pt x="1924686" y="1518447"/>
                  </a:lnTo>
                  <a:lnTo>
                    <a:pt x="1925354" y="1579623"/>
                  </a:lnTo>
                  <a:lnTo>
                    <a:pt x="1926022" y="1579623"/>
                  </a:lnTo>
                  <a:lnTo>
                    <a:pt x="1926690" y="1579623"/>
                  </a:lnTo>
                  <a:lnTo>
                    <a:pt x="1927358" y="1579623"/>
                  </a:lnTo>
                  <a:lnTo>
                    <a:pt x="1928026" y="1579623"/>
                  </a:lnTo>
                  <a:lnTo>
                    <a:pt x="1928694" y="1579623"/>
                  </a:lnTo>
                  <a:lnTo>
                    <a:pt x="1929362" y="1579623"/>
                  </a:lnTo>
                  <a:lnTo>
                    <a:pt x="1930030" y="1579623"/>
                  </a:lnTo>
                  <a:lnTo>
                    <a:pt x="1930698" y="1579762"/>
                  </a:lnTo>
                  <a:lnTo>
                    <a:pt x="1931366" y="1521974"/>
                  </a:lnTo>
                  <a:lnTo>
                    <a:pt x="1932034" y="1579762"/>
                  </a:lnTo>
                  <a:lnTo>
                    <a:pt x="1932702" y="1538287"/>
                  </a:lnTo>
                  <a:lnTo>
                    <a:pt x="1933370" y="1499679"/>
                  </a:lnTo>
                  <a:lnTo>
                    <a:pt x="1934039" y="1494696"/>
                  </a:lnTo>
                  <a:lnTo>
                    <a:pt x="1934707" y="1482583"/>
                  </a:lnTo>
                  <a:lnTo>
                    <a:pt x="1935375" y="1482583"/>
                  </a:lnTo>
                  <a:lnTo>
                    <a:pt x="1936043" y="1482583"/>
                  </a:lnTo>
                  <a:lnTo>
                    <a:pt x="1936711" y="1482583"/>
                  </a:lnTo>
                  <a:lnTo>
                    <a:pt x="1937379" y="1482583"/>
                  </a:lnTo>
                  <a:lnTo>
                    <a:pt x="1938047" y="1482583"/>
                  </a:lnTo>
                  <a:lnTo>
                    <a:pt x="1938715" y="1482583"/>
                  </a:lnTo>
                  <a:lnTo>
                    <a:pt x="1939383" y="1482583"/>
                  </a:lnTo>
                  <a:lnTo>
                    <a:pt x="1940051" y="1482583"/>
                  </a:lnTo>
                  <a:lnTo>
                    <a:pt x="1940719" y="1498834"/>
                  </a:lnTo>
                  <a:lnTo>
                    <a:pt x="1941387" y="1538623"/>
                  </a:lnTo>
                  <a:lnTo>
                    <a:pt x="1942055" y="1524212"/>
                  </a:lnTo>
                  <a:lnTo>
                    <a:pt x="1942723" y="1577035"/>
                  </a:lnTo>
                  <a:lnTo>
                    <a:pt x="1943391" y="1579762"/>
                  </a:lnTo>
                  <a:lnTo>
                    <a:pt x="1944059" y="1579762"/>
                  </a:lnTo>
                  <a:lnTo>
                    <a:pt x="1944727" y="1579623"/>
                  </a:lnTo>
                  <a:lnTo>
                    <a:pt x="1945395" y="1579623"/>
                  </a:lnTo>
                  <a:lnTo>
                    <a:pt x="1946063" y="1579623"/>
                  </a:lnTo>
                  <a:lnTo>
                    <a:pt x="1946731" y="1579623"/>
                  </a:lnTo>
                  <a:lnTo>
                    <a:pt x="1947399" y="1579623"/>
                  </a:lnTo>
                  <a:lnTo>
                    <a:pt x="1948067" y="1579623"/>
                  </a:lnTo>
                  <a:lnTo>
                    <a:pt x="1948735" y="1579623"/>
                  </a:lnTo>
                  <a:lnTo>
                    <a:pt x="1949403" y="1579623"/>
                  </a:lnTo>
                  <a:lnTo>
                    <a:pt x="1950071" y="1579623"/>
                  </a:lnTo>
                  <a:lnTo>
                    <a:pt x="1950739" y="1579623"/>
                  </a:lnTo>
                  <a:lnTo>
                    <a:pt x="1951407" y="1579623"/>
                  </a:lnTo>
                  <a:lnTo>
                    <a:pt x="1952075" y="1579623"/>
                  </a:lnTo>
                  <a:lnTo>
                    <a:pt x="1952743" y="1579623"/>
                  </a:lnTo>
                  <a:lnTo>
                    <a:pt x="1953411" y="1579623"/>
                  </a:lnTo>
                  <a:lnTo>
                    <a:pt x="1954079" y="1579623"/>
                  </a:lnTo>
                  <a:lnTo>
                    <a:pt x="1954747" y="1579623"/>
                  </a:lnTo>
                  <a:lnTo>
                    <a:pt x="1955415" y="1579623"/>
                  </a:lnTo>
                  <a:lnTo>
                    <a:pt x="1956083" y="1579762"/>
                  </a:lnTo>
                  <a:lnTo>
                    <a:pt x="1956751" y="1579762"/>
                  </a:lnTo>
                  <a:lnTo>
                    <a:pt x="1957419" y="1579762"/>
                  </a:lnTo>
                  <a:lnTo>
                    <a:pt x="1958087" y="1579762"/>
                  </a:lnTo>
                  <a:lnTo>
                    <a:pt x="1958756" y="1579762"/>
                  </a:lnTo>
                  <a:lnTo>
                    <a:pt x="1959424" y="1579762"/>
                  </a:lnTo>
                  <a:lnTo>
                    <a:pt x="1960092" y="1579762"/>
                  </a:lnTo>
                  <a:lnTo>
                    <a:pt x="1960760" y="1579762"/>
                  </a:lnTo>
                  <a:lnTo>
                    <a:pt x="1961428" y="1579762"/>
                  </a:lnTo>
                  <a:lnTo>
                    <a:pt x="1962096" y="1579762"/>
                  </a:lnTo>
                  <a:lnTo>
                    <a:pt x="1962764" y="1579762"/>
                  </a:lnTo>
                  <a:lnTo>
                    <a:pt x="1963432" y="1579762"/>
                  </a:lnTo>
                  <a:lnTo>
                    <a:pt x="1964100" y="1579762"/>
                  </a:lnTo>
                  <a:lnTo>
                    <a:pt x="1964768" y="1579762"/>
                  </a:lnTo>
                  <a:lnTo>
                    <a:pt x="1965436" y="1579762"/>
                  </a:lnTo>
                  <a:lnTo>
                    <a:pt x="1966104" y="1579762"/>
                  </a:lnTo>
                  <a:lnTo>
                    <a:pt x="1966772" y="1579762"/>
                  </a:lnTo>
                  <a:lnTo>
                    <a:pt x="1967440" y="1579762"/>
                  </a:lnTo>
                  <a:lnTo>
                    <a:pt x="1968108" y="1579762"/>
                  </a:lnTo>
                  <a:lnTo>
                    <a:pt x="1968776" y="1579762"/>
                  </a:lnTo>
                  <a:lnTo>
                    <a:pt x="1969444" y="1579623"/>
                  </a:lnTo>
                  <a:lnTo>
                    <a:pt x="1970112" y="1579623"/>
                  </a:lnTo>
                  <a:lnTo>
                    <a:pt x="1970780" y="1579623"/>
                  </a:lnTo>
                  <a:lnTo>
                    <a:pt x="1971448" y="1579623"/>
                  </a:lnTo>
                  <a:lnTo>
                    <a:pt x="1972116" y="1579623"/>
                  </a:lnTo>
                  <a:lnTo>
                    <a:pt x="1972784" y="1579623"/>
                  </a:lnTo>
                  <a:lnTo>
                    <a:pt x="1973452" y="1579623"/>
                  </a:lnTo>
                  <a:lnTo>
                    <a:pt x="1974120" y="1579623"/>
                  </a:lnTo>
                  <a:lnTo>
                    <a:pt x="1974788" y="1579623"/>
                  </a:lnTo>
                  <a:lnTo>
                    <a:pt x="1975456" y="1579623"/>
                  </a:lnTo>
                  <a:lnTo>
                    <a:pt x="1976124" y="1579623"/>
                  </a:lnTo>
                  <a:lnTo>
                    <a:pt x="1976792" y="1579623"/>
                  </a:lnTo>
                  <a:lnTo>
                    <a:pt x="1977460" y="1579623"/>
                  </a:lnTo>
                  <a:lnTo>
                    <a:pt x="1978128" y="1579623"/>
                  </a:lnTo>
                  <a:lnTo>
                    <a:pt x="1978796" y="1579623"/>
                  </a:lnTo>
                  <a:lnTo>
                    <a:pt x="1979464" y="1579623"/>
                  </a:lnTo>
                  <a:lnTo>
                    <a:pt x="1980132" y="1579623"/>
                  </a:lnTo>
                  <a:lnTo>
                    <a:pt x="1980800" y="1579623"/>
                  </a:lnTo>
                  <a:lnTo>
                    <a:pt x="1981468" y="1579623"/>
                  </a:lnTo>
                  <a:lnTo>
                    <a:pt x="1982136" y="1579623"/>
                  </a:lnTo>
                  <a:lnTo>
                    <a:pt x="1982804" y="1579623"/>
                  </a:lnTo>
                  <a:lnTo>
                    <a:pt x="1983473" y="1579623"/>
                  </a:lnTo>
                  <a:lnTo>
                    <a:pt x="1984141" y="1579623"/>
                  </a:lnTo>
                  <a:lnTo>
                    <a:pt x="1984809" y="1579623"/>
                  </a:lnTo>
                  <a:lnTo>
                    <a:pt x="1985477" y="1579623"/>
                  </a:lnTo>
                  <a:lnTo>
                    <a:pt x="1986145" y="1579762"/>
                  </a:lnTo>
                  <a:lnTo>
                    <a:pt x="1986813" y="1579762"/>
                  </a:lnTo>
                  <a:lnTo>
                    <a:pt x="1987481" y="1579762"/>
                  </a:lnTo>
                  <a:lnTo>
                    <a:pt x="1988149" y="1579762"/>
                  </a:lnTo>
                  <a:lnTo>
                    <a:pt x="1988817" y="1579762"/>
                  </a:lnTo>
                  <a:lnTo>
                    <a:pt x="1989485" y="1579762"/>
                  </a:lnTo>
                  <a:lnTo>
                    <a:pt x="1990153" y="1579762"/>
                  </a:lnTo>
                  <a:lnTo>
                    <a:pt x="1990821" y="1579762"/>
                  </a:lnTo>
                  <a:lnTo>
                    <a:pt x="1991489" y="1579762"/>
                  </a:lnTo>
                  <a:lnTo>
                    <a:pt x="1992157" y="1579762"/>
                  </a:lnTo>
                  <a:lnTo>
                    <a:pt x="1992825" y="1579762"/>
                  </a:lnTo>
                  <a:lnTo>
                    <a:pt x="1993493" y="1579762"/>
                  </a:lnTo>
                  <a:lnTo>
                    <a:pt x="1994161" y="1579762"/>
                  </a:lnTo>
                  <a:lnTo>
                    <a:pt x="1994829" y="1579762"/>
                  </a:lnTo>
                  <a:lnTo>
                    <a:pt x="1995497" y="1579762"/>
                  </a:lnTo>
                  <a:lnTo>
                    <a:pt x="1996165" y="1579762"/>
                  </a:lnTo>
                  <a:lnTo>
                    <a:pt x="1996833" y="1579762"/>
                  </a:lnTo>
                  <a:lnTo>
                    <a:pt x="1997501" y="1579762"/>
                  </a:lnTo>
                  <a:lnTo>
                    <a:pt x="1998169" y="1579762"/>
                  </a:lnTo>
                  <a:lnTo>
                    <a:pt x="1998837" y="1579762"/>
                  </a:lnTo>
                  <a:lnTo>
                    <a:pt x="1999505" y="1579762"/>
                  </a:lnTo>
                  <a:lnTo>
                    <a:pt x="2000173" y="1579623"/>
                  </a:lnTo>
                  <a:lnTo>
                    <a:pt x="2000841" y="1579623"/>
                  </a:lnTo>
                  <a:lnTo>
                    <a:pt x="2001509" y="1579623"/>
                  </a:lnTo>
                  <a:lnTo>
                    <a:pt x="2002177" y="1579623"/>
                  </a:lnTo>
                  <a:lnTo>
                    <a:pt x="2002845" y="1579623"/>
                  </a:lnTo>
                  <a:lnTo>
                    <a:pt x="2003513" y="1579623"/>
                  </a:lnTo>
                  <a:lnTo>
                    <a:pt x="2004181" y="1579623"/>
                  </a:lnTo>
                  <a:lnTo>
                    <a:pt x="2004849" y="1579623"/>
                  </a:lnTo>
                  <a:lnTo>
                    <a:pt x="2005517" y="1579623"/>
                  </a:lnTo>
                  <a:lnTo>
                    <a:pt x="2006185" y="1579623"/>
                  </a:lnTo>
                  <a:lnTo>
                    <a:pt x="2006853" y="1579623"/>
                  </a:lnTo>
                  <a:lnTo>
                    <a:pt x="2007521" y="1579623"/>
                  </a:lnTo>
                  <a:lnTo>
                    <a:pt x="2008190" y="1579623"/>
                  </a:lnTo>
                  <a:lnTo>
                    <a:pt x="2008858" y="1579623"/>
                  </a:lnTo>
                  <a:lnTo>
                    <a:pt x="2009526" y="1579623"/>
                  </a:lnTo>
                  <a:lnTo>
                    <a:pt x="2010194" y="1579623"/>
                  </a:lnTo>
                  <a:lnTo>
                    <a:pt x="2010862" y="1579623"/>
                  </a:lnTo>
                  <a:lnTo>
                    <a:pt x="2011530" y="1579623"/>
                  </a:lnTo>
                  <a:lnTo>
                    <a:pt x="2012198" y="1579623"/>
                  </a:lnTo>
                  <a:lnTo>
                    <a:pt x="2012866" y="1579623"/>
                  </a:lnTo>
                  <a:lnTo>
                    <a:pt x="2013534" y="1579623"/>
                  </a:lnTo>
                  <a:lnTo>
                    <a:pt x="2014202" y="1579623"/>
                  </a:lnTo>
                  <a:lnTo>
                    <a:pt x="2014870" y="1579623"/>
                  </a:lnTo>
                  <a:lnTo>
                    <a:pt x="2015538" y="1579623"/>
                  </a:lnTo>
                  <a:lnTo>
                    <a:pt x="2016206" y="1579623"/>
                  </a:lnTo>
                  <a:lnTo>
                    <a:pt x="2016874" y="1579623"/>
                  </a:lnTo>
                  <a:lnTo>
                    <a:pt x="2017542" y="1579623"/>
                  </a:lnTo>
                  <a:lnTo>
                    <a:pt x="2018210" y="1489915"/>
                  </a:lnTo>
                  <a:lnTo>
                    <a:pt x="2018878" y="1480680"/>
                  </a:lnTo>
                  <a:lnTo>
                    <a:pt x="2019546" y="1423686"/>
                  </a:lnTo>
                  <a:lnTo>
                    <a:pt x="2020214" y="1394971"/>
                  </a:lnTo>
                  <a:lnTo>
                    <a:pt x="2020882" y="1394971"/>
                  </a:lnTo>
                  <a:lnTo>
                    <a:pt x="2021550" y="1394971"/>
                  </a:lnTo>
                  <a:lnTo>
                    <a:pt x="2022218" y="1394971"/>
                  </a:lnTo>
                  <a:lnTo>
                    <a:pt x="2022886" y="1394971"/>
                  </a:lnTo>
                  <a:lnTo>
                    <a:pt x="2023554" y="1394971"/>
                  </a:lnTo>
                  <a:lnTo>
                    <a:pt x="2024222" y="1394971"/>
                  </a:lnTo>
                  <a:lnTo>
                    <a:pt x="2024890" y="1394971"/>
                  </a:lnTo>
                  <a:lnTo>
                    <a:pt x="2025558" y="1394971"/>
                  </a:lnTo>
                  <a:lnTo>
                    <a:pt x="2026226" y="1394971"/>
                  </a:lnTo>
                  <a:lnTo>
                    <a:pt x="2026894" y="1394971"/>
                  </a:lnTo>
                  <a:lnTo>
                    <a:pt x="2027562" y="1394971"/>
                  </a:lnTo>
                  <a:lnTo>
                    <a:pt x="2028230" y="1436396"/>
                  </a:lnTo>
                  <a:lnTo>
                    <a:pt x="2028898" y="1371342"/>
                  </a:lnTo>
                  <a:lnTo>
                    <a:pt x="2029566" y="1367487"/>
                  </a:lnTo>
                  <a:lnTo>
                    <a:pt x="2030234" y="1394971"/>
                  </a:lnTo>
                  <a:lnTo>
                    <a:pt x="2030902" y="1394971"/>
                  </a:lnTo>
                  <a:lnTo>
                    <a:pt x="2031570" y="1394971"/>
                  </a:lnTo>
                  <a:lnTo>
                    <a:pt x="2032239" y="1394971"/>
                  </a:lnTo>
                  <a:lnTo>
                    <a:pt x="2032907" y="1394971"/>
                  </a:lnTo>
                  <a:lnTo>
                    <a:pt x="2033575" y="1394971"/>
                  </a:lnTo>
                  <a:lnTo>
                    <a:pt x="2034243" y="1394971"/>
                  </a:lnTo>
                  <a:lnTo>
                    <a:pt x="2034911" y="1394971"/>
                  </a:lnTo>
                  <a:lnTo>
                    <a:pt x="2035579" y="1394971"/>
                  </a:lnTo>
                  <a:lnTo>
                    <a:pt x="2036247" y="1394971"/>
                  </a:lnTo>
                  <a:lnTo>
                    <a:pt x="2036915" y="1394971"/>
                  </a:lnTo>
                  <a:lnTo>
                    <a:pt x="2037583" y="1394971"/>
                  </a:lnTo>
                  <a:lnTo>
                    <a:pt x="2038251" y="1427895"/>
                  </a:lnTo>
                  <a:lnTo>
                    <a:pt x="2038919" y="1508795"/>
                  </a:lnTo>
                  <a:lnTo>
                    <a:pt x="2039587" y="1579623"/>
                  </a:lnTo>
                  <a:lnTo>
                    <a:pt x="2040255" y="1579623"/>
                  </a:lnTo>
                  <a:lnTo>
                    <a:pt x="2040923" y="1579623"/>
                  </a:lnTo>
                  <a:lnTo>
                    <a:pt x="2041591" y="1579623"/>
                  </a:lnTo>
                  <a:lnTo>
                    <a:pt x="2042259" y="1579623"/>
                  </a:lnTo>
                  <a:lnTo>
                    <a:pt x="2042927" y="1579623"/>
                  </a:lnTo>
                  <a:lnTo>
                    <a:pt x="2043595" y="1579623"/>
                  </a:lnTo>
                  <a:lnTo>
                    <a:pt x="2044263" y="1579623"/>
                  </a:lnTo>
                  <a:lnTo>
                    <a:pt x="2044931" y="1579623"/>
                  </a:lnTo>
                  <a:lnTo>
                    <a:pt x="2045599" y="1579623"/>
                  </a:lnTo>
                  <a:lnTo>
                    <a:pt x="2046267" y="1579623"/>
                  </a:lnTo>
                  <a:lnTo>
                    <a:pt x="2046935" y="1579623"/>
                  </a:lnTo>
                  <a:lnTo>
                    <a:pt x="2047603" y="1579623"/>
                  </a:lnTo>
                  <a:lnTo>
                    <a:pt x="2048271" y="1579623"/>
                  </a:lnTo>
                  <a:lnTo>
                    <a:pt x="2048939" y="1579623"/>
                  </a:lnTo>
                  <a:lnTo>
                    <a:pt x="2049607" y="1579623"/>
                  </a:lnTo>
                  <a:lnTo>
                    <a:pt x="2050275" y="1579623"/>
                  </a:lnTo>
                  <a:lnTo>
                    <a:pt x="2050943" y="1579623"/>
                  </a:lnTo>
                  <a:lnTo>
                    <a:pt x="2051611" y="1579623"/>
                  </a:lnTo>
                  <a:lnTo>
                    <a:pt x="2052279" y="1579623"/>
                  </a:lnTo>
                  <a:lnTo>
                    <a:pt x="2052947" y="1579623"/>
                  </a:lnTo>
                  <a:lnTo>
                    <a:pt x="2053615" y="1579623"/>
                  </a:lnTo>
                  <a:lnTo>
                    <a:pt x="2054283" y="1579623"/>
                  </a:lnTo>
                  <a:lnTo>
                    <a:pt x="2054951" y="1579623"/>
                  </a:lnTo>
                  <a:lnTo>
                    <a:pt x="2055619" y="1579623"/>
                  </a:lnTo>
                  <a:lnTo>
                    <a:pt x="2056287" y="1579623"/>
                  </a:lnTo>
                  <a:lnTo>
                    <a:pt x="2056956" y="1579623"/>
                  </a:lnTo>
                  <a:lnTo>
                    <a:pt x="2057624" y="1579623"/>
                  </a:lnTo>
                  <a:lnTo>
                    <a:pt x="2058292" y="1579623"/>
                  </a:lnTo>
                  <a:lnTo>
                    <a:pt x="2058960" y="1579623"/>
                  </a:lnTo>
                  <a:lnTo>
                    <a:pt x="2059628" y="1579623"/>
                  </a:lnTo>
                  <a:lnTo>
                    <a:pt x="2060296" y="1579623"/>
                  </a:lnTo>
                  <a:lnTo>
                    <a:pt x="2060964" y="1579623"/>
                  </a:lnTo>
                  <a:lnTo>
                    <a:pt x="2061632" y="1579762"/>
                  </a:lnTo>
                  <a:lnTo>
                    <a:pt x="2062300" y="1579762"/>
                  </a:lnTo>
                  <a:lnTo>
                    <a:pt x="2062968" y="1579762"/>
                  </a:lnTo>
                  <a:lnTo>
                    <a:pt x="2063636" y="1579762"/>
                  </a:lnTo>
                  <a:lnTo>
                    <a:pt x="2064304" y="1579762"/>
                  </a:lnTo>
                  <a:lnTo>
                    <a:pt x="2064972" y="1579762"/>
                  </a:lnTo>
                  <a:lnTo>
                    <a:pt x="2065640" y="1579762"/>
                  </a:lnTo>
                  <a:lnTo>
                    <a:pt x="2066308" y="1579762"/>
                  </a:lnTo>
                  <a:lnTo>
                    <a:pt x="2066976" y="1579762"/>
                  </a:lnTo>
                  <a:lnTo>
                    <a:pt x="2067644" y="1579762"/>
                  </a:lnTo>
                  <a:lnTo>
                    <a:pt x="2068312" y="1579762"/>
                  </a:lnTo>
                  <a:lnTo>
                    <a:pt x="2068980" y="1579762"/>
                  </a:lnTo>
                  <a:lnTo>
                    <a:pt x="2069648" y="1579762"/>
                  </a:lnTo>
                  <a:lnTo>
                    <a:pt x="2070316" y="1579762"/>
                  </a:lnTo>
                  <a:lnTo>
                    <a:pt x="2070984" y="1579762"/>
                  </a:lnTo>
                  <a:lnTo>
                    <a:pt x="2071652" y="1579762"/>
                  </a:lnTo>
                  <a:lnTo>
                    <a:pt x="2072320" y="1579762"/>
                  </a:lnTo>
                  <a:lnTo>
                    <a:pt x="2072988" y="1579762"/>
                  </a:lnTo>
                  <a:lnTo>
                    <a:pt x="2073656" y="1579762"/>
                  </a:lnTo>
                  <a:lnTo>
                    <a:pt x="2074324" y="1579762"/>
                  </a:lnTo>
                  <a:lnTo>
                    <a:pt x="2074992" y="1579762"/>
                  </a:lnTo>
                  <a:lnTo>
                    <a:pt x="2075660" y="1579762"/>
                  </a:lnTo>
                  <a:lnTo>
                    <a:pt x="2076328" y="1579762"/>
                  </a:lnTo>
                  <a:lnTo>
                    <a:pt x="2076996" y="1579762"/>
                  </a:lnTo>
                  <a:lnTo>
                    <a:pt x="2077664" y="1579762"/>
                  </a:lnTo>
                  <a:lnTo>
                    <a:pt x="2078332" y="1579762"/>
                  </a:lnTo>
                  <a:lnTo>
                    <a:pt x="2079000" y="1579762"/>
                  </a:lnTo>
                  <a:lnTo>
                    <a:pt x="2079668" y="1579762"/>
                  </a:lnTo>
                  <a:lnTo>
                    <a:pt x="2080336" y="1579762"/>
                  </a:lnTo>
                  <a:lnTo>
                    <a:pt x="2081004" y="1579762"/>
                  </a:lnTo>
                  <a:lnTo>
                    <a:pt x="2081673" y="1579762"/>
                  </a:lnTo>
                  <a:lnTo>
                    <a:pt x="2082341" y="1579762"/>
                  </a:lnTo>
                  <a:lnTo>
                    <a:pt x="2083009" y="1579762"/>
                  </a:lnTo>
                  <a:lnTo>
                    <a:pt x="2083677" y="1579762"/>
                  </a:lnTo>
                  <a:lnTo>
                    <a:pt x="2084345" y="1579762"/>
                  </a:lnTo>
                  <a:lnTo>
                    <a:pt x="2085013" y="1579762"/>
                  </a:lnTo>
                  <a:lnTo>
                    <a:pt x="2085681" y="1579762"/>
                  </a:lnTo>
                  <a:lnTo>
                    <a:pt x="2086349" y="1579762"/>
                  </a:lnTo>
                  <a:lnTo>
                    <a:pt x="2087017" y="1579762"/>
                  </a:lnTo>
                  <a:lnTo>
                    <a:pt x="2087685" y="1579762"/>
                  </a:lnTo>
                  <a:lnTo>
                    <a:pt x="2088353" y="1579762"/>
                  </a:lnTo>
                  <a:lnTo>
                    <a:pt x="2089021" y="1579762"/>
                  </a:lnTo>
                  <a:lnTo>
                    <a:pt x="2089689" y="1579762"/>
                  </a:lnTo>
                  <a:lnTo>
                    <a:pt x="2090357" y="1579762"/>
                  </a:lnTo>
                  <a:lnTo>
                    <a:pt x="2091025" y="1579762"/>
                  </a:lnTo>
                  <a:lnTo>
                    <a:pt x="2091693" y="1579762"/>
                  </a:lnTo>
                  <a:lnTo>
                    <a:pt x="2092361" y="1574648"/>
                  </a:lnTo>
                  <a:lnTo>
                    <a:pt x="2093029" y="1480680"/>
                  </a:lnTo>
                  <a:lnTo>
                    <a:pt x="2093697" y="1476111"/>
                  </a:lnTo>
                  <a:lnTo>
                    <a:pt x="2094365" y="1394971"/>
                  </a:lnTo>
                  <a:lnTo>
                    <a:pt x="2095033" y="1394971"/>
                  </a:lnTo>
                  <a:lnTo>
                    <a:pt x="2095701" y="1485555"/>
                  </a:lnTo>
                  <a:lnTo>
                    <a:pt x="2096369" y="1496072"/>
                  </a:lnTo>
                  <a:lnTo>
                    <a:pt x="2097037" y="1443148"/>
                  </a:lnTo>
                  <a:lnTo>
                    <a:pt x="2097705" y="1381965"/>
                  </a:lnTo>
                  <a:lnTo>
                    <a:pt x="2098373" y="1306006"/>
                  </a:lnTo>
                  <a:lnTo>
                    <a:pt x="2099041" y="1306730"/>
                  </a:lnTo>
                  <a:lnTo>
                    <a:pt x="2099709" y="1340261"/>
                  </a:lnTo>
                  <a:lnTo>
                    <a:pt x="2100377" y="1350413"/>
                  </a:lnTo>
                  <a:lnTo>
                    <a:pt x="2101045" y="1350413"/>
                  </a:lnTo>
                  <a:lnTo>
                    <a:pt x="2101713" y="1350413"/>
                  </a:lnTo>
                  <a:lnTo>
                    <a:pt x="2102381" y="1350413"/>
                  </a:lnTo>
                  <a:lnTo>
                    <a:pt x="2103049" y="1311500"/>
                  </a:lnTo>
                  <a:lnTo>
                    <a:pt x="2103717" y="1301510"/>
                  </a:lnTo>
                  <a:lnTo>
                    <a:pt x="2104385" y="1350413"/>
                  </a:lnTo>
                  <a:lnTo>
                    <a:pt x="2105053" y="1350413"/>
                  </a:lnTo>
                  <a:lnTo>
                    <a:pt x="2105721" y="1345588"/>
                  </a:lnTo>
                  <a:lnTo>
                    <a:pt x="2106390" y="1345588"/>
                  </a:lnTo>
                  <a:lnTo>
                    <a:pt x="2107058" y="1383298"/>
                  </a:lnTo>
                  <a:lnTo>
                    <a:pt x="2107726" y="1372361"/>
                  </a:lnTo>
                  <a:lnTo>
                    <a:pt x="2108394" y="1375546"/>
                  </a:lnTo>
                  <a:lnTo>
                    <a:pt x="2109062" y="1401499"/>
                  </a:lnTo>
                  <a:lnTo>
                    <a:pt x="2109730" y="1439573"/>
                  </a:lnTo>
                  <a:lnTo>
                    <a:pt x="2110398" y="1420472"/>
                  </a:lnTo>
                  <a:lnTo>
                    <a:pt x="2111066" y="1439573"/>
                  </a:lnTo>
                  <a:lnTo>
                    <a:pt x="2111734" y="1446374"/>
                  </a:lnTo>
                  <a:lnTo>
                    <a:pt x="2112402" y="1446374"/>
                  </a:lnTo>
                  <a:lnTo>
                    <a:pt x="2113070" y="1502223"/>
                  </a:lnTo>
                  <a:lnTo>
                    <a:pt x="2113738" y="1521974"/>
                  </a:lnTo>
                  <a:lnTo>
                    <a:pt x="2114406" y="1521974"/>
                  </a:lnTo>
                  <a:lnTo>
                    <a:pt x="2115074" y="1521974"/>
                  </a:lnTo>
                  <a:lnTo>
                    <a:pt x="2115742" y="1521974"/>
                  </a:lnTo>
                  <a:lnTo>
                    <a:pt x="2116410" y="1521974"/>
                  </a:lnTo>
                  <a:lnTo>
                    <a:pt x="2117078" y="1521974"/>
                  </a:lnTo>
                  <a:lnTo>
                    <a:pt x="2117746" y="1525998"/>
                  </a:lnTo>
                  <a:lnTo>
                    <a:pt x="2118414" y="1579762"/>
                  </a:lnTo>
                  <a:lnTo>
                    <a:pt x="2119082" y="1579762"/>
                  </a:lnTo>
                  <a:lnTo>
                    <a:pt x="2119750" y="1579762"/>
                  </a:lnTo>
                  <a:lnTo>
                    <a:pt x="2120418" y="1579762"/>
                  </a:lnTo>
                  <a:lnTo>
                    <a:pt x="2121086" y="1579762"/>
                  </a:lnTo>
                  <a:lnTo>
                    <a:pt x="2121754" y="1579762"/>
                  </a:lnTo>
                  <a:lnTo>
                    <a:pt x="2122422" y="1579762"/>
                  </a:lnTo>
                  <a:lnTo>
                    <a:pt x="2123090" y="1579762"/>
                  </a:lnTo>
                  <a:lnTo>
                    <a:pt x="2123758" y="1579762"/>
                  </a:lnTo>
                  <a:lnTo>
                    <a:pt x="2124426" y="1579762"/>
                  </a:lnTo>
                  <a:lnTo>
                    <a:pt x="2125094" y="1579762"/>
                  </a:lnTo>
                  <a:lnTo>
                    <a:pt x="2125762" y="1579762"/>
                  </a:lnTo>
                  <a:lnTo>
                    <a:pt x="2126430" y="1579762"/>
                  </a:lnTo>
                  <a:lnTo>
                    <a:pt x="2127098" y="1579762"/>
                  </a:lnTo>
                  <a:lnTo>
                    <a:pt x="2127766" y="1579762"/>
                  </a:lnTo>
                  <a:lnTo>
                    <a:pt x="2128434" y="1579762"/>
                  </a:lnTo>
                  <a:lnTo>
                    <a:pt x="2129102" y="1579762"/>
                  </a:lnTo>
                  <a:lnTo>
                    <a:pt x="2129770" y="1579762"/>
                  </a:lnTo>
                  <a:lnTo>
                    <a:pt x="2130439" y="1579762"/>
                  </a:lnTo>
                  <a:lnTo>
                    <a:pt x="2131107" y="1579762"/>
                  </a:lnTo>
                  <a:lnTo>
                    <a:pt x="2131775" y="1579762"/>
                  </a:lnTo>
                  <a:lnTo>
                    <a:pt x="2132443" y="1579762"/>
                  </a:lnTo>
                  <a:lnTo>
                    <a:pt x="2133111" y="1579762"/>
                  </a:lnTo>
                  <a:lnTo>
                    <a:pt x="2133779" y="1579762"/>
                  </a:lnTo>
                  <a:lnTo>
                    <a:pt x="2134447" y="1579762"/>
                  </a:lnTo>
                  <a:lnTo>
                    <a:pt x="2135115" y="1579762"/>
                  </a:lnTo>
                  <a:lnTo>
                    <a:pt x="2135783" y="1579623"/>
                  </a:lnTo>
                  <a:lnTo>
                    <a:pt x="2136451" y="1579623"/>
                  </a:lnTo>
                  <a:lnTo>
                    <a:pt x="2137119" y="1579623"/>
                  </a:lnTo>
                  <a:lnTo>
                    <a:pt x="2137787" y="1579623"/>
                  </a:lnTo>
                  <a:lnTo>
                    <a:pt x="2138455" y="1579623"/>
                  </a:lnTo>
                  <a:lnTo>
                    <a:pt x="2139123" y="1579623"/>
                  </a:lnTo>
                  <a:lnTo>
                    <a:pt x="2139791" y="1579623"/>
                  </a:lnTo>
                  <a:lnTo>
                    <a:pt x="2140459" y="1579623"/>
                  </a:lnTo>
                  <a:lnTo>
                    <a:pt x="2141127" y="1579762"/>
                  </a:lnTo>
                  <a:lnTo>
                    <a:pt x="2141795" y="1579762"/>
                  </a:lnTo>
                  <a:lnTo>
                    <a:pt x="2142463" y="1579762"/>
                  </a:lnTo>
                  <a:lnTo>
                    <a:pt x="2143131" y="1579762"/>
                  </a:lnTo>
                  <a:lnTo>
                    <a:pt x="2143799" y="1579762"/>
                  </a:lnTo>
                  <a:lnTo>
                    <a:pt x="2144467" y="1579762"/>
                  </a:lnTo>
                  <a:lnTo>
                    <a:pt x="2145135" y="1579762"/>
                  </a:lnTo>
                  <a:lnTo>
                    <a:pt x="2145803" y="1579762"/>
                  </a:lnTo>
                  <a:lnTo>
                    <a:pt x="2146471" y="1579762"/>
                  </a:lnTo>
                  <a:lnTo>
                    <a:pt x="2147139" y="1579762"/>
                  </a:lnTo>
                  <a:lnTo>
                    <a:pt x="2147807" y="1579762"/>
                  </a:lnTo>
                  <a:lnTo>
                    <a:pt x="2148475" y="1579762"/>
                  </a:lnTo>
                  <a:lnTo>
                    <a:pt x="2149143" y="1579762"/>
                  </a:lnTo>
                  <a:lnTo>
                    <a:pt x="2149811" y="1579762"/>
                  </a:lnTo>
                  <a:lnTo>
                    <a:pt x="2150479" y="1579762"/>
                  </a:lnTo>
                  <a:lnTo>
                    <a:pt x="2151147" y="1579762"/>
                  </a:lnTo>
                  <a:lnTo>
                    <a:pt x="2151815" y="1579762"/>
                  </a:lnTo>
                  <a:lnTo>
                    <a:pt x="2152483" y="1579623"/>
                  </a:lnTo>
                  <a:lnTo>
                    <a:pt x="2153151" y="1579623"/>
                  </a:lnTo>
                  <a:lnTo>
                    <a:pt x="2153819" y="1579623"/>
                  </a:lnTo>
                  <a:lnTo>
                    <a:pt x="2154487" y="1579623"/>
                  </a:lnTo>
                  <a:lnTo>
                    <a:pt x="2155156" y="1579623"/>
                  </a:lnTo>
                  <a:lnTo>
                    <a:pt x="2155824" y="1579623"/>
                  </a:lnTo>
                  <a:lnTo>
                    <a:pt x="2156492" y="1579623"/>
                  </a:lnTo>
                  <a:lnTo>
                    <a:pt x="2157160" y="1579623"/>
                  </a:lnTo>
                  <a:lnTo>
                    <a:pt x="2157828" y="1579623"/>
                  </a:lnTo>
                  <a:lnTo>
                    <a:pt x="2158496" y="1579623"/>
                  </a:lnTo>
                  <a:lnTo>
                    <a:pt x="2159164" y="1579623"/>
                  </a:lnTo>
                  <a:lnTo>
                    <a:pt x="2159832" y="1579762"/>
                  </a:lnTo>
                  <a:lnTo>
                    <a:pt x="2160500" y="1579762"/>
                  </a:lnTo>
                  <a:lnTo>
                    <a:pt x="2161168" y="1579762"/>
                  </a:lnTo>
                  <a:lnTo>
                    <a:pt x="2161836" y="1579762"/>
                  </a:lnTo>
                  <a:lnTo>
                    <a:pt x="2162504" y="1579762"/>
                  </a:lnTo>
                  <a:lnTo>
                    <a:pt x="2163172" y="1579762"/>
                  </a:lnTo>
                  <a:lnTo>
                    <a:pt x="2163840" y="1579762"/>
                  </a:lnTo>
                  <a:lnTo>
                    <a:pt x="2164508" y="1579762"/>
                  </a:lnTo>
                  <a:lnTo>
                    <a:pt x="2165176" y="1579762"/>
                  </a:lnTo>
                  <a:lnTo>
                    <a:pt x="2165844" y="1579762"/>
                  </a:lnTo>
                  <a:lnTo>
                    <a:pt x="2166512" y="1579762"/>
                  </a:lnTo>
                  <a:lnTo>
                    <a:pt x="2167180" y="1579762"/>
                  </a:lnTo>
                  <a:lnTo>
                    <a:pt x="2167848" y="1579762"/>
                  </a:lnTo>
                  <a:lnTo>
                    <a:pt x="2168516" y="1579762"/>
                  </a:lnTo>
                  <a:lnTo>
                    <a:pt x="2169184" y="1579762"/>
                  </a:lnTo>
                  <a:lnTo>
                    <a:pt x="2169852" y="1579762"/>
                  </a:lnTo>
                  <a:lnTo>
                    <a:pt x="2170520" y="1579762"/>
                  </a:lnTo>
                  <a:lnTo>
                    <a:pt x="2171188" y="1579623"/>
                  </a:lnTo>
                  <a:lnTo>
                    <a:pt x="2171856" y="1579623"/>
                  </a:lnTo>
                  <a:lnTo>
                    <a:pt x="2172524" y="1579623"/>
                  </a:lnTo>
                  <a:lnTo>
                    <a:pt x="2173192" y="1579623"/>
                  </a:lnTo>
                  <a:lnTo>
                    <a:pt x="2173860" y="1579623"/>
                  </a:lnTo>
                  <a:lnTo>
                    <a:pt x="2174528" y="1579623"/>
                  </a:lnTo>
                  <a:lnTo>
                    <a:pt x="2175196" y="1579623"/>
                  </a:lnTo>
                  <a:lnTo>
                    <a:pt x="2175864" y="1579623"/>
                  </a:lnTo>
                  <a:lnTo>
                    <a:pt x="2176532" y="1579623"/>
                  </a:lnTo>
                  <a:lnTo>
                    <a:pt x="2177200" y="1579623"/>
                  </a:lnTo>
                  <a:lnTo>
                    <a:pt x="2177868" y="1579623"/>
                  </a:lnTo>
                  <a:lnTo>
                    <a:pt x="2178536" y="1579623"/>
                  </a:lnTo>
                  <a:lnTo>
                    <a:pt x="2179204" y="1579623"/>
                  </a:lnTo>
                  <a:lnTo>
                    <a:pt x="2179873" y="1579623"/>
                  </a:lnTo>
                  <a:lnTo>
                    <a:pt x="2180541" y="1579623"/>
                  </a:lnTo>
                  <a:lnTo>
                    <a:pt x="2181209" y="1579623"/>
                  </a:lnTo>
                  <a:lnTo>
                    <a:pt x="2181877" y="1579623"/>
                  </a:lnTo>
                  <a:lnTo>
                    <a:pt x="2182545" y="1579623"/>
                  </a:lnTo>
                  <a:lnTo>
                    <a:pt x="2183213" y="1579623"/>
                  </a:lnTo>
                  <a:lnTo>
                    <a:pt x="2183881" y="1579623"/>
                  </a:lnTo>
                  <a:lnTo>
                    <a:pt x="2184549" y="1579623"/>
                  </a:lnTo>
                  <a:lnTo>
                    <a:pt x="2185217" y="1579623"/>
                  </a:lnTo>
                  <a:lnTo>
                    <a:pt x="2185885" y="1579623"/>
                  </a:lnTo>
                  <a:lnTo>
                    <a:pt x="2186553" y="1579623"/>
                  </a:lnTo>
                  <a:lnTo>
                    <a:pt x="2187221" y="1579623"/>
                  </a:lnTo>
                  <a:lnTo>
                    <a:pt x="2187889" y="1579623"/>
                  </a:lnTo>
                  <a:lnTo>
                    <a:pt x="2188557" y="1579623"/>
                  </a:lnTo>
                  <a:lnTo>
                    <a:pt x="2189225" y="1579623"/>
                  </a:lnTo>
                  <a:lnTo>
                    <a:pt x="2189893" y="1579623"/>
                  </a:lnTo>
                  <a:lnTo>
                    <a:pt x="2190561" y="1579623"/>
                  </a:lnTo>
                  <a:lnTo>
                    <a:pt x="2191229" y="1579623"/>
                  </a:lnTo>
                  <a:lnTo>
                    <a:pt x="2191897" y="1579623"/>
                  </a:lnTo>
                  <a:lnTo>
                    <a:pt x="2192565" y="1579623"/>
                  </a:lnTo>
                  <a:lnTo>
                    <a:pt x="2193233" y="1579623"/>
                  </a:lnTo>
                  <a:lnTo>
                    <a:pt x="2193901" y="1579623"/>
                  </a:lnTo>
                  <a:lnTo>
                    <a:pt x="2194569" y="1579623"/>
                  </a:lnTo>
                  <a:lnTo>
                    <a:pt x="2195237" y="1579623"/>
                  </a:lnTo>
                  <a:lnTo>
                    <a:pt x="2195905" y="1579623"/>
                  </a:lnTo>
                  <a:lnTo>
                    <a:pt x="2196573" y="1579623"/>
                  </a:lnTo>
                  <a:lnTo>
                    <a:pt x="2197241" y="1579623"/>
                  </a:lnTo>
                  <a:lnTo>
                    <a:pt x="2197909" y="1579623"/>
                  </a:lnTo>
                  <a:lnTo>
                    <a:pt x="2198577" y="1579623"/>
                  </a:lnTo>
                  <a:lnTo>
                    <a:pt x="2199245" y="1579623"/>
                  </a:lnTo>
                  <a:lnTo>
                    <a:pt x="2199913" y="1579623"/>
                  </a:lnTo>
                  <a:lnTo>
                    <a:pt x="2200581" y="1579623"/>
                  </a:lnTo>
                  <a:lnTo>
                    <a:pt x="2201249" y="1579623"/>
                  </a:lnTo>
                  <a:lnTo>
                    <a:pt x="2201917" y="1579623"/>
                  </a:lnTo>
                  <a:lnTo>
                    <a:pt x="2202585" y="1579623"/>
                  </a:lnTo>
                  <a:lnTo>
                    <a:pt x="2203253" y="1579623"/>
                  </a:lnTo>
                  <a:lnTo>
                    <a:pt x="2203921" y="1579762"/>
                  </a:lnTo>
                  <a:lnTo>
                    <a:pt x="2204590" y="1579762"/>
                  </a:lnTo>
                  <a:lnTo>
                    <a:pt x="2205258" y="1579762"/>
                  </a:lnTo>
                  <a:lnTo>
                    <a:pt x="2205926" y="1579762"/>
                  </a:lnTo>
                  <a:lnTo>
                    <a:pt x="2206594" y="1579762"/>
                  </a:lnTo>
                  <a:lnTo>
                    <a:pt x="2207262" y="1579762"/>
                  </a:lnTo>
                  <a:lnTo>
                    <a:pt x="2207930" y="1579762"/>
                  </a:lnTo>
                  <a:lnTo>
                    <a:pt x="2208598" y="1579762"/>
                  </a:lnTo>
                  <a:lnTo>
                    <a:pt x="2209266" y="1579762"/>
                  </a:lnTo>
                  <a:lnTo>
                    <a:pt x="2209934" y="1579762"/>
                  </a:lnTo>
                  <a:lnTo>
                    <a:pt x="2210602" y="1579762"/>
                  </a:lnTo>
                  <a:lnTo>
                    <a:pt x="2211270" y="1579762"/>
                  </a:lnTo>
                  <a:lnTo>
                    <a:pt x="2211938" y="1579762"/>
                  </a:lnTo>
                  <a:lnTo>
                    <a:pt x="2212606" y="1579762"/>
                  </a:lnTo>
                  <a:lnTo>
                    <a:pt x="2213274" y="1579762"/>
                  </a:lnTo>
                  <a:lnTo>
                    <a:pt x="2213942" y="1579762"/>
                  </a:lnTo>
                  <a:lnTo>
                    <a:pt x="2214610" y="1579762"/>
                  </a:lnTo>
                  <a:lnTo>
                    <a:pt x="2215278" y="1579623"/>
                  </a:lnTo>
                  <a:lnTo>
                    <a:pt x="2215946" y="1579623"/>
                  </a:lnTo>
                  <a:lnTo>
                    <a:pt x="2216614" y="1579623"/>
                  </a:lnTo>
                  <a:lnTo>
                    <a:pt x="2217282" y="1579623"/>
                  </a:lnTo>
                  <a:lnTo>
                    <a:pt x="2217950" y="1579623"/>
                  </a:lnTo>
                  <a:lnTo>
                    <a:pt x="2218618" y="1579623"/>
                  </a:lnTo>
                  <a:lnTo>
                    <a:pt x="2219286" y="1579623"/>
                  </a:lnTo>
                  <a:lnTo>
                    <a:pt x="2219954" y="1579623"/>
                  </a:lnTo>
                  <a:lnTo>
                    <a:pt x="2220622" y="1579623"/>
                  </a:lnTo>
                  <a:lnTo>
                    <a:pt x="2221290" y="1579623"/>
                  </a:lnTo>
                  <a:lnTo>
                    <a:pt x="2221958" y="1579623"/>
                  </a:lnTo>
                  <a:lnTo>
                    <a:pt x="2222626" y="1579623"/>
                  </a:lnTo>
                  <a:lnTo>
                    <a:pt x="2223294" y="1579623"/>
                  </a:lnTo>
                  <a:lnTo>
                    <a:pt x="2223962" y="1579623"/>
                  </a:lnTo>
                  <a:lnTo>
                    <a:pt x="2224630" y="1579623"/>
                  </a:lnTo>
                  <a:lnTo>
                    <a:pt x="2225298" y="1579623"/>
                  </a:lnTo>
                  <a:lnTo>
                    <a:pt x="2225966" y="1579623"/>
                  </a:lnTo>
                  <a:lnTo>
                    <a:pt x="2226634" y="1579623"/>
                  </a:lnTo>
                  <a:lnTo>
                    <a:pt x="2227302" y="1579623"/>
                  </a:lnTo>
                  <a:lnTo>
                    <a:pt x="2227970" y="1579623"/>
                  </a:lnTo>
                  <a:lnTo>
                    <a:pt x="2228639" y="1579623"/>
                  </a:lnTo>
                  <a:lnTo>
                    <a:pt x="2229307" y="1579623"/>
                  </a:lnTo>
                  <a:lnTo>
                    <a:pt x="2229975" y="1579623"/>
                  </a:lnTo>
                  <a:lnTo>
                    <a:pt x="2230643" y="1579623"/>
                  </a:lnTo>
                  <a:lnTo>
                    <a:pt x="2231311" y="1579623"/>
                  </a:lnTo>
                  <a:lnTo>
                    <a:pt x="2231979" y="1579623"/>
                  </a:lnTo>
                  <a:lnTo>
                    <a:pt x="2232647" y="1579623"/>
                  </a:lnTo>
                  <a:lnTo>
                    <a:pt x="2233315" y="1579623"/>
                  </a:lnTo>
                  <a:lnTo>
                    <a:pt x="2233983" y="1579623"/>
                  </a:lnTo>
                  <a:lnTo>
                    <a:pt x="2234651" y="1579623"/>
                  </a:lnTo>
                  <a:lnTo>
                    <a:pt x="2235319" y="1579623"/>
                  </a:lnTo>
                  <a:lnTo>
                    <a:pt x="2235987" y="1579623"/>
                  </a:lnTo>
                  <a:lnTo>
                    <a:pt x="2236655" y="1579623"/>
                  </a:lnTo>
                  <a:lnTo>
                    <a:pt x="2237323" y="1579623"/>
                  </a:lnTo>
                  <a:lnTo>
                    <a:pt x="2237991" y="1579623"/>
                  </a:lnTo>
                  <a:lnTo>
                    <a:pt x="2238659" y="1579623"/>
                  </a:lnTo>
                  <a:lnTo>
                    <a:pt x="2239327" y="1579762"/>
                  </a:lnTo>
                  <a:lnTo>
                    <a:pt x="2239995" y="1579762"/>
                  </a:lnTo>
                  <a:lnTo>
                    <a:pt x="2240663" y="1579762"/>
                  </a:lnTo>
                  <a:lnTo>
                    <a:pt x="2241331" y="1579762"/>
                  </a:lnTo>
                  <a:lnTo>
                    <a:pt x="2241999" y="1579762"/>
                  </a:lnTo>
                  <a:lnTo>
                    <a:pt x="2242667" y="1579762"/>
                  </a:lnTo>
                  <a:lnTo>
                    <a:pt x="2243335" y="1579762"/>
                  </a:lnTo>
                  <a:lnTo>
                    <a:pt x="2244003" y="1579762"/>
                  </a:lnTo>
                  <a:lnTo>
                    <a:pt x="2244671" y="1579762"/>
                  </a:lnTo>
                  <a:lnTo>
                    <a:pt x="2245339" y="1579762"/>
                  </a:lnTo>
                  <a:lnTo>
                    <a:pt x="2246007" y="1579762"/>
                  </a:lnTo>
                  <a:lnTo>
                    <a:pt x="2246675" y="1579762"/>
                  </a:lnTo>
                  <a:lnTo>
                    <a:pt x="2247343" y="1579762"/>
                  </a:lnTo>
                  <a:lnTo>
                    <a:pt x="2248011" y="1579762"/>
                  </a:lnTo>
                  <a:lnTo>
                    <a:pt x="2248679" y="1579762"/>
                  </a:lnTo>
                  <a:lnTo>
                    <a:pt x="2249347" y="1579762"/>
                  </a:lnTo>
                  <a:lnTo>
                    <a:pt x="2250015" y="1579762"/>
                  </a:lnTo>
                  <a:lnTo>
                    <a:pt x="2250683" y="1579623"/>
                  </a:lnTo>
                  <a:lnTo>
                    <a:pt x="2251351" y="1579623"/>
                  </a:lnTo>
                  <a:lnTo>
                    <a:pt x="2252019" y="1579623"/>
                  </a:lnTo>
                  <a:lnTo>
                    <a:pt x="2252687" y="1579623"/>
                  </a:lnTo>
                  <a:lnTo>
                    <a:pt x="2253356" y="1579623"/>
                  </a:lnTo>
                  <a:lnTo>
                    <a:pt x="2254024" y="1579623"/>
                  </a:lnTo>
                  <a:lnTo>
                    <a:pt x="2254692" y="1579623"/>
                  </a:lnTo>
                  <a:lnTo>
                    <a:pt x="2255360" y="1579623"/>
                  </a:lnTo>
                  <a:lnTo>
                    <a:pt x="2256028" y="1579623"/>
                  </a:lnTo>
                  <a:lnTo>
                    <a:pt x="2256696" y="1579623"/>
                  </a:lnTo>
                  <a:lnTo>
                    <a:pt x="2257364" y="1579623"/>
                  </a:lnTo>
                  <a:lnTo>
                    <a:pt x="2258032" y="1579623"/>
                  </a:lnTo>
                  <a:lnTo>
                    <a:pt x="2258700" y="1579623"/>
                  </a:lnTo>
                  <a:lnTo>
                    <a:pt x="2259368" y="1579623"/>
                  </a:lnTo>
                  <a:lnTo>
                    <a:pt x="2260036" y="1579623"/>
                  </a:lnTo>
                  <a:lnTo>
                    <a:pt x="2260704" y="1579623"/>
                  </a:lnTo>
                  <a:lnTo>
                    <a:pt x="2261372" y="1579623"/>
                  </a:lnTo>
                  <a:lnTo>
                    <a:pt x="2262040" y="1579623"/>
                  </a:lnTo>
                  <a:lnTo>
                    <a:pt x="2262708" y="1579623"/>
                  </a:lnTo>
                  <a:lnTo>
                    <a:pt x="2263376" y="1579623"/>
                  </a:lnTo>
                  <a:lnTo>
                    <a:pt x="2264044" y="1579623"/>
                  </a:lnTo>
                  <a:lnTo>
                    <a:pt x="2264712" y="1579623"/>
                  </a:lnTo>
                  <a:lnTo>
                    <a:pt x="2265380" y="1579623"/>
                  </a:lnTo>
                  <a:lnTo>
                    <a:pt x="2266048" y="1579623"/>
                  </a:lnTo>
                  <a:lnTo>
                    <a:pt x="2266716" y="1579623"/>
                  </a:lnTo>
                  <a:lnTo>
                    <a:pt x="2267384" y="1579762"/>
                  </a:lnTo>
                  <a:lnTo>
                    <a:pt x="2268052" y="1579762"/>
                  </a:lnTo>
                  <a:lnTo>
                    <a:pt x="2268720" y="1579762"/>
                  </a:lnTo>
                  <a:lnTo>
                    <a:pt x="2269388" y="1579762"/>
                  </a:lnTo>
                  <a:lnTo>
                    <a:pt x="2270056" y="1579762"/>
                  </a:lnTo>
                  <a:lnTo>
                    <a:pt x="2270724" y="1579762"/>
                  </a:lnTo>
                  <a:lnTo>
                    <a:pt x="2271392" y="1579762"/>
                  </a:lnTo>
                  <a:lnTo>
                    <a:pt x="2272060" y="1579762"/>
                  </a:lnTo>
                  <a:lnTo>
                    <a:pt x="2272728" y="1579762"/>
                  </a:lnTo>
                  <a:lnTo>
                    <a:pt x="2273396" y="1579762"/>
                  </a:lnTo>
                  <a:lnTo>
                    <a:pt x="2274064" y="1579762"/>
                  </a:lnTo>
                  <a:lnTo>
                    <a:pt x="2274732" y="1579762"/>
                  </a:lnTo>
                  <a:lnTo>
                    <a:pt x="2275400" y="1579762"/>
                  </a:lnTo>
                  <a:lnTo>
                    <a:pt x="2276068" y="1579762"/>
                  </a:lnTo>
                  <a:lnTo>
                    <a:pt x="2276736" y="1579762"/>
                  </a:lnTo>
                  <a:lnTo>
                    <a:pt x="2277404" y="1579762"/>
                  </a:lnTo>
                  <a:lnTo>
                    <a:pt x="2278073" y="1579762"/>
                  </a:lnTo>
                  <a:lnTo>
                    <a:pt x="2278741" y="1496072"/>
                  </a:lnTo>
                  <a:lnTo>
                    <a:pt x="2279409" y="1568171"/>
                  </a:lnTo>
                  <a:lnTo>
                    <a:pt x="2280077" y="1548306"/>
                  </a:lnTo>
                  <a:lnTo>
                    <a:pt x="2280745" y="1579623"/>
                  </a:lnTo>
                  <a:lnTo>
                    <a:pt x="2281413" y="1579623"/>
                  </a:lnTo>
                  <a:lnTo>
                    <a:pt x="2282081" y="1579623"/>
                  </a:lnTo>
                  <a:lnTo>
                    <a:pt x="2282749" y="1579623"/>
                  </a:lnTo>
                  <a:lnTo>
                    <a:pt x="2283417" y="1579623"/>
                  </a:lnTo>
                  <a:lnTo>
                    <a:pt x="2284085" y="1579623"/>
                  </a:lnTo>
                  <a:lnTo>
                    <a:pt x="2284753" y="1579623"/>
                  </a:lnTo>
                  <a:lnTo>
                    <a:pt x="2285421" y="1579623"/>
                  </a:lnTo>
                  <a:lnTo>
                    <a:pt x="2286089" y="1579623"/>
                  </a:lnTo>
                  <a:lnTo>
                    <a:pt x="2286757" y="1579623"/>
                  </a:lnTo>
                  <a:lnTo>
                    <a:pt x="2287425" y="1579623"/>
                  </a:lnTo>
                  <a:lnTo>
                    <a:pt x="2288093" y="1579623"/>
                  </a:lnTo>
                  <a:lnTo>
                    <a:pt x="2288761" y="1579623"/>
                  </a:lnTo>
                  <a:lnTo>
                    <a:pt x="2289429" y="1579623"/>
                  </a:lnTo>
                  <a:lnTo>
                    <a:pt x="2290097" y="1579623"/>
                  </a:lnTo>
                  <a:lnTo>
                    <a:pt x="2290765" y="1579623"/>
                  </a:lnTo>
                  <a:lnTo>
                    <a:pt x="2291433" y="1579623"/>
                  </a:lnTo>
                  <a:lnTo>
                    <a:pt x="2292101" y="1579623"/>
                  </a:lnTo>
                  <a:lnTo>
                    <a:pt x="2292769" y="1579623"/>
                  </a:lnTo>
                  <a:lnTo>
                    <a:pt x="2293437" y="1579623"/>
                  </a:lnTo>
                  <a:lnTo>
                    <a:pt x="2294105" y="1579623"/>
                  </a:lnTo>
                  <a:lnTo>
                    <a:pt x="2294773" y="1579623"/>
                  </a:lnTo>
                  <a:lnTo>
                    <a:pt x="2295441" y="1579623"/>
                  </a:lnTo>
                  <a:lnTo>
                    <a:pt x="2296109" y="1579623"/>
                  </a:lnTo>
                  <a:lnTo>
                    <a:pt x="2296777" y="1579762"/>
                  </a:lnTo>
                  <a:lnTo>
                    <a:pt x="2297445" y="1579762"/>
                  </a:lnTo>
                  <a:lnTo>
                    <a:pt x="2298113" y="1579762"/>
                  </a:lnTo>
                  <a:lnTo>
                    <a:pt x="2298781" y="1579762"/>
                  </a:lnTo>
                  <a:lnTo>
                    <a:pt x="2299449" y="1579762"/>
                  </a:lnTo>
                  <a:lnTo>
                    <a:pt x="2300117" y="1579762"/>
                  </a:lnTo>
                  <a:lnTo>
                    <a:pt x="2300785" y="1579762"/>
                  </a:lnTo>
                  <a:lnTo>
                    <a:pt x="2301453" y="1579762"/>
                  </a:lnTo>
                  <a:lnTo>
                    <a:pt x="2302121" y="1579762"/>
                  </a:lnTo>
                  <a:lnTo>
                    <a:pt x="2302790" y="1579762"/>
                  </a:lnTo>
                  <a:lnTo>
                    <a:pt x="2303458" y="1579762"/>
                  </a:lnTo>
                  <a:lnTo>
                    <a:pt x="2304126" y="1579762"/>
                  </a:lnTo>
                  <a:lnTo>
                    <a:pt x="2304794" y="1579762"/>
                  </a:lnTo>
                  <a:lnTo>
                    <a:pt x="2305462" y="1579762"/>
                  </a:lnTo>
                  <a:lnTo>
                    <a:pt x="2306130" y="1579762"/>
                  </a:lnTo>
                  <a:lnTo>
                    <a:pt x="2306798" y="1579762"/>
                  </a:lnTo>
                  <a:lnTo>
                    <a:pt x="2307466" y="1579762"/>
                  </a:lnTo>
                  <a:lnTo>
                    <a:pt x="2308134" y="1579762"/>
                  </a:lnTo>
                  <a:lnTo>
                    <a:pt x="2308802" y="1579762"/>
                  </a:lnTo>
                  <a:lnTo>
                    <a:pt x="2309470" y="1579762"/>
                  </a:lnTo>
                  <a:lnTo>
                    <a:pt x="2310138" y="1579762"/>
                  </a:lnTo>
                  <a:lnTo>
                    <a:pt x="2310806" y="1579762"/>
                  </a:lnTo>
                  <a:lnTo>
                    <a:pt x="2311474" y="1579762"/>
                  </a:lnTo>
                  <a:lnTo>
                    <a:pt x="2312142" y="1579762"/>
                  </a:lnTo>
                  <a:lnTo>
                    <a:pt x="2312810" y="1579762"/>
                  </a:lnTo>
                  <a:lnTo>
                    <a:pt x="2313478" y="1579762"/>
                  </a:lnTo>
                  <a:lnTo>
                    <a:pt x="2314146" y="1579762"/>
                  </a:lnTo>
                  <a:lnTo>
                    <a:pt x="2314814" y="1579762"/>
                  </a:lnTo>
                  <a:lnTo>
                    <a:pt x="2315482" y="1579762"/>
                  </a:lnTo>
                  <a:lnTo>
                    <a:pt x="2316150" y="1579762"/>
                  </a:lnTo>
                  <a:lnTo>
                    <a:pt x="2316818" y="1579762"/>
                  </a:lnTo>
                  <a:lnTo>
                    <a:pt x="2317486" y="1579762"/>
                  </a:lnTo>
                  <a:lnTo>
                    <a:pt x="2318154" y="1579762"/>
                  </a:lnTo>
                  <a:lnTo>
                    <a:pt x="2318822" y="1579623"/>
                  </a:lnTo>
                  <a:lnTo>
                    <a:pt x="2319490" y="1579623"/>
                  </a:lnTo>
                  <a:lnTo>
                    <a:pt x="2320158" y="1579623"/>
                  </a:lnTo>
                  <a:lnTo>
                    <a:pt x="2320826" y="1579623"/>
                  </a:lnTo>
                  <a:lnTo>
                    <a:pt x="2321494" y="1579623"/>
                  </a:lnTo>
                  <a:lnTo>
                    <a:pt x="2322162" y="1579623"/>
                  </a:lnTo>
                  <a:lnTo>
                    <a:pt x="2322830" y="1579623"/>
                  </a:lnTo>
                  <a:lnTo>
                    <a:pt x="2323498" y="1579623"/>
                  </a:lnTo>
                  <a:lnTo>
                    <a:pt x="2324166" y="1579623"/>
                  </a:lnTo>
                  <a:lnTo>
                    <a:pt x="2324834" y="1579623"/>
                  </a:lnTo>
                  <a:lnTo>
                    <a:pt x="2325502" y="1528247"/>
                  </a:lnTo>
                  <a:lnTo>
                    <a:pt x="2326170" y="1480680"/>
                  </a:lnTo>
                  <a:lnTo>
                    <a:pt x="2326839" y="1407121"/>
                  </a:lnTo>
                  <a:lnTo>
                    <a:pt x="2327507" y="1394971"/>
                  </a:lnTo>
                  <a:lnTo>
                    <a:pt x="2328175" y="1394971"/>
                  </a:lnTo>
                  <a:lnTo>
                    <a:pt x="2328843" y="1394971"/>
                  </a:lnTo>
                  <a:lnTo>
                    <a:pt x="2329511" y="1515173"/>
                  </a:lnTo>
                  <a:lnTo>
                    <a:pt x="2330179" y="1521974"/>
                  </a:lnTo>
                  <a:lnTo>
                    <a:pt x="2330847" y="1579762"/>
                  </a:lnTo>
                  <a:lnTo>
                    <a:pt x="2331515" y="1579762"/>
                  </a:lnTo>
                  <a:lnTo>
                    <a:pt x="2332183" y="1579762"/>
                  </a:lnTo>
                  <a:lnTo>
                    <a:pt x="2332851" y="1579762"/>
                  </a:lnTo>
                  <a:lnTo>
                    <a:pt x="2333519" y="1579762"/>
                  </a:lnTo>
                  <a:lnTo>
                    <a:pt x="2334187" y="1579762"/>
                  </a:lnTo>
                  <a:lnTo>
                    <a:pt x="2334855" y="1579762"/>
                  </a:lnTo>
                  <a:lnTo>
                    <a:pt x="2335523" y="1579762"/>
                  </a:lnTo>
                  <a:lnTo>
                    <a:pt x="2336191" y="1579762"/>
                  </a:lnTo>
                  <a:lnTo>
                    <a:pt x="2336859" y="1579762"/>
                  </a:lnTo>
                  <a:lnTo>
                    <a:pt x="2337527" y="1579762"/>
                  </a:lnTo>
                  <a:lnTo>
                    <a:pt x="2338195" y="1579762"/>
                  </a:lnTo>
                  <a:lnTo>
                    <a:pt x="2338863" y="1579762"/>
                  </a:lnTo>
                  <a:lnTo>
                    <a:pt x="2339531" y="1579762"/>
                  </a:lnTo>
                  <a:lnTo>
                    <a:pt x="2340199" y="1579762"/>
                  </a:lnTo>
                  <a:lnTo>
                    <a:pt x="2340867" y="1579762"/>
                  </a:lnTo>
                  <a:lnTo>
                    <a:pt x="2341535" y="1579762"/>
                  </a:lnTo>
                  <a:lnTo>
                    <a:pt x="2342203" y="1579762"/>
                  </a:lnTo>
                  <a:lnTo>
                    <a:pt x="2342871" y="1579762"/>
                  </a:lnTo>
                  <a:lnTo>
                    <a:pt x="2343539" y="1579762"/>
                  </a:lnTo>
                  <a:lnTo>
                    <a:pt x="2344207" y="1579762"/>
                  </a:lnTo>
                  <a:lnTo>
                    <a:pt x="2344875" y="1579762"/>
                  </a:lnTo>
                  <a:lnTo>
                    <a:pt x="2345543" y="1579762"/>
                  </a:lnTo>
                  <a:lnTo>
                    <a:pt x="2346211" y="1579762"/>
                  </a:lnTo>
                  <a:lnTo>
                    <a:pt x="2346879" y="1579762"/>
                  </a:lnTo>
                  <a:lnTo>
                    <a:pt x="2347547" y="1579762"/>
                  </a:lnTo>
                  <a:lnTo>
                    <a:pt x="2348215" y="1579762"/>
                  </a:lnTo>
                  <a:lnTo>
                    <a:pt x="2348883" y="1579762"/>
                  </a:lnTo>
                  <a:lnTo>
                    <a:pt x="2349551" y="1579762"/>
                  </a:lnTo>
                  <a:lnTo>
                    <a:pt x="2350219" y="1579762"/>
                  </a:lnTo>
                  <a:lnTo>
                    <a:pt x="2350887" y="1579762"/>
                  </a:lnTo>
                  <a:lnTo>
                    <a:pt x="2351556" y="1579762"/>
                  </a:lnTo>
                  <a:lnTo>
                    <a:pt x="2352224" y="1579762"/>
                  </a:lnTo>
                  <a:lnTo>
                    <a:pt x="2352892" y="1579762"/>
                  </a:lnTo>
                  <a:lnTo>
                    <a:pt x="2353560" y="1579762"/>
                  </a:lnTo>
                  <a:lnTo>
                    <a:pt x="2354228" y="1579762"/>
                  </a:lnTo>
                  <a:lnTo>
                    <a:pt x="2354896" y="1579762"/>
                  </a:lnTo>
                  <a:lnTo>
                    <a:pt x="2355564" y="1579762"/>
                  </a:lnTo>
                  <a:lnTo>
                    <a:pt x="2356232" y="1579762"/>
                  </a:lnTo>
                  <a:lnTo>
                    <a:pt x="2356900" y="1579623"/>
                  </a:lnTo>
                  <a:lnTo>
                    <a:pt x="2357568" y="1579623"/>
                  </a:lnTo>
                  <a:lnTo>
                    <a:pt x="2358236" y="1579623"/>
                  </a:lnTo>
                  <a:lnTo>
                    <a:pt x="2358904" y="1579623"/>
                  </a:lnTo>
                  <a:lnTo>
                    <a:pt x="2359572" y="1579623"/>
                  </a:lnTo>
                  <a:lnTo>
                    <a:pt x="2360240" y="1579623"/>
                  </a:lnTo>
                  <a:lnTo>
                    <a:pt x="2360908" y="1579623"/>
                  </a:lnTo>
                  <a:lnTo>
                    <a:pt x="2361576" y="1579623"/>
                  </a:lnTo>
                  <a:lnTo>
                    <a:pt x="2362244" y="1579623"/>
                  </a:lnTo>
                  <a:lnTo>
                    <a:pt x="2362912" y="1579623"/>
                  </a:lnTo>
                  <a:lnTo>
                    <a:pt x="2363580" y="1579623"/>
                  </a:lnTo>
                  <a:lnTo>
                    <a:pt x="2364248" y="1579623"/>
                  </a:lnTo>
                  <a:lnTo>
                    <a:pt x="2364916" y="1579623"/>
                  </a:lnTo>
                  <a:lnTo>
                    <a:pt x="2365584" y="1579623"/>
                  </a:lnTo>
                  <a:lnTo>
                    <a:pt x="2366252" y="1579623"/>
                  </a:lnTo>
                  <a:lnTo>
                    <a:pt x="2366920" y="1579623"/>
                  </a:lnTo>
                  <a:lnTo>
                    <a:pt x="2367588" y="1494583"/>
                  </a:lnTo>
                  <a:lnTo>
                    <a:pt x="2368256" y="1480680"/>
                  </a:lnTo>
                  <a:lnTo>
                    <a:pt x="2368924" y="1480680"/>
                  </a:lnTo>
                  <a:lnTo>
                    <a:pt x="2369592" y="1423686"/>
                  </a:lnTo>
                  <a:lnTo>
                    <a:pt x="2370260" y="1394971"/>
                  </a:lnTo>
                  <a:lnTo>
                    <a:pt x="2370928" y="1394971"/>
                  </a:lnTo>
                  <a:lnTo>
                    <a:pt x="2371596" y="1394971"/>
                  </a:lnTo>
                  <a:lnTo>
                    <a:pt x="2372264" y="1394971"/>
                  </a:lnTo>
                  <a:lnTo>
                    <a:pt x="2372932" y="1394971"/>
                  </a:lnTo>
                  <a:lnTo>
                    <a:pt x="2373600" y="1394971"/>
                  </a:lnTo>
                  <a:lnTo>
                    <a:pt x="2374268" y="1394971"/>
                  </a:lnTo>
                  <a:lnTo>
                    <a:pt x="2374936" y="1394971"/>
                  </a:lnTo>
                  <a:lnTo>
                    <a:pt x="2375604" y="1394971"/>
                  </a:lnTo>
                  <a:lnTo>
                    <a:pt x="2376273" y="1394971"/>
                  </a:lnTo>
                  <a:lnTo>
                    <a:pt x="2376941" y="1394971"/>
                  </a:lnTo>
                  <a:lnTo>
                    <a:pt x="2377609" y="1467071"/>
                  </a:lnTo>
                  <a:lnTo>
                    <a:pt x="2378277" y="1480680"/>
                  </a:lnTo>
                  <a:lnTo>
                    <a:pt x="2378945" y="1480680"/>
                  </a:lnTo>
                  <a:lnTo>
                    <a:pt x="2379613" y="1543232"/>
                  </a:lnTo>
                  <a:lnTo>
                    <a:pt x="2380281" y="1579623"/>
                  </a:lnTo>
                  <a:lnTo>
                    <a:pt x="2380949" y="1579623"/>
                  </a:lnTo>
                  <a:lnTo>
                    <a:pt x="2381617" y="1579623"/>
                  </a:lnTo>
                  <a:lnTo>
                    <a:pt x="2382285" y="1579623"/>
                  </a:lnTo>
                  <a:lnTo>
                    <a:pt x="2382953" y="1579623"/>
                  </a:lnTo>
                  <a:lnTo>
                    <a:pt x="2383621" y="1579623"/>
                  </a:lnTo>
                  <a:lnTo>
                    <a:pt x="2384289" y="1579623"/>
                  </a:lnTo>
                  <a:lnTo>
                    <a:pt x="2384957" y="1579623"/>
                  </a:lnTo>
                  <a:lnTo>
                    <a:pt x="2385625" y="1579623"/>
                  </a:lnTo>
                  <a:lnTo>
                    <a:pt x="2386293" y="1579623"/>
                  </a:lnTo>
                  <a:lnTo>
                    <a:pt x="2386961" y="1579623"/>
                  </a:lnTo>
                  <a:lnTo>
                    <a:pt x="2387629" y="1579623"/>
                  </a:lnTo>
                  <a:lnTo>
                    <a:pt x="2388297" y="1579623"/>
                  </a:lnTo>
                  <a:lnTo>
                    <a:pt x="2388965" y="1579623"/>
                  </a:lnTo>
                  <a:lnTo>
                    <a:pt x="2389633" y="1579623"/>
                  </a:lnTo>
                  <a:lnTo>
                    <a:pt x="2390301" y="1579762"/>
                  </a:lnTo>
                  <a:lnTo>
                    <a:pt x="2390969" y="1579762"/>
                  </a:lnTo>
                  <a:lnTo>
                    <a:pt x="2391637" y="1579762"/>
                  </a:lnTo>
                  <a:lnTo>
                    <a:pt x="2392305" y="1579762"/>
                  </a:lnTo>
                  <a:lnTo>
                    <a:pt x="2392973" y="1579762"/>
                  </a:lnTo>
                  <a:lnTo>
                    <a:pt x="2393641" y="1579762"/>
                  </a:lnTo>
                  <a:lnTo>
                    <a:pt x="2394309" y="1579762"/>
                  </a:lnTo>
                  <a:lnTo>
                    <a:pt x="2394977" y="1579762"/>
                  </a:lnTo>
                  <a:lnTo>
                    <a:pt x="2395645" y="1579762"/>
                  </a:lnTo>
                  <a:lnTo>
                    <a:pt x="2396313" y="1579762"/>
                  </a:lnTo>
                  <a:lnTo>
                    <a:pt x="2396981" y="1579762"/>
                  </a:lnTo>
                  <a:lnTo>
                    <a:pt x="2397649" y="1579762"/>
                  </a:lnTo>
                  <a:lnTo>
                    <a:pt x="2398317" y="1579762"/>
                  </a:lnTo>
                  <a:lnTo>
                    <a:pt x="2398985" y="1579762"/>
                  </a:lnTo>
                  <a:lnTo>
                    <a:pt x="2399653" y="1579762"/>
                  </a:lnTo>
                  <a:lnTo>
                    <a:pt x="2400321" y="1579762"/>
                  </a:lnTo>
                  <a:lnTo>
                    <a:pt x="2400990" y="1579762"/>
                  </a:lnTo>
                  <a:lnTo>
                    <a:pt x="2401658" y="1579623"/>
                  </a:lnTo>
                  <a:lnTo>
                    <a:pt x="2402326" y="1579623"/>
                  </a:lnTo>
                  <a:lnTo>
                    <a:pt x="2402994" y="1480680"/>
                  </a:lnTo>
                  <a:lnTo>
                    <a:pt x="2403662" y="1480680"/>
                  </a:lnTo>
                  <a:lnTo>
                    <a:pt x="2404330" y="1367487"/>
                  </a:lnTo>
                  <a:lnTo>
                    <a:pt x="2404998" y="1516132"/>
                  </a:lnTo>
                  <a:lnTo>
                    <a:pt x="2405666" y="1451588"/>
                  </a:lnTo>
                  <a:lnTo>
                    <a:pt x="2406334" y="1472721"/>
                  </a:lnTo>
                  <a:lnTo>
                    <a:pt x="2407002" y="1555528"/>
                  </a:lnTo>
                  <a:lnTo>
                    <a:pt x="2407670" y="1555528"/>
                  </a:lnTo>
                  <a:lnTo>
                    <a:pt x="2408338" y="1555528"/>
                  </a:lnTo>
                  <a:lnTo>
                    <a:pt x="2409006" y="1555528"/>
                  </a:lnTo>
                  <a:lnTo>
                    <a:pt x="2409674" y="1505050"/>
                  </a:lnTo>
                  <a:lnTo>
                    <a:pt x="2410342" y="1499679"/>
                  </a:lnTo>
                  <a:lnTo>
                    <a:pt x="2411010" y="1460767"/>
                  </a:lnTo>
                  <a:lnTo>
                    <a:pt x="2411678" y="1448303"/>
                  </a:lnTo>
                  <a:lnTo>
                    <a:pt x="2412346" y="1448303"/>
                  </a:lnTo>
                  <a:lnTo>
                    <a:pt x="2413014" y="1499679"/>
                  </a:lnTo>
                  <a:lnTo>
                    <a:pt x="2413682" y="1486445"/>
                  </a:lnTo>
                  <a:lnTo>
                    <a:pt x="2414350" y="1518678"/>
                  </a:lnTo>
                  <a:lnTo>
                    <a:pt x="2415018" y="1529310"/>
                  </a:lnTo>
                  <a:lnTo>
                    <a:pt x="2415686" y="1551720"/>
                  </a:lnTo>
                  <a:lnTo>
                    <a:pt x="2416354" y="1579762"/>
                  </a:lnTo>
                  <a:lnTo>
                    <a:pt x="2417022" y="1352845"/>
                  </a:lnTo>
                  <a:lnTo>
                    <a:pt x="2417690" y="1251745"/>
                  </a:lnTo>
                  <a:lnTo>
                    <a:pt x="2418358" y="1251745"/>
                  </a:lnTo>
                  <a:lnTo>
                    <a:pt x="2419026" y="1251745"/>
                  </a:lnTo>
                  <a:lnTo>
                    <a:pt x="2419694" y="1361879"/>
                  </a:lnTo>
                  <a:lnTo>
                    <a:pt x="2420362" y="1352845"/>
                  </a:lnTo>
                  <a:lnTo>
                    <a:pt x="2421030" y="1463635"/>
                  </a:lnTo>
                  <a:lnTo>
                    <a:pt x="2421698" y="1446763"/>
                  </a:lnTo>
                  <a:lnTo>
                    <a:pt x="2422366" y="1406262"/>
                  </a:lnTo>
                  <a:lnTo>
                    <a:pt x="2423034" y="1406262"/>
                  </a:lnTo>
                  <a:lnTo>
                    <a:pt x="2423702" y="1377730"/>
                  </a:lnTo>
                  <a:lnTo>
                    <a:pt x="2424370" y="1406262"/>
                  </a:lnTo>
                  <a:lnTo>
                    <a:pt x="2425039" y="1406262"/>
                  </a:lnTo>
                  <a:lnTo>
                    <a:pt x="2425707" y="1406262"/>
                  </a:lnTo>
                  <a:lnTo>
                    <a:pt x="2426375" y="1421018"/>
                  </a:lnTo>
                  <a:lnTo>
                    <a:pt x="2427043" y="1467438"/>
                  </a:lnTo>
                  <a:lnTo>
                    <a:pt x="2427711" y="1467438"/>
                  </a:lnTo>
                  <a:lnTo>
                    <a:pt x="2428379" y="1467438"/>
                  </a:lnTo>
                  <a:lnTo>
                    <a:pt x="2429047" y="1464236"/>
                  </a:lnTo>
                  <a:lnTo>
                    <a:pt x="2429715" y="1388991"/>
                  </a:lnTo>
                  <a:lnTo>
                    <a:pt x="2430383" y="1406262"/>
                  </a:lnTo>
                  <a:lnTo>
                    <a:pt x="2431051" y="1431296"/>
                  </a:lnTo>
                  <a:lnTo>
                    <a:pt x="2431719" y="1394998"/>
                  </a:lnTo>
                  <a:lnTo>
                    <a:pt x="2432387" y="1446374"/>
                  </a:lnTo>
                  <a:lnTo>
                    <a:pt x="2433055" y="1446374"/>
                  </a:lnTo>
                  <a:lnTo>
                    <a:pt x="2433723" y="1494490"/>
                  </a:lnTo>
                  <a:lnTo>
                    <a:pt x="2434391" y="1473587"/>
                  </a:lnTo>
                  <a:lnTo>
                    <a:pt x="2435059" y="1462612"/>
                  </a:lnTo>
                  <a:lnTo>
                    <a:pt x="2435727" y="1462612"/>
                  </a:lnTo>
                  <a:lnTo>
                    <a:pt x="2436395" y="1467438"/>
                  </a:lnTo>
                  <a:lnTo>
                    <a:pt x="2437063" y="1533897"/>
                  </a:lnTo>
                  <a:lnTo>
                    <a:pt x="2437731" y="1533897"/>
                  </a:lnTo>
                  <a:lnTo>
                    <a:pt x="2438399" y="1533897"/>
                  </a:lnTo>
                  <a:lnTo>
                    <a:pt x="2439067" y="1537114"/>
                  </a:lnTo>
                  <a:lnTo>
                    <a:pt x="2439735" y="1579762"/>
                  </a:lnTo>
                  <a:lnTo>
                    <a:pt x="2440403" y="1579762"/>
                  </a:lnTo>
                  <a:lnTo>
                    <a:pt x="2441071" y="1579762"/>
                  </a:lnTo>
                  <a:lnTo>
                    <a:pt x="2441739" y="1579762"/>
                  </a:lnTo>
                  <a:lnTo>
                    <a:pt x="2442407" y="1579762"/>
                  </a:lnTo>
                  <a:lnTo>
                    <a:pt x="2443075" y="1579762"/>
                  </a:lnTo>
                  <a:lnTo>
                    <a:pt x="2443743" y="1579762"/>
                  </a:lnTo>
                  <a:lnTo>
                    <a:pt x="2444411" y="1579762"/>
                  </a:lnTo>
                  <a:lnTo>
                    <a:pt x="2445079" y="1579762"/>
                  </a:lnTo>
                  <a:lnTo>
                    <a:pt x="2445747" y="1579762"/>
                  </a:lnTo>
                  <a:lnTo>
                    <a:pt x="2446415" y="1579762"/>
                  </a:lnTo>
                  <a:lnTo>
                    <a:pt x="2447083" y="1572676"/>
                  </a:lnTo>
                  <a:lnTo>
                    <a:pt x="2447751" y="1496072"/>
                  </a:lnTo>
                  <a:lnTo>
                    <a:pt x="2448419" y="1496072"/>
                  </a:lnTo>
                  <a:lnTo>
                    <a:pt x="2449087" y="1496072"/>
                  </a:lnTo>
                  <a:lnTo>
                    <a:pt x="2449756" y="1496072"/>
                  </a:lnTo>
                  <a:lnTo>
                    <a:pt x="2450424" y="1496072"/>
                  </a:lnTo>
                  <a:lnTo>
                    <a:pt x="2451092" y="1394971"/>
                  </a:lnTo>
                  <a:lnTo>
                    <a:pt x="2451760" y="1394971"/>
                  </a:lnTo>
                  <a:lnTo>
                    <a:pt x="2452428" y="1394971"/>
                  </a:lnTo>
                  <a:lnTo>
                    <a:pt x="2453096" y="1394971"/>
                  </a:lnTo>
                  <a:lnTo>
                    <a:pt x="2453764" y="1394971"/>
                  </a:lnTo>
                  <a:lnTo>
                    <a:pt x="2454432" y="1394971"/>
                  </a:lnTo>
                  <a:lnTo>
                    <a:pt x="2455100" y="1394971"/>
                  </a:lnTo>
                  <a:lnTo>
                    <a:pt x="2455768" y="1394971"/>
                  </a:lnTo>
                  <a:lnTo>
                    <a:pt x="2456436" y="1467071"/>
                  </a:lnTo>
                  <a:lnTo>
                    <a:pt x="2457104" y="1489915"/>
                  </a:lnTo>
                  <a:lnTo>
                    <a:pt x="2457772" y="1579623"/>
                  </a:lnTo>
                  <a:lnTo>
                    <a:pt x="2458440" y="1579623"/>
                  </a:lnTo>
                  <a:lnTo>
                    <a:pt x="2459108" y="1579623"/>
                  </a:lnTo>
                  <a:lnTo>
                    <a:pt x="2459776" y="1579623"/>
                  </a:lnTo>
                  <a:lnTo>
                    <a:pt x="2460444" y="1579623"/>
                  </a:lnTo>
                  <a:lnTo>
                    <a:pt x="2461112" y="1579623"/>
                  </a:lnTo>
                  <a:lnTo>
                    <a:pt x="2461780" y="1579623"/>
                  </a:lnTo>
                  <a:lnTo>
                    <a:pt x="2462448" y="1579623"/>
                  </a:lnTo>
                  <a:lnTo>
                    <a:pt x="2463116" y="1579623"/>
                  </a:lnTo>
                  <a:lnTo>
                    <a:pt x="2463784" y="1579623"/>
                  </a:lnTo>
                  <a:lnTo>
                    <a:pt x="2464452" y="1579623"/>
                  </a:lnTo>
                  <a:lnTo>
                    <a:pt x="2465120" y="1579623"/>
                  </a:lnTo>
                  <a:lnTo>
                    <a:pt x="2465788" y="1579623"/>
                  </a:lnTo>
                  <a:lnTo>
                    <a:pt x="2466456" y="1579623"/>
                  </a:lnTo>
                  <a:lnTo>
                    <a:pt x="2467124" y="1579623"/>
                  </a:lnTo>
                  <a:lnTo>
                    <a:pt x="2467792" y="1579623"/>
                  </a:lnTo>
                  <a:lnTo>
                    <a:pt x="2468460" y="1579762"/>
                  </a:lnTo>
                  <a:lnTo>
                    <a:pt x="2469128" y="1579762"/>
                  </a:lnTo>
                  <a:lnTo>
                    <a:pt x="2469796" y="1579762"/>
                  </a:lnTo>
                  <a:lnTo>
                    <a:pt x="2470464" y="1579762"/>
                  </a:lnTo>
                  <a:lnTo>
                    <a:pt x="2471132" y="1579762"/>
                  </a:lnTo>
                  <a:lnTo>
                    <a:pt x="2471800" y="1579762"/>
                  </a:lnTo>
                  <a:lnTo>
                    <a:pt x="2472468" y="1579762"/>
                  </a:lnTo>
                  <a:lnTo>
                    <a:pt x="2473136" y="1579762"/>
                  </a:lnTo>
                  <a:lnTo>
                    <a:pt x="2473804" y="1579762"/>
                  </a:lnTo>
                  <a:lnTo>
                    <a:pt x="2474473" y="1579762"/>
                  </a:lnTo>
                  <a:lnTo>
                    <a:pt x="2475141" y="1579762"/>
                  </a:lnTo>
                  <a:lnTo>
                    <a:pt x="2475809" y="1579762"/>
                  </a:lnTo>
                  <a:lnTo>
                    <a:pt x="2476477" y="1579762"/>
                  </a:lnTo>
                  <a:lnTo>
                    <a:pt x="2477145" y="1579762"/>
                  </a:lnTo>
                  <a:lnTo>
                    <a:pt x="2477813" y="1579762"/>
                  </a:lnTo>
                  <a:lnTo>
                    <a:pt x="2478481" y="1579762"/>
                  </a:lnTo>
                  <a:lnTo>
                    <a:pt x="2479149" y="1579762"/>
                  </a:lnTo>
                  <a:lnTo>
                    <a:pt x="2479817" y="1579762"/>
                  </a:lnTo>
                  <a:lnTo>
                    <a:pt x="2480485" y="1579762"/>
                  </a:lnTo>
                  <a:lnTo>
                    <a:pt x="2481153" y="1579762"/>
                  </a:lnTo>
                  <a:lnTo>
                    <a:pt x="2481821" y="1579623"/>
                  </a:lnTo>
                  <a:lnTo>
                    <a:pt x="2482489" y="1579623"/>
                  </a:lnTo>
                  <a:lnTo>
                    <a:pt x="2483157" y="1579623"/>
                  </a:lnTo>
                  <a:lnTo>
                    <a:pt x="2483825" y="1579623"/>
                  </a:lnTo>
                  <a:lnTo>
                    <a:pt x="2484493" y="1579623"/>
                  </a:lnTo>
                  <a:lnTo>
                    <a:pt x="2485161" y="1579623"/>
                  </a:lnTo>
                  <a:lnTo>
                    <a:pt x="2485829" y="1579623"/>
                  </a:lnTo>
                  <a:lnTo>
                    <a:pt x="2486497" y="1579623"/>
                  </a:lnTo>
                  <a:lnTo>
                    <a:pt x="2487165" y="1579623"/>
                  </a:lnTo>
                  <a:lnTo>
                    <a:pt x="2487833" y="1579623"/>
                  </a:lnTo>
                  <a:lnTo>
                    <a:pt x="2488501" y="1579623"/>
                  </a:lnTo>
                  <a:lnTo>
                    <a:pt x="2489169" y="1579623"/>
                  </a:lnTo>
                  <a:lnTo>
                    <a:pt x="2489837" y="1579623"/>
                  </a:lnTo>
                  <a:lnTo>
                    <a:pt x="2490505" y="1579623"/>
                  </a:lnTo>
                  <a:lnTo>
                    <a:pt x="2491173" y="1579762"/>
                  </a:lnTo>
                  <a:lnTo>
                    <a:pt x="2491841" y="1579762"/>
                  </a:lnTo>
                  <a:lnTo>
                    <a:pt x="2492509" y="1579762"/>
                  </a:lnTo>
                  <a:lnTo>
                    <a:pt x="2493177" y="1579762"/>
                  </a:lnTo>
                  <a:lnTo>
                    <a:pt x="2493845" y="1579762"/>
                  </a:lnTo>
                  <a:lnTo>
                    <a:pt x="2494513" y="1579762"/>
                  </a:lnTo>
                  <a:lnTo>
                    <a:pt x="2495181" y="1579762"/>
                  </a:lnTo>
                  <a:lnTo>
                    <a:pt x="2495849" y="1579762"/>
                  </a:lnTo>
                  <a:lnTo>
                    <a:pt x="2496517" y="1579762"/>
                  </a:lnTo>
                  <a:lnTo>
                    <a:pt x="2497185" y="1579762"/>
                  </a:lnTo>
                  <a:lnTo>
                    <a:pt x="2497853" y="1579762"/>
                  </a:lnTo>
                  <a:lnTo>
                    <a:pt x="2498521" y="1579762"/>
                  </a:lnTo>
                  <a:lnTo>
                    <a:pt x="2499190" y="1579762"/>
                  </a:lnTo>
                  <a:lnTo>
                    <a:pt x="2499858" y="1579762"/>
                  </a:lnTo>
                  <a:lnTo>
                    <a:pt x="2500526" y="1579762"/>
                  </a:lnTo>
                  <a:lnTo>
                    <a:pt x="2501194" y="1579762"/>
                  </a:lnTo>
                  <a:lnTo>
                    <a:pt x="2501862" y="1579762"/>
                  </a:lnTo>
                  <a:lnTo>
                    <a:pt x="2502530" y="1579762"/>
                  </a:lnTo>
                  <a:lnTo>
                    <a:pt x="2503198" y="1579762"/>
                  </a:lnTo>
                  <a:lnTo>
                    <a:pt x="2503866" y="1521974"/>
                  </a:lnTo>
                  <a:lnTo>
                    <a:pt x="2504534" y="1496072"/>
                  </a:lnTo>
                  <a:lnTo>
                    <a:pt x="2505202" y="1488940"/>
                  </a:lnTo>
                  <a:lnTo>
                    <a:pt x="2505870" y="1394971"/>
                  </a:lnTo>
                  <a:lnTo>
                    <a:pt x="2506538" y="1394971"/>
                  </a:lnTo>
                  <a:lnTo>
                    <a:pt x="2507206" y="1394971"/>
                  </a:lnTo>
                  <a:lnTo>
                    <a:pt x="2507874" y="1394971"/>
                  </a:lnTo>
                  <a:lnTo>
                    <a:pt x="2508542" y="1398996"/>
                  </a:lnTo>
                  <a:lnTo>
                    <a:pt x="2509210" y="1480680"/>
                  </a:lnTo>
                  <a:lnTo>
                    <a:pt x="2509878" y="1528247"/>
                  </a:lnTo>
                  <a:lnTo>
                    <a:pt x="2510546" y="1579623"/>
                  </a:lnTo>
                  <a:lnTo>
                    <a:pt x="2511214" y="1579623"/>
                  </a:lnTo>
                  <a:lnTo>
                    <a:pt x="2511882" y="1579623"/>
                  </a:lnTo>
                  <a:lnTo>
                    <a:pt x="2512550" y="1579623"/>
                  </a:lnTo>
                  <a:lnTo>
                    <a:pt x="2513218" y="1579623"/>
                  </a:lnTo>
                  <a:lnTo>
                    <a:pt x="2513886" y="1579623"/>
                  </a:lnTo>
                  <a:lnTo>
                    <a:pt x="2514554" y="1579623"/>
                  </a:lnTo>
                  <a:lnTo>
                    <a:pt x="2515222" y="1579623"/>
                  </a:lnTo>
                  <a:lnTo>
                    <a:pt x="2515890" y="1579623"/>
                  </a:lnTo>
                  <a:lnTo>
                    <a:pt x="2516558" y="1579623"/>
                  </a:lnTo>
                  <a:lnTo>
                    <a:pt x="2517226" y="1579623"/>
                  </a:lnTo>
                  <a:lnTo>
                    <a:pt x="2517894" y="1579623"/>
                  </a:lnTo>
                  <a:lnTo>
                    <a:pt x="2518562" y="1579623"/>
                  </a:lnTo>
                  <a:lnTo>
                    <a:pt x="2519230" y="1579623"/>
                  </a:lnTo>
                  <a:lnTo>
                    <a:pt x="2519898" y="1579623"/>
                  </a:lnTo>
                  <a:lnTo>
                    <a:pt x="2520566" y="1579623"/>
                  </a:lnTo>
                  <a:lnTo>
                    <a:pt x="2521234" y="1579623"/>
                  </a:lnTo>
                  <a:lnTo>
                    <a:pt x="2521902" y="1579623"/>
                  </a:lnTo>
                  <a:lnTo>
                    <a:pt x="2522570" y="1579623"/>
                  </a:lnTo>
                  <a:lnTo>
                    <a:pt x="2523239" y="1579623"/>
                  </a:lnTo>
                  <a:lnTo>
                    <a:pt x="2523907" y="1579623"/>
                  </a:lnTo>
                  <a:lnTo>
                    <a:pt x="2524575" y="1579623"/>
                  </a:lnTo>
                  <a:lnTo>
                    <a:pt x="2525243" y="1579623"/>
                  </a:lnTo>
                  <a:lnTo>
                    <a:pt x="2525911" y="1579623"/>
                  </a:lnTo>
                  <a:lnTo>
                    <a:pt x="2526579" y="1579623"/>
                  </a:lnTo>
                  <a:lnTo>
                    <a:pt x="2527247" y="1579623"/>
                  </a:lnTo>
                  <a:lnTo>
                    <a:pt x="2527915" y="1579623"/>
                  </a:lnTo>
                  <a:lnTo>
                    <a:pt x="2528583" y="1579623"/>
                  </a:lnTo>
                  <a:lnTo>
                    <a:pt x="2529251" y="1579623"/>
                  </a:lnTo>
                  <a:lnTo>
                    <a:pt x="2529919" y="1579623"/>
                  </a:lnTo>
                  <a:lnTo>
                    <a:pt x="2530587" y="1579623"/>
                  </a:lnTo>
                  <a:lnTo>
                    <a:pt x="2531255" y="1579623"/>
                  </a:lnTo>
                  <a:lnTo>
                    <a:pt x="2531923" y="1579623"/>
                  </a:lnTo>
                  <a:lnTo>
                    <a:pt x="2532591" y="1579623"/>
                  </a:lnTo>
                  <a:lnTo>
                    <a:pt x="2533259" y="1579623"/>
                  </a:lnTo>
                  <a:lnTo>
                    <a:pt x="2533927" y="1579623"/>
                  </a:lnTo>
                  <a:lnTo>
                    <a:pt x="2534595" y="1579623"/>
                  </a:lnTo>
                  <a:lnTo>
                    <a:pt x="2535263" y="1480680"/>
                  </a:lnTo>
                  <a:lnTo>
                    <a:pt x="2535931" y="1480680"/>
                  </a:lnTo>
                  <a:lnTo>
                    <a:pt x="2536599" y="1480680"/>
                  </a:lnTo>
                  <a:lnTo>
                    <a:pt x="2537267" y="1480680"/>
                  </a:lnTo>
                  <a:lnTo>
                    <a:pt x="2537935" y="1480680"/>
                  </a:lnTo>
                  <a:lnTo>
                    <a:pt x="2538603" y="1480680"/>
                  </a:lnTo>
                  <a:lnTo>
                    <a:pt x="2539271" y="1432131"/>
                  </a:lnTo>
                  <a:lnTo>
                    <a:pt x="2539939" y="1394971"/>
                  </a:lnTo>
                  <a:lnTo>
                    <a:pt x="2540607" y="1394971"/>
                  </a:lnTo>
                  <a:lnTo>
                    <a:pt x="2541275" y="1394971"/>
                  </a:lnTo>
                  <a:lnTo>
                    <a:pt x="2541943" y="1394971"/>
                  </a:lnTo>
                  <a:lnTo>
                    <a:pt x="2542611" y="1394971"/>
                  </a:lnTo>
                  <a:lnTo>
                    <a:pt x="2543279" y="1394971"/>
                  </a:lnTo>
                  <a:lnTo>
                    <a:pt x="2543947" y="1394971"/>
                  </a:lnTo>
                  <a:lnTo>
                    <a:pt x="2544615" y="1394971"/>
                  </a:lnTo>
                  <a:lnTo>
                    <a:pt x="2545283" y="1480680"/>
                  </a:lnTo>
                  <a:lnTo>
                    <a:pt x="2545951" y="1480680"/>
                  </a:lnTo>
                  <a:lnTo>
                    <a:pt x="2546619" y="1480680"/>
                  </a:lnTo>
                  <a:lnTo>
                    <a:pt x="2547287" y="1480680"/>
                  </a:lnTo>
                  <a:lnTo>
                    <a:pt x="2547956" y="1480680"/>
                  </a:lnTo>
                  <a:lnTo>
                    <a:pt x="2548624" y="1480680"/>
                  </a:lnTo>
                  <a:lnTo>
                    <a:pt x="2549292" y="1533203"/>
                  </a:lnTo>
                  <a:lnTo>
                    <a:pt x="2549960" y="1579623"/>
                  </a:lnTo>
                  <a:lnTo>
                    <a:pt x="2550628" y="1579623"/>
                  </a:lnTo>
                  <a:lnTo>
                    <a:pt x="2551296" y="1579623"/>
                  </a:lnTo>
                  <a:lnTo>
                    <a:pt x="2551964" y="1579623"/>
                  </a:lnTo>
                  <a:lnTo>
                    <a:pt x="2552632" y="1579623"/>
                  </a:lnTo>
                  <a:lnTo>
                    <a:pt x="2553300" y="1579623"/>
                  </a:lnTo>
                  <a:lnTo>
                    <a:pt x="2553968" y="1579623"/>
                  </a:lnTo>
                  <a:lnTo>
                    <a:pt x="2554636" y="1579623"/>
                  </a:lnTo>
                  <a:lnTo>
                    <a:pt x="2555304" y="1579623"/>
                  </a:lnTo>
                  <a:lnTo>
                    <a:pt x="2555972" y="1579623"/>
                  </a:lnTo>
                  <a:lnTo>
                    <a:pt x="2556640" y="1579623"/>
                  </a:lnTo>
                  <a:lnTo>
                    <a:pt x="2557308" y="1579623"/>
                  </a:lnTo>
                  <a:lnTo>
                    <a:pt x="2557976" y="1579762"/>
                  </a:lnTo>
                  <a:lnTo>
                    <a:pt x="2558644" y="1579762"/>
                  </a:lnTo>
                  <a:lnTo>
                    <a:pt x="2559312" y="1579762"/>
                  </a:lnTo>
                  <a:lnTo>
                    <a:pt x="2559980" y="1579762"/>
                  </a:lnTo>
                  <a:lnTo>
                    <a:pt x="2560648" y="1579762"/>
                  </a:lnTo>
                  <a:lnTo>
                    <a:pt x="2561316" y="1579762"/>
                  </a:lnTo>
                  <a:lnTo>
                    <a:pt x="2561984" y="1579762"/>
                  </a:lnTo>
                  <a:lnTo>
                    <a:pt x="2562652" y="1579762"/>
                  </a:lnTo>
                  <a:lnTo>
                    <a:pt x="2563320" y="1579762"/>
                  </a:lnTo>
                  <a:lnTo>
                    <a:pt x="2563988" y="1579762"/>
                  </a:lnTo>
                  <a:lnTo>
                    <a:pt x="2564656" y="1579762"/>
                  </a:lnTo>
                  <a:lnTo>
                    <a:pt x="2565324" y="1579762"/>
                  </a:lnTo>
                  <a:lnTo>
                    <a:pt x="2565992" y="1579762"/>
                  </a:lnTo>
                  <a:lnTo>
                    <a:pt x="2566660" y="1579762"/>
                  </a:lnTo>
                  <a:lnTo>
                    <a:pt x="2567328" y="1579762"/>
                  </a:lnTo>
                  <a:lnTo>
                    <a:pt x="2567996" y="1579762"/>
                  </a:lnTo>
                  <a:lnTo>
                    <a:pt x="2568664" y="1579762"/>
                  </a:lnTo>
                  <a:lnTo>
                    <a:pt x="2569332" y="1579762"/>
                  </a:lnTo>
                  <a:lnTo>
                    <a:pt x="2570000" y="1579762"/>
                  </a:lnTo>
                  <a:lnTo>
                    <a:pt x="2570668" y="1579762"/>
                  </a:lnTo>
                  <a:lnTo>
                    <a:pt x="2571336" y="1579762"/>
                  </a:lnTo>
                  <a:lnTo>
                    <a:pt x="2572004" y="1579762"/>
                  </a:lnTo>
                  <a:lnTo>
                    <a:pt x="2572673" y="1579762"/>
                  </a:lnTo>
                  <a:lnTo>
                    <a:pt x="2573341" y="1579762"/>
                  </a:lnTo>
                  <a:lnTo>
                    <a:pt x="2574009" y="1579762"/>
                  </a:lnTo>
                  <a:lnTo>
                    <a:pt x="2574677" y="1579762"/>
                  </a:lnTo>
                  <a:lnTo>
                    <a:pt x="2575345" y="1579762"/>
                  </a:lnTo>
                  <a:lnTo>
                    <a:pt x="2576013" y="1579762"/>
                  </a:lnTo>
                  <a:lnTo>
                    <a:pt x="2576681" y="1579762"/>
                  </a:lnTo>
                  <a:lnTo>
                    <a:pt x="2577349" y="1579623"/>
                  </a:lnTo>
                  <a:lnTo>
                    <a:pt x="2578017" y="1579623"/>
                  </a:lnTo>
                  <a:lnTo>
                    <a:pt x="2578685" y="1579623"/>
                  </a:lnTo>
                  <a:lnTo>
                    <a:pt x="2579353" y="1579623"/>
                  </a:lnTo>
                  <a:lnTo>
                    <a:pt x="2580021" y="1579623"/>
                  </a:lnTo>
                  <a:lnTo>
                    <a:pt x="2580689" y="1579623"/>
                  </a:lnTo>
                  <a:lnTo>
                    <a:pt x="2581357" y="1579623"/>
                  </a:lnTo>
                  <a:lnTo>
                    <a:pt x="2582025" y="1579623"/>
                  </a:lnTo>
                  <a:lnTo>
                    <a:pt x="2582693" y="1579623"/>
                  </a:lnTo>
                  <a:lnTo>
                    <a:pt x="2583361" y="1579623"/>
                  </a:lnTo>
                  <a:lnTo>
                    <a:pt x="2584029" y="1579623"/>
                  </a:lnTo>
                  <a:lnTo>
                    <a:pt x="2584697" y="1579623"/>
                  </a:lnTo>
                  <a:lnTo>
                    <a:pt x="2585365" y="1579623"/>
                  </a:lnTo>
                  <a:lnTo>
                    <a:pt x="2586033" y="1579623"/>
                  </a:lnTo>
                  <a:lnTo>
                    <a:pt x="2586701" y="1579623"/>
                  </a:lnTo>
                  <a:lnTo>
                    <a:pt x="2587369" y="1579623"/>
                  </a:lnTo>
                  <a:lnTo>
                    <a:pt x="2588037" y="1579623"/>
                  </a:lnTo>
                  <a:lnTo>
                    <a:pt x="2588705" y="1579623"/>
                  </a:lnTo>
                  <a:lnTo>
                    <a:pt x="2589373" y="1579623"/>
                  </a:lnTo>
                  <a:lnTo>
                    <a:pt x="2590041" y="1579623"/>
                  </a:lnTo>
                  <a:lnTo>
                    <a:pt x="2590709" y="1579623"/>
                  </a:lnTo>
                  <a:lnTo>
                    <a:pt x="2591377" y="1579623"/>
                  </a:lnTo>
                  <a:lnTo>
                    <a:pt x="2592045" y="1579623"/>
                  </a:lnTo>
                  <a:lnTo>
                    <a:pt x="2592713" y="1579623"/>
                  </a:lnTo>
                  <a:lnTo>
                    <a:pt x="2593381" y="1579623"/>
                  </a:lnTo>
                  <a:lnTo>
                    <a:pt x="2594049" y="1579623"/>
                  </a:lnTo>
                  <a:lnTo>
                    <a:pt x="2594717" y="1579623"/>
                  </a:lnTo>
                  <a:lnTo>
                    <a:pt x="2595385" y="1579623"/>
                  </a:lnTo>
                  <a:lnTo>
                    <a:pt x="2596053" y="1579623"/>
                  </a:lnTo>
                  <a:lnTo>
                    <a:pt x="2596722" y="1579623"/>
                  </a:lnTo>
                  <a:lnTo>
                    <a:pt x="2597390" y="1579623"/>
                  </a:lnTo>
                  <a:lnTo>
                    <a:pt x="2598058" y="1579623"/>
                  </a:lnTo>
                  <a:lnTo>
                    <a:pt x="2598726" y="1579623"/>
                  </a:lnTo>
                  <a:lnTo>
                    <a:pt x="2599394" y="1579623"/>
                  </a:lnTo>
                  <a:lnTo>
                    <a:pt x="2600062" y="1579623"/>
                  </a:lnTo>
                  <a:lnTo>
                    <a:pt x="2600730" y="1579623"/>
                  </a:lnTo>
                  <a:lnTo>
                    <a:pt x="2601398" y="1579623"/>
                  </a:lnTo>
                  <a:lnTo>
                    <a:pt x="2602066" y="1579623"/>
                  </a:lnTo>
                  <a:lnTo>
                    <a:pt x="2602734" y="1579623"/>
                  </a:lnTo>
                  <a:lnTo>
                    <a:pt x="2603402" y="1579623"/>
                  </a:lnTo>
                  <a:lnTo>
                    <a:pt x="2604070" y="1579623"/>
                  </a:lnTo>
                  <a:lnTo>
                    <a:pt x="2604738" y="1579623"/>
                  </a:lnTo>
                  <a:lnTo>
                    <a:pt x="2605406" y="1579623"/>
                  </a:lnTo>
                  <a:lnTo>
                    <a:pt x="2606074" y="1579623"/>
                  </a:lnTo>
                  <a:lnTo>
                    <a:pt x="2606742" y="1579623"/>
                  </a:lnTo>
                  <a:lnTo>
                    <a:pt x="2607410" y="1579623"/>
                  </a:lnTo>
                  <a:lnTo>
                    <a:pt x="2608078" y="1579623"/>
                  </a:lnTo>
                  <a:lnTo>
                    <a:pt x="2608746" y="1579623"/>
                  </a:lnTo>
                  <a:lnTo>
                    <a:pt x="2609414" y="1579623"/>
                  </a:lnTo>
                  <a:lnTo>
                    <a:pt x="2610082" y="1579623"/>
                  </a:lnTo>
                  <a:lnTo>
                    <a:pt x="2610750" y="1579623"/>
                  </a:lnTo>
                  <a:lnTo>
                    <a:pt x="2611418" y="1579623"/>
                  </a:lnTo>
                  <a:lnTo>
                    <a:pt x="2612086" y="1579623"/>
                  </a:lnTo>
                  <a:lnTo>
                    <a:pt x="2612754" y="1579623"/>
                  </a:lnTo>
                  <a:lnTo>
                    <a:pt x="2613422" y="1579623"/>
                  </a:lnTo>
                  <a:lnTo>
                    <a:pt x="2614090" y="1579623"/>
                  </a:lnTo>
                  <a:lnTo>
                    <a:pt x="2614758" y="1579623"/>
                  </a:lnTo>
                  <a:lnTo>
                    <a:pt x="2615426" y="1579623"/>
                  </a:lnTo>
                  <a:lnTo>
                    <a:pt x="2616094" y="1579623"/>
                  </a:lnTo>
                  <a:lnTo>
                    <a:pt x="2616762" y="1579623"/>
                  </a:lnTo>
                  <a:lnTo>
                    <a:pt x="2617430" y="1579623"/>
                  </a:lnTo>
                  <a:lnTo>
                    <a:pt x="2618098" y="1579623"/>
                  </a:lnTo>
                  <a:lnTo>
                    <a:pt x="2618766" y="1579623"/>
                  </a:lnTo>
                  <a:lnTo>
                    <a:pt x="2619434" y="1579623"/>
                  </a:lnTo>
                  <a:lnTo>
                    <a:pt x="2620102" y="1579623"/>
                  </a:lnTo>
                  <a:lnTo>
                    <a:pt x="2620770" y="1579623"/>
                  </a:lnTo>
                  <a:lnTo>
                    <a:pt x="2621439" y="1579623"/>
                  </a:lnTo>
                  <a:lnTo>
                    <a:pt x="2622107" y="1579623"/>
                  </a:lnTo>
                  <a:lnTo>
                    <a:pt x="2622775" y="1579762"/>
                  </a:lnTo>
                  <a:lnTo>
                    <a:pt x="2623443" y="1579762"/>
                  </a:lnTo>
                  <a:lnTo>
                    <a:pt x="2624111" y="1579762"/>
                  </a:lnTo>
                  <a:lnTo>
                    <a:pt x="2624779" y="1579762"/>
                  </a:lnTo>
                  <a:lnTo>
                    <a:pt x="2625447" y="1579762"/>
                  </a:lnTo>
                  <a:lnTo>
                    <a:pt x="2626115" y="1579762"/>
                  </a:lnTo>
                  <a:lnTo>
                    <a:pt x="2626783" y="1579762"/>
                  </a:lnTo>
                  <a:lnTo>
                    <a:pt x="2627451" y="1579762"/>
                  </a:lnTo>
                  <a:lnTo>
                    <a:pt x="2628119" y="1579762"/>
                  </a:lnTo>
                  <a:lnTo>
                    <a:pt x="2628787" y="1579762"/>
                  </a:lnTo>
                  <a:lnTo>
                    <a:pt x="2629455" y="1579762"/>
                  </a:lnTo>
                  <a:lnTo>
                    <a:pt x="2630123" y="1579762"/>
                  </a:lnTo>
                  <a:lnTo>
                    <a:pt x="2630791" y="1579762"/>
                  </a:lnTo>
                  <a:lnTo>
                    <a:pt x="2631459" y="1579762"/>
                  </a:lnTo>
                  <a:lnTo>
                    <a:pt x="2632127" y="1579762"/>
                  </a:lnTo>
                  <a:lnTo>
                    <a:pt x="2632795" y="1579762"/>
                  </a:lnTo>
                  <a:lnTo>
                    <a:pt x="2633463" y="1579762"/>
                  </a:lnTo>
                  <a:lnTo>
                    <a:pt x="2634131" y="1579762"/>
                  </a:lnTo>
                  <a:lnTo>
                    <a:pt x="2634799" y="1579762"/>
                  </a:lnTo>
                  <a:lnTo>
                    <a:pt x="2635467" y="1579762"/>
                  </a:lnTo>
                  <a:lnTo>
                    <a:pt x="2636135" y="1579762"/>
                  </a:lnTo>
                  <a:lnTo>
                    <a:pt x="2636803" y="1579762"/>
                  </a:lnTo>
                  <a:lnTo>
                    <a:pt x="2637471" y="1579623"/>
                  </a:lnTo>
                  <a:lnTo>
                    <a:pt x="2638139" y="1579623"/>
                  </a:lnTo>
                  <a:lnTo>
                    <a:pt x="2638807" y="1579623"/>
                  </a:lnTo>
                  <a:lnTo>
                    <a:pt x="2639475" y="1579623"/>
                  </a:lnTo>
                  <a:lnTo>
                    <a:pt x="2640143" y="1499286"/>
                  </a:lnTo>
                  <a:lnTo>
                    <a:pt x="2640811" y="1480680"/>
                  </a:lnTo>
                  <a:lnTo>
                    <a:pt x="2641479" y="1411222"/>
                  </a:lnTo>
                  <a:lnTo>
                    <a:pt x="2642147" y="1496072"/>
                  </a:lnTo>
                  <a:lnTo>
                    <a:pt x="2642815" y="1496072"/>
                  </a:lnTo>
                  <a:lnTo>
                    <a:pt x="2643483" y="1579762"/>
                  </a:lnTo>
                  <a:lnTo>
                    <a:pt x="2644151" y="1579762"/>
                  </a:lnTo>
                  <a:lnTo>
                    <a:pt x="2644819" y="1579762"/>
                  </a:lnTo>
                  <a:lnTo>
                    <a:pt x="2645487" y="1579762"/>
                  </a:lnTo>
                  <a:lnTo>
                    <a:pt x="2646156" y="1579762"/>
                  </a:lnTo>
                  <a:lnTo>
                    <a:pt x="2646824" y="1579762"/>
                  </a:lnTo>
                  <a:lnTo>
                    <a:pt x="2647492" y="1579762"/>
                  </a:lnTo>
                  <a:lnTo>
                    <a:pt x="2648160" y="1579762"/>
                  </a:lnTo>
                  <a:lnTo>
                    <a:pt x="2648828" y="1579762"/>
                  </a:lnTo>
                  <a:lnTo>
                    <a:pt x="2649496" y="1579762"/>
                  </a:lnTo>
                  <a:lnTo>
                    <a:pt x="2650164" y="1579762"/>
                  </a:lnTo>
                  <a:lnTo>
                    <a:pt x="2650832" y="1579762"/>
                  </a:lnTo>
                  <a:lnTo>
                    <a:pt x="2651500" y="1579762"/>
                  </a:lnTo>
                  <a:lnTo>
                    <a:pt x="2652168" y="1579762"/>
                  </a:lnTo>
                  <a:lnTo>
                    <a:pt x="2652836" y="1579762"/>
                  </a:lnTo>
                  <a:lnTo>
                    <a:pt x="2653504" y="1579762"/>
                  </a:lnTo>
                  <a:lnTo>
                    <a:pt x="2654172" y="1579762"/>
                  </a:lnTo>
                  <a:lnTo>
                    <a:pt x="2654840" y="1579623"/>
                  </a:lnTo>
                  <a:lnTo>
                    <a:pt x="2655508" y="1579623"/>
                  </a:lnTo>
                  <a:lnTo>
                    <a:pt x="2656176" y="1579623"/>
                  </a:lnTo>
                  <a:lnTo>
                    <a:pt x="2656844" y="1579623"/>
                  </a:lnTo>
                  <a:lnTo>
                    <a:pt x="2657512" y="1579623"/>
                  </a:lnTo>
                  <a:lnTo>
                    <a:pt x="2658180" y="1579623"/>
                  </a:lnTo>
                  <a:lnTo>
                    <a:pt x="2658848" y="1579623"/>
                  </a:lnTo>
                  <a:lnTo>
                    <a:pt x="2659516" y="1579623"/>
                  </a:lnTo>
                  <a:lnTo>
                    <a:pt x="2660184" y="1579623"/>
                  </a:lnTo>
                  <a:lnTo>
                    <a:pt x="2660852" y="1579623"/>
                  </a:lnTo>
                  <a:lnTo>
                    <a:pt x="2661520" y="1579623"/>
                  </a:lnTo>
                  <a:lnTo>
                    <a:pt x="2662188" y="1579623"/>
                  </a:lnTo>
                  <a:lnTo>
                    <a:pt x="2662856" y="1504023"/>
                  </a:lnTo>
                  <a:lnTo>
                    <a:pt x="2663524" y="1480680"/>
                  </a:lnTo>
                  <a:lnTo>
                    <a:pt x="2664192" y="1571263"/>
                  </a:lnTo>
                  <a:lnTo>
                    <a:pt x="2664860" y="1579762"/>
                  </a:lnTo>
                  <a:lnTo>
                    <a:pt x="2665528" y="1579762"/>
                  </a:lnTo>
                  <a:lnTo>
                    <a:pt x="2666196" y="1500096"/>
                  </a:lnTo>
                  <a:lnTo>
                    <a:pt x="2666864" y="1521974"/>
                  </a:lnTo>
                  <a:lnTo>
                    <a:pt x="2667532" y="1521974"/>
                  </a:lnTo>
                  <a:lnTo>
                    <a:pt x="2668200" y="1521974"/>
                  </a:lnTo>
                  <a:lnTo>
                    <a:pt x="2668868" y="1521974"/>
                  </a:lnTo>
                  <a:lnTo>
                    <a:pt x="2669536" y="1521974"/>
                  </a:lnTo>
                  <a:lnTo>
                    <a:pt x="2670204" y="1521974"/>
                  </a:lnTo>
                  <a:lnTo>
                    <a:pt x="2670873" y="1521974"/>
                  </a:lnTo>
                  <a:lnTo>
                    <a:pt x="2671541" y="1521974"/>
                  </a:lnTo>
                  <a:lnTo>
                    <a:pt x="2672209" y="1521974"/>
                  </a:lnTo>
                  <a:lnTo>
                    <a:pt x="2672877" y="1579762"/>
                  </a:lnTo>
                  <a:lnTo>
                    <a:pt x="2673545" y="1579762"/>
                  </a:lnTo>
                  <a:lnTo>
                    <a:pt x="2674213" y="1579762"/>
                  </a:lnTo>
                  <a:lnTo>
                    <a:pt x="2674881" y="1579762"/>
                  </a:lnTo>
                  <a:lnTo>
                    <a:pt x="2675549" y="1579762"/>
                  </a:lnTo>
                  <a:lnTo>
                    <a:pt x="2676217" y="1579762"/>
                  </a:lnTo>
                  <a:lnTo>
                    <a:pt x="2676885" y="1579623"/>
                  </a:lnTo>
                  <a:lnTo>
                    <a:pt x="2677553" y="1579623"/>
                  </a:lnTo>
                  <a:lnTo>
                    <a:pt x="2678221" y="1579623"/>
                  </a:lnTo>
                  <a:lnTo>
                    <a:pt x="2678889" y="1579623"/>
                  </a:lnTo>
                  <a:lnTo>
                    <a:pt x="2679557" y="1579623"/>
                  </a:lnTo>
                  <a:lnTo>
                    <a:pt x="2680225" y="1579623"/>
                  </a:lnTo>
                  <a:lnTo>
                    <a:pt x="2680893" y="1579623"/>
                  </a:lnTo>
                  <a:lnTo>
                    <a:pt x="2681561" y="1579623"/>
                  </a:lnTo>
                  <a:lnTo>
                    <a:pt x="2682229" y="1579623"/>
                  </a:lnTo>
                  <a:lnTo>
                    <a:pt x="2682897" y="1579623"/>
                  </a:lnTo>
                  <a:lnTo>
                    <a:pt x="2683565" y="1579623"/>
                  </a:lnTo>
                  <a:lnTo>
                    <a:pt x="2684233" y="1579623"/>
                  </a:lnTo>
                  <a:lnTo>
                    <a:pt x="2684901" y="1579623"/>
                  </a:lnTo>
                  <a:lnTo>
                    <a:pt x="2685569" y="1579623"/>
                  </a:lnTo>
                  <a:lnTo>
                    <a:pt x="2686237" y="1579623"/>
                  </a:lnTo>
                  <a:lnTo>
                    <a:pt x="2686905" y="1579623"/>
                  </a:lnTo>
                  <a:lnTo>
                    <a:pt x="2687573" y="1579623"/>
                  </a:lnTo>
                  <a:lnTo>
                    <a:pt x="2688241" y="1579623"/>
                  </a:lnTo>
                  <a:lnTo>
                    <a:pt x="2688909" y="1579623"/>
                  </a:lnTo>
                  <a:lnTo>
                    <a:pt x="2689577" y="1579623"/>
                  </a:lnTo>
                  <a:lnTo>
                    <a:pt x="2690245" y="1579623"/>
                  </a:lnTo>
                  <a:lnTo>
                    <a:pt x="2690913" y="1579623"/>
                  </a:lnTo>
                  <a:lnTo>
                    <a:pt x="2691581" y="1579623"/>
                  </a:lnTo>
                  <a:lnTo>
                    <a:pt x="2692249" y="1579623"/>
                  </a:lnTo>
                  <a:lnTo>
                    <a:pt x="2692917" y="1579623"/>
                  </a:lnTo>
                  <a:lnTo>
                    <a:pt x="2693585" y="1579623"/>
                  </a:lnTo>
                  <a:lnTo>
                    <a:pt x="2694253" y="1579623"/>
                  </a:lnTo>
                  <a:lnTo>
                    <a:pt x="2694922" y="1579623"/>
                  </a:lnTo>
                  <a:lnTo>
                    <a:pt x="2695590" y="1579623"/>
                  </a:lnTo>
                  <a:lnTo>
                    <a:pt x="2696258" y="1579623"/>
                  </a:lnTo>
                  <a:lnTo>
                    <a:pt x="2696926" y="1579623"/>
                  </a:lnTo>
                  <a:lnTo>
                    <a:pt x="2697594" y="1579623"/>
                  </a:lnTo>
                  <a:lnTo>
                    <a:pt x="2698262" y="1579623"/>
                  </a:lnTo>
                  <a:lnTo>
                    <a:pt x="2698930" y="1579623"/>
                  </a:lnTo>
                  <a:lnTo>
                    <a:pt x="2699598" y="1579623"/>
                  </a:lnTo>
                  <a:lnTo>
                    <a:pt x="2700266" y="1579623"/>
                  </a:lnTo>
                  <a:lnTo>
                    <a:pt x="2700934" y="1579623"/>
                  </a:lnTo>
                  <a:lnTo>
                    <a:pt x="2701602" y="1579623"/>
                  </a:lnTo>
                  <a:lnTo>
                    <a:pt x="2702270" y="1579623"/>
                  </a:lnTo>
                  <a:lnTo>
                    <a:pt x="2702938" y="1579623"/>
                  </a:lnTo>
                  <a:lnTo>
                    <a:pt x="2703606" y="1579623"/>
                  </a:lnTo>
                  <a:lnTo>
                    <a:pt x="2704274" y="1579623"/>
                  </a:lnTo>
                  <a:lnTo>
                    <a:pt x="2704942" y="1579623"/>
                  </a:lnTo>
                  <a:lnTo>
                    <a:pt x="2705610" y="1579623"/>
                  </a:lnTo>
                  <a:lnTo>
                    <a:pt x="2706278" y="1579623"/>
                  </a:lnTo>
                  <a:lnTo>
                    <a:pt x="2706946" y="1579623"/>
                  </a:lnTo>
                  <a:lnTo>
                    <a:pt x="2707614" y="1579623"/>
                  </a:lnTo>
                  <a:lnTo>
                    <a:pt x="2708282" y="1579623"/>
                  </a:lnTo>
                  <a:lnTo>
                    <a:pt x="2708950" y="1579762"/>
                  </a:lnTo>
                  <a:lnTo>
                    <a:pt x="2709618" y="1579762"/>
                  </a:lnTo>
                  <a:lnTo>
                    <a:pt x="2710286" y="1579762"/>
                  </a:lnTo>
                  <a:lnTo>
                    <a:pt x="2710954" y="1579762"/>
                  </a:lnTo>
                  <a:lnTo>
                    <a:pt x="2711622" y="1579762"/>
                  </a:lnTo>
                  <a:lnTo>
                    <a:pt x="2712290" y="1579762"/>
                  </a:lnTo>
                  <a:lnTo>
                    <a:pt x="2712958" y="1579762"/>
                  </a:lnTo>
                  <a:lnTo>
                    <a:pt x="2713626" y="1579762"/>
                  </a:lnTo>
                  <a:lnTo>
                    <a:pt x="2714294" y="1579762"/>
                  </a:lnTo>
                  <a:lnTo>
                    <a:pt x="2714962" y="1579762"/>
                  </a:lnTo>
                  <a:lnTo>
                    <a:pt x="2715630" y="1579762"/>
                  </a:lnTo>
                  <a:lnTo>
                    <a:pt x="2716298" y="1579762"/>
                  </a:lnTo>
                  <a:lnTo>
                    <a:pt x="2716966" y="1579762"/>
                  </a:lnTo>
                  <a:lnTo>
                    <a:pt x="2717634" y="1579762"/>
                  </a:lnTo>
                  <a:lnTo>
                    <a:pt x="2718302" y="1579762"/>
                  </a:lnTo>
                  <a:lnTo>
                    <a:pt x="2718970" y="1579762"/>
                  </a:lnTo>
                  <a:lnTo>
                    <a:pt x="2719639" y="1579762"/>
                  </a:lnTo>
                  <a:lnTo>
                    <a:pt x="2720307" y="1579762"/>
                  </a:lnTo>
                  <a:lnTo>
                    <a:pt x="2720975" y="1471575"/>
                  </a:lnTo>
                  <a:lnTo>
                    <a:pt x="2721643" y="1394971"/>
                  </a:lnTo>
                  <a:lnTo>
                    <a:pt x="2722311" y="1394971"/>
                  </a:lnTo>
                  <a:lnTo>
                    <a:pt x="2722979" y="1394971"/>
                  </a:lnTo>
                  <a:lnTo>
                    <a:pt x="2723647" y="1394971"/>
                  </a:lnTo>
                  <a:lnTo>
                    <a:pt x="2724315" y="1394971"/>
                  </a:lnTo>
                  <a:lnTo>
                    <a:pt x="2724983" y="1348552"/>
                  </a:lnTo>
                  <a:lnTo>
                    <a:pt x="2725651" y="1319371"/>
                  </a:lnTo>
                  <a:lnTo>
                    <a:pt x="2726319" y="1319371"/>
                  </a:lnTo>
                  <a:lnTo>
                    <a:pt x="2726987" y="1319371"/>
                  </a:lnTo>
                  <a:lnTo>
                    <a:pt x="2727655" y="1319371"/>
                  </a:lnTo>
                  <a:lnTo>
                    <a:pt x="2728323" y="1319371"/>
                  </a:lnTo>
                  <a:lnTo>
                    <a:pt x="2728991" y="1409955"/>
                  </a:lnTo>
                  <a:lnTo>
                    <a:pt x="2729659" y="1395984"/>
                  </a:lnTo>
                  <a:lnTo>
                    <a:pt x="2730327" y="1369095"/>
                  </a:lnTo>
                  <a:lnTo>
                    <a:pt x="2730995" y="1453546"/>
                  </a:lnTo>
                  <a:lnTo>
                    <a:pt x="2731663" y="1579762"/>
                  </a:lnTo>
                  <a:lnTo>
                    <a:pt x="2732331" y="1579762"/>
                  </a:lnTo>
                  <a:lnTo>
                    <a:pt x="2732999" y="1579762"/>
                  </a:lnTo>
                  <a:lnTo>
                    <a:pt x="2733667" y="1579762"/>
                  </a:lnTo>
                  <a:lnTo>
                    <a:pt x="2734335" y="1579762"/>
                  </a:lnTo>
                  <a:lnTo>
                    <a:pt x="2735003" y="1579762"/>
                  </a:lnTo>
                  <a:lnTo>
                    <a:pt x="2735671" y="1579762"/>
                  </a:lnTo>
                  <a:lnTo>
                    <a:pt x="2736339" y="1579762"/>
                  </a:lnTo>
                  <a:lnTo>
                    <a:pt x="2737007" y="1579762"/>
                  </a:lnTo>
                  <a:lnTo>
                    <a:pt x="2737675" y="1579762"/>
                  </a:lnTo>
                  <a:lnTo>
                    <a:pt x="2738343" y="1579762"/>
                  </a:lnTo>
                  <a:lnTo>
                    <a:pt x="2739011" y="1579762"/>
                  </a:lnTo>
                  <a:lnTo>
                    <a:pt x="2739679" y="1579762"/>
                  </a:lnTo>
                  <a:lnTo>
                    <a:pt x="2740347" y="1579762"/>
                  </a:lnTo>
                  <a:lnTo>
                    <a:pt x="2741015" y="1579762"/>
                  </a:lnTo>
                  <a:lnTo>
                    <a:pt x="2741683" y="1579762"/>
                  </a:lnTo>
                  <a:lnTo>
                    <a:pt x="2742351" y="1579762"/>
                  </a:lnTo>
                  <a:lnTo>
                    <a:pt x="2743019" y="1579762"/>
                  </a:lnTo>
                  <a:lnTo>
                    <a:pt x="2743687" y="1579623"/>
                  </a:lnTo>
                  <a:lnTo>
                    <a:pt x="2744356" y="1579623"/>
                  </a:lnTo>
                  <a:lnTo>
                    <a:pt x="2745024" y="1579623"/>
                  </a:lnTo>
                  <a:lnTo>
                    <a:pt x="2745692" y="1579623"/>
                  </a:lnTo>
                  <a:lnTo>
                    <a:pt x="2746360" y="1558576"/>
                  </a:lnTo>
                  <a:lnTo>
                    <a:pt x="2747028" y="1480680"/>
                  </a:lnTo>
                  <a:lnTo>
                    <a:pt x="2747696" y="1480680"/>
                  </a:lnTo>
                  <a:lnTo>
                    <a:pt x="2748364" y="1367487"/>
                  </a:lnTo>
                  <a:lnTo>
                    <a:pt x="2749032" y="1301785"/>
                  </a:lnTo>
                  <a:lnTo>
                    <a:pt x="2749700" y="1251745"/>
                  </a:lnTo>
                  <a:lnTo>
                    <a:pt x="2750368" y="1251745"/>
                  </a:lnTo>
                  <a:lnTo>
                    <a:pt x="2751036" y="1251745"/>
                  </a:lnTo>
                  <a:lnTo>
                    <a:pt x="2751704" y="1214344"/>
                  </a:lnTo>
                  <a:lnTo>
                    <a:pt x="2752372" y="1190569"/>
                  </a:lnTo>
                  <a:lnTo>
                    <a:pt x="2753040" y="1190569"/>
                  </a:lnTo>
                  <a:lnTo>
                    <a:pt x="2753708" y="1190569"/>
                  </a:lnTo>
                  <a:lnTo>
                    <a:pt x="2754376" y="1190569"/>
                  </a:lnTo>
                  <a:lnTo>
                    <a:pt x="2755044" y="1190569"/>
                  </a:lnTo>
                  <a:lnTo>
                    <a:pt x="2755712" y="1190569"/>
                  </a:lnTo>
                  <a:lnTo>
                    <a:pt x="2756380" y="1202347"/>
                  </a:lnTo>
                  <a:lnTo>
                    <a:pt x="2757048" y="1226570"/>
                  </a:lnTo>
                  <a:lnTo>
                    <a:pt x="2757716" y="1190569"/>
                  </a:lnTo>
                  <a:lnTo>
                    <a:pt x="2758384" y="1274612"/>
                  </a:lnTo>
                  <a:lnTo>
                    <a:pt x="2759052" y="1337453"/>
                  </a:lnTo>
                  <a:lnTo>
                    <a:pt x="2759720" y="1394971"/>
                  </a:lnTo>
                  <a:lnTo>
                    <a:pt x="2760388" y="1394971"/>
                  </a:lnTo>
                  <a:lnTo>
                    <a:pt x="2761056" y="1394971"/>
                  </a:lnTo>
                  <a:lnTo>
                    <a:pt x="2761724" y="1445012"/>
                  </a:lnTo>
                  <a:lnTo>
                    <a:pt x="2762392" y="1480680"/>
                  </a:lnTo>
                  <a:lnTo>
                    <a:pt x="2763060" y="1480680"/>
                  </a:lnTo>
                  <a:lnTo>
                    <a:pt x="2763728" y="1480680"/>
                  </a:lnTo>
                  <a:lnTo>
                    <a:pt x="2764396" y="1480680"/>
                  </a:lnTo>
                  <a:lnTo>
                    <a:pt x="2765064" y="1480680"/>
                  </a:lnTo>
                  <a:lnTo>
                    <a:pt x="2765732" y="1480680"/>
                  </a:lnTo>
                  <a:lnTo>
                    <a:pt x="2766400" y="1480680"/>
                  </a:lnTo>
                  <a:lnTo>
                    <a:pt x="2767068" y="1518447"/>
                  </a:lnTo>
                  <a:lnTo>
                    <a:pt x="2767736" y="1579623"/>
                  </a:lnTo>
                  <a:lnTo>
                    <a:pt x="2768404" y="1579623"/>
                  </a:lnTo>
                  <a:lnTo>
                    <a:pt x="2769073" y="1579623"/>
                  </a:lnTo>
                  <a:lnTo>
                    <a:pt x="2769741" y="1579623"/>
                  </a:lnTo>
                  <a:lnTo>
                    <a:pt x="2770409" y="1579623"/>
                  </a:lnTo>
                  <a:lnTo>
                    <a:pt x="2771077" y="1579623"/>
                  </a:lnTo>
                  <a:lnTo>
                    <a:pt x="2771745" y="1579623"/>
                  </a:lnTo>
                  <a:lnTo>
                    <a:pt x="2772413" y="1579623"/>
                  </a:lnTo>
                  <a:lnTo>
                    <a:pt x="2773081" y="1579762"/>
                  </a:lnTo>
                  <a:lnTo>
                    <a:pt x="2773749" y="1579762"/>
                  </a:lnTo>
                  <a:lnTo>
                    <a:pt x="2774417" y="1579762"/>
                  </a:lnTo>
                  <a:lnTo>
                    <a:pt x="2775085" y="1579762"/>
                  </a:lnTo>
                  <a:lnTo>
                    <a:pt x="2775753" y="1579762"/>
                  </a:lnTo>
                  <a:lnTo>
                    <a:pt x="2776421" y="1579762"/>
                  </a:lnTo>
                  <a:lnTo>
                    <a:pt x="2777089" y="1579762"/>
                  </a:lnTo>
                  <a:lnTo>
                    <a:pt x="2777757" y="1579762"/>
                  </a:lnTo>
                  <a:lnTo>
                    <a:pt x="2778425" y="1579762"/>
                  </a:lnTo>
                  <a:lnTo>
                    <a:pt x="2779093" y="1579762"/>
                  </a:lnTo>
                  <a:lnTo>
                    <a:pt x="2779761" y="1579762"/>
                  </a:lnTo>
                  <a:lnTo>
                    <a:pt x="2780429" y="1579762"/>
                  </a:lnTo>
                  <a:lnTo>
                    <a:pt x="2781097" y="1579762"/>
                  </a:lnTo>
                  <a:lnTo>
                    <a:pt x="2781765" y="1544342"/>
                  </a:lnTo>
                  <a:lnTo>
                    <a:pt x="2782433" y="1510467"/>
                  </a:lnTo>
                  <a:lnTo>
                    <a:pt x="2783101" y="1499679"/>
                  </a:lnTo>
                  <a:lnTo>
                    <a:pt x="2783769" y="1499679"/>
                  </a:lnTo>
                  <a:lnTo>
                    <a:pt x="2784437" y="1461683"/>
                  </a:lnTo>
                  <a:lnTo>
                    <a:pt x="2785105" y="1461683"/>
                  </a:lnTo>
                  <a:lnTo>
                    <a:pt x="2785773" y="1461683"/>
                  </a:lnTo>
                  <a:lnTo>
                    <a:pt x="2786441" y="1461683"/>
                  </a:lnTo>
                  <a:lnTo>
                    <a:pt x="2787109" y="1461683"/>
                  </a:lnTo>
                  <a:lnTo>
                    <a:pt x="2787777" y="1461683"/>
                  </a:lnTo>
                  <a:lnTo>
                    <a:pt x="2788445" y="1461683"/>
                  </a:lnTo>
                  <a:lnTo>
                    <a:pt x="2789113" y="1418444"/>
                  </a:lnTo>
                  <a:lnTo>
                    <a:pt x="2789781" y="1452616"/>
                  </a:lnTo>
                  <a:lnTo>
                    <a:pt x="2790449" y="1556764"/>
                  </a:lnTo>
                  <a:lnTo>
                    <a:pt x="2791117" y="1579762"/>
                  </a:lnTo>
                  <a:lnTo>
                    <a:pt x="2791785" y="1579762"/>
                  </a:lnTo>
                  <a:lnTo>
                    <a:pt x="2792453" y="1579762"/>
                  </a:lnTo>
                  <a:lnTo>
                    <a:pt x="2793122" y="1579762"/>
                  </a:lnTo>
                  <a:lnTo>
                    <a:pt x="2793790" y="1579762"/>
                  </a:lnTo>
                  <a:lnTo>
                    <a:pt x="2794458" y="1579762"/>
                  </a:lnTo>
                  <a:lnTo>
                    <a:pt x="2795126" y="1579762"/>
                  </a:lnTo>
                  <a:lnTo>
                    <a:pt x="2795794" y="1579762"/>
                  </a:lnTo>
                  <a:lnTo>
                    <a:pt x="2796462" y="1579762"/>
                  </a:lnTo>
                  <a:lnTo>
                    <a:pt x="2797130" y="1579762"/>
                  </a:lnTo>
                  <a:lnTo>
                    <a:pt x="2797798" y="1579762"/>
                  </a:lnTo>
                  <a:lnTo>
                    <a:pt x="2798466" y="1579762"/>
                  </a:lnTo>
                  <a:lnTo>
                    <a:pt x="2799134" y="1579762"/>
                  </a:lnTo>
                  <a:lnTo>
                    <a:pt x="2799802" y="1579762"/>
                  </a:lnTo>
                  <a:lnTo>
                    <a:pt x="2800470" y="1567692"/>
                  </a:lnTo>
                  <a:lnTo>
                    <a:pt x="2801138" y="1521974"/>
                  </a:lnTo>
                  <a:lnTo>
                    <a:pt x="2801806" y="1521974"/>
                  </a:lnTo>
                  <a:lnTo>
                    <a:pt x="2802474" y="1521974"/>
                  </a:lnTo>
                  <a:lnTo>
                    <a:pt x="2803142" y="1521974"/>
                  </a:lnTo>
                  <a:lnTo>
                    <a:pt x="2803810" y="1546507"/>
                  </a:lnTo>
                  <a:lnTo>
                    <a:pt x="2804478" y="1579762"/>
                  </a:lnTo>
                  <a:lnTo>
                    <a:pt x="2805146" y="1579762"/>
                  </a:lnTo>
                  <a:lnTo>
                    <a:pt x="2805814" y="1579762"/>
                  </a:lnTo>
                  <a:lnTo>
                    <a:pt x="2806482" y="1579762"/>
                  </a:lnTo>
                  <a:lnTo>
                    <a:pt x="2807150" y="1579762"/>
                  </a:lnTo>
                  <a:lnTo>
                    <a:pt x="2807818" y="1574648"/>
                  </a:lnTo>
                  <a:lnTo>
                    <a:pt x="2808486" y="1480680"/>
                  </a:lnTo>
                  <a:lnTo>
                    <a:pt x="2809154" y="1480680"/>
                  </a:lnTo>
                  <a:lnTo>
                    <a:pt x="2809822" y="1480680"/>
                  </a:lnTo>
                  <a:lnTo>
                    <a:pt x="2810490" y="1523328"/>
                  </a:lnTo>
                  <a:lnTo>
                    <a:pt x="2811158" y="1579623"/>
                  </a:lnTo>
                  <a:lnTo>
                    <a:pt x="2811826" y="1579623"/>
                  </a:lnTo>
                  <a:lnTo>
                    <a:pt x="2812494" y="1579623"/>
                  </a:lnTo>
                  <a:lnTo>
                    <a:pt x="2813162" y="1579623"/>
                  </a:lnTo>
                  <a:lnTo>
                    <a:pt x="2813830" y="1579623"/>
                  </a:lnTo>
                  <a:lnTo>
                    <a:pt x="2814498" y="1579623"/>
                  </a:lnTo>
                  <a:lnTo>
                    <a:pt x="2815166" y="1579623"/>
                  </a:lnTo>
                  <a:lnTo>
                    <a:pt x="2815834" y="1579623"/>
                  </a:lnTo>
                  <a:lnTo>
                    <a:pt x="2816502" y="1579623"/>
                  </a:lnTo>
                  <a:lnTo>
                    <a:pt x="2817170" y="1579623"/>
                  </a:lnTo>
                  <a:lnTo>
                    <a:pt x="2817839" y="1579623"/>
                  </a:lnTo>
                  <a:lnTo>
                    <a:pt x="2818507" y="1579623"/>
                  </a:lnTo>
                  <a:lnTo>
                    <a:pt x="2819175" y="1579623"/>
                  </a:lnTo>
                  <a:lnTo>
                    <a:pt x="2819843" y="1579623"/>
                  </a:lnTo>
                  <a:lnTo>
                    <a:pt x="2820511" y="1528247"/>
                  </a:lnTo>
                  <a:lnTo>
                    <a:pt x="2821179" y="1480680"/>
                  </a:lnTo>
                  <a:lnTo>
                    <a:pt x="2821847" y="1480680"/>
                  </a:lnTo>
                  <a:lnTo>
                    <a:pt x="2822515" y="1480680"/>
                  </a:lnTo>
                  <a:lnTo>
                    <a:pt x="2823183" y="1480680"/>
                  </a:lnTo>
                  <a:lnTo>
                    <a:pt x="2823851" y="1480680"/>
                  </a:lnTo>
                  <a:lnTo>
                    <a:pt x="2824519" y="1480680"/>
                  </a:lnTo>
                  <a:lnTo>
                    <a:pt x="2825187" y="1480680"/>
                  </a:lnTo>
                  <a:lnTo>
                    <a:pt x="2825855" y="1419504"/>
                  </a:lnTo>
                  <a:lnTo>
                    <a:pt x="2826523" y="1394971"/>
                  </a:lnTo>
                  <a:lnTo>
                    <a:pt x="2827191" y="1394971"/>
                  </a:lnTo>
                  <a:lnTo>
                    <a:pt x="2827859" y="1394971"/>
                  </a:lnTo>
                  <a:lnTo>
                    <a:pt x="2828527" y="1394971"/>
                  </a:lnTo>
                  <a:lnTo>
                    <a:pt x="2829195" y="1394971"/>
                  </a:lnTo>
                  <a:lnTo>
                    <a:pt x="2829863" y="1394971"/>
                  </a:lnTo>
                  <a:lnTo>
                    <a:pt x="2830531" y="1436396"/>
                  </a:lnTo>
                  <a:lnTo>
                    <a:pt x="2831199" y="1480680"/>
                  </a:lnTo>
                  <a:lnTo>
                    <a:pt x="2831867" y="1480680"/>
                  </a:lnTo>
                  <a:lnTo>
                    <a:pt x="2832535" y="1480680"/>
                  </a:lnTo>
                  <a:lnTo>
                    <a:pt x="2833203" y="1480680"/>
                  </a:lnTo>
                  <a:lnTo>
                    <a:pt x="2833871" y="1480680"/>
                  </a:lnTo>
                  <a:lnTo>
                    <a:pt x="2834539" y="1480680"/>
                  </a:lnTo>
                  <a:lnTo>
                    <a:pt x="2835207" y="1480680"/>
                  </a:lnTo>
                  <a:lnTo>
                    <a:pt x="2835875" y="1548306"/>
                  </a:lnTo>
                  <a:lnTo>
                    <a:pt x="2836543" y="1579623"/>
                  </a:lnTo>
                  <a:lnTo>
                    <a:pt x="2837211" y="1579623"/>
                  </a:lnTo>
                  <a:lnTo>
                    <a:pt x="2837879" y="1579623"/>
                  </a:lnTo>
                  <a:lnTo>
                    <a:pt x="2838547" y="1569013"/>
                  </a:lnTo>
                  <a:lnTo>
                    <a:pt x="2839215" y="1480680"/>
                  </a:lnTo>
                  <a:lnTo>
                    <a:pt x="2839883" y="1480680"/>
                  </a:lnTo>
                  <a:lnTo>
                    <a:pt x="2840551" y="1432131"/>
                  </a:lnTo>
                  <a:lnTo>
                    <a:pt x="2841219" y="1394971"/>
                  </a:lnTo>
                  <a:lnTo>
                    <a:pt x="2841887" y="1394971"/>
                  </a:lnTo>
                  <a:lnTo>
                    <a:pt x="2842556" y="1394971"/>
                  </a:lnTo>
                  <a:lnTo>
                    <a:pt x="2843224" y="1394971"/>
                  </a:lnTo>
                  <a:lnTo>
                    <a:pt x="2843892" y="1394971"/>
                  </a:lnTo>
                  <a:lnTo>
                    <a:pt x="2844560" y="1394971"/>
                  </a:lnTo>
                  <a:lnTo>
                    <a:pt x="2845228" y="1394971"/>
                  </a:lnTo>
                  <a:lnTo>
                    <a:pt x="2845896" y="1481728"/>
                  </a:lnTo>
                  <a:lnTo>
                    <a:pt x="2846564" y="1496072"/>
                  </a:lnTo>
                  <a:lnTo>
                    <a:pt x="2847232" y="1515173"/>
                  </a:lnTo>
                  <a:lnTo>
                    <a:pt x="2847900" y="1494490"/>
                  </a:lnTo>
                  <a:lnTo>
                    <a:pt x="2848568" y="1453546"/>
                  </a:lnTo>
                  <a:lnTo>
                    <a:pt x="2849236" y="1521974"/>
                  </a:lnTo>
                  <a:lnTo>
                    <a:pt x="2849904" y="1521974"/>
                  </a:lnTo>
                  <a:lnTo>
                    <a:pt x="2850572" y="1567692"/>
                  </a:lnTo>
                  <a:lnTo>
                    <a:pt x="2851240" y="1579762"/>
                  </a:lnTo>
                  <a:lnTo>
                    <a:pt x="2851908" y="1579762"/>
                  </a:lnTo>
                  <a:lnTo>
                    <a:pt x="2852576" y="1579762"/>
                  </a:lnTo>
                  <a:lnTo>
                    <a:pt x="2853244" y="1521974"/>
                  </a:lnTo>
                  <a:lnTo>
                    <a:pt x="2853912" y="1521974"/>
                  </a:lnTo>
                  <a:lnTo>
                    <a:pt x="2854580" y="1521974"/>
                  </a:lnTo>
                  <a:lnTo>
                    <a:pt x="2855248" y="1579762"/>
                  </a:lnTo>
                  <a:lnTo>
                    <a:pt x="2855916" y="1579762"/>
                  </a:lnTo>
                  <a:lnTo>
                    <a:pt x="2856584" y="1579762"/>
                  </a:lnTo>
                  <a:lnTo>
                    <a:pt x="2857252" y="1579762"/>
                  </a:lnTo>
                  <a:lnTo>
                    <a:pt x="2857920" y="1550688"/>
                  </a:lnTo>
                  <a:lnTo>
                    <a:pt x="2858588" y="1579762"/>
                  </a:lnTo>
                  <a:lnTo>
                    <a:pt x="2859256" y="1579762"/>
                  </a:lnTo>
                  <a:lnTo>
                    <a:pt x="2859924" y="1579762"/>
                  </a:lnTo>
                  <a:lnTo>
                    <a:pt x="2860592" y="1579762"/>
                  </a:lnTo>
                  <a:lnTo>
                    <a:pt x="2861260" y="1579762"/>
                  </a:lnTo>
                  <a:lnTo>
                    <a:pt x="2861928" y="1579762"/>
                  </a:lnTo>
                  <a:lnTo>
                    <a:pt x="2862596" y="1579762"/>
                  </a:lnTo>
                  <a:lnTo>
                    <a:pt x="2863264" y="1579762"/>
                  </a:lnTo>
                  <a:lnTo>
                    <a:pt x="2863932" y="1579762"/>
                  </a:lnTo>
                  <a:lnTo>
                    <a:pt x="2864600" y="1579762"/>
                  </a:lnTo>
                  <a:lnTo>
                    <a:pt x="2865268" y="1579762"/>
                  </a:lnTo>
                  <a:lnTo>
                    <a:pt x="2865936" y="1579762"/>
                  </a:lnTo>
                  <a:lnTo>
                    <a:pt x="2866604" y="1579762"/>
                  </a:lnTo>
                  <a:lnTo>
                    <a:pt x="2867273" y="1579762"/>
                  </a:lnTo>
                  <a:lnTo>
                    <a:pt x="2867941" y="1521974"/>
                  </a:lnTo>
                  <a:lnTo>
                    <a:pt x="2868609" y="1521974"/>
                  </a:lnTo>
                  <a:lnTo>
                    <a:pt x="2869277" y="1579762"/>
                  </a:lnTo>
                  <a:lnTo>
                    <a:pt x="2869945" y="1579762"/>
                  </a:lnTo>
                  <a:lnTo>
                    <a:pt x="2870613" y="1579762"/>
                  </a:lnTo>
                  <a:lnTo>
                    <a:pt x="2871281" y="1579762"/>
                  </a:lnTo>
                  <a:lnTo>
                    <a:pt x="2871949" y="1579762"/>
                  </a:lnTo>
                  <a:lnTo>
                    <a:pt x="2872617" y="1579762"/>
                  </a:lnTo>
                  <a:lnTo>
                    <a:pt x="2873285" y="1579762"/>
                  </a:lnTo>
                  <a:lnTo>
                    <a:pt x="2873953" y="1579762"/>
                  </a:lnTo>
                  <a:lnTo>
                    <a:pt x="2874621" y="1573612"/>
                  </a:lnTo>
                  <a:lnTo>
                    <a:pt x="2875289" y="1535469"/>
                  </a:lnTo>
                  <a:lnTo>
                    <a:pt x="2875957" y="1535469"/>
                  </a:lnTo>
                  <a:lnTo>
                    <a:pt x="2876625" y="1541920"/>
                  </a:lnTo>
                  <a:lnTo>
                    <a:pt x="2877293" y="1579762"/>
                  </a:lnTo>
                  <a:lnTo>
                    <a:pt x="2877961" y="1579762"/>
                  </a:lnTo>
                  <a:lnTo>
                    <a:pt x="2878629" y="1579762"/>
                  </a:lnTo>
                  <a:lnTo>
                    <a:pt x="2879297" y="1579762"/>
                  </a:lnTo>
                  <a:lnTo>
                    <a:pt x="2879965" y="1579762"/>
                  </a:lnTo>
                  <a:lnTo>
                    <a:pt x="2880633" y="1535064"/>
                  </a:lnTo>
                  <a:lnTo>
                    <a:pt x="2881301" y="1530239"/>
                  </a:lnTo>
                  <a:lnTo>
                    <a:pt x="2881969" y="1515011"/>
                  </a:lnTo>
                  <a:lnTo>
                    <a:pt x="2882637" y="1420472"/>
                  </a:lnTo>
                  <a:lnTo>
                    <a:pt x="2883305" y="1431259"/>
                  </a:lnTo>
                  <a:lnTo>
                    <a:pt x="2883973" y="1496072"/>
                  </a:lnTo>
                  <a:lnTo>
                    <a:pt x="2884641" y="1461926"/>
                  </a:lnTo>
                  <a:lnTo>
                    <a:pt x="2885309" y="1394971"/>
                  </a:lnTo>
                  <a:lnTo>
                    <a:pt x="2885977" y="1394971"/>
                  </a:lnTo>
                  <a:lnTo>
                    <a:pt x="2886645" y="1394971"/>
                  </a:lnTo>
                  <a:lnTo>
                    <a:pt x="2887313" y="1394971"/>
                  </a:lnTo>
                  <a:lnTo>
                    <a:pt x="2887981" y="1394971"/>
                  </a:lnTo>
                  <a:lnTo>
                    <a:pt x="2888649" y="1394971"/>
                  </a:lnTo>
                  <a:lnTo>
                    <a:pt x="2889317" y="1440689"/>
                  </a:lnTo>
                  <a:lnTo>
                    <a:pt x="2889985" y="1480680"/>
                  </a:lnTo>
                  <a:lnTo>
                    <a:pt x="2890653" y="1567436"/>
                  </a:lnTo>
                  <a:lnTo>
                    <a:pt x="2891322" y="1579762"/>
                  </a:lnTo>
                  <a:lnTo>
                    <a:pt x="2891990" y="1579762"/>
                  </a:lnTo>
                  <a:lnTo>
                    <a:pt x="2892658" y="1579762"/>
                  </a:lnTo>
                  <a:lnTo>
                    <a:pt x="2893326" y="1579762"/>
                  </a:lnTo>
                  <a:lnTo>
                    <a:pt x="2893994" y="1579762"/>
                  </a:lnTo>
                  <a:lnTo>
                    <a:pt x="2894662" y="1579762"/>
                  </a:lnTo>
                  <a:lnTo>
                    <a:pt x="2895330" y="1579762"/>
                  </a:lnTo>
                  <a:lnTo>
                    <a:pt x="2895998" y="1579762"/>
                  </a:lnTo>
                  <a:lnTo>
                    <a:pt x="2896666" y="1579762"/>
                  </a:lnTo>
                  <a:lnTo>
                    <a:pt x="2897334" y="1579762"/>
                  </a:lnTo>
                  <a:lnTo>
                    <a:pt x="2898002" y="1579762"/>
                  </a:lnTo>
                  <a:lnTo>
                    <a:pt x="2898670" y="1579762"/>
                  </a:lnTo>
                  <a:lnTo>
                    <a:pt x="2899338" y="1579762"/>
                  </a:lnTo>
                  <a:lnTo>
                    <a:pt x="2900006" y="1579762"/>
                  </a:lnTo>
                  <a:lnTo>
                    <a:pt x="2900674" y="1579762"/>
                  </a:lnTo>
                  <a:lnTo>
                    <a:pt x="2901342" y="1579762"/>
                  </a:lnTo>
                  <a:lnTo>
                    <a:pt x="2902010" y="1480680"/>
                  </a:lnTo>
                  <a:lnTo>
                    <a:pt x="2902678" y="1480680"/>
                  </a:lnTo>
                  <a:lnTo>
                    <a:pt x="2903346" y="1480680"/>
                  </a:lnTo>
                  <a:lnTo>
                    <a:pt x="2904014" y="1480680"/>
                  </a:lnTo>
                  <a:lnTo>
                    <a:pt x="2904682" y="1480680"/>
                  </a:lnTo>
                  <a:lnTo>
                    <a:pt x="2905350" y="1480680"/>
                  </a:lnTo>
                  <a:lnTo>
                    <a:pt x="2906018" y="1480680"/>
                  </a:lnTo>
                  <a:lnTo>
                    <a:pt x="2906686" y="1480680"/>
                  </a:lnTo>
                  <a:lnTo>
                    <a:pt x="2907354" y="1445012"/>
                  </a:lnTo>
                  <a:lnTo>
                    <a:pt x="2908022" y="1394971"/>
                  </a:lnTo>
                  <a:lnTo>
                    <a:pt x="2908690" y="1394971"/>
                  </a:lnTo>
                  <a:lnTo>
                    <a:pt x="2909358" y="1394971"/>
                  </a:lnTo>
                  <a:lnTo>
                    <a:pt x="2910026" y="1394971"/>
                  </a:lnTo>
                  <a:lnTo>
                    <a:pt x="2910694" y="1394971"/>
                  </a:lnTo>
                  <a:lnTo>
                    <a:pt x="2911362" y="1398996"/>
                  </a:lnTo>
                  <a:lnTo>
                    <a:pt x="2912030" y="1480680"/>
                  </a:lnTo>
                  <a:lnTo>
                    <a:pt x="2912698" y="1480680"/>
                  </a:lnTo>
                  <a:lnTo>
                    <a:pt x="2913366" y="1480680"/>
                  </a:lnTo>
                  <a:lnTo>
                    <a:pt x="2914034" y="1480680"/>
                  </a:lnTo>
                  <a:lnTo>
                    <a:pt x="2914702" y="1480680"/>
                  </a:lnTo>
                  <a:lnTo>
                    <a:pt x="2915370" y="1480680"/>
                  </a:lnTo>
                  <a:lnTo>
                    <a:pt x="2916039" y="1480680"/>
                  </a:lnTo>
                  <a:lnTo>
                    <a:pt x="2916707" y="1480680"/>
                  </a:lnTo>
                  <a:lnTo>
                    <a:pt x="2917375" y="1518447"/>
                  </a:lnTo>
                  <a:lnTo>
                    <a:pt x="2918043" y="1579623"/>
                  </a:lnTo>
                  <a:lnTo>
                    <a:pt x="2918711" y="1579623"/>
                  </a:lnTo>
                  <a:lnTo>
                    <a:pt x="2919379" y="1579623"/>
                  </a:lnTo>
                  <a:lnTo>
                    <a:pt x="2920047" y="1579623"/>
                  </a:lnTo>
                  <a:lnTo>
                    <a:pt x="2920715" y="1579623"/>
                  </a:lnTo>
                  <a:lnTo>
                    <a:pt x="2921383" y="1579623"/>
                  </a:lnTo>
                  <a:lnTo>
                    <a:pt x="2922051" y="1579623"/>
                  </a:lnTo>
                  <a:lnTo>
                    <a:pt x="2922719" y="1579623"/>
                  </a:lnTo>
                  <a:lnTo>
                    <a:pt x="2923387" y="1579623"/>
                  </a:lnTo>
                  <a:lnTo>
                    <a:pt x="2924055" y="1579623"/>
                  </a:lnTo>
                  <a:lnTo>
                    <a:pt x="2924723" y="1579623"/>
                  </a:lnTo>
                  <a:lnTo>
                    <a:pt x="2925391" y="1579623"/>
                  </a:lnTo>
                  <a:lnTo>
                    <a:pt x="2926059" y="1579623"/>
                  </a:lnTo>
                  <a:lnTo>
                    <a:pt x="2926727" y="1579623"/>
                  </a:lnTo>
                  <a:lnTo>
                    <a:pt x="2927395" y="1579623"/>
                  </a:lnTo>
                  <a:lnTo>
                    <a:pt x="2928063" y="1579762"/>
                  </a:lnTo>
                  <a:lnTo>
                    <a:pt x="2928731" y="1579762"/>
                  </a:lnTo>
                  <a:lnTo>
                    <a:pt x="2929399" y="1579762"/>
                  </a:lnTo>
                  <a:lnTo>
                    <a:pt x="2930067" y="1579762"/>
                  </a:lnTo>
                  <a:lnTo>
                    <a:pt x="2930735" y="1579762"/>
                  </a:lnTo>
                  <a:lnTo>
                    <a:pt x="2931403" y="1579762"/>
                  </a:lnTo>
                  <a:lnTo>
                    <a:pt x="2932071" y="1579762"/>
                  </a:lnTo>
                  <a:lnTo>
                    <a:pt x="2932739" y="1579762"/>
                  </a:lnTo>
                  <a:lnTo>
                    <a:pt x="2933407" y="1579762"/>
                  </a:lnTo>
                  <a:lnTo>
                    <a:pt x="2934075" y="1579762"/>
                  </a:lnTo>
                  <a:lnTo>
                    <a:pt x="2934743" y="1579762"/>
                  </a:lnTo>
                  <a:lnTo>
                    <a:pt x="2935411" y="1579762"/>
                  </a:lnTo>
                  <a:lnTo>
                    <a:pt x="2936079" y="1579762"/>
                  </a:lnTo>
                  <a:lnTo>
                    <a:pt x="2936747" y="1579762"/>
                  </a:lnTo>
                  <a:lnTo>
                    <a:pt x="2937415" y="1579762"/>
                  </a:lnTo>
                  <a:lnTo>
                    <a:pt x="2938083" y="1579762"/>
                  </a:lnTo>
                  <a:lnTo>
                    <a:pt x="2938751" y="1500096"/>
                  </a:lnTo>
                  <a:lnTo>
                    <a:pt x="2939419" y="1496072"/>
                  </a:lnTo>
                  <a:lnTo>
                    <a:pt x="2940087" y="1488940"/>
                  </a:lnTo>
                  <a:lnTo>
                    <a:pt x="2940756" y="1394971"/>
                  </a:lnTo>
                  <a:lnTo>
                    <a:pt x="2941424" y="1394971"/>
                  </a:lnTo>
                  <a:lnTo>
                    <a:pt x="2942092" y="1394971"/>
                  </a:lnTo>
                  <a:lnTo>
                    <a:pt x="2942760" y="1394971"/>
                  </a:lnTo>
                  <a:lnTo>
                    <a:pt x="2943428" y="1394971"/>
                  </a:lnTo>
                  <a:lnTo>
                    <a:pt x="2944096" y="1394971"/>
                  </a:lnTo>
                  <a:lnTo>
                    <a:pt x="2944764" y="1394971"/>
                  </a:lnTo>
                  <a:lnTo>
                    <a:pt x="2945432" y="1394971"/>
                  </a:lnTo>
                  <a:lnTo>
                    <a:pt x="2946100" y="1394971"/>
                  </a:lnTo>
                  <a:lnTo>
                    <a:pt x="2946768" y="1394971"/>
                  </a:lnTo>
                  <a:lnTo>
                    <a:pt x="2947436" y="1383048"/>
                  </a:lnTo>
                  <a:lnTo>
                    <a:pt x="2948104" y="1367487"/>
                  </a:lnTo>
                  <a:lnTo>
                    <a:pt x="2948772" y="1390972"/>
                  </a:lnTo>
                  <a:lnTo>
                    <a:pt x="2949440" y="1394971"/>
                  </a:lnTo>
                  <a:lnTo>
                    <a:pt x="2950108" y="1394971"/>
                  </a:lnTo>
                  <a:lnTo>
                    <a:pt x="2950776" y="1394971"/>
                  </a:lnTo>
                  <a:lnTo>
                    <a:pt x="2951444" y="1394971"/>
                  </a:lnTo>
                  <a:lnTo>
                    <a:pt x="2952112" y="1394971"/>
                  </a:lnTo>
                  <a:lnTo>
                    <a:pt x="2952780" y="1394971"/>
                  </a:lnTo>
                  <a:lnTo>
                    <a:pt x="2953448" y="1394971"/>
                  </a:lnTo>
                  <a:lnTo>
                    <a:pt x="2954116" y="1394971"/>
                  </a:lnTo>
                  <a:lnTo>
                    <a:pt x="2954784" y="1394971"/>
                  </a:lnTo>
                  <a:lnTo>
                    <a:pt x="2955452" y="1394971"/>
                  </a:lnTo>
                  <a:lnTo>
                    <a:pt x="2956120" y="1394971"/>
                  </a:lnTo>
                  <a:lnTo>
                    <a:pt x="2956788" y="1394971"/>
                  </a:lnTo>
                  <a:lnTo>
                    <a:pt x="2957456" y="1423686"/>
                  </a:lnTo>
                  <a:lnTo>
                    <a:pt x="2958124" y="1513603"/>
                  </a:lnTo>
                  <a:lnTo>
                    <a:pt x="2958792" y="1579623"/>
                  </a:lnTo>
                  <a:lnTo>
                    <a:pt x="2959460" y="1579623"/>
                  </a:lnTo>
                  <a:lnTo>
                    <a:pt x="2960128" y="1579623"/>
                  </a:lnTo>
                  <a:lnTo>
                    <a:pt x="2960796" y="1579762"/>
                  </a:lnTo>
                  <a:lnTo>
                    <a:pt x="2961464" y="1579762"/>
                  </a:lnTo>
                  <a:lnTo>
                    <a:pt x="2962132" y="1578357"/>
                  </a:lnTo>
                  <a:lnTo>
                    <a:pt x="2962800" y="1579762"/>
                  </a:lnTo>
                  <a:lnTo>
                    <a:pt x="2963468" y="1579762"/>
                  </a:lnTo>
                  <a:lnTo>
                    <a:pt x="2964136" y="1579762"/>
                  </a:lnTo>
                  <a:lnTo>
                    <a:pt x="2964804" y="1579762"/>
                  </a:lnTo>
                  <a:lnTo>
                    <a:pt x="2965473" y="1579762"/>
                  </a:lnTo>
                  <a:lnTo>
                    <a:pt x="2966141" y="1579762"/>
                  </a:lnTo>
                  <a:lnTo>
                    <a:pt x="2966809" y="1579762"/>
                  </a:lnTo>
                  <a:lnTo>
                    <a:pt x="2967477" y="1579762"/>
                  </a:lnTo>
                  <a:lnTo>
                    <a:pt x="2968145" y="1579762"/>
                  </a:lnTo>
                  <a:lnTo>
                    <a:pt x="2968813" y="1579762"/>
                  </a:lnTo>
                  <a:lnTo>
                    <a:pt x="2969481" y="1579762"/>
                  </a:lnTo>
                  <a:lnTo>
                    <a:pt x="2970149" y="1579762"/>
                  </a:lnTo>
                  <a:lnTo>
                    <a:pt x="2970817" y="1579762"/>
                  </a:lnTo>
                  <a:lnTo>
                    <a:pt x="2971485" y="1579762"/>
                  </a:lnTo>
                  <a:lnTo>
                    <a:pt x="2972153" y="1579762"/>
                  </a:lnTo>
                  <a:lnTo>
                    <a:pt x="2972821" y="1579762"/>
                  </a:lnTo>
                  <a:lnTo>
                    <a:pt x="2973489" y="1579762"/>
                  </a:lnTo>
                  <a:lnTo>
                    <a:pt x="2974157" y="1579623"/>
                  </a:lnTo>
                  <a:lnTo>
                    <a:pt x="2974825" y="1579623"/>
                  </a:lnTo>
                  <a:lnTo>
                    <a:pt x="2975493" y="1579623"/>
                  </a:lnTo>
                  <a:lnTo>
                    <a:pt x="2976161" y="1579623"/>
                  </a:lnTo>
                  <a:lnTo>
                    <a:pt x="2976829" y="1579623"/>
                  </a:lnTo>
                  <a:lnTo>
                    <a:pt x="2977497" y="1579623"/>
                  </a:lnTo>
                  <a:lnTo>
                    <a:pt x="2978165" y="1579623"/>
                  </a:lnTo>
                  <a:lnTo>
                    <a:pt x="2978833" y="1579623"/>
                  </a:lnTo>
                  <a:lnTo>
                    <a:pt x="2979501" y="1579623"/>
                  </a:lnTo>
                  <a:lnTo>
                    <a:pt x="2980169" y="1579623"/>
                  </a:lnTo>
                  <a:lnTo>
                    <a:pt x="2980837" y="1579623"/>
                  </a:lnTo>
                  <a:lnTo>
                    <a:pt x="2981505" y="1579623"/>
                  </a:lnTo>
                  <a:lnTo>
                    <a:pt x="2982173" y="1579623"/>
                  </a:lnTo>
                  <a:lnTo>
                    <a:pt x="2982841" y="1579623"/>
                  </a:lnTo>
                  <a:lnTo>
                    <a:pt x="2983509" y="1579623"/>
                  </a:lnTo>
                  <a:lnTo>
                    <a:pt x="2984177" y="1579623"/>
                  </a:lnTo>
                  <a:lnTo>
                    <a:pt x="2984845" y="1579623"/>
                  </a:lnTo>
                  <a:lnTo>
                    <a:pt x="2985513" y="1579623"/>
                  </a:lnTo>
                  <a:lnTo>
                    <a:pt x="2986181" y="1579623"/>
                  </a:lnTo>
                  <a:lnTo>
                    <a:pt x="2986849" y="1579623"/>
                  </a:lnTo>
                  <a:lnTo>
                    <a:pt x="2987517" y="1579623"/>
                  </a:lnTo>
                  <a:lnTo>
                    <a:pt x="2988185" y="1579623"/>
                  </a:lnTo>
                  <a:lnTo>
                    <a:pt x="2988853" y="1579623"/>
                  </a:lnTo>
                  <a:lnTo>
                    <a:pt x="2989522" y="1579623"/>
                  </a:lnTo>
                  <a:lnTo>
                    <a:pt x="2990190" y="1579623"/>
                  </a:lnTo>
                  <a:lnTo>
                    <a:pt x="2990858" y="1579623"/>
                  </a:lnTo>
                  <a:lnTo>
                    <a:pt x="2991526" y="1579623"/>
                  </a:lnTo>
                  <a:lnTo>
                    <a:pt x="2992194" y="1579623"/>
                  </a:lnTo>
                  <a:lnTo>
                    <a:pt x="2992862" y="1579623"/>
                  </a:lnTo>
                  <a:lnTo>
                    <a:pt x="2993530" y="1579623"/>
                  </a:lnTo>
                  <a:lnTo>
                    <a:pt x="2994198" y="1579623"/>
                  </a:lnTo>
                  <a:lnTo>
                    <a:pt x="2994866" y="1579623"/>
                  </a:lnTo>
                  <a:lnTo>
                    <a:pt x="2995534" y="1579623"/>
                  </a:lnTo>
                  <a:lnTo>
                    <a:pt x="2996202" y="1579623"/>
                  </a:lnTo>
                  <a:lnTo>
                    <a:pt x="2996870" y="1579623"/>
                  </a:lnTo>
                  <a:lnTo>
                    <a:pt x="2997538" y="1579623"/>
                  </a:lnTo>
                  <a:lnTo>
                    <a:pt x="2998206" y="1579623"/>
                  </a:lnTo>
                  <a:lnTo>
                    <a:pt x="2998874" y="1579623"/>
                  </a:lnTo>
                  <a:lnTo>
                    <a:pt x="2999542" y="1579623"/>
                  </a:lnTo>
                  <a:lnTo>
                    <a:pt x="3000210" y="1579623"/>
                  </a:lnTo>
                  <a:lnTo>
                    <a:pt x="3000878" y="1579623"/>
                  </a:lnTo>
                  <a:lnTo>
                    <a:pt x="3001546" y="1579623"/>
                  </a:lnTo>
                  <a:lnTo>
                    <a:pt x="3002214" y="1579623"/>
                  </a:lnTo>
                  <a:lnTo>
                    <a:pt x="3002882" y="1579623"/>
                  </a:lnTo>
                  <a:lnTo>
                    <a:pt x="3003550" y="1579623"/>
                  </a:lnTo>
                  <a:lnTo>
                    <a:pt x="3004218" y="1579623"/>
                  </a:lnTo>
                  <a:lnTo>
                    <a:pt x="3004886" y="1579762"/>
                  </a:lnTo>
                  <a:lnTo>
                    <a:pt x="3005554" y="1579762"/>
                  </a:lnTo>
                  <a:lnTo>
                    <a:pt x="3006222" y="1579762"/>
                  </a:lnTo>
                  <a:lnTo>
                    <a:pt x="3006890" y="1579762"/>
                  </a:lnTo>
                  <a:lnTo>
                    <a:pt x="3007558" y="1579762"/>
                  </a:lnTo>
                  <a:lnTo>
                    <a:pt x="3008226" y="1579762"/>
                  </a:lnTo>
                  <a:lnTo>
                    <a:pt x="3008894" y="1579762"/>
                  </a:lnTo>
                  <a:lnTo>
                    <a:pt x="3009562" y="1579762"/>
                  </a:lnTo>
                  <a:lnTo>
                    <a:pt x="3010230" y="1579762"/>
                  </a:lnTo>
                  <a:lnTo>
                    <a:pt x="3010898" y="1579762"/>
                  </a:lnTo>
                  <a:lnTo>
                    <a:pt x="3011566" y="1579762"/>
                  </a:lnTo>
                  <a:lnTo>
                    <a:pt x="3012234" y="1579762"/>
                  </a:lnTo>
                  <a:lnTo>
                    <a:pt x="3012902" y="1579762"/>
                  </a:lnTo>
                  <a:lnTo>
                    <a:pt x="3013570" y="1579762"/>
                  </a:lnTo>
                  <a:lnTo>
                    <a:pt x="3014239" y="1579762"/>
                  </a:lnTo>
                  <a:lnTo>
                    <a:pt x="3014907" y="1579762"/>
                  </a:lnTo>
                  <a:lnTo>
                    <a:pt x="3015575" y="1579762"/>
                  </a:lnTo>
                  <a:lnTo>
                    <a:pt x="3016243" y="1579762"/>
                  </a:lnTo>
                  <a:lnTo>
                    <a:pt x="3016911" y="1579762"/>
                  </a:lnTo>
                  <a:lnTo>
                    <a:pt x="3017579" y="1579623"/>
                  </a:lnTo>
                  <a:lnTo>
                    <a:pt x="3018247" y="1579623"/>
                  </a:lnTo>
                  <a:lnTo>
                    <a:pt x="3018915" y="1579623"/>
                  </a:lnTo>
                  <a:lnTo>
                    <a:pt x="3019583" y="1579623"/>
                  </a:lnTo>
                  <a:lnTo>
                    <a:pt x="3020251" y="1579623"/>
                  </a:lnTo>
                  <a:lnTo>
                    <a:pt x="3020919" y="1579623"/>
                  </a:lnTo>
                  <a:lnTo>
                    <a:pt x="3021587" y="1579623"/>
                  </a:lnTo>
                  <a:lnTo>
                    <a:pt x="3022255" y="1579623"/>
                  </a:lnTo>
                  <a:lnTo>
                    <a:pt x="3022923" y="1579623"/>
                  </a:lnTo>
                  <a:lnTo>
                    <a:pt x="3023591" y="1579623"/>
                  </a:lnTo>
                  <a:lnTo>
                    <a:pt x="3024259" y="1579623"/>
                  </a:lnTo>
                  <a:lnTo>
                    <a:pt x="3024927" y="1579623"/>
                  </a:lnTo>
                  <a:lnTo>
                    <a:pt x="3025595" y="1579623"/>
                  </a:lnTo>
                  <a:lnTo>
                    <a:pt x="3026263" y="1579623"/>
                  </a:lnTo>
                  <a:lnTo>
                    <a:pt x="3026931" y="1579623"/>
                  </a:lnTo>
                  <a:lnTo>
                    <a:pt x="3027599" y="1579623"/>
                  </a:lnTo>
                  <a:lnTo>
                    <a:pt x="3028267" y="1579623"/>
                  </a:lnTo>
                  <a:lnTo>
                    <a:pt x="3028935" y="1579623"/>
                  </a:lnTo>
                  <a:lnTo>
                    <a:pt x="3029603" y="1579623"/>
                  </a:lnTo>
                  <a:lnTo>
                    <a:pt x="3030271" y="1579623"/>
                  </a:lnTo>
                  <a:lnTo>
                    <a:pt x="3030939" y="1579623"/>
                  </a:lnTo>
                  <a:lnTo>
                    <a:pt x="3031607" y="1579623"/>
                  </a:lnTo>
                  <a:lnTo>
                    <a:pt x="3032275" y="1579623"/>
                  </a:lnTo>
                  <a:lnTo>
                    <a:pt x="3032943" y="1579623"/>
                  </a:lnTo>
                  <a:lnTo>
                    <a:pt x="3033611" y="1579623"/>
                  </a:lnTo>
                  <a:lnTo>
                    <a:pt x="3034279" y="1579623"/>
                  </a:lnTo>
                  <a:lnTo>
                    <a:pt x="3034947" y="1579623"/>
                  </a:lnTo>
                  <a:lnTo>
                    <a:pt x="3035615" y="1579623"/>
                  </a:lnTo>
                  <a:lnTo>
                    <a:pt x="3036283" y="1579623"/>
                  </a:lnTo>
                  <a:lnTo>
                    <a:pt x="3036951" y="1579623"/>
                  </a:lnTo>
                  <a:lnTo>
                    <a:pt x="3037619" y="1579623"/>
                  </a:lnTo>
                  <a:lnTo>
                    <a:pt x="3038287" y="1579623"/>
                  </a:lnTo>
                  <a:lnTo>
                    <a:pt x="3038956" y="1579623"/>
                  </a:lnTo>
                  <a:lnTo>
                    <a:pt x="3039624" y="1579623"/>
                  </a:lnTo>
                  <a:lnTo>
                    <a:pt x="3040292" y="1579623"/>
                  </a:lnTo>
                  <a:lnTo>
                    <a:pt x="3040960" y="1579623"/>
                  </a:lnTo>
                  <a:lnTo>
                    <a:pt x="3041628" y="1579623"/>
                  </a:lnTo>
                  <a:lnTo>
                    <a:pt x="3042296" y="1579623"/>
                  </a:lnTo>
                  <a:lnTo>
                    <a:pt x="3042964" y="1579623"/>
                  </a:lnTo>
                  <a:lnTo>
                    <a:pt x="3043632" y="1579623"/>
                  </a:lnTo>
                  <a:lnTo>
                    <a:pt x="3044300" y="1579623"/>
                  </a:lnTo>
                  <a:lnTo>
                    <a:pt x="3044968" y="1579623"/>
                  </a:lnTo>
                  <a:lnTo>
                    <a:pt x="3045636" y="1579623"/>
                  </a:lnTo>
                  <a:lnTo>
                    <a:pt x="3046304" y="1579623"/>
                  </a:lnTo>
                  <a:lnTo>
                    <a:pt x="3046972" y="1579623"/>
                  </a:lnTo>
                  <a:lnTo>
                    <a:pt x="3047640" y="1579623"/>
                  </a:lnTo>
                  <a:lnTo>
                    <a:pt x="3048308" y="1579623"/>
                  </a:lnTo>
                  <a:lnTo>
                    <a:pt x="3048976" y="1579623"/>
                  </a:lnTo>
                  <a:lnTo>
                    <a:pt x="3049644" y="1579623"/>
                  </a:lnTo>
                  <a:lnTo>
                    <a:pt x="3050312" y="1579623"/>
                  </a:lnTo>
                  <a:lnTo>
                    <a:pt x="3050980" y="1579623"/>
                  </a:lnTo>
                  <a:lnTo>
                    <a:pt x="3051648" y="1579623"/>
                  </a:lnTo>
                  <a:lnTo>
                    <a:pt x="3052316" y="1579623"/>
                  </a:lnTo>
                  <a:lnTo>
                    <a:pt x="3052984" y="1579623"/>
                  </a:lnTo>
                  <a:lnTo>
                    <a:pt x="3053652" y="1579623"/>
                  </a:lnTo>
                  <a:lnTo>
                    <a:pt x="3054320" y="1579623"/>
                  </a:lnTo>
                  <a:lnTo>
                    <a:pt x="3054988" y="1579623"/>
                  </a:lnTo>
                  <a:lnTo>
                    <a:pt x="3055656" y="1579623"/>
                  </a:lnTo>
                  <a:lnTo>
                    <a:pt x="3056324" y="1579623"/>
                  </a:lnTo>
                  <a:lnTo>
                    <a:pt x="3056992" y="1579623"/>
                  </a:lnTo>
                  <a:lnTo>
                    <a:pt x="3057660" y="1579623"/>
                  </a:lnTo>
                  <a:lnTo>
                    <a:pt x="3058328" y="1579623"/>
                  </a:lnTo>
                  <a:lnTo>
                    <a:pt x="3058996" y="1579623"/>
                  </a:lnTo>
                  <a:lnTo>
                    <a:pt x="3059664" y="1579623"/>
                  </a:lnTo>
                  <a:lnTo>
                    <a:pt x="3060332" y="1579623"/>
                  </a:lnTo>
                  <a:lnTo>
                    <a:pt x="3061000" y="1579623"/>
                  </a:lnTo>
                  <a:lnTo>
                    <a:pt x="3061668" y="1579623"/>
                  </a:lnTo>
                  <a:lnTo>
                    <a:pt x="3062336" y="1579623"/>
                  </a:lnTo>
                  <a:lnTo>
                    <a:pt x="3063004" y="1579623"/>
                  </a:lnTo>
                  <a:lnTo>
                    <a:pt x="3063673" y="1579623"/>
                  </a:lnTo>
                  <a:lnTo>
                    <a:pt x="3064341" y="1579623"/>
                  </a:lnTo>
                  <a:lnTo>
                    <a:pt x="3065009" y="1579623"/>
                  </a:lnTo>
                  <a:lnTo>
                    <a:pt x="3065677" y="1579623"/>
                  </a:lnTo>
                  <a:lnTo>
                    <a:pt x="3066345" y="1579762"/>
                  </a:lnTo>
                  <a:lnTo>
                    <a:pt x="3067013" y="1579762"/>
                  </a:lnTo>
                  <a:lnTo>
                    <a:pt x="3067681" y="1579762"/>
                  </a:lnTo>
                  <a:lnTo>
                    <a:pt x="3068349" y="1579762"/>
                  </a:lnTo>
                  <a:lnTo>
                    <a:pt x="3069017" y="1579762"/>
                  </a:lnTo>
                  <a:lnTo>
                    <a:pt x="3069685" y="1579762"/>
                  </a:lnTo>
                  <a:lnTo>
                    <a:pt x="3070353" y="1579762"/>
                  </a:lnTo>
                  <a:lnTo>
                    <a:pt x="3071021" y="1579762"/>
                  </a:lnTo>
                  <a:lnTo>
                    <a:pt x="3071689" y="1572015"/>
                  </a:lnTo>
                  <a:lnTo>
                    <a:pt x="3072357" y="1521974"/>
                  </a:lnTo>
                  <a:lnTo>
                    <a:pt x="3073025" y="1521974"/>
                  </a:lnTo>
                  <a:lnTo>
                    <a:pt x="3073693" y="1486848"/>
                  </a:lnTo>
                  <a:lnTo>
                    <a:pt x="3074361" y="1446374"/>
                  </a:lnTo>
                  <a:lnTo>
                    <a:pt x="3075029" y="1446374"/>
                  </a:lnTo>
                  <a:lnTo>
                    <a:pt x="3075697" y="1332328"/>
                  </a:lnTo>
                  <a:lnTo>
                    <a:pt x="3076365" y="1291669"/>
                  </a:lnTo>
                  <a:lnTo>
                    <a:pt x="3077033" y="1243894"/>
                  </a:lnTo>
                  <a:lnTo>
                    <a:pt x="3077701" y="1134720"/>
                  </a:lnTo>
                  <a:lnTo>
                    <a:pt x="3078369" y="1134720"/>
                  </a:lnTo>
                  <a:lnTo>
                    <a:pt x="3079037" y="1134720"/>
                  </a:lnTo>
                  <a:lnTo>
                    <a:pt x="3079705" y="1134720"/>
                  </a:lnTo>
                  <a:lnTo>
                    <a:pt x="3080373" y="1134720"/>
                  </a:lnTo>
                  <a:lnTo>
                    <a:pt x="3081041" y="1176145"/>
                  </a:lnTo>
                  <a:lnTo>
                    <a:pt x="3081709" y="1214344"/>
                  </a:lnTo>
                  <a:lnTo>
                    <a:pt x="3082377" y="1251745"/>
                  </a:lnTo>
                  <a:lnTo>
                    <a:pt x="3083045" y="1251745"/>
                  </a:lnTo>
                  <a:lnTo>
                    <a:pt x="3083713" y="1281298"/>
                  </a:lnTo>
                  <a:lnTo>
                    <a:pt x="3084381" y="1261445"/>
                  </a:lnTo>
                  <a:lnTo>
                    <a:pt x="3085049" y="1251745"/>
                  </a:lnTo>
                  <a:lnTo>
                    <a:pt x="3085717" y="1375220"/>
                  </a:lnTo>
                  <a:lnTo>
                    <a:pt x="3086385" y="1394971"/>
                  </a:lnTo>
                  <a:lnTo>
                    <a:pt x="3087053" y="1467071"/>
                  </a:lnTo>
                  <a:lnTo>
                    <a:pt x="3087722" y="1480680"/>
                  </a:lnTo>
                  <a:lnTo>
                    <a:pt x="3088390" y="1480680"/>
                  </a:lnTo>
                  <a:lnTo>
                    <a:pt x="3089058" y="1480680"/>
                  </a:lnTo>
                  <a:lnTo>
                    <a:pt x="3089726" y="1480680"/>
                  </a:lnTo>
                  <a:lnTo>
                    <a:pt x="3090394" y="1480680"/>
                  </a:lnTo>
                  <a:lnTo>
                    <a:pt x="3091062" y="1480680"/>
                  </a:lnTo>
                  <a:lnTo>
                    <a:pt x="3091730" y="1480680"/>
                  </a:lnTo>
                  <a:lnTo>
                    <a:pt x="3092398" y="1480680"/>
                  </a:lnTo>
                  <a:lnTo>
                    <a:pt x="3093066" y="1480680"/>
                  </a:lnTo>
                  <a:lnTo>
                    <a:pt x="3093734" y="1480680"/>
                  </a:lnTo>
                  <a:lnTo>
                    <a:pt x="3094402" y="1563774"/>
                  </a:lnTo>
                  <a:lnTo>
                    <a:pt x="3095070" y="1579623"/>
                  </a:lnTo>
                  <a:lnTo>
                    <a:pt x="3095738" y="1579762"/>
                  </a:lnTo>
                  <a:lnTo>
                    <a:pt x="3096406" y="1579762"/>
                  </a:lnTo>
                  <a:lnTo>
                    <a:pt x="3097074" y="1579762"/>
                  </a:lnTo>
                  <a:lnTo>
                    <a:pt x="3097742" y="1579762"/>
                  </a:lnTo>
                  <a:lnTo>
                    <a:pt x="3098410" y="1579762"/>
                  </a:lnTo>
                  <a:lnTo>
                    <a:pt x="3099078" y="1579762"/>
                  </a:lnTo>
                  <a:lnTo>
                    <a:pt x="3099746" y="1579762"/>
                  </a:lnTo>
                  <a:lnTo>
                    <a:pt x="3100414" y="1579762"/>
                  </a:lnTo>
                  <a:lnTo>
                    <a:pt x="3101082" y="1579762"/>
                  </a:lnTo>
                  <a:lnTo>
                    <a:pt x="3101750" y="1579762"/>
                  </a:lnTo>
                  <a:lnTo>
                    <a:pt x="3102418" y="1579762"/>
                  </a:lnTo>
                  <a:lnTo>
                    <a:pt x="3103086" y="1579762"/>
                  </a:lnTo>
                  <a:lnTo>
                    <a:pt x="3103754" y="1579762"/>
                  </a:lnTo>
                  <a:lnTo>
                    <a:pt x="3104422" y="1579762"/>
                  </a:lnTo>
                  <a:lnTo>
                    <a:pt x="3105090" y="1579762"/>
                  </a:lnTo>
                  <a:lnTo>
                    <a:pt x="3105758" y="1579762"/>
                  </a:lnTo>
                  <a:lnTo>
                    <a:pt x="3106426" y="1579762"/>
                  </a:lnTo>
                  <a:lnTo>
                    <a:pt x="3107094" y="1579762"/>
                  </a:lnTo>
                  <a:lnTo>
                    <a:pt x="3107762" y="1579762"/>
                  </a:lnTo>
                  <a:lnTo>
                    <a:pt x="3108430" y="1579762"/>
                  </a:lnTo>
                  <a:lnTo>
                    <a:pt x="3109098" y="1579623"/>
                  </a:lnTo>
                  <a:lnTo>
                    <a:pt x="3109766" y="1579623"/>
                  </a:lnTo>
                  <a:lnTo>
                    <a:pt x="3110434" y="1579623"/>
                  </a:lnTo>
                  <a:lnTo>
                    <a:pt x="3111102" y="1579623"/>
                  </a:lnTo>
                  <a:lnTo>
                    <a:pt x="3111770" y="1579623"/>
                  </a:lnTo>
                  <a:lnTo>
                    <a:pt x="3112439" y="1579623"/>
                  </a:lnTo>
                  <a:lnTo>
                    <a:pt x="3113107" y="1579623"/>
                  </a:lnTo>
                  <a:lnTo>
                    <a:pt x="3113775" y="1579762"/>
                  </a:lnTo>
                  <a:lnTo>
                    <a:pt x="3114443" y="1579762"/>
                  </a:lnTo>
                  <a:lnTo>
                    <a:pt x="3115111" y="1579762"/>
                  </a:lnTo>
                  <a:lnTo>
                    <a:pt x="3115779" y="1579762"/>
                  </a:lnTo>
                  <a:lnTo>
                    <a:pt x="3116447" y="1579762"/>
                  </a:lnTo>
                  <a:lnTo>
                    <a:pt x="3117115" y="1579762"/>
                  </a:lnTo>
                  <a:lnTo>
                    <a:pt x="3117783" y="1579762"/>
                  </a:lnTo>
                  <a:lnTo>
                    <a:pt x="3118451" y="1579762"/>
                  </a:lnTo>
                  <a:lnTo>
                    <a:pt x="3119119" y="1579762"/>
                  </a:lnTo>
                  <a:lnTo>
                    <a:pt x="3119787" y="1579762"/>
                  </a:lnTo>
                  <a:lnTo>
                    <a:pt x="3120455" y="1579762"/>
                  </a:lnTo>
                  <a:lnTo>
                    <a:pt x="3121123" y="1579762"/>
                  </a:lnTo>
                  <a:lnTo>
                    <a:pt x="3121791" y="1579762"/>
                  </a:lnTo>
                  <a:lnTo>
                    <a:pt x="3122459" y="1579762"/>
                  </a:lnTo>
                  <a:lnTo>
                    <a:pt x="3123127" y="1579762"/>
                  </a:lnTo>
                  <a:lnTo>
                    <a:pt x="3123795" y="1579762"/>
                  </a:lnTo>
                  <a:lnTo>
                    <a:pt x="3124463" y="1579762"/>
                  </a:lnTo>
                  <a:lnTo>
                    <a:pt x="3125131" y="1579623"/>
                  </a:lnTo>
                  <a:lnTo>
                    <a:pt x="3125799" y="1579623"/>
                  </a:lnTo>
                  <a:lnTo>
                    <a:pt x="3126467" y="1579623"/>
                  </a:lnTo>
                  <a:lnTo>
                    <a:pt x="3127135" y="1579623"/>
                  </a:lnTo>
                  <a:lnTo>
                    <a:pt x="3127803" y="1579762"/>
                  </a:lnTo>
                  <a:lnTo>
                    <a:pt x="3128471" y="1579762"/>
                  </a:lnTo>
                  <a:lnTo>
                    <a:pt x="3129139" y="1579762"/>
                  </a:lnTo>
                  <a:lnTo>
                    <a:pt x="3129807" y="1579762"/>
                  </a:lnTo>
                  <a:lnTo>
                    <a:pt x="3130475" y="1579762"/>
                  </a:lnTo>
                  <a:lnTo>
                    <a:pt x="3131143" y="1579762"/>
                  </a:lnTo>
                  <a:lnTo>
                    <a:pt x="3131811" y="1579762"/>
                  </a:lnTo>
                  <a:lnTo>
                    <a:pt x="3132479" y="1579762"/>
                  </a:lnTo>
                  <a:lnTo>
                    <a:pt x="3133147" y="1579762"/>
                  </a:lnTo>
                  <a:lnTo>
                    <a:pt x="3133815" y="1579762"/>
                  </a:lnTo>
                  <a:lnTo>
                    <a:pt x="3134483" y="1579762"/>
                  </a:lnTo>
                  <a:lnTo>
                    <a:pt x="3135151" y="1579762"/>
                  </a:lnTo>
                  <a:lnTo>
                    <a:pt x="3135819" y="1579762"/>
                  </a:lnTo>
                  <a:lnTo>
                    <a:pt x="3136487" y="1579762"/>
                  </a:lnTo>
                  <a:lnTo>
                    <a:pt x="3137156" y="1579762"/>
                  </a:lnTo>
                  <a:lnTo>
                    <a:pt x="3137824" y="1579762"/>
                  </a:lnTo>
                  <a:lnTo>
                    <a:pt x="3138492" y="1579762"/>
                  </a:lnTo>
                  <a:lnTo>
                    <a:pt x="3139160" y="1579762"/>
                  </a:lnTo>
                  <a:lnTo>
                    <a:pt x="3139828" y="1579623"/>
                  </a:lnTo>
                  <a:lnTo>
                    <a:pt x="3140496" y="1558576"/>
                  </a:lnTo>
                  <a:lnTo>
                    <a:pt x="3141164" y="1480680"/>
                  </a:lnTo>
                  <a:lnTo>
                    <a:pt x="3141832" y="1579762"/>
                  </a:lnTo>
                  <a:lnTo>
                    <a:pt x="3142500" y="1579762"/>
                  </a:lnTo>
                  <a:lnTo>
                    <a:pt x="3143168" y="1579762"/>
                  </a:lnTo>
                  <a:lnTo>
                    <a:pt x="3143836" y="1579762"/>
                  </a:lnTo>
                  <a:lnTo>
                    <a:pt x="3144504" y="1579762"/>
                  </a:lnTo>
                  <a:lnTo>
                    <a:pt x="3145172" y="1579762"/>
                  </a:lnTo>
                  <a:lnTo>
                    <a:pt x="3145840" y="1579762"/>
                  </a:lnTo>
                  <a:lnTo>
                    <a:pt x="3146508" y="1579762"/>
                  </a:lnTo>
                  <a:lnTo>
                    <a:pt x="3147176" y="1579762"/>
                  </a:lnTo>
                  <a:lnTo>
                    <a:pt x="3147844" y="1579762"/>
                  </a:lnTo>
                  <a:lnTo>
                    <a:pt x="3148512" y="1579762"/>
                  </a:lnTo>
                  <a:lnTo>
                    <a:pt x="3149180" y="1579762"/>
                  </a:lnTo>
                  <a:lnTo>
                    <a:pt x="3149848" y="1579762"/>
                  </a:lnTo>
                  <a:lnTo>
                    <a:pt x="3150516" y="1579762"/>
                  </a:lnTo>
                  <a:lnTo>
                    <a:pt x="3151184" y="1579762"/>
                  </a:lnTo>
                  <a:lnTo>
                    <a:pt x="3151852" y="1579762"/>
                  </a:lnTo>
                  <a:lnTo>
                    <a:pt x="3152520" y="1579762"/>
                  </a:lnTo>
                  <a:lnTo>
                    <a:pt x="3153188" y="1579762"/>
                  </a:lnTo>
                  <a:lnTo>
                    <a:pt x="3153856" y="1579762"/>
                  </a:lnTo>
                  <a:lnTo>
                    <a:pt x="3154524" y="1579762"/>
                  </a:lnTo>
                  <a:lnTo>
                    <a:pt x="3155192" y="1579762"/>
                  </a:lnTo>
                  <a:lnTo>
                    <a:pt x="3155860" y="1579762"/>
                  </a:lnTo>
                  <a:lnTo>
                    <a:pt x="3156528" y="1579762"/>
                  </a:lnTo>
                  <a:lnTo>
                    <a:pt x="3157196" y="1579762"/>
                  </a:lnTo>
                  <a:lnTo>
                    <a:pt x="3157864" y="1579762"/>
                  </a:lnTo>
                  <a:lnTo>
                    <a:pt x="3158532" y="1579762"/>
                  </a:lnTo>
                  <a:lnTo>
                    <a:pt x="3159200" y="1579762"/>
                  </a:lnTo>
                  <a:lnTo>
                    <a:pt x="3159868" y="1579762"/>
                  </a:lnTo>
                  <a:lnTo>
                    <a:pt x="3160536" y="1579762"/>
                  </a:lnTo>
                  <a:lnTo>
                    <a:pt x="3161204" y="1579762"/>
                  </a:lnTo>
                  <a:lnTo>
                    <a:pt x="3161873" y="1579762"/>
                  </a:lnTo>
                  <a:lnTo>
                    <a:pt x="3162541" y="1579762"/>
                  </a:lnTo>
                  <a:lnTo>
                    <a:pt x="3163209" y="1579762"/>
                  </a:lnTo>
                  <a:lnTo>
                    <a:pt x="3163877" y="1579762"/>
                  </a:lnTo>
                  <a:lnTo>
                    <a:pt x="3164545" y="1579762"/>
                  </a:lnTo>
                  <a:lnTo>
                    <a:pt x="3165213" y="1579762"/>
                  </a:lnTo>
                  <a:lnTo>
                    <a:pt x="3165881" y="1579762"/>
                  </a:lnTo>
                  <a:lnTo>
                    <a:pt x="3166549" y="1579762"/>
                  </a:lnTo>
                  <a:lnTo>
                    <a:pt x="3167217" y="1579762"/>
                  </a:lnTo>
                  <a:lnTo>
                    <a:pt x="3167885" y="1579762"/>
                  </a:lnTo>
                  <a:lnTo>
                    <a:pt x="3168553" y="1579762"/>
                  </a:lnTo>
                  <a:lnTo>
                    <a:pt x="3169221" y="1579623"/>
                  </a:lnTo>
                  <a:lnTo>
                    <a:pt x="3169889" y="1579623"/>
                  </a:lnTo>
                  <a:lnTo>
                    <a:pt x="3170557" y="1579623"/>
                  </a:lnTo>
                  <a:lnTo>
                    <a:pt x="3171225" y="1579623"/>
                  </a:lnTo>
                  <a:lnTo>
                    <a:pt x="3171893" y="1579623"/>
                  </a:lnTo>
                  <a:lnTo>
                    <a:pt x="3172561" y="1579623"/>
                  </a:lnTo>
                  <a:lnTo>
                    <a:pt x="3173229" y="1579623"/>
                  </a:lnTo>
                  <a:lnTo>
                    <a:pt x="3173897" y="1579623"/>
                  </a:lnTo>
                  <a:lnTo>
                    <a:pt x="3174565" y="1579623"/>
                  </a:lnTo>
                  <a:lnTo>
                    <a:pt x="3175233" y="1579623"/>
                  </a:lnTo>
                  <a:lnTo>
                    <a:pt x="3175901" y="1579623"/>
                  </a:lnTo>
                  <a:lnTo>
                    <a:pt x="3176569" y="1579623"/>
                  </a:lnTo>
                  <a:lnTo>
                    <a:pt x="3177237" y="1579623"/>
                  </a:lnTo>
                  <a:lnTo>
                    <a:pt x="3177905" y="1579623"/>
                  </a:lnTo>
                  <a:lnTo>
                    <a:pt x="3178573" y="1579623"/>
                  </a:lnTo>
                  <a:lnTo>
                    <a:pt x="3179241" y="1579623"/>
                  </a:lnTo>
                  <a:lnTo>
                    <a:pt x="3179909" y="1513603"/>
                  </a:lnTo>
                  <a:lnTo>
                    <a:pt x="3180577" y="1386998"/>
                  </a:lnTo>
                  <a:lnTo>
                    <a:pt x="3181245" y="1251745"/>
                  </a:lnTo>
                  <a:lnTo>
                    <a:pt x="3181913" y="1251745"/>
                  </a:lnTo>
                  <a:lnTo>
                    <a:pt x="3182581" y="1251745"/>
                  </a:lnTo>
                  <a:lnTo>
                    <a:pt x="3183249" y="1251745"/>
                  </a:lnTo>
                  <a:lnTo>
                    <a:pt x="3183917" y="1251745"/>
                  </a:lnTo>
                  <a:lnTo>
                    <a:pt x="3184585" y="1251745"/>
                  </a:lnTo>
                  <a:lnTo>
                    <a:pt x="3185253" y="1251745"/>
                  </a:lnTo>
                  <a:lnTo>
                    <a:pt x="3185922" y="1251745"/>
                  </a:lnTo>
                  <a:lnTo>
                    <a:pt x="3186590" y="1251745"/>
                  </a:lnTo>
                  <a:lnTo>
                    <a:pt x="3187258" y="1251745"/>
                  </a:lnTo>
                  <a:lnTo>
                    <a:pt x="3187926" y="1251745"/>
                  </a:lnTo>
                  <a:lnTo>
                    <a:pt x="3188594" y="1251745"/>
                  </a:lnTo>
                  <a:lnTo>
                    <a:pt x="3189262" y="1251745"/>
                  </a:lnTo>
                  <a:lnTo>
                    <a:pt x="3189930" y="1294883"/>
                  </a:lnTo>
                  <a:lnTo>
                    <a:pt x="3190598" y="1403045"/>
                  </a:lnTo>
                  <a:lnTo>
                    <a:pt x="3191266" y="1579623"/>
                  </a:lnTo>
                  <a:lnTo>
                    <a:pt x="3191934" y="1579623"/>
                  </a:lnTo>
                  <a:lnTo>
                    <a:pt x="3192602" y="1579623"/>
                  </a:lnTo>
                  <a:lnTo>
                    <a:pt x="3193270" y="1579623"/>
                  </a:lnTo>
                  <a:lnTo>
                    <a:pt x="3193938" y="1579623"/>
                  </a:lnTo>
                  <a:lnTo>
                    <a:pt x="3194606" y="1579623"/>
                  </a:lnTo>
                  <a:lnTo>
                    <a:pt x="3195274" y="1579623"/>
                  </a:lnTo>
                  <a:lnTo>
                    <a:pt x="3195942" y="1579623"/>
                  </a:lnTo>
                  <a:lnTo>
                    <a:pt x="3196610" y="1579623"/>
                  </a:lnTo>
                  <a:lnTo>
                    <a:pt x="3197278" y="1579623"/>
                  </a:lnTo>
                  <a:lnTo>
                    <a:pt x="3197946" y="1579623"/>
                  </a:lnTo>
                  <a:lnTo>
                    <a:pt x="3198614" y="1579623"/>
                  </a:lnTo>
                  <a:lnTo>
                    <a:pt x="3199282" y="1579623"/>
                  </a:lnTo>
                  <a:lnTo>
                    <a:pt x="3199950" y="1579623"/>
                  </a:lnTo>
                  <a:lnTo>
                    <a:pt x="3200618" y="1579623"/>
                  </a:lnTo>
                  <a:lnTo>
                    <a:pt x="3201286" y="1579623"/>
                  </a:lnTo>
                  <a:lnTo>
                    <a:pt x="3201954" y="1579623"/>
                  </a:lnTo>
                  <a:lnTo>
                    <a:pt x="3202622" y="1579623"/>
                  </a:lnTo>
                  <a:lnTo>
                    <a:pt x="3203290" y="1579623"/>
                  </a:lnTo>
                  <a:lnTo>
                    <a:pt x="3203958" y="1579623"/>
                  </a:lnTo>
                  <a:lnTo>
                    <a:pt x="3204626" y="1579623"/>
                  </a:lnTo>
                  <a:lnTo>
                    <a:pt x="3205294" y="1579623"/>
                  </a:lnTo>
                  <a:lnTo>
                    <a:pt x="3205962" y="1579623"/>
                  </a:lnTo>
                  <a:lnTo>
                    <a:pt x="3206630" y="1579623"/>
                  </a:lnTo>
                  <a:lnTo>
                    <a:pt x="3207298" y="1579623"/>
                  </a:lnTo>
                  <a:lnTo>
                    <a:pt x="3207966" y="1579623"/>
                  </a:lnTo>
                  <a:lnTo>
                    <a:pt x="3208634" y="1579623"/>
                  </a:lnTo>
                  <a:lnTo>
                    <a:pt x="3209302" y="1579623"/>
                  </a:lnTo>
                  <a:lnTo>
                    <a:pt x="3209970" y="1579623"/>
                  </a:lnTo>
                  <a:lnTo>
                    <a:pt x="3210639" y="1579623"/>
                  </a:lnTo>
                  <a:lnTo>
                    <a:pt x="3211307" y="1579623"/>
                  </a:lnTo>
                  <a:lnTo>
                    <a:pt x="3211975" y="1579623"/>
                  </a:lnTo>
                  <a:lnTo>
                    <a:pt x="3212643" y="1579623"/>
                  </a:lnTo>
                  <a:lnTo>
                    <a:pt x="3213311" y="1579623"/>
                  </a:lnTo>
                  <a:lnTo>
                    <a:pt x="3213979" y="1579623"/>
                  </a:lnTo>
                  <a:lnTo>
                    <a:pt x="3214647" y="1579623"/>
                  </a:lnTo>
                  <a:lnTo>
                    <a:pt x="3215315" y="1579623"/>
                  </a:lnTo>
                  <a:lnTo>
                    <a:pt x="3215983" y="1579623"/>
                  </a:lnTo>
                  <a:lnTo>
                    <a:pt x="3216651" y="1579623"/>
                  </a:lnTo>
                  <a:lnTo>
                    <a:pt x="3217319" y="1579623"/>
                  </a:lnTo>
                  <a:lnTo>
                    <a:pt x="3217987" y="1579623"/>
                  </a:lnTo>
                  <a:lnTo>
                    <a:pt x="3218655" y="1579623"/>
                  </a:lnTo>
                  <a:lnTo>
                    <a:pt x="3219323" y="1579623"/>
                  </a:lnTo>
                  <a:lnTo>
                    <a:pt x="3219991" y="1579623"/>
                  </a:lnTo>
                  <a:lnTo>
                    <a:pt x="3220659" y="1579623"/>
                  </a:lnTo>
                  <a:lnTo>
                    <a:pt x="3221327" y="1579623"/>
                  </a:lnTo>
                  <a:lnTo>
                    <a:pt x="3221995" y="1579623"/>
                  </a:lnTo>
                  <a:lnTo>
                    <a:pt x="3222663" y="1579623"/>
                  </a:lnTo>
                  <a:lnTo>
                    <a:pt x="3223331" y="1579623"/>
                  </a:lnTo>
                  <a:lnTo>
                    <a:pt x="3223999" y="1579623"/>
                  </a:lnTo>
                  <a:lnTo>
                    <a:pt x="3224667" y="1579623"/>
                  </a:lnTo>
                  <a:lnTo>
                    <a:pt x="3225335" y="1579623"/>
                  </a:lnTo>
                  <a:lnTo>
                    <a:pt x="3226003" y="1579623"/>
                  </a:lnTo>
                  <a:lnTo>
                    <a:pt x="3226671" y="1579623"/>
                  </a:lnTo>
                  <a:lnTo>
                    <a:pt x="3227339" y="1579623"/>
                  </a:lnTo>
                  <a:lnTo>
                    <a:pt x="3228007" y="1579623"/>
                  </a:lnTo>
                  <a:lnTo>
                    <a:pt x="3228675" y="1579623"/>
                  </a:lnTo>
                  <a:lnTo>
                    <a:pt x="3229343" y="1579623"/>
                  </a:lnTo>
                  <a:lnTo>
                    <a:pt x="3230011" y="1579623"/>
                  </a:lnTo>
                  <a:lnTo>
                    <a:pt x="3230679" y="1579623"/>
                  </a:lnTo>
                  <a:lnTo>
                    <a:pt x="3231347" y="1579623"/>
                  </a:lnTo>
                  <a:lnTo>
                    <a:pt x="3232015" y="1579623"/>
                  </a:lnTo>
                  <a:lnTo>
                    <a:pt x="3232683" y="1579623"/>
                  </a:lnTo>
                  <a:lnTo>
                    <a:pt x="3233351" y="1579623"/>
                  </a:lnTo>
                  <a:lnTo>
                    <a:pt x="3234019" y="1579623"/>
                  </a:lnTo>
                  <a:lnTo>
                    <a:pt x="3234687" y="1579623"/>
                  </a:lnTo>
                  <a:lnTo>
                    <a:pt x="3235356" y="1579623"/>
                  </a:lnTo>
                  <a:lnTo>
                    <a:pt x="3236024" y="1579623"/>
                  </a:lnTo>
                  <a:lnTo>
                    <a:pt x="3236692" y="1579623"/>
                  </a:lnTo>
                  <a:lnTo>
                    <a:pt x="3237360" y="1579623"/>
                  </a:lnTo>
                  <a:lnTo>
                    <a:pt x="3238028" y="1579762"/>
                  </a:lnTo>
                  <a:lnTo>
                    <a:pt x="3238696" y="1579762"/>
                  </a:lnTo>
                  <a:lnTo>
                    <a:pt x="3239364" y="1579762"/>
                  </a:lnTo>
                  <a:lnTo>
                    <a:pt x="3240032" y="1579762"/>
                  </a:lnTo>
                  <a:lnTo>
                    <a:pt x="3240700" y="1579762"/>
                  </a:lnTo>
                  <a:lnTo>
                    <a:pt x="3241368" y="1579762"/>
                  </a:lnTo>
                  <a:lnTo>
                    <a:pt x="3242036" y="1579762"/>
                  </a:lnTo>
                  <a:lnTo>
                    <a:pt x="3242704" y="1579762"/>
                  </a:lnTo>
                  <a:lnTo>
                    <a:pt x="3243372" y="1579762"/>
                  </a:lnTo>
                  <a:lnTo>
                    <a:pt x="3244040" y="1579762"/>
                  </a:lnTo>
                  <a:lnTo>
                    <a:pt x="3244708" y="1579762"/>
                  </a:lnTo>
                  <a:lnTo>
                    <a:pt x="3245376" y="1579762"/>
                  </a:lnTo>
                  <a:lnTo>
                    <a:pt x="3246044" y="1579762"/>
                  </a:lnTo>
                  <a:lnTo>
                    <a:pt x="3246712" y="1579762"/>
                  </a:lnTo>
                  <a:lnTo>
                    <a:pt x="3247380" y="1579762"/>
                  </a:lnTo>
                  <a:lnTo>
                    <a:pt x="3248048" y="1579762"/>
                  </a:lnTo>
                  <a:lnTo>
                    <a:pt x="3248716" y="1579762"/>
                  </a:lnTo>
                  <a:lnTo>
                    <a:pt x="3249384" y="1579762"/>
                  </a:lnTo>
                  <a:lnTo>
                    <a:pt x="3250052" y="1579762"/>
                  </a:lnTo>
                  <a:lnTo>
                    <a:pt x="3250720" y="1579762"/>
                  </a:lnTo>
                  <a:lnTo>
                    <a:pt x="3251388" y="1579762"/>
                  </a:lnTo>
                  <a:lnTo>
                    <a:pt x="3252056" y="1579762"/>
                  </a:lnTo>
                  <a:lnTo>
                    <a:pt x="3252724" y="1579762"/>
                  </a:lnTo>
                  <a:lnTo>
                    <a:pt x="3253392" y="1579623"/>
                  </a:lnTo>
                  <a:lnTo>
                    <a:pt x="3254060" y="1579623"/>
                  </a:lnTo>
                  <a:lnTo>
                    <a:pt x="3254728" y="1579623"/>
                  </a:lnTo>
                  <a:lnTo>
                    <a:pt x="3255396" y="1579623"/>
                  </a:lnTo>
                  <a:lnTo>
                    <a:pt x="3256064" y="1579623"/>
                  </a:lnTo>
                  <a:lnTo>
                    <a:pt x="3256732" y="1579762"/>
                  </a:lnTo>
                  <a:lnTo>
                    <a:pt x="3257400" y="1579762"/>
                  </a:lnTo>
                  <a:lnTo>
                    <a:pt x="3258068" y="1579762"/>
                  </a:lnTo>
                  <a:lnTo>
                    <a:pt x="3258736" y="1579762"/>
                  </a:lnTo>
                  <a:lnTo>
                    <a:pt x="3259405" y="1579762"/>
                  </a:lnTo>
                  <a:lnTo>
                    <a:pt x="3260073" y="1579762"/>
                  </a:lnTo>
                  <a:lnTo>
                    <a:pt x="3260741" y="1579762"/>
                  </a:lnTo>
                  <a:lnTo>
                    <a:pt x="3261409" y="1579762"/>
                  </a:lnTo>
                  <a:lnTo>
                    <a:pt x="3262077" y="1579762"/>
                  </a:lnTo>
                  <a:lnTo>
                    <a:pt x="3262745" y="1579762"/>
                  </a:lnTo>
                  <a:lnTo>
                    <a:pt x="3263413" y="1579762"/>
                  </a:lnTo>
                  <a:lnTo>
                    <a:pt x="3264081" y="1579762"/>
                  </a:lnTo>
                  <a:lnTo>
                    <a:pt x="3264749" y="1579762"/>
                  </a:lnTo>
                  <a:lnTo>
                    <a:pt x="3265417" y="1579762"/>
                  </a:lnTo>
                  <a:lnTo>
                    <a:pt x="3266085" y="1579762"/>
                  </a:lnTo>
                  <a:lnTo>
                    <a:pt x="3266753" y="1579762"/>
                  </a:lnTo>
                  <a:lnTo>
                    <a:pt x="3267421" y="1579762"/>
                  </a:lnTo>
                  <a:lnTo>
                    <a:pt x="3268089" y="1579762"/>
                  </a:lnTo>
                  <a:lnTo>
                    <a:pt x="3268757" y="1579762"/>
                  </a:lnTo>
                  <a:lnTo>
                    <a:pt x="3269425" y="1579762"/>
                  </a:lnTo>
                  <a:lnTo>
                    <a:pt x="3270093" y="1579762"/>
                  </a:lnTo>
                  <a:lnTo>
                    <a:pt x="3270761" y="1579762"/>
                  </a:lnTo>
                  <a:lnTo>
                    <a:pt x="3271429" y="1565940"/>
                  </a:lnTo>
                  <a:lnTo>
                    <a:pt x="3272097" y="1579762"/>
                  </a:lnTo>
                  <a:lnTo>
                    <a:pt x="3272765" y="1555528"/>
                  </a:lnTo>
                  <a:lnTo>
                    <a:pt x="3273433" y="1555528"/>
                  </a:lnTo>
                  <a:lnTo>
                    <a:pt x="3274101" y="1555528"/>
                  </a:lnTo>
                  <a:lnTo>
                    <a:pt x="3274769" y="1576283"/>
                  </a:lnTo>
                  <a:lnTo>
                    <a:pt x="3275437" y="1579762"/>
                  </a:lnTo>
                  <a:lnTo>
                    <a:pt x="3276105" y="1579762"/>
                  </a:lnTo>
                  <a:lnTo>
                    <a:pt x="3276773" y="1579762"/>
                  </a:lnTo>
                  <a:lnTo>
                    <a:pt x="3277441" y="1579762"/>
                  </a:lnTo>
                  <a:lnTo>
                    <a:pt x="3278109" y="1579762"/>
                  </a:lnTo>
                  <a:lnTo>
                    <a:pt x="3278777" y="1579762"/>
                  </a:lnTo>
                  <a:lnTo>
                    <a:pt x="3279445" y="1579762"/>
                  </a:lnTo>
                  <a:lnTo>
                    <a:pt x="3280113" y="1579762"/>
                  </a:lnTo>
                  <a:lnTo>
                    <a:pt x="3280781" y="1579762"/>
                  </a:lnTo>
                  <a:lnTo>
                    <a:pt x="3281449" y="1579762"/>
                  </a:lnTo>
                  <a:lnTo>
                    <a:pt x="3282117" y="1579762"/>
                  </a:lnTo>
                  <a:lnTo>
                    <a:pt x="3282785" y="1579762"/>
                  </a:lnTo>
                  <a:lnTo>
                    <a:pt x="3283453" y="1579762"/>
                  </a:lnTo>
                  <a:lnTo>
                    <a:pt x="3284122" y="1579762"/>
                  </a:lnTo>
                  <a:lnTo>
                    <a:pt x="3284790" y="1579762"/>
                  </a:lnTo>
                  <a:lnTo>
                    <a:pt x="3285458" y="1579762"/>
                  </a:lnTo>
                  <a:lnTo>
                    <a:pt x="3286126" y="1579762"/>
                  </a:lnTo>
                  <a:lnTo>
                    <a:pt x="3286794" y="1579762"/>
                  </a:lnTo>
                  <a:lnTo>
                    <a:pt x="3287462" y="1579762"/>
                  </a:lnTo>
                  <a:lnTo>
                    <a:pt x="3288130" y="1579762"/>
                  </a:lnTo>
                  <a:lnTo>
                    <a:pt x="3288798" y="1579762"/>
                  </a:lnTo>
                  <a:lnTo>
                    <a:pt x="3289466" y="1579762"/>
                  </a:lnTo>
                  <a:lnTo>
                    <a:pt x="3290134" y="1579762"/>
                  </a:lnTo>
                  <a:lnTo>
                    <a:pt x="3290802" y="1579762"/>
                  </a:lnTo>
                  <a:lnTo>
                    <a:pt x="3291470" y="1579762"/>
                  </a:lnTo>
                  <a:lnTo>
                    <a:pt x="3292138" y="1579762"/>
                  </a:lnTo>
                  <a:lnTo>
                    <a:pt x="3292806" y="1579762"/>
                  </a:lnTo>
                  <a:lnTo>
                    <a:pt x="3293474" y="1579762"/>
                  </a:lnTo>
                  <a:lnTo>
                    <a:pt x="3294142" y="1535469"/>
                  </a:lnTo>
                  <a:lnTo>
                    <a:pt x="3294810" y="1535469"/>
                  </a:lnTo>
                  <a:lnTo>
                    <a:pt x="3295478" y="1535469"/>
                  </a:lnTo>
                  <a:lnTo>
                    <a:pt x="3296146" y="1533897"/>
                  </a:lnTo>
                  <a:lnTo>
                    <a:pt x="3296814" y="1533897"/>
                  </a:lnTo>
                  <a:lnTo>
                    <a:pt x="3297482" y="1533897"/>
                  </a:lnTo>
                  <a:lnTo>
                    <a:pt x="3298150" y="1462612"/>
                  </a:lnTo>
                  <a:lnTo>
                    <a:pt x="3298818" y="1462612"/>
                  </a:lnTo>
                  <a:lnTo>
                    <a:pt x="3299486" y="1404949"/>
                  </a:lnTo>
                  <a:lnTo>
                    <a:pt x="3300154" y="1431259"/>
                  </a:lnTo>
                  <a:lnTo>
                    <a:pt x="3300822" y="1485555"/>
                  </a:lnTo>
                  <a:lnTo>
                    <a:pt x="3301490" y="1394971"/>
                  </a:lnTo>
                  <a:lnTo>
                    <a:pt x="3302158" y="1415350"/>
                  </a:lnTo>
                  <a:lnTo>
                    <a:pt x="3302826" y="1480680"/>
                  </a:lnTo>
                  <a:lnTo>
                    <a:pt x="3303494" y="1489915"/>
                  </a:lnTo>
                  <a:lnTo>
                    <a:pt x="3304162" y="1579623"/>
                  </a:lnTo>
                  <a:lnTo>
                    <a:pt x="3304830" y="1579623"/>
                  </a:lnTo>
                  <a:lnTo>
                    <a:pt x="3305498" y="1579623"/>
                  </a:lnTo>
                  <a:lnTo>
                    <a:pt x="3306166" y="1579762"/>
                  </a:lnTo>
                  <a:lnTo>
                    <a:pt x="3306834" y="1579762"/>
                  </a:lnTo>
                  <a:lnTo>
                    <a:pt x="3307502" y="1579762"/>
                  </a:lnTo>
                  <a:lnTo>
                    <a:pt x="3308170" y="1579762"/>
                  </a:lnTo>
                  <a:lnTo>
                    <a:pt x="3308839" y="1579762"/>
                  </a:lnTo>
                  <a:lnTo>
                    <a:pt x="3309507" y="1579762"/>
                  </a:lnTo>
                  <a:lnTo>
                    <a:pt x="3310175" y="1579762"/>
                  </a:lnTo>
                  <a:lnTo>
                    <a:pt x="3310843" y="1579762"/>
                  </a:lnTo>
                  <a:lnTo>
                    <a:pt x="3311511" y="1579762"/>
                  </a:lnTo>
                  <a:lnTo>
                    <a:pt x="3312179" y="1579762"/>
                  </a:lnTo>
                  <a:lnTo>
                    <a:pt x="3312847" y="1579762"/>
                  </a:lnTo>
                  <a:lnTo>
                    <a:pt x="3313515" y="1579762"/>
                  </a:lnTo>
                  <a:lnTo>
                    <a:pt x="3314183" y="1579762"/>
                  </a:lnTo>
                  <a:lnTo>
                    <a:pt x="3314851" y="1579762"/>
                  </a:lnTo>
                  <a:lnTo>
                    <a:pt x="3315519" y="1579762"/>
                  </a:lnTo>
                  <a:lnTo>
                    <a:pt x="3316187" y="1579762"/>
                  </a:lnTo>
                  <a:lnTo>
                    <a:pt x="3316855" y="1579762"/>
                  </a:lnTo>
                  <a:lnTo>
                    <a:pt x="3317523" y="1579623"/>
                  </a:lnTo>
                  <a:lnTo>
                    <a:pt x="3318191" y="1579623"/>
                  </a:lnTo>
                  <a:lnTo>
                    <a:pt x="3318859" y="1579623"/>
                  </a:lnTo>
                  <a:lnTo>
                    <a:pt x="3319527" y="1579623"/>
                  </a:lnTo>
                  <a:lnTo>
                    <a:pt x="3320195" y="1579762"/>
                  </a:lnTo>
                  <a:lnTo>
                    <a:pt x="3320863" y="1579762"/>
                  </a:lnTo>
                  <a:lnTo>
                    <a:pt x="3321531" y="1579762"/>
                  </a:lnTo>
                  <a:lnTo>
                    <a:pt x="3322199" y="1579762"/>
                  </a:lnTo>
                  <a:lnTo>
                    <a:pt x="3322867" y="1579762"/>
                  </a:lnTo>
                  <a:lnTo>
                    <a:pt x="3323535" y="1579762"/>
                  </a:lnTo>
                  <a:lnTo>
                    <a:pt x="3324203" y="1579762"/>
                  </a:lnTo>
                  <a:lnTo>
                    <a:pt x="3324871" y="1579762"/>
                  </a:lnTo>
                  <a:lnTo>
                    <a:pt x="3325539" y="1579762"/>
                  </a:lnTo>
                  <a:lnTo>
                    <a:pt x="3326207" y="1579762"/>
                  </a:lnTo>
                  <a:lnTo>
                    <a:pt x="3326875" y="1579762"/>
                  </a:lnTo>
                  <a:lnTo>
                    <a:pt x="3327543" y="1579762"/>
                  </a:lnTo>
                  <a:lnTo>
                    <a:pt x="3328211" y="1579762"/>
                  </a:lnTo>
                  <a:lnTo>
                    <a:pt x="3328879" y="1579762"/>
                  </a:lnTo>
                  <a:lnTo>
                    <a:pt x="3329547" y="1579762"/>
                  </a:lnTo>
                  <a:lnTo>
                    <a:pt x="3330215" y="1579762"/>
                  </a:lnTo>
                  <a:lnTo>
                    <a:pt x="3330883" y="1579762"/>
                  </a:lnTo>
                  <a:lnTo>
                    <a:pt x="3331551" y="1579762"/>
                  </a:lnTo>
                  <a:lnTo>
                    <a:pt x="3332219" y="1579762"/>
                  </a:lnTo>
                  <a:lnTo>
                    <a:pt x="3332887" y="1579762"/>
                  </a:lnTo>
                  <a:lnTo>
                    <a:pt x="3333556" y="1579762"/>
                  </a:lnTo>
                  <a:lnTo>
                    <a:pt x="3334224" y="1521974"/>
                  </a:lnTo>
                  <a:lnTo>
                    <a:pt x="3334892" y="1521974"/>
                  </a:lnTo>
                  <a:lnTo>
                    <a:pt x="3335560" y="1521974"/>
                  </a:lnTo>
                  <a:lnTo>
                    <a:pt x="3336228" y="1475554"/>
                  </a:lnTo>
                  <a:lnTo>
                    <a:pt x="3336896" y="1446374"/>
                  </a:lnTo>
                  <a:lnTo>
                    <a:pt x="3337564" y="1446374"/>
                  </a:lnTo>
                  <a:lnTo>
                    <a:pt x="3338232" y="1515011"/>
                  </a:lnTo>
                  <a:lnTo>
                    <a:pt x="3338900" y="1512653"/>
                  </a:lnTo>
                  <a:lnTo>
                    <a:pt x="3339568" y="1579762"/>
                  </a:lnTo>
                  <a:lnTo>
                    <a:pt x="3340236" y="1579762"/>
                  </a:lnTo>
                  <a:lnTo>
                    <a:pt x="3340904" y="1579762"/>
                  </a:lnTo>
                  <a:lnTo>
                    <a:pt x="3341572" y="1579762"/>
                  </a:lnTo>
                  <a:lnTo>
                    <a:pt x="3342240" y="1579762"/>
                  </a:lnTo>
                  <a:lnTo>
                    <a:pt x="3342908" y="1579762"/>
                  </a:lnTo>
                  <a:lnTo>
                    <a:pt x="3343576" y="1579762"/>
                  </a:lnTo>
                  <a:lnTo>
                    <a:pt x="3344244" y="1579762"/>
                  </a:lnTo>
                  <a:lnTo>
                    <a:pt x="3344912" y="1579762"/>
                  </a:lnTo>
                  <a:lnTo>
                    <a:pt x="3345580" y="1579762"/>
                  </a:lnTo>
                  <a:lnTo>
                    <a:pt x="3346248" y="1579762"/>
                  </a:lnTo>
                  <a:lnTo>
                    <a:pt x="3346916" y="1579762"/>
                  </a:lnTo>
                  <a:lnTo>
                    <a:pt x="3347584" y="1579762"/>
                  </a:lnTo>
                  <a:lnTo>
                    <a:pt x="3348252" y="1579762"/>
                  </a:lnTo>
                  <a:lnTo>
                    <a:pt x="3348920" y="1579762"/>
                  </a:lnTo>
                  <a:lnTo>
                    <a:pt x="3349588" y="1579762"/>
                  </a:lnTo>
                  <a:lnTo>
                    <a:pt x="3350256" y="1579762"/>
                  </a:lnTo>
                  <a:lnTo>
                    <a:pt x="3350924" y="1579762"/>
                  </a:lnTo>
                  <a:lnTo>
                    <a:pt x="3351592" y="1579762"/>
                  </a:lnTo>
                  <a:lnTo>
                    <a:pt x="3352260" y="1579762"/>
                  </a:lnTo>
                  <a:lnTo>
                    <a:pt x="3352928" y="1579762"/>
                  </a:lnTo>
                  <a:lnTo>
                    <a:pt x="3353596" y="1559257"/>
                  </a:lnTo>
                  <a:lnTo>
                    <a:pt x="3354264" y="1496072"/>
                  </a:lnTo>
                  <a:lnTo>
                    <a:pt x="3354932" y="1420472"/>
                  </a:lnTo>
                  <a:lnTo>
                    <a:pt x="3355600" y="1342328"/>
                  </a:lnTo>
                  <a:lnTo>
                    <a:pt x="3356268" y="1251745"/>
                  </a:lnTo>
                  <a:lnTo>
                    <a:pt x="3356936" y="1352845"/>
                  </a:lnTo>
                  <a:lnTo>
                    <a:pt x="3357605" y="1352845"/>
                  </a:lnTo>
                  <a:lnTo>
                    <a:pt x="3358273" y="1378747"/>
                  </a:lnTo>
                  <a:lnTo>
                    <a:pt x="3358941" y="1500360"/>
                  </a:lnTo>
                  <a:lnTo>
                    <a:pt x="3359609" y="1579762"/>
                  </a:lnTo>
                  <a:lnTo>
                    <a:pt x="3360277" y="1579762"/>
                  </a:lnTo>
                  <a:lnTo>
                    <a:pt x="3360945" y="1579762"/>
                  </a:lnTo>
                  <a:lnTo>
                    <a:pt x="3361613" y="1579762"/>
                  </a:lnTo>
                  <a:lnTo>
                    <a:pt x="3362281" y="1579762"/>
                  </a:lnTo>
                  <a:lnTo>
                    <a:pt x="3362949" y="1579762"/>
                  </a:lnTo>
                  <a:lnTo>
                    <a:pt x="3363617" y="1579762"/>
                  </a:lnTo>
                  <a:lnTo>
                    <a:pt x="3364285" y="1579762"/>
                  </a:lnTo>
                  <a:lnTo>
                    <a:pt x="3364953" y="1579762"/>
                  </a:lnTo>
                  <a:lnTo>
                    <a:pt x="3365621" y="1579762"/>
                  </a:lnTo>
                  <a:lnTo>
                    <a:pt x="3366289" y="1579762"/>
                  </a:lnTo>
                  <a:lnTo>
                    <a:pt x="3366957" y="1579762"/>
                  </a:lnTo>
                  <a:lnTo>
                    <a:pt x="3367625" y="1579762"/>
                  </a:lnTo>
                  <a:lnTo>
                    <a:pt x="3368293" y="1579762"/>
                  </a:lnTo>
                  <a:lnTo>
                    <a:pt x="3368961" y="1579762"/>
                  </a:lnTo>
                  <a:lnTo>
                    <a:pt x="3369629" y="1579762"/>
                  </a:lnTo>
                  <a:lnTo>
                    <a:pt x="3370297" y="1579762"/>
                  </a:lnTo>
                  <a:lnTo>
                    <a:pt x="3370965" y="1579762"/>
                  </a:lnTo>
                  <a:lnTo>
                    <a:pt x="3371633" y="1579762"/>
                  </a:lnTo>
                  <a:lnTo>
                    <a:pt x="3372301" y="1579762"/>
                  </a:lnTo>
                  <a:lnTo>
                    <a:pt x="3372969" y="1579762"/>
                  </a:lnTo>
                  <a:lnTo>
                    <a:pt x="3373637" y="1579762"/>
                  </a:lnTo>
                  <a:lnTo>
                    <a:pt x="3374305" y="1579762"/>
                  </a:lnTo>
                  <a:lnTo>
                    <a:pt x="3374973" y="1579762"/>
                  </a:lnTo>
                  <a:lnTo>
                    <a:pt x="3375641" y="1579762"/>
                  </a:lnTo>
                  <a:lnTo>
                    <a:pt x="3376309" y="1579762"/>
                  </a:lnTo>
                  <a:lnTo>
                    <a:pt x="3376977" y="1579762"/>
                  </a:lnTo>
                  <a:lnTo>
                    <a:pt x="3377645" y="1579762"/>
                  </a:lnTo>
                  <a:lnTo>
                    <a:pt x="3378313" y="1579762"/>
                  </a:lnTo>
                  <a:lnTo>
                    <a:pt x="3378981" y="1579762"/>
                  </a:lnTo>
                  <a:lnTo>
                    <a:pt x="3379649" y="1579762"/>
                  </a:lnTo>
                  <a:lnTo>
                    <a:pt x="3380317" y="1579762"/>
                  </a:lnTo>
                  <a:lnTo>
                    <a:pt x="3380985" y="1579762"/>
                  </a:lnTo>
                  <a:lnTo>
                    <a:pt x="3381653" y="1579762"/>
                  </a:lnTo>
                  <a:lnTo>
                    <a:pt x="3382322" y="1579762"/>
                  </a:lnTo>
                  <a:lnTo>
                    <a:pt x="3382990" y="1579762"/>
                  </a:lnTo>
                  <a:lnTo>
                    <a:pt x="3383658" y="1579762"/>
                  </a:lnTo>
                  <a:lnTo>
                    <a:pt x="3384326" y="1579762"/>
                  </a:lnTo>
                  <a:lnTo>
                    <a:pt x="3384994" y="1579762"/>
                  </a:lnTo>
                  <a:lnTo>
                    <a:pt x="3385662" y="1579762"/>
                  </a:lnTo>
                  <a:lnTo>
                    <a:pt x="3386330" y="1579762"/>
                  </a:lnTo>
                  <a:lnTo>
                    <a:pt x="3386998" y="1579762"/>
                  </a:lnTo>
                  <a:lnTo>
                    <a:pt x="3387666" y="1579762"/>
                  </a:lnTo>
                  <a:lnTo>
                    <a:pt x="3388334" y="1579762"/>
                  </a:lnTo>
                  <a:lnTo>
                    <a:pt x="3389002" y="1579762"/>
                  </a:lnTo>
                  <a:lnTo>
                    <a:pt x="3389670" y="1579762"/>
                  </a:lnTo>
                  <a:lnTo>
                    <a:pt x="3390338" y="1579762"/>
                  </a:lnTo>
                  <a:lnTo>
                    <a:pt x="3391006" y="1579762"/>
                  </a:lnTo>
                  <a:lnTo>
                    <a:pt x="3391674" y="1579762"/>
                  </a:lnTo>
                  <a:lnTo>
                    <a:pt x="3392342" y="1579762"/>
                  </a:lnTo>
                  <a:lnTo>
                    <a:pt x="3393010" y="1579762"/>
                  </a:lnTo>
                  <a:lnTo>
                    <a:pt x="3393678" y="1579762"/>
                  </a:lnTo>
                  <a:lnTo>
                    <a:pt x="3394346" y="1579762"/>
                  </a:lnTo>
                  <a:lnTo>
                    <a:pt x="3395014" y="1579762"/>
                  </a:lnTo>
                  <a:lnTo>
                    <a:pt x="3395682" y="1579762"/>
                  </a:lnTo>
                  <a:lnTo>
                    <a:pt x="3396350" y="1579762"/>
                  </a:lnTo>
                  <a:lnTo>
                    <a:pt x="3397018" y="1579762"/>
                  </a:lnTo>
                  <a:lnTo>
                    <a:pt x="3397686" y="1579762"/>
                  </a:lnTo>
                  <a:lnTo>
                    <a:pt x="3398354" y="1579762"/>
                  </a:lnTo>
                  <a:lnTo>
                    <a:pt x="3399022" y="1579762"/>
                  </a:lnTo>
                  <a:lnTo>
                    <a:pt x="3399690" y="1535064"/>
                  </a:lnTo>
                  <a:lnTo>
                    <a:pt x="3400358" y="1535064"/>
                  </a:lnTo>
                  <a:lnTo>
                    <a:pt x="3401026" y="1530239"/>
                  </a:lnTo>
                  <a:lnTo>
                    <a:pt x="3401694" y="1535064"/>
                  </a:lnTo>
                  <a:lnTo>
                    <a:pt x="3402362" y="1517478"/>
                  </a:lnTo>
                  <a:lnTo>
                    <a:pt x="3403030" y="1401615"/>
                  </a:lnTo>
                  <a:lnTo>
                    <a:pt x="3403698" y="1465032"/>
                  </a:lnTo>
                  <a:lnTo>
                    <a:pt x="3404366" y="1496072"/>
                  </a:lnTo>
                  <a:lnTo>
                    <a:pt x="3405034" y="1496072"/>
                  </a:lnTo>
                  <a:lnTo>
                    <a:pt x="3405702" y="1496072"/>
                  </a:lnTo>
                  <a:lnTo>
                    <a:pt x="3406370" y="1496072"/>
                  </a:lnTo>
                  <a:lnTo>
                    <a:pt x="3407039" y="1546112"/>
                  </a:lnTo>
                  <a:lnTo>
                    <a:pt x="3407707" y="1579762"/>
                  </a:lnTo>
                  <a:lnTo>
                    <a:pt x="3408375" y="1579762"/>
                  </a:lnTo>
                  <a:lnTo>
                    <a:pt x="3409043" y="1579762"/>
                  </a:lnTo>
                  <a:lnTo>
                    <a:pt x="3409711" y="1579762"/>
                  </a:lnTo>
                  <a:lnTo>
                    <a:pt x="3410379" y="1579762"/>
                  </a:lnTo>
                  <a:lnTo>
                    <a:pt x="3411047" y="1579762"/>
                  </a:lnTo>
                  <a:lnTo>
                    <a:pt x="3411715" y="1579762"/>
                  </a:lnTo>
                  <a:lnTo>
                    <a:pt x="3412383" y="1579762"/>
                  </a:lnTo>
                  <a:lnTo>
                    <a:pt x="3413051" y="1579762"/>
                  </a:lnTo>
                  <a:lnTo>
                    <a:pt x="3413719" y="1579762"/>
                  </a:lnTo>
                  <a:lnTo>
                    <a:pt x="3414387" y="1579762"/>
                  </a:lnTo>
                  <a:lnTo>
                    <a:pt x="3415055" y="1579762"/>
                  </a:lnTo>
                  <a:lnTo>
                    <a:pt x="3415723" y="1579762"/>
                  </a:lnTo>
                  <a:lnTo>
                    <a:pt x="3416391" y="1579762"/>
                  </a:lnTo>
                  <a:lnTo>
                    <a:pt x="3417059" y="1579762"/>
                  </a:lnTo>
                  <a:lnTo>
                    <a:pt x="3417727" y="1579762"/>
                  </a:lnTo>
                  <a:lnTo>
                    <a:pt x="3418395" y="1579762"/>
                  </a:lnTo>
                  <a:lnTo>
                    <a:pt x="3419063" y="1579762"/>
                  </a:lnTo>
                  <a:lnTo>
                    <a:pt x="3419731" y="1579762"/>
                  </a:lnTo>
                  <a:lnTo>
                    <a:pt x="3420399" y="1579762"/>
                  </a:lnTo>
                  <a:lnTo>
                    <a:pt x="3421067" y="1579762"/>
                  </a:lnTo>
                  <a:lnTo>
                    <a:pt x="3421735" y="1579762"/>
                  </a:lnTo>
                  <a:lnTo>
                    <a:pt x="3422403" y="1579762"/>
                  </a:lnTo>
                  <a:lnTo>
                    <a:pt x="3423071" y="1579762"/>
                  </a:lnTo>
                  <a:lnTo>
                    <a:pt x="3423739" y="1579762"/>
                  </a:lnTo>
                  <a:lnTo>
                    <a:pt x="3424407" y="1579762"/>
                  </a:lnTo>
                  <a:lnTo>
                    <a:pt x="3425075" y="1579762"/>
                  </a:lnTo>
                  <a:lnTo>
                    <a:pt x="3425743" y="1579762"/>
                  </a:lnTo>
                  <a:lnTo>
                    <a:pt x="3426411" y="1579762"/>
                  </a:lnTo>
                  <a:lnTo>
                    <a:pt x="3427079" y="1579762"/>
                  </a:lnTo>
                  <a:lnTo>
                    <a:pt x="3427747" y="1579762"/>
                  </a:lnTo>
                  <a:lnTo>
                    <a:pt x="3428415" y="1579762"/>
                  </a:lnTo>
                  <a:lnTo>
                    <a:pt x="3429083" y="1579762"/>
                  </a:lnTo>
                  <a:lnTo>
                    <a:pt x="3429751" y="1579762"/>
                  </a:lnTo>
                  <a:lnTo>
                    <a:pt x="3430419" y="1579762"/>
                  </a:lnTo>
                  <a:lnTo>
                    <a:pt x="3431087" y="1579762"/>
                  </a:lnTo>
                  <a:lnTo>
                    <a:pt x="3431756" y="1579762"/>
                  </a:lnTo>
                  <a:lnTo>
                    <a:pt x="3432424" y="1579623"/>
                  </a:lnTo>
                  <a:lnTo>
                    <a:pt x="3433092" y="1579623"/>
                  </a:lnTo>
                  <a:lnTo>
                    <a:pt x="3433760" y="1579623"/>
                  </a:lnTo>
                  <a:lnTo>
                    <a:pt x="3434428" y="1579623"/>
                  </a:lnTo>
                  <a:lnTo>
                    <a:pt x="3435096" y="1579623"/>
                  </a:lnTo>
                  <a:lnTo>
                    <a:pt x="3435764" y="1579623"/>
                  </a:lnTo>
                  <a:lnTo>
                    <a:pt x="3436432" y="1579623"/>
                  </a:lnTo>
                  <a:lnTo>
                    <a:pt x="3437100" y="1579623"/>
                  </a:lnTo>
                  <a:lnTo>
                    <a:pt x="3437768" y="1579623"/>
                  </a:lnTo>
                  <a:lnTo>
                    <a:pt x="3438436" y="1579623"/>
                  </a:lnTo>
                  <a:lnTo>
                    <a:pt x="3439104" y="1579623"/>
                  </a:lnTo>
                  <a:lnTo>
                    <a:pt x="3439772" y="1579623"/>
                  </a:lnTo>
                  <a:lnTo>
                    <a:pt x="3440440" y="1579623"/>
                  </a:lnTo>
                  <a:lnTo>
                    <a:pt x="3441108" y="1579623"/>
                  </a:lnTo>
                  <a:lnTo>
                    <a:pt x="3441776" y="1579623"/>
                  </a:lnTo>
                  <a:lnTo>
                    <a:pt x="3442444" y="1579623"/>
                  </a:lnTo>
                  <a:lnTo>
                    <a:pt x="3443112" y="1579623"/>
                  </a:lnTo>
                  <a:lnTo>
                    <a:pt x="3443780" y="1579623"/>
                  </a:lnTo>
                  <a:lnTo>
                    <a:pt x="3444448" y="1579623"/>
                  </a:lnTo>
                  <a:lnTo>
                    <a:pt x="3445116" y="1579623"/>
                  </a:lnTo>
                  <a:lnTo>
                    <a:pt x="3445784" y="1579623"/>
                  </a:lnTo>
                  <a:lnTo>
                    <a:pt x="3446452" y="1579623"/>
                  </a:lnTo>
                  <a:lnTo>
                    <a:pt x="3447120" y="1579762"/>
                  </a:lnTo>
                  <a:lnTo>
                    <a:pt x="3447788" y="1579762"/>
                  </a:lnTo>
                  <a:lnTo>
                    <a:pt x="3448456" y="1579762"/>
                  </a:lnTo>
                  <a:lnTo>
                    <a:pt x="3449124" y="1579762"/>
                  </a:lnTo>
                  <a:lnTo>
                    <a:pt x="3449792" y="1579762"/>
                  </a:lnTo>
                  <a:lnTo>
                    <a:pt x="3450460" y="1579762"/>
                  </a:lnTo>
                  <a:lnTo>
                    <a:pt x="3451128" y="1579762"/>
                  </a:lnTo>
                  <a:lnTo>
                    <a:pt x="3451796" y="1579762"/>
                  </a:lnTo>
                  <a:lnTo>
                    <a:pt x="3452464" y="1579762"/>
                  </a:lnTo>
                  <a:lnTo>
                    <a:pt x="3453132" y="1579762"/>
                  </a:lnTo>
                  <a:lnTo>
                    <a:pt x="3453800" y="1579762"/>
                  </a:lnTo>
                  <a:lnTo>
                    <a:pt x="3454468" y="1579762"/>
                  </a:lnTo>
                  <a:lnTo>
                    <a:pt x="3455136" y="1579762"/>
                  </a:lnTo>
                  <a:lnTo>
                    <a:pt x="3455805" y="1579762"/>
                  </a:lnTo>
                  <a:lnTo>
                    <a:pt x="3456473" y="1579762"/>
                  </a:lnTo>
                  <a:lnTo>
                    <a:pt x="3457141" y="1579762"/>
                  </a:lnTo>
                  <a:lnTo>
                    <a:pt x="3457809" y="1579762"/>
                  </a:lnTo>
                  <a:lnTo>
                    <a:pt x="3458477" y="1579762"/>
                  </a:lnTo>
                  <a:lnTo>
                    <a:pt x="3459145" y="1579762"/>
                  </a:lnTo>
                  <a:lnTo>
                    <a:pt x="3459813" y="1579762"/>
                  </a:lnTo>
                  <a:lnTo>
                    <a:pt x="3460481" y="1579762"/>
                  </a:lnTo>
                  <a:lnTo>
                    <a:pt x="3461149" y="1579762"/>
                  </a:lnTo>
                  <a:lnTo>
                    <a:pt x="3461817" y="1579762"/>
                  </a:lnTo>
                  <a:lnTo>
                    <a:pt x="3462485" y="1579762"/>
                  </a:lnTo>
                  <a:lnTo>
                    <a:pt x="3463153" y="1579762"/>
                  </a:lnTo>
                  <a:lnTo>
                    <a:pt x="3463821" y="1579762"/>
                  </a:lnTo>
                  <a:lnTo>
                    <a:pt x="3464489" y="1579762"/>
                  </a:lnTo>
                  <a:lnTo>
                    <a:pt x="3465157" y="1521974"/>
                  </a:lnTo>
                  <a:lnTo>
                    <a:pt x="3465825" y="1521974"/>
                  </a:lnTo>
                  <a:lnTo>
                    <a:pt x="3466493" y="1496072"/>
                  </a:lnTo>
                  <a:lnTo>
                    <a:pt x="3467161" y="1496072"/>
                  </a:lnTo>
                  <a:lnTo>
                    <a:pt x="3467829" y="1539947"/>
                  </a:lnTo>
                  <a:lnTo>
                    <a:pt x="3468497" y="1480680"/>
                  </a:lnTo>
                  <a:lnTo>
                    <a:pt x="3469165" y="1480680"/>
                  </a:lnTo>
                  <a:lnTo>
                    <a:pt x="3469833" y="1480680"/>
                  </a:lnTo>
                  <a:lnTo>
                    <a:pt x="3470501" y="1480680"/>
                  </a:lnTo>
                  <a:lnTo>
                    <a:pt x="3471169" y="1480680"/>
                  </a:lnTo>
                  <a:lnTo>
                    <a:pt x="3471837" y="1480680"/>
                  </a:lnTo>
                  <a:lnTo>
                    <a:pt x="3472505" y="1480680"/>
                  </a:lnTo>
                  <a:lnTo>
                    <a:pt x="3473173" y="1480680"/>
                  </a:lnTo>
                  <a:lnTo>
                    <a:pt x="3473841" y="1480680"/>
                  </a:lnTo>
                  <a:lnTo>
                    <a:pt x="3474509" y="1508795"/>
                  </a:lnTo>
                  <a:lnTo>
                    <a:pt x="3475177" y="1579623"/>
                  </a:lnTo>
                  <a:lnTo>
                    <a:pt x="3475845" y="1579623"/>
                  </a:lnTo>
                  <a:lnTo>
                    <a:pt x="3476513" y="1579623"/>
                  </a:lnTo>
                  <a:lnTo>
                    <a:pt x="3477181" y="1579623"/>
                  </a:lnTo>
                  <a:lnTo>
                    <a:pt x="3477849" y="1579623"/>
                  </a:lnTo>
                  <a:lnTo>
                    <a:pt x="3478517" y="1579623"/>
                  </a:lnTo>
                  <a:lnTo>
                    <a:pt x="3479185" y="1579623"/>
                  </a:lnTo>
                  <a:lnTo>
                    <a:pt x="3479853" y="1579762"/>
                  </a:lnTo>
                  <a:lnTo>
                    <a:pt x="3480522" y="1579762"/>
                  </a:lnTo>
                  <a:lnTo>
                    <a:pt x="3481190" y="1579762"/>
                  </a:lnTo>
                  <a:lnTo>
                    <a:pt x="3481858" y="1579762"/>
                  </a:lnTo>
                  <a:lnTo>
                    <a:pt x="3482526" y="1579762"/>
                  </a:lnTo>
                  <a:lnTo>
                    <a:pt x="3483194" y="1579762"/>
                  </a:lnTo>
                  <a:lnTo>
                    <a:pt x="3483862" y="1579762"/>
                  </a:lnTo>
                  <a:lnTo>
                    <a:pt x="3484530" y="1579762"/>
                  </a:lnTo>
                  <a:lnTo>
                    <a:pt x="3485198" y="1579762"/>
                  </a:lnTo>
                  <a:lnTo>
                    <a:pt x="3485866" y="1579762"/>
                  </a:lnTo>
                  <a:lnTo>
                    <a:pt x="3486534" y="1579762"/>
                  </a:lnTo>
                  <a:lnTo>
                    <a:pt x="3487202" y="1579762"/>
                  </a:lnTo>
                  <a:lnTo>
                    <a:pt x="3487870" y="1579762"/>
                  </a:lnTo>
                  <a:lnTo>
                    <a:pt x="3488538" y="1579762"/>
                  </a:lnTo>
                  <a:lnTo>
                    <a:pt x="3489206" y="1579762"/>
                  </a:lnTo>
                  <a:lnTo>
                    <a:pt x="3489874" y="1579762"/>
                  </a:lnTo>
                  <a:lnTo>
                    <a:pt x="3490542" y="1579762"/>
                  </a:lnTo>
                  <a:lnTo>
                    <a:pt x="3491210" y="1579623"/>
                  </a:lnTo>
                  <a:lnTo>
                    <a:pt x="3491878" y="1579623"/>
                  </a:lnTo>
                  <a:lnTo>
                    <a:pt x="3492546" y="1579623"/>
                  </a:lnTo>
                  <a:lnTo>
                    <a:pt x="3493214" y="1579623"/>
                  </a:lnTo>
                  <a:lnTo>
                    <a:pt x="3493882" y="1579623"/>
                  </a:lnTo>
                  <a:lnTo>
                    <a:pt x="3494550" y="1579623"/>
                  </a:lnTo>
                  <a:lnTo>
                    <a:pt x="3495218" y="1579623"/>
                  </a:lnTo>
                  <a:lnTo>
                    <a:pt x="3495886" y="1579623"/>
                  </a:lnTo>
                  <a:lnTo>
                    <a:pt x="3496554" y="1579623"/>
                  </a:lnTo>
                  <a:lnTo>
                    <a:pt x="3497222" y="1579623"/>
                  </a:lnTo>
                  <a:lnTo>
                    <a:pt x="3497890" y="1579623"/>
                  </a:lnTo>
                  <a:lnTo>
                    <a:pt x="3498558" y="1579623"/>
                  </a:lnTo>
                  <a:lnTo>
                    <a:pt x="3499226" y="1579623"/>
                  </a:lnTo>
                  <a:lnTo>
                    <a:pt x="3499894" y="1579623"/>
                  </a:lnTo>
                  <a:lnTo>
                    <a:pt x="3500562" y="1579623"/>
                  </a:lnTo>
                  <a:lnTo>
                    <a:pt x="3501230" y="1579623"/>
                  </a:lnTo>
                  <a:lnTo>
                    <a:pt x="3501898" y="1579623"/>
                  </a:lnTo>
                  <a:lnTo>
                    <a:pt x="3502566" y="1579623"/>
                  </a:lnTo>
                  <a:lnTo>
                    <a:pt x="3503234" y="1579623"/>
                  </a:lnTo>
                  <a:lnTo>
                    <a:pt x="3503902" y="1579623"/>
                  </a:lnTo>
                  <a:lnTo>
                    <a:pt x="3504570" y="1579623"/>
                  </a:lnTo>
                  <a:lnTo>
                    <a:pt x="3505239" y="1579623"/>
                  </a:lnTo>
                  <a:lnTo>
                    <a:pt x="3505907" y="1579623"/>
                  </a:lnTo>
                  <a:lnTo>
                    <a:pt x="3506575" y="1579623"/>
                  </a:lnTo>
                  <a:lnTo>
                    <a:pt x="3507243" y="1579623"/>
                  </a:lnTo>
                  <a:lnTo>
                    <a:pt x="3507911" y="1579623"/>
                  </a:lnTo>
                  <a:lnTo>
                    <a:pt x="3508579" y="1579623"/>
                  </a:lnTo>
                  <a:lnTo>
                    <a:pt x="3509247" y="1579623"/>
                  </a:lnTo>
                  <a:lnTo>
                    <a:pt x="3509915" y="1579762"/>
                  </a:lnTo>
                  <a:lnTo>
                    <a:pt x="3510583" y="1579762"/>
                  </a:lnTo>
                  <a:lnTo>
                    <a:pt x="3511251" y="1579762"/>
                  </a:lnTo>
                  <a:lnTo>
                    <a:pt x="3511919" y="1579762"/>
                  </a:lnTo>
                  <a:lnTo>
                    <a:pt x="3512587" y="1579762"/>
                  </a:lnTo>
                  <a:lnTo>
                    <a:pt x="3513255" y="1579762"/>
                  </a:lnTo>
                  <a:lnTo>
                    <a:pt x="3513923" y="1579762"/>
                  </a:lnTo>
                  <a:lnTo>
                    <a:pt x="3514591" y="1579762"/>
                  </a:lnTo>
                  <a:lnTo>
                    <a:pt x="3515259" y="1579762"/>
                  </a:lnTo>
                  <a:lnTo>
                    <a:pt x="3515927" y="1579762"/>
                  </a:lnTo>
                  <a:lnTo>
                    <a:pt x="3516595" y="1579762"/>
                  </a:lnTo>
                  <a:lnTo>
                    <a:pt x="3517263" y="1579762"/>
                  </a:lnTo>
                  <a:lnTo>
                    <a:pt x="3517931" y="1579762"/>
                  </a:lnTo>
                  <a:lnTo>
                    <a:pt x="3518599" y="1579762"/>
                  </a:lnTo>
                  <a:lnTo>
                    <a:pt x="3519267" y="1579762"/>
                  </a:lnTo>
                  <a:lnTo>
                    <a:pt x="3519935" y="1579762"/>
                  </a:lnTo>
                  <a:lnTo>
                    <a:pt x="3520603" y="1579762"/>
                  </a:lnTo>
                  <a:lnTo>
                    <a:pt x="3521271" y="1579762"/>
                  </a:lnTo>
                  <a:lnTo>
                    <a:pt x="3521939" y="1579623"/>
                  </a:lnTo>
                  <a:lnTo>
                    <a:pt x="3522607" y="1579623"/>
                  </a:lnTo>
                  <a:lnTo>
                    <a:pt x="3523275" y="1579623"/>
                  </a:lnTo>
                  <a:lnTo>
                    <a:pt x="3523943" y="1494583"/>
                  </a:lnTo>
                  <a:lnTo>
                    <a:pt x="3524611" y="1480680"/>
                  </a:lnTo>
                  <a:lnTo>
                    <a:pt x="3525279" y="1462598"/>
                  </a:lnTo>
                  <a:lnTo>
                    <a:pt x="3525947" y="1394971"/>
                  </a:lnTo>
                  <a:lnTo>
                    <a:pt x="3526615" y="1394971"/>
                  </a:lnTo>
                  <a:lnTo>
                    <a:pt x="3527283" y="1394971"/>
                  </a:lnTo>
                  <a:lnTo>
                    <a:pt x="3527951" y="1322947"/>
                  </a:lnTo>
                  <a:lnTo>
                    <a:pt x="3528619" y="1267995"/>
                  </a:lnTo>
                  <a:lnTo>
                    <a:pt x="3529287" y="1251745"/>
                  </a:lnTo>
                  <a:lnTo>
                    <a:pt x="3529956" y="1205325"/>
                  </a:lnTo>
                  <a:lnTo>
                    <a:pt x="3530624" y="1190569"/>
                  </a:lnTo>
                  <a:lnTo>
                    <a:pt x="3531292" y="1150970"/>
                  </a:lnTo>
                  <a:lnTo>
                    <a:pt x="3531960" y="1083344"/>
                  </a:lnTo>
                  <a:lnTo>
                    <a:pt x="3532628" y="1054383"/>
                  </a:lnTo>
                  <a:lnTo>
                    <a:pt x="3533296" y="1035777"/>
                  </a:lnTo>
                  <a:lnTo>
                    <a:pt x="3533964" y="1075980"/>
                  </a:lnTo>
                  <a:lnTo>
                    <a:pt x="3534632" y="1083344"/>
                  </a:lnTo>
                  <a:lnTo>
                    <a:pt x="3535300" y="1093295"/>
                  </a:lnTo>
                  <a:lnTo>
                    <a:pt x="3535968" y="1134720"/>
                  </a:lnTo>
                  <a:lnTo>
                    <a:pt x="3536636" y="1134720"/>
                  </a:lnTo>
                  <a:lnTo>
                    <a:pt x="3537304" y="1134720"/>
                  </a:lnTo>
                  <a:lnTo>
                    <a:pt x="3537972" y="1162037"/>
                  </a:lnTo>
                  <a:lnTo>
                    <a:pt x="3538640" y="1176145"/>
                  </a:lnTo>
                  <a:lnTo>
                    <a:pt x="3539308" y="1190569"/>
                  </a:lnTo>
                  <a:lnTo>
                    <a:pt x="3539976" y="1181876"/>
                  </a:lnTo>
                  <a:lnTo>
                    <a:pt x="3540644" y="1080880"/>
                  </a:lnTo>
                  <a:lnTo>
                    <a:pt x="3541312" y="1068700"/>
                  </a:lnTo>
                  <a:lnTo>
                    <a:pt x="3541980" y="1056747"/>
                  </a:lnTo>
                  <a:lnTo>
                    <a:pt x="3542648" y="1063892"/>
                  </a:lnTo>
                  <a:lnTo>
                    <a:pt x="3543316" y="1083344"/>
                  </a:lnTo>
                  <a:lnTo>
                    <a:pt x="3543984" y="1083344"/>
                  </a:lnTo>
                  <a:lnTo>
                    <a:pt x="3544652" y="1083344"/>
                  </a:lnTo>
                  <a:lnTo>
                    <a:pt x="3545320" y="1083344"/>
                  </a:lnTo>
                  <a:lnTo>
                    <a:pt x="3545988" y="1071118"/>
                  </a:lnTo>
                  <a:lnTo>
                    <a:pt x="3546656" y="1035777"/>
                  </a:lnTo>
                  <a:lnTo>
                    <a:pt x="3547324" y="1035777"/>
                  </a:lnTo>
                  <a:lnTo>
                    <a:pt x="3547992" y="1056747"/>
                  </a:lnTo>
                  <a:lnTo>
                    <a:pt x="3548660" y="1083344"/>
                  </a:lnTo>
                  <a:lnTo>
                    <a:pt x="3549328" y="1083344"/>
                  </a:lnTo>
                  <a:lnTo>
                    <a:pt x="3549996" y="1083344"/>
                  </a:lnTo>
                  <a:lnTo>
                    <a:pt x="3550664" y="1193493"/>
                  </a:lnTo>
                  <a:lnTo>
                    <a:pt x="3551332" y="1214344"/>
                  </a:lnTo>
                  <a:lnTo>
                    <a:pt x="3552000" y="1288055"/>
                  </a:lnTo>
                  <a:lnTo>
                    <a:pt x="3552668" y="1277947"/>
                  </a:lnTo>
                  <a:lnTo>
                    <a:pt x="3553336" y="1251745"/>
                  </a:lnTo>
                  <a:lnTo>
                    <a:pt x="3554005" y="1251745"/>
                  </a:lnTo>
                  <a:lnTo>
                    <a:pt x="3554673" y="1251745"/>
                  </a:lnTo>
                  <a:lnTo>
                    <a:pt x="3555341" y="1251745"/>
                  </a:lnTo>
                  <a:lnTo>
                    <a:pt x="3556009" y="1267995"/>
                  </a:lnTo>
                  <a:lnTo>
                    <a:pt x="3556677" y="1301785"/>
                  </a:lnTo>
                  <a:lnTo>
                    <a:pt x="3557345" y="1251745"/>
                  </a:lnTo>
                  <a:lnTo>
                    <a:pt x="3558013" y="1251745"/>
                  </a:lnTo>
                  <a:lnTo>
                    <a:pt x="3558681" y="1251745"/>
                  </a:lnTo>
                  <a:lnTo>
                    <a:pt x="3559349" y="1251745"/>
                  </a:lnTo>
                  <a:lnTo>
                    <a:pt x="3560017" y="1312279"/>
                  </a:lnTo>
                  <a:lnTo>
                    <a:pt x="3560685" y="1319371"/>
                  </a:lnTo>
                  <a:lnTo>
                    <a:pt x="3561353" y="1363655"/>
                  </a:lnTo>
                  <a:lnTo>
                    <a:pt x="3562021" y="1394971"/>
                  </a:lnTo>
                  <a:lnTo>
                    <a:pt x="3562689" y="1445012"/>
                  </a:lnTo>
                  <a:lnTo>
                    <a:pt x="3563357" y="1480680"/>
                  </a:lnTo>
                  <a:lnTo>
                    <a:pt x="3564025" y="1462598"/>
                  </a:lnTo>
                  <a:lnTo>
                    <a:pt x="3564693" y="1394971"/>
                  </a:lnTo>
                  <a:lnTo>
                    <a:pt x="3565361" y="1394971"/>
                  </a:lnTo>
                  <a:lnTo>
                    <a:pt x="3566029" y="1394971"/>
                  </a:lnTo>
                  <a:lnTo>
                    <a:pt x="3566697" y="1502106"/>
                  </a:lnTo>
                  <a:lnTo>
                    <a:pt x="3567365" y="1579762"/>
                  </a:lnTo>
                  <a:lnTo>
                    <a:pt x="3568033" y="1579762"/>
                  </a:lnTo>
                  <a:lnTo>
                    <a:pt x="3568701" y="1579762"/>
                  </a:lnTo>
                  <a:lnTo>
                    <a:pt x="3569369" y="1538687"/>
                  </a:lnTo>
                  <a:lnTo>
                    <a:pt x="3570037" y="1535469"/>
                  </a:lnTo>
                  <a:lnTo>
                    <a:pt x="3570705" y="1578708"/>
                  </a:lnTo>
                  <a:lnTo>
                    <a:pt x="3571373" y="1578708"/>
                  </a:lnTo>
                  <a:lnTo>
                    <a:pt x="3572041" y="1578708"/>
                  </a:lnTo>
                  <a:lnTo>
                    <a:pt x="3572709" y="1578708"/>
                  </a:lnTo>
                  <a:lnTo>
                    <a:pt x="3573377" y="1578708"/>
                  </a:lnTo>
                  <a:lnTo>
                    <a:pt x="3574045" y="1579762"/>
                  </a:lnTo>
                  <a:lnTo>
                    <a:pt x="3574713" y="1579762"/>
                  </a:lnTo>
                  <a:lnTo>
                    <a:pt x="3575381" y="1579762"/>
                  </a:lnTo>
                  <a:lnTo>
                    <a:pt x="3576049" y="1579762"/>
                  </a:lnTo>
                  <a:lnTo>
                    <a:pt x="3576717" y="1579762"/>
                  </a:lnTo>
                  <a:lnTo>
                    <a:pt x="3577385" y="1579762"/>
                  </a:lnTo>
                  <a:lnTo>
                    <a:pt x="3578053" y="1579762"/>
                  </a:lnTo>
                  <a:lnTo>
                    <a:pt x="3578722" y="1579762"/>
                  </a:lnTo>
                  <a:lnTo>
                    <a:pt x="3579390" y="1579762"/>
                  </a:lnTo>
                  <a:lnTo>
                    <a:pt x="3580058" y="1579762"/>
                  </a:lnTo>
                  <a:lnTo>
                    <a:pt x="3580726" y="1579762"/>
                  </a:lnTo>
                  <a:lnTo>
                    <a:pt x="3581394" y="1579762"/>
                  </a:lnTo>
                  <a:lnTo>
                    <a:pt x="3582062" y="1579623"/>
                  </a:lnTo>
                  <a:lnTo>
                    <a:pt x="3582730" y="1579623"/>
                  </a:lnTo>
                  <a:lnTo>
                    <a:pt x="3583398" y="1523328"/>
                  </a:lnTo>
                  <a:lnTo>
                    <a:pt x="3584066" y="1480680"/>
                  </a:lnTo>
                  <a:lnTo>
                    <a:pt x="3584734" y="1407121"/>
                  </a:lnTo>
                  <a:lnTo>
                    <a:pt x="3585402" y="1394971"/>
                  </a:lnTo>
                  <a:lnTo>
                    <a:pt x="3586070" y="1394971"/>
                  </a:lnTo>
                  <a:lnTo>
                    <a:pt x="3586738" y="1394971"/>
                  </a:lnTo>
                  <a:lnTo>
                    <a:pt x="3587406" y="1394971"/>
                  </a:lnTo>
                  <a:lnTo>
                    <a:pt x="3588074" y="1394971"/>
                  </a:lnTo>
                  <a:lnTo>
                    <a:pt x="3588742" y="1394971"/>
                  </a:lnTo>
                  <a:lnTo>
                    <a:pt x="3589410" y="1394971"/>
                  </a:lnTo>
                  <a:lnTo>
                    <a:pt x="3590078" y="1496072"/>
                  </a:lnTo>
                  <a:lnTo>
                    <a:pt x="3590746" y="1521974"/>
                  </a:lnTo>
                  <a:lnTo>
                    <a:pt x="3591414" y="1579762"/>
                  </a:lnTo>
                  <a:lnTo>
                    <a:pt x="3592082" y="1530239"/>
                  </a:lnTo>
                  <a:lnTo>
                    <a:pt x="3592750" y="1483688"/>
                  </a:lnTo>
                  <a:lnTo>
                    <a:pt x="3593418" y="1415075"/>
                  </a:lnTo>
                  <a:lnTo>
                    <a:pt x="3594086" y="1406262"/>
                  </a:lnTo>
                  <a:lnTo>
                    <a:pt x="3594754" y="1457881"/>
                  </a:lnTo>
                  <a:lnTo>
                    <a:pt x="3595422" y="1467438"/>
                  </a:lnTo>
                  <a:lnTo>
                    <a:pt x="3596090" y="1467438"/>
                  </a:lnTo>
                  <a:lnTo>
                    <a:pt x="3596758" y="1412124"/>
                  </a:lnTo>
                  <a:lnTo>
                    <a:pt x="3597426" y="1406262"/>
                  </a:lnTo>
                  <a:lnTo>
                    <a:pt x="3598094" y="1369412"/>
                  </a:lnTo>
                  <a:lnTo>
                    <a:pt x="3598762" y="1319096"/>
                  </a:lnTo>
                  <a:lnTo>
                    <a:pt x="3599430" y="1299036"/>
                  </a:lnTo>
                  <a:lnTo>
                    <a:pt x="3600098" y="1294212"/>
                  </a:lnTo>
                  <a:lnTo>
                    <a:pt x="3600766" y="1210346"/>
                  </a:lnTo>
                  <a:lnTo>
                    <a:pt x="3601434" y="1189401"/>
                  </a:lnTo>
                  <a:lnTo>
                    <a:pt x="3602102" y="1225211"/>
                  </a:lnTo>
                  <a:lnTo>
                    <a:pt x="3602770" y="1162602"/>
                  </a:lnTo>
                  <a:lnTo>
                    <a:pt x="3603439" y="1155483"/>
                  </a:lnTo>
                  <a:lnTo>
                    <a:pt x="3604107" y="1141478"/>
                  </a:lnTo>
                  <a:lnTo>
                    <a:pt x="3604775" y="1131463"/>
                  </a:lnTo>
                  <a:lnTo>
                    <a:pt x="3605443" y="1118496"/>
                  </a:lnTo>
                  <a:lnTo>
                    <a:pt x="3606111" y="1118496"/>
                  </a:lnTo>
                  <a:lnTo>
                    <a:pt x="3606779" y="1116360"/>
                  </a:lnTo>
                  <a:lnTo>
                    <a:pt x="3607447" y="1101604"/>
                  </a:lnTo>
                  <a:lnTo>
                    <a:pt x="3608115" y="1172328"/>
                  </a:lnTo>
                  <a:lnTo>
                    <a:pt x="3608783" y="1228563"/>
                  </a:lnTo>
                  <a:lnTo>
                    <a:pt x="3609451" y="1251470"/>
                  </a:lnTo>
                  <a:lnTo>
                    <a:pt x="3610119" y="1251470"/>
                  </a:lnTo>
                  <a:lnTo>
                    <a:pt x="3610787" y="1251470"/>
                  </a:lnTo>
                  <a:lnTo>
                    <a:pt x="3611455" y="1251470"/>
                  </a:lnTo>
                  <a:lnTo>
                    <a:pt x="3612123" y="1260705"/>
                  </a:lnTo>
                  <a:lnTo>
                    <a:pt x="3612791" y="1356376"/>
                  </a:lnTo>
                  <a:lnTo>
                    <a:pt x="3613459" y="1462612"/>
                  </a:lnTo>
                  <a:lnTo>
                    <a:pt x="3614127" y="1523147"/>
                  </a:lnTo>
                  <a:lnTo>
                    <a:pt x="3614795" y="1498345"/>
                  </a:lnTo>
                  <a:lnTo>
                    <a:pt x="3615463" y="1521974"/>
                  </a:lnTo>
                  <a:lnTo>
                    <a:pt x="3616131" y="1521974"/>
                  </a:lnTo>
                  <a:lnTo>
                    <a:pt x="3616799" y="1579762"/>
                  </a:lnTo>
                  <a:lnTo>
                    <a:pt x="3617467" y="1579762"/>
                  </a:lnTo>
                  <a:lnTo>
                    <a:pt x="3618135" y="1579762"/>
                  </a:lnTo>
                  <a:lnTo>
                    <a:pt x="3618803" y="1579762"/>
                  </a:lnTo>
                  <a:lnTo>
                    <a:pt x="3619471" y="1579762"/>
                  </a:lnTo>
                  <a:lnTo>
                    <a:pt x="3620139" y="1579762"/>
                  </a:lnTo>
                  <a:lnTo>
                    <a:pt x="3620807" y="1579762"/>
                  </a:lnTo>
                  <a:lnTo>
                    <a:pt x="3621475" y="1579762"/>
                  </a:lnTo>
                  <a:lnTo>
                    <a:pt x="3622143" y="1579762"/>
                  </a:lnTo>
                  <a:lnTo>
                    <a:pt x="3622811" y="1579762"/>
                  </a:lnTo>
                  <a:lnTo>
                    <a:pt x="3623479" y="1579762"/>
                  </a:lnTo>
                  <a:lnTo>
                    <a:pt x="3624147" y="1579762"/>
                  </a:lnTo>
                  <a:lnTo>
                    <a:pt x="3624815" y="1579762"/>
                  </a:lnTo>
                  <a:lnTo>
                    <a:pt x="3625483" y="1579762"/>
                  </a:lnTo>
                  <a:lnTo>
                    <a:pt x="3626151" y="1579762"/>
                  </a:lnTo>
                  <a:lnTo>
                    <a:pt x="3626819" y="1579762"/>
                  </a:lnTo>
                  <a:lnTo>
                    <a:pt x="3627487" y="1579762"/>
                  </a:lnTo>
                  <a:lnTo>
                    <a:pt x="3628156" y="1579762"/>
                  </a:lnTo>
                  <a:lnTo>
                    <a:pt x="3628824" y="1579762"/>
                  </a:lnTo>
                  <a:lnTo>
                    <a:pt x="3629492" y="1579623"/>
                  </a:lnTo>
                  <a:lnTo>
                    <a:pt x="3630160" y="1579623"/>
                  </a:lnTo>
                  <a:lnTo>
                    <a:pt x="3630828" y="1579623"/>
                  </a:lnTo>
                  <a:lnTo>
                    <a:pt x="3631496" y="1579623"/>
                  </a:lnTo>
                  <a:lnTo>
                    <a:pt x="3632164" y="1579762"/>
                  </a:lnTo>
                  <a:lnTo>
                    <a:pt x="3632832" y="1579762"/>
                  </a:lnTo>
                  <a:lnTo>
                    <a:pt x="3633500" y="1579762"/>
                  </a:lnTo>
                  <a:lnTo>
                    <a:pt x="3634168" y="1579762"/>
                  </a:lnTo>
                  <a:lnTo>
                    <a:pt x="3634836" y="1579762"/>
                  </a:lnTo>
                  <a:lnTo>
                    <a:pt x="3635504" y="1579762"/>
                  </a:lnTo>
                  <a:lnTo>
                    <a:pt x="3636172" y="1579762"/>
                  </a:lnTo>
                  <a:lnTo>
                    <a:pt x="3636840" y="1579762"/>
                  </a:lnTo>
                  <a:lnTo>
                    <a:pt x="3637508" y="1579762"/>
                  </a:lnTo>
                  <a:lnTo>
                    <a:pt x="3638176" y="1579762"/>
                  </a:lnTo>
                  <a:lnTo>
                    <a:pt x="3638844" y="1579762"/>
                  </a:lnTo>
                  <a:lnTo>
                    <a:pt x="3639512" y="1579762"/>
                  </a:lnTo>
                  <a:lnTo>
                    <a:pt x="3640180" y="1579762"/>
                  </a:lnTo>
                  <a:lnTo>
                    <a:pt x="3640848" y="1579762"/>
                  </a:lnTo>
                  <a:lnTo>
                    <a:pt x="3641516" y="1579762"/>
                  </a:lnTo>
                  <a:lnTo>
                    <a:pt x="3642184" y="1579762"/>
                  </a:lnTo>
                  <a:lnTo>
                    <a:pt x="3642852" y="1579762"/>
                  </a:lnTo>
                  <a:lnTo>
                    <a:pt x="3643520" y="1579762"/>
                  </a:lnTo>
                  <a:lnTo>
                    <a:pt x="3644188" y="1579623"/>
                  </a:lnTo>
                  <a:lnTo>
                    <a:pt x="3644856" y="1579623"/>
                  </a:lnTo>
                  <a:lnTo>
                    <a:pt x="3645524" y="1579623"/>
                  </a:lnTo>
                  <a:lnTo>
                    <a:pt x="3646192" y="1579623"/>
                  </a:lnTo>
                  <a:lnTo>
                    <a:pt x="3646860" y="1579623"/>
                  </a:lnTo>
                  <a:lnTo>
                    <a:pt x="3647528" y="1579623"/>
                  </a:lnTo>
                  <a:lnTo>
                    <a:pt x="3648196" y="1579623"/>
                  </a:lnTo>
                  <a:lnTo>
                    <a:pt x="3648864" y="1579623"/>
                  </a:lnTo>
                  <a:lnTo>
                    <a:pt x="3649532" y="1579623"/>
                  </a:lnTo>
                  <a:lnTo>
                    <a:pt x="3650200" y="1579623"/>
                  </a:lnTo>
                  <a:lnTo>
                    <a:pt x="3650868" y="1579623"/>
                  </a:lnTo>
                  <a:lnTo>
                    <a:pt x="3651536" y="1579623"/>
                  </a:lnTo>
                  <a:lnTo>
                    <a:pt x="3652205" y="1579623"/>
                  </a:lnTo>
                  <a:lnTo>
                    <a:pt x="3652873" y="1579623"/>
                  </a:lnTo>
                  <a:lnTo>
                    <a:pt x="3653541" y="1579623"/>
                  </a:lnTo>
                  <a:lnTo>
                    <a:pt x="3654209" y="1579623"/>
                  </a:lnTo>
                  <a:lnTo>
                    <a:pt x="3654877" y="1579623"/>
                  </a:lnTo>
                  <a:lnTo>
                    <a:pt x="3655545" y="1579623"/>
                  </a:lnTo>
                  <a:lnTo>
                    <a:pt x="3656213" y="1579623"/>
                  </a:lnTo>
                  <a:lnTo>
                    <a:pt x="3656881" y="1579623"/>
                  </a:lnTo>
                  <a:lnTo>
                    <a:pt x="3657549" y="1579623"/>
                  </a:lnTo>
                  <a:lnTo>
                    <a:pt x="3658217" y="1579623"/>
                  </a:lnTo>
                  <a:lnTo>
                    <a:pt x="3658885" y="1579623"/>
                  </a:lnTo>
                  <a:lnTo>
                    <a:pt x="3659553" y="1579623"/>
                  </a:lnTo>
                  <a:lnTo>
                    <a:pt x="3660221" y="1579623"/>
                  </a:lnTo>
                  <a:lnTo>
                    <a:pt x="3660889" y="1579623"/>
                  </a:lnTo>
                  <a:lnTo>
                    <a:pt x="3661557" y="1579623"/>
                  </a:lnTo>
                  <a:lnTo>
                    <a:pt x="3662225" y="1579623"/>
                  </a:lnTo>
                  <a:lnTo>
                    <a:pt x="3662893" y="1579623"/>
                  </a:lnTo>
                  <a:lnTo>
                    <a:pt x="3663561" y="1579623"/>
                  </a:lnTo>
                  <a:lnTo>
                    <a:pt x="3664229" y="1579623"/>
                  </a:lnTo>
                  <a:lnTo>
                    <a:pt x="3664897" y="1579623"/>
                  </a:lnTo>
                  <a:lnTo>
                    <a:pt x="3665565" y="1579623"/>
                  </a:lnTo>
                  <a:lnTo>
                    <a:pt x="3666233" y="1579623"/>
                  </a:lnTo>
                  <a:lnTo>
                    <a:pt x="3666901" y="1579623"/>
                  </a:lnTo>
                  <a:lnTo>
                    <a:pt x="3667569" y="1579623"/>
                  </a:lnTo>
                  <a:lnTo>
                    <a:pt x="3668237" y="1579623"/>
                  </a:lnTo>
                  <a:lnTo>
                    <a:pt x="3668905" y="1579623"/>
                  </a:lnTo>
                  <a:lnTo>
                    <a:pt x="3669573" y="1579623"/>
                  </a:lnTo>
                  <a:lnTo>
                    <a:pt x="3670241" y="1579623"/>
                  </a:lnTo>
                  <a:lnTo>
                    <a:pt x="3670909" y="1579623"/>
                  </a:lnTo>
                  <a:lnTo>
                    <a:pt x="3671577" y="1579623"/>
                  </a:lnTo>
                  <a:lnTo>
                    <a:pt x="3672245" y="1579623"/>
                  </a:lnTo>
                  <a:lnTo>
                    <a:pt x="3672913" y="1579623"/>
                  </a:lnTo>
                  <a:lnTo>
                    <a:pt x="3673581" y="1485281"/>
                  </a:lnTo>
                  <a:lnTo>
                    <a:pt x="3674249" y="1480680"/>
                  </a:lnTo>
                  <a:lnTo>
                    <a:pt x="3674917" y="1480680"/>
                  </a:lnTo>
                  <a:lnTo>
                    <a:pt x="3675585" y="1480680"/>
                  </a:lnTo>
                  <a:lnTo>
                    <a:pt x="3676253" y="1480680"/>
                  </a:lnTo>
                  <a:lnTo>
                    <a:pt x="3676922" y="1480680"/>
                  </a:lnTo>
                  <a:lnTo>
                    <a:pt x="3677590" y="1505933"/>
                  </a:lnTo>
                  <a:lnTo>
                    <a:pt x="3678258" y="1496072"/>
                  </a:lnTo>
                  <a:lnTo>
                    <a:pt x="3678926" y="1521974"/>
                  </a:lnTo>
                  <a:lnTo>
                    <a:pt x="3679594" y="1521974"/>
                  </a:lnTo>
                  <a:lnTo>
                    <a:pt x="3680262" y="1521974"/>
                  </a:lnTo>
                  <a:lnTo>
                    <a:pt x="3680930" y="1521974"/>
                  </a:lnTo>
                  <a:lnTo>
                    <a:pt x="3681598" y="1521974"/>
                  </a:lnTo>
                  <a:lnTo>
                    <a:pt x="3682266" y="1521974"/>
                  </a:lnTo>
                  <a:lnTo>
                    <a:pt x="3682934" y="1521974"/>
                  </a:lnTo>
                  <a:lnTo>
                    <a:pt x="3683602" y="1579762"/>
                  </a:lnTo>
                  <a:lnTo>
                    <a:pt x="3684270" y="1579762"/>
                  </a:lnTo>
                  <a:lnTo>
                    <a:pt x="3684938" y="1579762"/>
                  </a:lnTo>
                  <a:lnTo>
                    <a:pt x="3685606" y="1579762"/>
                  </a:lnTo>
                  <a:lnTo>
                    <a:pt x="3686274" y="1579762"/>
                  </a:lnTo>
                  <a:lnTo>
                    <a:pt x="3686942" y="1579762"/>
                  </a:lnTo>
                  <a:lnTo>
                    <a:pt x="3687610" y="1579762"/>
                  </a:lnTo>
                  <a:lnTo>
                    <a:pt x="3688278" y="1579762"/>
                  </a:lnTo>
                  <a:lnTo>
                    <a:pt x="3688946" y="1579623"/>
                  </a:lnTo>
                  <a:lnTo>
                    <a:pt x="3689614" y="1579623"/>
                  </a:lnTo>
                  <a:lnTo>
                    <a:pt x="3690282" y="1579623"/>
                  </a:lnTo>
                  <a:lnTo>
                    <a:pt x="3690950" y="1579623"/>
                  </a:lnTo>
                  <a:lnTo>
                    <a:pt x="3691618" y="1579623"/>
                  </a:lnTo>
                  <a:lnTo>
                    <a:pt x="3692286" y="1579623"/>
                  </a:lnTo>
                  <a:lnTo>
                    <a:pt x="3692954" y="1579623"/>
                  </a:lnTo>
                  <a:lnTo>
                    <a:pt x="3693622" y="1579623"/>
                  </a:lnTo>
                  <a:lnTo>
                    <a:pt x="3694290" y="1579623"/>
                  </a:lnTo>
                  <a:lnTo>
                    <a:pt x="3694958" y="1579623"/>
                  </a:lnTo>
                  <a:lnTo>
                    <a:pt x="3695626" y="1579623"/>
                  </a:lnTo>
                  <a:lnTo>
                    <a:pt x="3696294" y="1579623"/>
                  </a:lnTo>
                  <a:lnTo>
                    <a:pt x="3696962" y="1579623"/>
                  </a:lnTo>
                  <a:lnTo>
                    <a:pt x="3697630" y="1579623"/>
                  </a:lnTo>
                  <a:lnTo>
                    <a:pt x="3698298" y="1579623"/>
                  </a:lnTo>
                  <a:lnTo>
                    <a:pt x="3698966" y="1579623"/>
                  </a:lnTo>
                  <a:lnTo>
                    <a:pt x="3699634" y="1579623"/>
                  </a:lnTo>
                  <a:lnTo>
                    <a:pt x="3700302" y="1579623"/>
                  </a:lnTo>
                  <a:lnTo>
                    <a:pt x="3700970" y="1579623"/>
                  </a:lnTo>
                  <a:lnTo>
                    <a:pt x="3701639" y="1579623"/>
                  </a:lnTo>
                  <a:lnTo>
                    <a:pt x="3702307" y="1579623"/>
                  </a:lnTo>
                  <a:lnTo>
                    <a:pt x="3702975" y="1579623"/>
                  </a:lnTo>
                  <a:lnTo>
                    <a:pt x="3703643" y="1579623"/>
                  </a:lnTo>
                  <a:lnTo>
                    <a:pt x="3704311" y="1579623"/>
                  </a:lnTo>
                  <a:lnTo>
                    <a:pt x="3704979" y="1579623"/>
                  </a:lnTo>
                  <a:lnTo>
                    <a:pt x="3705647" y="1579623"/>
                  </a:lnTo>
                  <a:lnTo>
                    <a:pt x="3706315" y="1579623"/>
                  </a:lnTo>
                  <a:lnTo>
                    <a:pt x="3706983" y="1579623"/>
                  </a:lnTo>
                  <a:lnTo>
                    <a:pt x="3707651" y="1579623"/>
                  </a:lnTo>
                  <a:lnTo>
                    <a:pt x="3708319" y="1579623"/>
                  </a:lnTo>
                  <a:lnTo>
                    <a:pt x="3708987" y="1579623"/>
                  </a:lnTo>
                  <a:lnTo>
                    <a:pt x="3709655" y="1579623"/>
                  </a:lnTo>
                  <a:lnTo>
                    <a:pt x="3710323" y="1579623"/>
                  </a:lnTo>
                  <a:lnTo>
                    <a:pt x="3710991" y="1579623"/>
                  </a:lnTo>
                  <a:lnTo>
                    <a:pt x="3711659" y="1579623"/>
                  </a:lnTo>
                  <a:lnTo>
                    <a:pt x="3712327" y="1579623"/>
                  </a:lnTo>
                  <a:lnTo>
                    <a:pt x="3712995" y="1579623"/>
                  </a:lnTo>
                  <a:lnTo>
                    <a:pt x="3713663" y="1579623"/>
                  </a:lnTo>
                  <a:lnTo>
                    <a:pt x="3714331" y="1579623"/>
                  </a:lnTo>
                  <a:lnTo>
                    <a:pt x="3714999" y="1579762"/>
                  </a:lnTo>
                  <a:lnTo>
                    <a:pt x="3715667" y="1579762"/>
                  </a:lnTo>
                  <a:lnTo>
                    <a:pt x="3716335" y="1579762"/>
                  </a:lnTo>
                  <a:lnTo>
                    <a:pt x="3717003" y="1579762"/>
                  </a:lnTo>
                  <a:lnTo>
                    <a:pt x="3717671" y="1579762"/>
                  </a:lnTo>
                  <a:lnTo>
                    <a:pt x="3718339" y="1579762"/>
                  </a:lnTo>
                  <a:lnTo>
                    <a:pt x="3719007" y="1579762"/>
                  </a:lnTo>
                  <a:lnTo>
                    <a:pt x="3719675" y="1579762"/>
                  </a:lnTo>
                  <a:lnTo>
                    <a:pt x="3720343" y="1579762"/>
                  </a:lnTo>
                  <a:lnTo>
                    <a:pt x="3721011" y="1579762"/>
                  </a:lnTo>
                  <a:lnTo>
                    <a:pt x="3721679" y="1579762"/>
                  </a:lnTo>
                  <a:lnTo>
                    <a:pt x="3722347" y="1579762"/>
                  </a:lnTo>
                  <a:lnTo>
                    <a:pt x="3723015" y="1579762"/>
                  </a:lnTo>
                  <a:lnTo>
                    <a:pt x="3723683" y="1579762"/>
                  </a:lnTo>
                  <a:lnTo>
                    <a:pt x="3724351" y="1579762"/>
                  </a:lnTo>
                  <a:lnTo>
                    <a:pt x="3725019" y="1579762"/>
                  </a:lnTo>
                  <a:lnTo>
                    <a:pt x="3725687" y="1579762"/>
                  </a:lnTo>
                  <a:lnTo>
                    <a:pt x="3726356" y="1579762"/>
                  </a:lnTo>
                  <a:lnTo>
                    <a:pt x="3727024" y="1579762"/>
                  </a:lnTo>
                  <a:lnTo>
                    <a:pt x="3727692" y="1579762"/>
                  </a:lnTo>
                  <a:lnTo>
                    <a:pt x="3728360" y="1579762"/>
                  </a:lnTo>
                  <a:lnTo>
                    <a:pt x="3729028" y="1579762"/>
                  </a:lnTo>
                  <a:lnTo>
                    <a:pt x="3729696" y="1579762"/>
                  </a:lnTo>
                  <a:lnTo>
                    <a:pt x="3730364" y="1579762"/>
                  </a:lnTo>
                  <a:lnTo>
                    <a:pt x="3731032" y="1579762"/>
                  </a:lnTo>
                  <a:lnTo>
                    <a:pt x="3731700" y="1579762"/>
                  </a:lnTo>
                  <a:lnTo>
                    <a:pt x="3732368" y="1579762"/>
                  </a:lnTo>
                  <a:lnTo>
                    <a:pt x="3733036" y="1579762"/>
                  </a:lnTo>
                  <a:lnTo>
                    <a:pt x="3733704" y="1579762"/>
                  </a:lnTo>
                  <a:lnTo>
                    <a:pt x="3734372" y="1579623"/>
                  </a:lnTo>
                  <a:lnTo>
                    <a:pt x="3735040" y="1579623"/>
                  </a:lnTo>
                  <a:lnTo>
                    <a:pt x="3735708" y="1579623"/>
                  </a:lnTo>
                  <a:lnTo>
                    <a:pt x="3736376" y="1579623"/>
                  </a:lnTo>
                  <a:lnTo>
                    <a:pt x="3737044" y="1579623"/>
                  </a:lnTo>
                  <a:lnTo>
                    <a:pt x="3737712" y="1579623"/>
                  </a:lnTo>
                  <a:lnTo>
                    <a:pt x="3738380" y="1579623"/>
                  </a:lnTo>
                  <a:lnTo>
                    <a:pt x="3739048" y="1579623"/>
                  </a:lnTo>
                  <a:lnTo>
                    <a:pt x="3739716" y="1579762"/>
                  </a:lnTo>
                  <a:lnTo>
                    <a:pt x="3740384" y="1579762"/>
                  </a:lnTo>
                  <a:lnTo>
                    <a:pt x="3741052" y="1579762"/>
                  </a:lnTo>
                  <a:lnTo>
                    <a:pt x="3741720" y="1579762"/>
                  </a:lnTo>
                  <a:lnTo>
                    <a:pt x="3742388" y="1579762"/>
                  </a:lnTo>
                  <a:lnTo>
                    <a:pt x="3743056" y="1579762"/>
                  </a:lnTo>
                  <a:lnTo>
                    <a:pt x="3743724" y="1579762"/>
                  </a:lnTo>
                  <a:lnTo>
                    <a:pt x="3744392" y="1579762"/>
                  </a:lnTo>
                  <a:lnTo>
                    <a:pt x="3745060" y="1579762"/>
                  </a:lnTo>
                  <a:lnTo>
                    <a:pt x="3745728" y="1579762"/>
                  </a:lnTo>
                  <a:lnTo>
                    <a:pt x="3746396" y="1579762"/>
                  </a:lnTo>
                  <a:lnTo>
                    <a:pt x="3747064" y="1579762"/>
                  </a:lnTo>
                  <a:lnTo>
                    <a:pt x="3747732" y="1579762"/>
                  </a:lnTo>
                  <a:lnTo>
                    <a:pt x="3748400" y="1579762"/>
                  </a:lnTo>
                  <a:lnTo>
                    <a:pt x="3749068" y="1579762"/>
                  </a:lnTo>
                  <a:lnTo>
                    <a:pt x="3749736" y="1579762"/>
                  </a:lnTo>
                  <a:lnTo>
                    <a:pt x="3750405" y="1579762"/>
                  </a:lnTo>
                  <a:lnTo>
                    <a:pt x="3751073" y="1579762"/>
                  </a:lnTo>
                  <a:lnTo>
                    <a:pt x="3751741" y="1579623"/>
                  </a:lnTo>
                  <a:lnTo>
                    <a:pt x="3752409" y="1579623"/>
                  </a:lnTo>
                  <a:lnTo>
                    <a:pt x="3753077" y="1579623"/>
                  </a:lnTo>
                  <a:lnTo>
                    <a:pt x="3753745" y="1579623"/>
                  </a:lnTo>
                  <a:lnTo>
                    <a:pt x="3754413" y="1579623"/>
                  </a:lnTo>
                  <a:lnTo>
                    <a:pt x="3755081" y="1579623"/>
                  </a:lnTo>
                  <a:lnTo>
                    <a:pt x="3755749" y="1579623"/>
                  </a:lnTo>
                  <a:lnTo>
                    <a:pt x="3756417" y="1579623"/>
                  </a:lnTo>
                  <a:lnTo>
                    <a:pt x="3757085" y="1579623"/>
                  </a:lnTo>
                  <a:lnTo>
                    <a:pt x="3757753" y="1579623"/>
                  </a:lnTo>
                  <a:lnTo>
                    <a:pt x="3758421" y="1579623"/>
                  </a:lnTo>
                  <a:lnTo>
                    <a:pt x="3759089" y="1579623"/>
                  </a:lnTo>
                  <a:lnTo>
                    <a:pt x="3759757" y="1579623"/>
                  </a:lnTo>
                  <a:lnTo>
                    <a:pt x="3760425" y="1579623"/>
                  </a:lnTo>
                  <a:lnTo>
                    <a:pt x="3761093" y="1579623"/>
                  </a:lnTo>
                  <a:lnTo>
                    <a:pt x="3761761" y="1579623"/>
                  </a:lnTo>
                  <a:lnTo>
                    <a:pt x="3762429" y="1579623"/>
                  </a:lnTo>
                  <a:lnTo>
                    <a:pt x="3763097" y="1579623"/>
                  </a:lnTo>
                  <a:lnTo>
                    <a:pt x="3763765" y="1579623"/>
                  </a:lnTo>
                  <a:lnTo>
                    <a:pt x="3764433" y="1579623"/>
                  </a:lnTo>
                  <a:lnTo>
                    <a:pt x="3765101" y="1579623"/>
                  </a:lnTo>
                  <a:lnTo>
                    <a:pt x="3765769" y="1579623"/>
                  </a:lnTo>
                  <a:lnTo>
                    <a:pt x="3766437" y="1579623"/>
                  </a:lnTo>
                  <a:lnTo>
                    <a:pt x="3767105" y="1579623"/>
                  </a:lnTo>
                  <a:lnTo>
                    <a:pt x="3767773" y="1579623"/>
                  </a:lnTo>
                  <a:lnTo>
                    <a:pt x="3768441" y="1579623"/>
                  </a:lnTo>
                  <a:lnTo>
                    <a:pt x="3769109" y="1579623"/>
                  </a:lnTo>
                  <a:lnTo>
                    <a:pt x="3769777" y="1579623"/>
                  </a:lnTo>
                  <a:lnTo>
                    <a:pt x="3770445" y="1579623"/>
                  </a:lnTo>
                  <a:lnTo>
                    <a:pt x="3771113" y="1579623"/>
                  </a:lnTo>
                  <a:lnTo>
                    <a:pt x="3771781" y="1579623"/>
                  </a:lnTo>
                  <a:lnTo>
                    <a:pt x="3772449" y="1579623"/>
                  </a:lnTo>
                  <a:lnTo>
                    <a:pt x="3773117" y="1579623"/>
                  </a:lnTo>
                  <a:lnTo>
                    <a:pt x="3773785" y="1579623"/>
                  </a:lnTo>
                  <a:lnTo>
                    <a:pt x="3774453" y="1579623"/>
                  </a:lnTo>
                  <a:lnTo>
                    <a:pt x="3775122" y="1579623"/>
                  </a:lnTo>
                  <a:lnTo>
                    <a:pt x="3775790" y="1579623"/>
                  </a:lnTo>
                  <a:lnTo>
                    <a:pt x="3776458" y="1579623"/>
                  </a:lnTo>
                  <a:lnTo>
                    <a:pt x="3777126" y="1579623"/>
                  </a:lnTo>
                  <a:lnTo>
                    <a:pt x="3777794" y="1579623"/>
                  </a:lnTo>
                  <a:lnTo>
                    <a:pt x="3778462" y="1579623"/>
                  </a:lnTo>
                  <a:lnTo>
                    <a:pt x="3779130" y="1579623"/>
                  </a:lnTo>
                  <a:lnTo>
                    <a:pt x="3779798" y="1579623"/>
                  </a:lnTo>
                  <a:lnTo>
                    <a:pt x="3780466" y="1579623"/>
                  </a:lnTo>
                  <a:lnTo>
                    <a:pt x="3781134" y="1579623"/>
                  </a:lnTo>
                  <a:lnTo>
                    <a:pt x="3781802" y="1579623"/>
                  </a:lnTo>
                  <a:lnTo>
                    <a:pt x="3782470" y="1579623"/>
                  </a:lnTo>
                  <a:lnTo>
                    <a:pt x="3783138" y="1579623"/>
                  </a:lnTo>
                  <a:lnTo>
                    <a:pt x="3783806" y="1579623"/>
                  </a:lnTo>
                  <a:lnTo>
                    <a:pt x="3784474" y="1579623"/>
                  </a:lnTo>
                  <a:lnTo>
                    <a:pt x="3785142" y="1579623"/>
                  </a:lnTo>
                  <a:lnTo>
                    <a:pt x="3785810" y="1579623"/>
                  </a:lnTo>
                  <a:lnTo>
                    <a:pt x="3786478" y="1579623"/>
                  </a:lnTo>
                  <a:lnTo>
                    <a:pt x="3787146" y="1579623"/>
                  </a:lnTo>
                  <a:lnTo>
                    <a:pt x="3787814" y="1579623"/>
                  </a:lnTo>
                  <a:lnTo>
                    <a:pt x="3788482" y="1579623"/>
                  </a:lnTo>
                  <a:lnTo>
                    <a:pt x="3789150" y="1579623"/>
                  </a:lnTo>
                  <a:lnTo>
                    <a:pt x="3789818" y="1579623"/>
                  </a:lnTo>
                  <a:lnTo>
                    <a:pt x="3790486" y="1579623"/>
                  </a:lnTo>
                  <a:lnTo>
                    <a:pt x="3791154" y="1579623"/>
                  </a:lnTo>
                  <a:lnTo>
                    <a:pt x="3791822" y="1579623"/>
                  </a:lnTo>
                  <a:lnTo>
                    <a:pt x="3792490" y="1579623"/>
                  </a:lnTo>
                  <a:lnTo>
                    <a:pt x="3793158" y="1579623"/>
                  </a:lnTo>
                  <a:lnTo>
                    <a:pt x="3793826" y="1579623"/>
                  </a:lnTo>
                  <a:lnTo>
                    <a:pt x="3794494" y="1579623"/>
                  </a:lnTo>
                  <a:lnTo>
                    <a:pt x="3795162" y="1579623"/>
                  </a:lnTo>
                  <a:lnTo>
                    <a:pt x="3795830" y="1579623"/>
                  </a:lnTo>
                  <a:lnTo>
                    <a:pt x="3796498" y="1579623"/>
                  </a:lnTo>
                  <a:lnTo>
                    <a:pt x="3797166" y="1579623"/>
                  </a:lnTo>
                  <a:lnTo>
                    <a:pt x="3797834" y="1579623"/>
                  </a:lnTo>
                  <a:lnTo>
                    <a:pt x="3798502" y="1579623"/>
                  </a:lnTo>
                  <a:lnTo>
                    <a:pt x="3799170" y="1579623"/>
                  </a:lnTo>
                  <a:lnTo>
                    <a:pt x="3799839" y="1579623"/>
                  </a:lnTo>
                  <a:lnTo>
                    <a:pt x="3800507" y="1579623"/>
                  </a:lnTo>
                  <a:lnTo>
                    <a:pt x="3801175" y="1579623"/>
                  </a:lnTo>
                  <a:lnTo>
                    <a:pt x="3801843" y="1579623"/>
                  </a:lnTo>
                  <a:lnTo>
                    <a:pt x="3802511" y="1579623"/>
                  </a:lnTo>
                  <a:lnTo>
                    <a:pt x="3803179" y="1579623"/>
                  </a:lnTo>
                  <a:lnTo>
                    <a:pt x="3803847" y="1579623"/>
                  </a:lnTo>
                  <a:lnTo>
                    <a:pt x="3804515" y="1579623"/>
                  </a:lnTo>
                  <a:lnTo>
                    <a:pt x="3805183" y="1579623"/>
                  </a:lnTo>
                  <a:lnTo>
                    <a:pt x="3805851" y="1579623"/>
                  </a:lnTo>
                  <a:lnTo>
                    <a:pt x="3806519" y="1579623"/>
                  </a:lnTo>
                  <a:lnTo>
                    <a:pt x="3807187" y="1579623"/>
                  </a:lnTo>
                  <a:lnTo>
                    <a:pt x="3807855" y="1579623"/>
                  </a:lnTo>
                  <a:lnTo>
                    <a:pt x="3808523" y="1579623"/>
                  </a:lnTo>
                  <a:lnTo>
                    <a:pt x="3809191" y="1579623"/>
                  </a:lnTo>
                  <a:lnTo>
                    <a:pt x="3809859" y="1579623"/>
                  </a:lnTo>
                  <a:lnTo>
                    <a:pt x="3810527" y="1579623"/>
                  </a:lnTo>
                  <a:lnTo>
                    <a:pt x="3811195" y="1579623"/>
                  </a:lnTo>
                  <a:lnTo>
                    <a:pt x="3811863" y="1579623"/>
                  </a:lnTo>
                  <a:lnTo>
                    <a:pt x="3812531" y="1579623"/>
                  </a:lnTo>
                  <a:lnTo>
                    <a:pt x="3813199" y="1579623"/>
                  </a:lnTo>
                  <a:lnTo>
                    <a:pt x="3813867" y="1579623"/>
                  </a:lnTo>
                  <a:lnTo>
                    <a:pt x="3814535" y="1579623"/>
                  </a:lnTo>
                  <a:lnTo>
                    <a:pt x="3815203" y="1579623"/>
                  </a:lnTo>
                  <a:lnTo>
                    <a:pt x="3815871" y="1579623"/>
                  </a:lnTo>
                  <a:lnTo>
                    <a:pt x="3816539" y="1533203"/>
                  </a:lnTo>
                  <a:lnTo>
                    <a:pt x="3817207" y="1480680"/>
                  </a:lnTo>
                  <a:lnTo>
                    <a:pt x="3817875" y="1480680"/>
                  </a:lnTo>
                  <a:lnTo>
                    <a:pt x="3818543" y="1480680"/>
                  </a:lnTo>
                  <a:lnTo>
                    <a:pt x="3819211" y="1480680"/>
                  </a:lnTo>
                  <a:lnTo>
                    <a:pt x="3819879" y="1432131"/>
                  </a:lnTo>
                  <a:lnTo>
                    <a:pt x="3820547" y="1394971"/>
                  </a:lnTo>
                  <a:lnTo>
                    <a:pt x="3821215" y="1363655"/>
                  </a:lnTo>
                  <a:lnTo>
                    <a:pt x="3821883" y="1319371"/>
                  </a:lnTo>
                  <a:lnTo>
                    <a:pt x="3822551" y="1288055"/>
                  </a:lnTo>
                  <a:lnTo>
                    <a:pt x="3823219" y="1251745"/>
                  </a:lnTo>
                  <a:lnTo>
                    <a:pt x="3823887" y="1251745"/>
                  </a:lnTo>
                  <a:lnTo>
                    <a:pt x="3824556" y="1251745"/>
                  </a:lnTo>
                  <a:lnTo>
                    <a:pt x="3825224" y="1251745"/>
                  </a:lnTo>
                  <a:lnTo>
                    <a:pt x="3825892" y="1251745"/>
                  </a:lnTo>
                  <a:lnTo>
                    <a:pt x="3826560" y="1281298"/>
                  </a:lnTo>
                  <a:lnTo>
                    <a:pt x="3827228" y="1319371"/>
                  </a:lnTo>
                  <a:lnTo>
                    <a:pt x="3827896" y="1319371"/>
                  </a:lnTo>
                  <a:lnTo>
                    <a:pt x="3828564" y="1319371"/>
                  </a:lnTo>
                  <a:lnTo>
                    <a:pt x="3829232" y="1315815"/>
                  </a:lnTo>
                  <a:lnTo>
                    <a:pt x="3829900" y="1288055"/>
                  </a:lnTo>
                  <a:lnTo>
                    <a:pt x="3830568" y="1319371"/>
                  </a:lnTo>
                  <a:lnTo>
                    <a:pt x="3831236" y="1348552"/>
                  </a:lnTo>
                  <a:lnTo>
                    <a:pt x="3831904" y="1394971"/>
                  </a:lnTo>
                  <a:lnTo>
                    <a:pt x="3832572" y="1403045"/>
                  </a:lnTo>
                  <a:lnTo>
                    <a:pt x="3833240" y="1394971"/>
                  </a:lnTo>
                  <a:lnTo>
                    <a:pt x="3833908" y="1394971"/>
                  </a:lnTo>
                  <a:lnTo>
                    <a:pt x="3834576" y="1394971"/>
                  </a:lnTo>
                  <a:lnTo>
                    <a:pt x="3835244" y="1394971"/>
                  </a:lnTo>
                  <a:lnTo>
                    <a:pt x="3835912" y="1337453"/>
                  </a:lnTo>
                  <a:lnTo>
                    <a:pt x="3836580" y="1245358"/>
                  </a:lnTo>
                  <a:lnTo>
                    <a:pt x="3837248" y="1262995"/>
                  </a:lnTo>
                  <a:lnTo>
                    <a:pt x="3837916" y="1350413"/>
                  </a:lnTo>
                  <a:lnTo>
                    <a:pt x="3838584" y="1444281"/>
                  </a:lnTo>
                  <a:lnTo>
                    <a:pt x="3839252" y="1466181"/>
                  </a:lnTo>
                  <a:lnTo>
                    <a:pt x="3839920" y="1540993"/>
                  </a:lnTo>
                  <a:lnTo>
                    <a:pt x="3840588" y="1540993"/>
                  </a:lnTo>
                  <a:lnTo>
                    <a:pt x="3841256" y="1540993"/>
                  </a:lnTo>
                  <a:lnTo>
                    <a:pt x="3841924" y="1579762"/>
                  </a:lnTo>
                  <a:lnTo>
                    <a:pt x="3842592" y="1579762"/>
                  </a:lnTo>
                  <a:lnTo>
                    <a:pt x="3843260" y="1579762"/>
                  </a:lnTo>
                  <a:lnTo>
                    <a:pt x="3843928" y="1579762"/>
                  </a:lnTo>
                  <a:lnTo>
                    <a:pt x="3844596" y="1579762"/>
                  </a:lnTo>
                  <a:lnTo>
                    <a:pt x="3845264" y="1579762"/>
                  </a:lnTo>
                  <a:lnTo>
                    <a:pt x="3845932" y="1579762"/>
                  </a:lnTo>
                  <a:lnTo>
                    <a:pt x="3846600" y="1579762"/>
                  </a:lnTo>
                  <a:lnTo>
                    <a:pt x="3847268" y="1579762"/>
                  </a:lnTo>
                  <a:lnTo>
                    <a:pt x="3847936" y="1579762"/>
                  </a:lnTo>
                  <a:lnTo>
                    <a:pt x="3848605" y="1579762"/>
                  </a:lnTo>
                  <a:lnTo>
                    <a:pt x="3849273" y="1579762"/>
                  </a:lnTo>
                  <a:lnTo>
                    <a:pt x="3849941" y="1579762"/>
                  </a:lnTo>
                  <a:lnTo>
                    <a:pt x="3850609" y="1579762"/>
                  </a:lnTo>
                  <a:lnTo>
                    <a:pt x="3851277" y="1579762"/>
                  </a:lnTo>
                  <a:lnTo>
                    <a:pt x="3851945" y="1579762"/>
                  </a:lnTo>
                  <a:lnTo>
                    <a:pt x="3852613" y="1579623"/>
                  </a:lnTo>
                  <a:lnTo>
                    <a:pt x="3853281" y="1579623"/>
                  </a:lnTo>
                  <a:lnTo>
                    <a:pt x="3853949" y="1579623"/>
                  </a:lnTo>
                  <a:lnTo>
                    <a:pt x="3854617" y="1579623"/>
                  </a:lnTo>
                  <a:lnTo>
                    <a:pt x="3855285" y="1579623"/>
                  </a:lnTo>
                  <a:lnTo>
                    <a:pt x="3855953" y="1579623"/>
                  </a:lnTo>
                  <a:lnTo>
                    <a:pt x="3856621" y="1579623"/>
                  </a:lnTo>
                  <a:lnTo>
                    <a:pt x="3857289" y="1579623"/>
                  </a:lnTo>
                  <a:lnTo>
                    <a:pt x="3857957" y="1579623"/>
                  </a:lnTo>
                  <a:lnTo>
                    <a:pt x="3858625" y="1579623"/>
                  </a:lnTo>
                  <a:lnTo>
                    <a:pt x="3859293" y="1579623"/>
                  </a:lnTo>
                  <a:lnTo>
                    <a:pt x="3859961" y="1579623"/>
                  </a:lnTo>
                  <a:lnTo>
                    <a:pt x="3860629" y="1579762"/>
                  </a:lnTo>
                  <a:lnTo>
                    <a:pt x="3861297" y="1579762"/>
                  </a:lnTo>
                  <a:lnTo>
                    <a:pt x="3861965" y="1579762"/>
                  </a:lnTo>
                  <a:lnTo>
                    <a:pt x="3862633" y="1579762"/>
                  </a:lnTo>
                  <a:lnTo>
                    <a:pt x="3863301" y="1579762"/>
                  </a:lnTo>
                  <a:lnTo>
                    <a:pt x="3863969" y="1579762"/>
                  </a:lnTo>
                  <a:lnTo>
                    <a:pt x="3864637" y="1579762"/>
                  </a:lnTo>
                  <a:lnTo>
                    <a:pt x="3865305" y="1579762"/>
                  </a:lnTo>
                  <a:lnTo>
                    <a:pt x="3865973" y="1579762"/>
                  </a:lnTo>
                  <a:lnTo>
                    <a:pt x="3866641" y="1579762"/>
                  </a:lnTo>
                  <a:lnTo>
                    <a:pt x="3867309" y="1579762"/>
                  </a:lnTo>
                  <a:lnTo>
                    <a:pt x="3867977" y="1579762"/>
                  </a:lnTo>
                  <a:lnTo>
                    <a:pt x="3868645" y="1579762"/>
                  </a:lnTo>
                  <a:lnTo>
                    <a:pt x="3869313" y="1579762"/>
                  </a:lnTo>
                  <a:lnTo>
                    <a:pt x="3869981" y="1579762"/>
                  </a:lnTo>
                  <a:lnTo>
                    <a:pt x="3870649" y="1579762"/>
                  </a:lnTo>
                  <a:lnTo>
                    <a:pt x="3871317" y="1579762"/>
                  </a:lnTo>
                  <a:lnTo>
                    <a:pt x="3871985" y="1579762"/>
                  </a:lnTo>
                  <a:lnTo>
                    <a:pt x="3872653" y="1579762"/>
                  </a:lnTo>
                  <a:lnTo>
                    <a:pt x="3873322" y="1579762"/>
                  </a:lnTo>
                  <a:lnTo>
                    <a:pt x="3873990" y="1579762"/>
                  </a:lnTo>
                  <a:lnTo>
                    <a:pt x="3874658" y="1579762"/>
                  </a:lnTo>
                  <a:lnTo>
                    <a:pt x="3875326" y="1579762"/>
                  </a:lnTo>
                  <a:lnTo>
                    <a:pt x="3875994" y="1579762"/>
                  </a:lnTo>
                  <a:lnTo>
                    <a:pt x="3876662" y="1579762"/>
                  </a:lnTo>
                  <a:lnTo>
                    <a:pt x="3877330" y="1579762"/>
                  </a:lnTo>
                  <a:lnTo>
                    <a:pt x="3877998" y="1579762"/>
                  </a:lnTo>
                  <a:lnTo>
                    <a:pt x="3878666" y="1579762"/>
                  </a:lnTo>
                  <a:lnTo>
                    <a:pt x="3879334" y="1579762"/>
                  </a:lnTo>
                  <a:lnTo>
                    <a:pt x="3880002" y="1579762"/>
                  </a:lnTo>
                  <a:lnTo>
                    <a:pt x="3880670" y="1579762"/>
                  </a:lnTo>
                  <a:lnTo>
                    <a:pt x="3881338" y="1579762"/>
                  </a:lnTo>
                  <a:lnTo>
                    <a:pt x="3882006" y="1579762"/>
                  </a:lnTo>
                  <a:lnTo>
                    <a:pt x="3882674" y="1579762"/>
                  </a:lnTo>
                  <a:lnTo>
                    <a:pt x="3883342" y="1579762"/>
                  </a:lnTo>
                  <a:lnTo>
                    <a:pt x="3884010" y="1579762"/>
                  </a:lnTo>
                  <a:lnTo>
                    <a:pt x="3884678" y="1579762"/>
                  </a:lnTo>
                  <a:lnTo>
                    <a:pt x="3885346" y="1579762"/>
                  </a:lnTo>
                  <a:lnTo>
                    <a:pt x="3886014" y="1579762"/>
                  </a:lnTo>
                  <a:lnTo>
                    <a:pt x="3886682" y="1579762"/>
                  </a:lnTo>
                  <a:lnTo>
                    <a:pt x="3887350" y="1579762"/>
                  </a:lnTo>
                  <a:lnTo>
                    <a:pt x="3888018" y="1579762"/>
                  </a:lnTo>
                  <a:lnTo>
                    <a:pt x="3888686" y="1579762"/>
                  </a:lnTo>
                  <a:lnTo>
                    <a:pt x="3889354" y="1579762"/>
                  </a:lnTo>
                  <a:lnTo>
                    <a:pt x="3890022" y="1579762"/>
                  </a:lnTo>
                  <a:lnTo>
                    <a:pt x="3890690" y="1579762"/>
                  </a:lnTo>
                  <a:lnTo>
                    <a:pt x="3891358" y="1579623"/>
                  </a:lnTo>
                  <a:lnTo>
                    <a:pt x="3892026" y="1504023"/>
                  </a:lnTo>
                  <a:lnTo>
                    <a:pt x="3892694" y="1480680"/>
                  </a:lnTo>
                  <a:lnTo>
                    <a:pt x="3893362" y="1480680"/>
                  </a:lnTo>
                  <a:lnTo>
                    <a:pt x="3894030" y="1579762"/>
                  </a:lnTo>
                  <a:lnTo>
                    <a:pt x="3894698" y="1579762"/>
                  </a:lnTo>
                  <a:lnTo>
                    <a:pt x="3895366" y="1579762"/>
                  </a:lnTo>
                  <a:lnTo>
                    <a:pt x="3896034" y="1579762"/>
                  </a:lnTo>
                  <a:lnTo>
                    <a:pt x="3896702" y="1579762"/>
                  </a:lnTo>
                  <a:lnTo>
                    <a:pt x="3897370" y="1579762"/>
                  </a:lnTo>
                  <a:lnTo>
                    <a:pt x="3898039" y="1579762"/>
                  </a:lnTo>
                  <a:lnTo>
                    <a:pt x="3898707" y="1579762"/>
                  </a:lnTo>
                  <a:lnTo>
                    <a:pt x="3899375" y="1579762"/>
                  </a:lnTo>
                  <a:lnTo>
                    <a:pt x="3900043" y="1579762"/>
                  </a:lnTo>
                  <a:lnTo>
                    <a:pt x="3900711" y="1579762"/>
                  </a:lnTo>
                  <a:lnTo>
                    <a:pt x="3901379" y="1579762"/>
                  </a:lnTo>
                  <a:lnTo>
                    <a:pt x="3902047" y="1579762"/>
                  </a:lnTo>
                  <a:lnTo>
                    <a:pt x="3902715" y="1579762"/>
                  </a:lnTo>
                  <a:lnTo>
                    <a:pt x="3903383" y="1579762"/>
                  </a:lnTo>
                  <a:lnTo>
                    <a:pt x="3904051" y="1579762"/>
                  </a:lnTo>
                  <a:lnTo>
                    <a:pt x="3904719" y="1579762"/>
                  </a:lnTo>
                  <a:lnTo>
                    <a:pt x="3905387" y="1579762"/>
                  </a:lnTo>
                  <a:lnTo>
                    <a:pt x="3906055" y="1579762"/>
                  </a:lnTo>
                  <a:lnTo>
                    <a:pt x="3906723" y="1579762"/>
                  </a:lnTo>
                  <a:lnTo>
                    <a:pt x="3907391" y="1579762"/>
                  </a:lnTo>
                  <a:lnTo>
                    <a:pt x="3908059" y="1579762"/>
                  </a:lnTo>
                  <a:lnTo>
                    <a:pt x="3908727" y="1564341"/>
                  </a:lnTo>
                  <a:lnTo>
                    <a:pt x="3909395" y="1561390"/>
                  </a:lnTo>
                  <a:lnTo>
                    <a:pt x="3910063" y="1579762"/>
                  </a:lnTo>
                  <a:lnTo>
                    <a:pt x="3910731" y="1579762"/>
                  </a:lnTo>
                  <a:lnTo>
                    <a:pt x="3911399" y="1535064"/>
                  </a:lnTo>
                  <a:lnTo>
                    <a:pt x="3912067" y="1446374"/>
                  </a:lnTo>
                  <a:lnTo>
                    <a:pt x="3912735" y="1416916"/>
                  </a:lnTo>
                  <a:lnTo>
                    <a:pt x="3913403" y="1277947"/>
                  </a:lnTo>
                  <a:lnTo>
                    <a:pt x="3914071" y="1251745"/>
                  </a:lnTo>
                  <a:lnTo>
                    <a:pt x="3914739" y="1271295"/>
                  </a:lnTo>
                  <a:lnTo>
                    <a:pt x="3915407" y="1291460"/>
                  </a:lnTo>
                  <a:lnTo>
                    <a:pt x="3916075" y="1251745"/>
                  </a:lnTo>
                  <a:lnTo>
                    <a:pt x="3916743" y="1251745"/>
                  </a:lnTo>
                  <a:lnTo>
                    <a:pt x="3917411" y="1220428"/>
                  </a:lnTo>
                  <a:lnTo>
                    <a:pt x="3918079" y="1150970"/>
                  </a:lnTo>
                  <a:lnTo>
                    <a:pt x="3918747" y="1181876"/>
                  </a:lnTo>
                  <a:lnTo>
                    <a:pt x="3919415" y="1190569"/>
                  </a:lnTo>
                  <a:lnTo>
                    <a:pt x="3920083" y="1190569"/>
                  </a:lnTo>
                  <a:lnTo>
                    <a:pt x="3920751" y="1190569"/>
                  </a:lnTo>
                  <a:lnTo>
                    <a:pt x="3921419" y="1190569"/>
                  </a:lnTo>
                  <a:lnTo>
                    <a:pt x="3922088" y="1190569"/>
                  </a:lnTo>
                  <a:lnTo>
                    <a:pt x="3922756" y="1193493"/>
                  </a:lnTo>
                  <a:lnTo>
                    <a:pt x="3923424" y="1288055"/>
                  </a:lnTo>
                  <a:lnTo>
                    <a:pt x="3924092" y="1420472"/>
                  </a:lnTo>
                  <a:lnTo>
                    <a:pt x="3924760" y="1439573"/>
                  </a:lnTo>
                  <a:lnTo>
                    <a:pt x="3925428" y="1579762"/>
                  </a:lnTo>
                  <a:lnTo>
                    <a:pt x="3926096" y="1579762"/>
                  </a:lnTo>
                  <a:lnTo>
                    <a:pt x="3926764" y="1579762"/>
                  </a:lnTo>
                  <a:lnTo>
                    <a:pt x="3927432" y="1579762"/>
                  </a:lnTo>
                  <a:lnTo>
                    <a:pt x="3928100" y="1579762"/>
                  </a:lnTo>
                  <a:lnTo>
                    <a:pt x="3928768" y="1579762"/>
                  </a:lnTo>
                  <a:lnTo>
                    <a:pt x="3929436" y="1579762"/>
                  </a:lnTo>
                  <a:lnTo>
                    <a:pt x="3930104" y="1579762"/>
                  </a:lnTo>
                  <a:lnTo>
                    <a:pt x="3930772" y="1579762"/>
                  </a:lnTo>
                  <a:lnTo>
                    <a:pt x="3931440" y="1579762"/>
                  </a:lnTo>
                  <a:lnTo>
                    <a:pt x="3932108" y="1579762"/>
                  </a:lnTo>
                  <a:lnTo>
                    <a:pt x="3932776" y="1579762"/>
                  </a:lnTo>
                  <a:lnTo>
                    <a:pt x="3933444" y="1579762"/>
                  </a:lnTo>
                  <a:lnTo>
                    <a:pt x="3934112" y="1579762"/>
                  </a:lnTo>
                  <a:lnTo>
                    <a:pt x="3934780" y="1579762"/>
                  </a:lnTo>
                  <a:lnTo>
                    <a:pt x="3935448" y="1579762"/>
                  </a:lnTo>
                  <a:lnTo>
                    <a:pt x="3936116" y="1579762"/>
                  </a:lnTo>
                  <a:lnTo>
                    <a:pt x="3936784" y="1579762"/>
                  </a:lnTo>
                  <a:lnTo>
                    <a:pt x="3937452" y="1579762"/>
                  </a:lnTo>
                  <a:lnTo>
                    <a:pt x="3938120" y="1579762"/>
                  </a:lnTo>
                  <a:lnTo>
                    <a:pt x="3938788" y="1579762"/>
                  </a:lnTo>
                  <a:lnTo>
                    <a:pt x="3939456" y="1579762"/>
                  </a:lnTo>
                  <a:lnTo>
                    <a:pt x="3940124" y="1579762"/>
                  </a:lnTo>
                  <a:lnTo>
                    <a:pt x="3940792" y="1579762"/>
                  </a:lnTo>
                  <a:lnTo>
                    <a:pt x="3941460" y="1579762"/>
                  </a:lnTo>
                  <a:lnTo>
                    <a:pt x="3942128" y="1579762"/>
                  </a:lnTo>
                  <a:lnTo>
                    <a:pt x="3942796" y="1579762"/>
                  </a:lnTo>
                  <a:lnTo>
                    <a:pt x="3943464" y="1579762"/>
                  </a:lnTo>
                  <a:lnTo>
                    <a:pt x="3944132" y="1579762"/>
                  </a:lnTo>
                  <a:lnTo>
                    <a:pt x="3944800" y="1579762"/>
                  </a:lnTo>
                  <a:lnTo>
                    <a:pt x="3945468" y="1579762"/>
                  </a:lnTo>
                  <a:lnTo>
                    <a:pt x="3946136" y="1579762"/>
                  </a:lnTo>
                  <a:lnTo>
                    <a:pt x="3946805" y="1579762"/>
                  </a:lnTo>
                  <a:lnTo>
                    <a:pt x="3947473" y="1579762"/>
                  </a:lnTo>
                  <a:lnTo>
                    <a:pt x="3948141" y="1579762"/>
                  </a:lnTo>
                  <a:lnTo>
                    <a:pt x="3948809" y="1579762"/>
                  </a:lnTo>
                  <a:lnTo>
                    <a:pt x="3949477" y="1579762"/>
                  </a:lnTo>
                  <a:lnTo>
                    <a:pt x="3950145" y="1579762"/>
                  </a:lnTo>
                  <a:lnTo>
                    <a:pt x="3950813" y="1579762"/>
                  </a:lnTo>
                  <a:lnTo>
                    <a:pt x="3951481" y="1579762"/>
                  </a:lnTo>
                  <a:lnTo>
                    <a:pt x="3952149" y="1579762"/>
                  </a:lnTo>
                  <a:lnTo>
                    <a:pt x="3952817" y="1579762"/>
                  </a:lnTo>
                  <a:lnTo>
                    <a:pt x="3953485" y="1579762"/>
                  </a:lnTo>
                  <a:lnTo>
                    <a:pt x="3954153" y="1579762"/>
                  </a:lnTo>
                  <a:lnTo>
                    <a:pt x="3954821" y="1579762"/>
                  </a:lnTo>
                  <a:lnTo>
                    <a:pt x="3955489" y="1579762"/>
                  </a:lnTo>
                  <a:lnTo>
                    <a:pt x="3956157" y="1579762"/>
                  </a:lnTo>
                  <a:lnTo>
                    <a:pt x="3956825" y="1579762"/>
                  </a:lnTo>
                  <a:lnTo>
                    <a:pt x="3957493" y="1579762"/>
                  </a:lnTo>
                  <a:lnTo>
                    <a:pt x="3958161" y="1579762"/>
                  </a:lnTo>
                  <a:lnTo>
                    <a:pt x="3958829" y="1579762"/>
                  </a:lnTo>
                  <a:lnTo>
                    <a:pt x="3959497" y="1579762"/>
                  </a:lnTo>
                  <a:lnTo>
                    <a:pt x="3960165" y="1579762"/>
                  </a:lnTo>
                  <a:lnTo>
                    <a:pt x="3960833" y="1579762"/>
                  </a:lnTo>
                  <a:lnTo>
                    <a:pt x="3961501" y="1579762"/>
                  </a:lnTo>
                  <a:lnTo>
                    <a:pt x="3962169" y="1579762"/>
                  </a:lnTo>
                  <a:lnTo>
                    <a:pt x="3962837" y="1579762"/>
                  </a:lnTo>
                  <a:lnTo>
                    <a:pt x="3963505" y="1579762"/>
                  </a:lnTo>
                  <a:lnTo>
                    <a:pt x="3964173" y="1579762"/>
                  </a:lnTo>
                  <a:lnTo>
                    <a:pt x="3964841" y="1579762"/>
                  </a:lnTo>
                  <a:lnTo>
                    <a:pt x="3965509" y="1574648"/>
                  </a:lnTo>
                  <a:lnTo>
                    <a:pt x="3966177" y="1480680"/>
                  </a:lnTo>
                  <a:lnTo>
                    <a:pt x="3966845" y="1480680"/>
                  </a:lnTo>
                  <a:lnTo>
                    <a:pt x="3967513" y="1480680"/>
                  </a:lnTo>
                  <a:lnTo>
                    <a:pt x="3968181" y="1480680"/>
                  </a:lnTo>
                  <a:lnTo>
                    <a:pt x="3968849" y="1480680"/>
                  </a:lnTo>
                  <a:lnTo>
                    <a:pt x="3969517" y="1394971"/>
                  </a:lnTo>
                  <a:lnTo>
                    <a:pt x="3970185" y="1394971"/>
                  </a:lnTo>
                  <a:lnTo>
                    <a:pt x="3970853" y="1394971"/>
                  </a:lnTo>
                  <a:lnTo>
                    <a:pt x="3971522" y="1427895"/>
                  </a:lnTo>
                  <a:lnTo>
                    <a:pt x="3972190" y="1480680"/>
                  </a:lnTo>
                  <a:lnTo>
                    <a:pt x="3972858" y="1567436"/>
                  </a:lnTo>
                  <a:lnTo>
                    <a:pt x="3973526" y="1579762"/>
                  </a:lnTo>
                  <a:lnTo>
                    <a:pt x="3974194" y="1546112"/>
                  </a:lnTo>
                  <a:lnTo>
                    <a:pt x="3974862" y="1496072"/>
                  </a:lnTo>
                  <a:lnTo>
                    <a:pt x="3975530" y="1496072"/>
                  </a:lnTo>
                  <a:lnTo>
                    <a:pt x="3976198" y="1496072"/>
                  </a:lnTo>
                  <a:lnTo>
                    <a:pt x="3976866" y="1496072"/>
                  </a:lnTo>
                  <a:lnTo>
                    <a:pt x="3977534" y="1464755"/>
                  </a:lnTo>
                  <a:lnTo>
                    <a:pt x="3978202" y="1420472"/>
                  </a:lnTo>
                  <a:lnTo>
                    <a:pt x="3978870" y="1420472"/>
                  </a:lnTo>
                  <a:lnTo>
                    <a:pt x="3979538" y="1457159"/>
                  </a:lnTo>
                  <a:lnTo>
                    <a:pt x="3980206" y="1378747"/>
                  </a:lnTo>
                  <a:lnTo>
                    <a:pt x="3980874" y="1378747"/>
                  </a:lnTo>
                  <a:lnTo>
                    <a:pt x="3981542" y="1378747"/>
                  </a:lnTo>
                  <a:lnTo>
                    <a:pt x="3982210" y="1378747"/>
                  </a:lnTo>
                  <a:lnTo>
                    <a:pt x="3982878" y="1371946"/>
                  </a:lnTo>
                  <a:lnTo>
                    <a:pt x="3983546" y="1352845"/>
                  </a:lnTo>
                  <a:lnTo>
                    <a:pt x="3984214" y="1379047"/>
                  </a:lnTo>
                  <a:lnTo>
                    <a:pt x="3984882" y="1420472"/>
                  </a:lnTo>
                  <a:lnTo>
                    <a:pt x="3985550" y="1420472"/>
                  </a:lnTo>
                  <a:lnTo>
                    <a:pt x="3986218" y="1420472"/>
                  </a:lnTo>
                  <a:lnTo>
                    <a:pt x="3986886" y="1420472"/>
                  </a:lnTo>
                  <a:lnTo>
                    <a:pt x="3987554" y="1449652"/>
                  </a:lnTo>
                  <a:lnTo>
                    <a:pt x="3988222" y="1496072"/>
                  </a:lnTo>
                  <a:lnTo>
                    <a:pt x="3988890" y="1496072"/>
                  </a:lnTo>
                  <a:lnTo>
                    <a:pt x="3989558" y="1537496"/>
                  </a:lnTo>
                  <a:lnTo>
                    <a:pt x="3990226" y="1579623"/>
                  </a:lnTo>
                  <a:lnTo>
                    <a:pt x="3990894" y="1579623"/>
                  </a:lnTo>
                  <a:lnTo>
                    <a:pt x="3991562" y="1579623"/>
                  </a:lnTo>
                  <a:lnTo>
                    <a:pt x="3992230" y="1579623"/>
                  </a:lnTo>
                  <a:lnTo>
                    <a:pt x="3992898" y="1579623"/>
                  </a:lnTo>
                  <a:lnTo>
                    <a:pt x="3993566" y="1579623"/>
                  </a:lnTo>
                  <a:lnTo>
                    <a:pt x="3994234" y="1579623"/>
                  </a:lnTo>
                  <a:lnTo>
                    <a:pt x="3994902" y="1579623"/>
                  </a:lnTo>
                  <a:lnTo>
                    <a:pt x="3995570" y="1579623"/>
                  </a:lnTo>
                  <a:lnTo>
                    <a:pt x="3996239" y="1579623"/>
                  </a:lnTo>
                  <a:lnTo>
                    <a:pt x="3996907" y="1579623"/>
                  </a:lnTo>
                  <a:lnTo>
                    <a:pt x="3997575" y="1579623"/>
                  </a:lnTo>
                  <a:lnTo>
                    <a:pt x="3998243" y="1579623"/>
                  </a:lnTo>
                  <a:lnTo>
                    <a:pt x="3998911" y="1579623"/>
                  </a:lnTo>
                  <a:lnTo>
                    <a:pt x="3999579" y="1579623"/>
                  </a:lnTo>
                  <a:lnTo>
                    <a:pt x="4000247" y="1579623"/>
                  </a:lnTo>
                  <a:lnTo>
                    <a:pt x="4000915" y="1579623"/>
                  </a:lnTo>
                  <a:lnTo>
                    <a:pt x="4001583" y="1494583"/>
                  </a:lnTo>
                  <a:lnTo>
                    <a:pt x="4002251" y="1453745"/>
                  </a:lnTo>
                  <a:lnTo>
                    <a:pt x="4002919" y="1394971"/>
                  </a:lnTo>
                  <a:lnTo>
                    <a:pt x="4003587" y="1394971"/>
                  </a:lnTo>
                  <a:lnTo>
                    <a:pt x="4004255" y="1394971"/>
                  </a:lnTo>
                  <a:lnTo>
                    <a:pt x="4004923" y="1394971"/>
                  </a:lnTo>
                  <a:lnTo>
                    <a:pt x="4005591" y="1394971"/>
                  </a:lnTo>
                  <a:lnTo>
                    <a:pt x="4006259" y="1322947"/>
                  </a:lnTo>
                  <a:lnTo>
                    <a:pt x="4006927" y="1319371"/>
                  </a:lnTo>
                  <a:lnTo>
                    <a:pt x="4007595" y="1258196"/>
                  </a:lnTo>
                  <a:lnTo>
                    <a:pt x="4008263" y="1162037"/>
                  </a:lnTo>
                  <a:lnTo>
                    <a:pt x="4008931" y="1113673"/>
                  </a:lnTo>
                  <a:lnTo>
                    <a:pt x="4009599" y="1045012"/>
                  </a:lnTo>
                  <a:lnTo>
                    <a:pt x="4010267" y="1002281"/>
                  </a:lnTo>
                  <a:lnTo>
                    <a:pt x="4010935" y="960177"/>
                  </a:lnTo>
                  <a:lnTo>
                    <a:pt x="4011603" y="1075690"/>
                  </a:lnTo>
                  <a:lnTo>
                    <a:pt x="4012271" y="1079883"/>
                  </a:lnTo>
                  <a:lnTo>
                    <a:pt x="4012939" y="1092594"/>
                  </a:lnTo>
                  <a:lnTo>
                    <a:pt x="4013607" y="1092594"/>
                  </a:lnTo>
                  <a:lnTo>
                    <a:pt x="4014275" y="1092594"/>
                  </a:lnTo>
                  <a:lnTo>
                    <a:pt x="4014943" y="1092594"/>
                  </a:lnTo>
                  <a:lnTo>
                    <a:pt x="4015611" y="1092594"/>
                  </a:lnTo>
                  <a:lnTo>
                    <a:pt x="4016279" y="1134589"/>
                  </a:lnTo>
                  <a:lnTo>
                    <a:pt x="4016947" y="1162780"/>
                  </a:lnTo>
                  <a:lnTo>
                    <a:pt x="4017615" y="1205428"/>
                  </a:lnTo>
                  <a:lnTo>
                    <a:pt x="4018283" y="1289040"/>
                  </a:lnTo>
                  <a:lnTo>
                    <a:pt x="4018951" y="1341347"/>
                  </a:lnTo>
                  <a:lnTo>
                    <a:pt x="4019619" y="1432267"/>
                  </a:lnTo>
                  <a:lnTo>
                    <a:pt x="4020288" y="1502223"/>
                  </a:lnTo>
                  <a:lnTo>
                    <a:pt x="4020956" y="1579762"/>
                  </a:lnTo>
                  <a:lnTo>
                    <a:pt x="4021624" y="1579762"/>
                  </a:lnTo>
                  <a:lnTo>
                    <a:pt x="4022292" y="1579762"/>
                  </a:lnTo>
                  <a:lnTo>
                    <a:pt x="4022960" y="1579762"/>
                  </a:lnTo>
                  <a:lnTo>
                    <a:pt x="4023628" y="1579762"/>
                  </a:lnTo>
                  <a:lnTo>
                    <a:pt x="4024296" y="1579762"/>
                  </a:lnTo>
                  <a:lnTo>
                    <a:pt x="4024964" y="1579762"/>
                  </a:lnTo>
                  <a:lnTo>
                    <a:pt x="4025632" y="1579762"/>
                  </a:lnTo>
                  <a:lnTo>
                    <a:pt x="4026300" y="1579762"/>
                  </a:lnTo>
                  <a:lnTo>
                    <a:pt x="4026968" y="1579762"/>
                  </a:lnTo>
                  <a:lnTo>
                    <a:pt x="4027636" y="1579762"/>
                  </a:lnTo>
                  <a:lnTo>
                    <a:pt x="4028304" y="1579762"/>
                  </a:lnTo>
                  <a:lnTo>
                    <a:pt x="4028972" y="1579762"/>
                  </a:lnTo>
                  <a:lnTo>
                    <a:pt x="4029640" y="1579762"/>
                  </a:lnTo>
                  <a:lnTo>
                    <a:pt x="4030308" y="1579762"/>
                  </a:lnTo>
                  <a:lnTo>
                    <a:pt x="4030976" y="1579762"/>
                  </a:lnTo>
                  <a:lnTo>
                    <a:pt x="4031644" y="1579762"/>
                  </a:lnTo>
                  <a:lnTo>
                    <a:pt x="4032312" y="1579762"/>
                  </a:lnTo>
                  <a:lnTo>
                    <a:pt x="4032980" y="1579762"/>
                  </a:lnTo>
                  <a:lnTo>
                    <a:pt x="4033648" y="1579762"/>
                  </a:lnTo>
                  <a:lnTo>
                    <a:pt x="4034316" y="1579762"/>
                  </a:lnTo>
                  <a:lnTo>
                    <a:pt x="4034984" y="1579762"/>
                  </a:lnTo>
                  <a:lnTo>
                    <a:pt x="4035652" y="1579623"/>
                  </a:lnTo>
                  <a:lnTo>
                    <a:pt x="4036320" y="1579623"/>
                  </a:lnTo>
                  <a:lnTo>
                    <a:pt x="4036988" y="1579623"/>
                  </a:lnTo>
                  <a:lnTo>
                    <a:pt x="4037656" y="1579623"/>
                  </a:lnTo>
                  <a:lnTo>
                    <a:pt x="4038324" y="1579623"/>
                  </a:lnTo>
                  <a:lnTo>
                    <a:pt x="4038992" y="1579623"/>
                  </a:lnTo>
                  <a:lnTo>
                    <a:pt x="4039660" y="1579623"/>
                  </a:lnTo>
                  <a:lnTo>
                    <a:pt x="4040328" y="1579623"/>
                  </a:lnTo>
                  <a:lnTo>
                    <a:pt x="4040996" y="1563774"/>
                  </a:lnTo>
                  <a:lnTo>
                    <a:pt x="4041664" y="1480680"/>
                  </a:lnTo>
                  <a:lnTo>
                    <a:pt x="4042332" y="1476111"/>
                  </a:lnTo>
                  <a:lnTo>
                    <a:pt x="4043000" y="1394971"/>
                  </a:lnTo>
                  <a:lnTo>
                    <a:pt x="4043668" y="1394971"/>
                  </a:lnTo>
                  <a:lnTo>
                    <a:pt x="4044336" y="1394971"/>
                  </a:lnTo>
                  <a:lnTo>
                    <a:pt x="4045005" y="1394971"/>
                  </a:lnTo>
                  <a:lnTo>
                    <a:pt x="4045673" y="1394971"/>
                  </a:lnTo>
                  <a:lnTo>
                    <a:pt x="4046341" y="1394971"/>
                  </a:lnTo>
                  <a:lnTo>
                    <a:pt x="4047009" y="1394971"/>
                  </a:lnTo>
                  <a:lnTo>
                    <a:pt x="4047677" y="1394971"/>
                  </a:lnTo>
                  <a:lnTo>
                    <a:pt x="4048345" y="1394971"/>
                  </a:lnTo>
                  <a:lnTo>
                    <a:pt x="4049013" y="1394971"/>
                  </a:lnTo>
                  <a:lnTo>
                    <a:pt x="4049681" y="1394971"/>
                  </a:lnTo>
                  <a:lnTo>
                    <a:pt x="4050349" y="1394971"/>
                  </a:lnTo>
                  <a:lnTo>
                    <a:pt x="4051017" y="1407121"/>
                  </a:lnTo>
                  <a:lnTo>
                    <a:pt x="4051685" y="1480680"/>
                  </a:lnTo>
                  <a:lnTo>
                    <a:pt x="4052353" y="1485281"/>
                  </a:lnTo>
                  <a:lnTo>
                    <a:pt x="4053021" y="1579623"/>
                  </a:lnTo>
                  <a:lnTo>
                    <a:pt x="4053689" y="1579623"/>
                  </a:lnTo>
                  <a:lnTo>
                    <a:pt x="4054357" y="1579623"/>
                  </a:lnTo>
                  <a:lnTo>
                    <a:pt x="4055025" y="1579623"/>
                  </a:lnTo>
                  <a:lnTo>
                    <a:pt x="4055693" y="1579623"/>
                  </a:lnTo>
                  <a:lnTo>
                    <a:pt x="4056361" y="1579623"/>
                  </a:lnTo>
                  <a:lnTo>
                    <a:pt x="4057029" y="1579623"/>
                  </a:lnTo>
                  <a:lnTo>
                    <a:pt x="4057697" y="1579762"/>
                  </a:lnTo>
                  <a:lnTo>
                    <a:pt x="4058365" y="1579762"/>
                  </a:lnTo>
                  <a:lnTo>
                    <a:pt x="4059033" y="1579762"/>
                  </a:lnTo>
                  <a:lnTo>
                    <a:pt x="4059701" y="1579762"/>
                  </a:lnTo>
                  <a:lnTo>
                    <a:pt x="4060369" y="1579762"/>
                  </a:lnTo>
                  <a:lnTo>
                    <a:pt x="4061037" y="1579762"/>
                  </a:lnTo>
                  <a:lnTo>
                    <a:pt x="4061705" y="1579762"/>
                  </a:lnTo>
                  <a:lnTo>
                    <a:pt x="4062373" y="1550464"/>
                  </a:lnTo>
                  <a:lnTo>
                    <a:pt x="4063041" y="1521974"/>
                  </a:lnTo>
                  <a:lnTo>
                    <a:pt x="4063709" y="1521974"/>
                  </a:lnTo>
                  <a:lnTo>
                    <a:pt x="4064377" y="1521974"/>
                  </a:lnTo>
                  <a:lnTo>
                    <a:pt x="4065045" y="1521974"/>
                  </a:lnTo>
                  <a:lnTo>
                    <a:pt x="4065713" y="1579762"/>
                  </a:lnTo>
                  <a:lnTo>
                    <a:pt x="4066381" y="1579762"/>
                  </a:lnTo>
                  <a:lnTo>
                    <a:pt x="4067049" y="1579762"/>
                  </a:lnTo>
                  <a:lnTo>
                    <a:pt x="4067717" y="1579762"/>
                  </a:lnTo>
                  <a:lnTo>
                    <a:pt x="4068385" y="1579762"/>
                  </a:lnTo>
                  <a:lnTo>
                    <a:pt x="4069053" y="1579762"/>
                  </a:lnTo>
                  <a:lnTo>
                    <a:pt x="4069722" y="1579762"/>
                  </a:lnTo>
                  <a:lnTo>
                    <a:pt x="4070390" y="1579762"/>
                  </a:lnTo>
                  <a:lnTo>
                    <a:pt x="4071058" y="1579762"/>
                  </a:lnTo>
                  <a:lnTo>
                    <a:pt x="4071726" y="1579762"/>
                  </a:lnTo>
                  <a:lnTo>
                    <a:pt x="4072394" y="1560524"/>
                  </a:lnTo>
                  <a:lnTo>
                    <a:pt x="4073062" y="1579762"/>
                  </a:lnTo>
                  <a:lnTo>
                    <a:pt x="4073730" y="1579762"/>
                  </a:lnTo>
                  <a:lnTo>
                    <a:pt x="4074398" y="1579762"/>
                  </a:lnTo>
                  <a:lnTo>
                    <a:pt x="4075066" y="1579762"/>
                  </a:lnTo>
                  <a:lnTo>
                    <a:pt x="4075734" y="1579762"/>
                  </a:lnTo>
                  <a:lnTo>
                    <a:pt x="4076402" y="1535064"/>
                  </a:lnTo>
                  <a:lnTo>
                    <a:pt x="4077070" y="1537114"/>
                  </a:lnTo>
                  <a:lnTo>
                    <a:pt x="4077738" y="1467438"/>
                  </a:lnTo>
                  <a:lnTo>
                    <a:pt x="4078406" y="1477138"/>
                  </a:lnTo>
                  <a:lnTo>
                    <a:pt x="4079074" y="1467438"/>
                  </a:lnTo>
                  <a:lnTo>
                    <a:pt x="4079742" y="1467438"/>
                  </a:lnTo>
                  <a:lnTo>
                    <a:pt x="4080410" y="1467438"/>
                  </a:lnTo>
                  <a:lnTo>
                    <a:pt x="4081078" y="1510576"/>
                  </a:lnTo>
                  <a:lnTo>
                    <a:pt x="4081746" y="1467438"/>
                  </a:lnTo>
                  <a:lnTo>
                    <a:pt x="4082414" y="1467438"/>
                  </a:lnTo>
                  <a:lnTo>
                    <a:pt x="4083082" y="1467438"/>
                  </a:lnTo>
                  <a:lnTo>
                    <a:pt x="4083750" y="1462612"/>
                  </a:lnTo>
                  <a:lnTo>
                    <a:pt x="4084418" y="1482163"/>
                  </a:lnTo>
                  <a:lnTo>
                    <a:pt x="4085086" y="1515011"/>
                  </a:lnTo>
                  <a:lnTo>
                    <a:pt x="4085754" y="1420472"/>
                  </a:lnTo>
                  <a:lnTo>
                    <a:pt x="4086422" y="1413340"/>
                  </a:lnTo>
                  <a:lnTo>
                    <a:pt x="4087090" y="1390972"/>
                  </a:lnTo>
                  <a:lnTo>
                    <a:pt x="4087758" y="1394971"/>
                  </a:lnTo>
                  <a:lnTo>
                    <a:pt x="4088426" y="1398996"/>
                  </a:lnTo>
                  <a:lnTo>
                    <a:pt x="4089094" y="1480680"/>
                  </a:lnTo>
                  <a:lnTo>
                    <a:pt x="4089762" y="1480680"/>
                  </a:lnTo>
                  <a:lnTo>
                    <a:pt x="4090430" y="1480680"/>
                  </a:lnTo>
                  <a:lnTo>
                    <a:pt x="4091098" y="1513603"/>
                  </a:lnTo>
                  <a:lnTo>
                    <a:pt x="4091766" y="1579623"/>
                  </a:lnTo>
                  <a:lnTo>
                    <a:pt x="4092434" y="1579623"/>
                  </a:lnTo>
                  <a:lnTo>
                    <a:pt x="4093102" y="1579623"/>
                  </a:lnTo>
                  <a:lnTo>
                    <a:pt x="4093770" y="1579623"/>
                  </a:lnTo>
                  <a:lnTo>
                    <a:pt x="4094439" y="1579623"/>
                  </a:lnTo>
                  <a:lnTo>
                    <a:pt x="4095107" y="1579623"/>
                  </a:lnTo>
                  <a:lnTo>
                    <a:pt x="4095775" y="1579623"/>
                  </a:lnTo>
                  <a:lnTo>
                    <a:pt x="4096443" y="1579623"/>
                  </a:lnTo>
                  <a:lnTo>
                    <a:pt x="4097111" y="1579623"/>
                  </a:lnTo>
                  <a:lnTo>
                    <a:pt x="4097779" y="1579623"/>
                  </a:lnTo>
                  <a:lnTo>
                    <a:pt x="4098447" y="1579623"/>
                  </a:lnTo>
                  <a:lnTo>
                    <a:pt x="4099115" y="1579623"/>
                  </a:lnTo>
                  <a:lnTo>
                    <a:pt x="4099783" y="1579623"/>
                  </a:lnTo>
                  <a:lnTo>
                    <a:pt x="4100451" y="1579623"/>
                  </a:lnTo>
                  <a:lnTo>
                    <a:pt x="4101119" y="1579623"/>
                  </a:lnTo>
                  <a:lnTo>
                    <a:pt x="4101787" y="1579623"/>
                  </a:lnTo>
                  <a:lnTo>
                    <a:pt x="4102455" y="1579623"/>
                  </a:lnTo>
                  <a:lnTo>
                    <a:pt x="4103123" y="1579623"/>
                  </a:lnTo>
                  <a:lnTo>
                    <a:pt x="4103791" y="1579623"/>
                  </a:lnTo>
                  <a:lnTo>
                    <a:pt x="4104459" y="1579623"/>
                  </a:lnTo>
                  <a:lnTo>
                    <a:pt x="4105127" y="1579623"/>
                  </a:lnTo>
                  <a:lnTo>
                    <a:pt x="4105795" y="1579623"/>
                  </a:lnTo>
                  <a:lnTo>
                    <a:pt x="4106463" y="1579623"/>
                  </a:lnTo>
                  <a:lnTo>
                    <a:pt x="4107131" y="1579623"/>
                  </a:lnTo>
                  <a:lnTo>
                    <a:pt x="4107799" y="1579623"/>
                  </a:lnTo>
                  <a:lnTo>
                    <a:pt x="4108467" y="1579623"/>
                  </a:lnTo>
                  <a:lnTo>
                    <a:pt x="4109135" y="1579623"/>
                  </a:lnTo>
                  <a:lnTo>
                    <a:pt x="4109803" y="1579623"/>
                  </a:lnTo>
                  <a:lnTo>
                    <a:pt x="4110471" y="1563774"/>
                  </a:lnTo>
                  <a:lnTo>
                    <a:pt x="4111139" y="1480680"/>
                  </a:lnTo>
                  <a:lnTo>
                    <a:pt x="4111807" y="1480680"/>
                  </a:lnTo>
                  <a:lnTo>
                    <a:pt x="4112475" y="1480680"/>
                  </a:lnTo>
                  <a:lnTo>
                    <a:pt x="4113143" y="1520604"/>
                  </a:lnTo>
                  <a:lnTo>
                    <a:pt x="4113811" y="1579762"/>
                  </a:lnTo>
                  <a:lnTo>
                    <a:pt x="4114479" y="1579762"/>
                  </a:lnTo>
                  <a:lnTo>
                    <a:pt x="4115147" y="1579762"/>
                  </a:lnTo>
                  <a:lnTo>
                    <a:pt x="4115815" y="1579762"/>
                  </a:lnTo>
                  <a:lnTo>
                    <a:pt x="4116483" y="1579762"/>
                  </a:lnTo>
                  <a:lnTo>
                    <a:pt x="4117151" y="1579762"/>
                  </a:lnTo>
                  <a:lnTo>
                    <a:pt x="4117819" y="1579762"/>
                  </a:lnTo>
                  <a:lnTo>
                    <a:pt x="4118488" y="1579762"/>
                  </a:lnTo>
                  <a:lnTo>
                    <a:pt x="4119156" y="1579762"/>
                  </a:lnTo>
                  <a:lnTo>
                    <a:pt x="4119824" y="1579762"/>
                  </a:lnTo>
                  <a:lnTo>
                    <a:pt x="4120492" y="1579762"/>
                  </a:lnTo>
                  <a:lnTo>
                    <a:pt x="4121160" y="1579762"/>
                  </a:lnTo>
                  <a:lnTo>
                    <a:pt x="4121828" y="1579762"/>
                  </a:lnTo>
                  <a:lnTo>
                    <a:pt x="4122496" y="1579762"/>
                  </a:lnTo>
                  <a:lnTo>
                    <a:pt x="4123164" y="1579762"/>
                  </a:lnTo>
                  <a:lnTo>
                    <a:pt x="4123832" y="1579762"/>
                  </a:lnTo>
                  <a:lnTo>
                    <a:pt x="4124500" y="1579762"/>
                  </a:lnTo>
                  <a:lnTo>
                    <a:pt x="4125168" y="1579762"/>
                  </a:lnTo>
                  <a:lnTo>
                    <a:pt x="4125836" y="1579762"/>
                  </a:lnTo>
                  <a:lnTo>
                    <a:pt x="4126504" y="1579762"/>
                  </a:lnTo>
                  <a:lnTo>
                    <a:pt x="4127172" y="1579762"/>
                  </a:lnTo>
                  <a:lnTo>
                    <a:pt x="4127840" y="1579762"/>
                  </a:lnTo>
                  <a:lnTo>
                    <a:pt x="4128508" y="1579762"/>
                  </a:lnTo>
                  <a:lnTo>
                    <a:pt x="4129176" y="1579762"/>
                  </a:lnTo>
                  <a:lnTo>
                    <a:pt x="4129844" y="1579762"/>
                  </a:lnTo>
                  <a:lnTo>
                    <a:pt x="4130512" y="1579762"/>
                  </a:lnTo>
                  <a:lnTo>
                    <a:pt x="4131180" y="1579762"/>
                  </a:lnTo>
                  <a:lnTo>
                    <a:pt x="4131848" y="1579762"/>
                  </a:lnTo>
                  <a:lnTo>
                    <a:pt x="4132516" y="1579762"/>
                  </a:lnTo>
                  <a:lnTo>
                    <a:pt x="4133184" y="1579762"/>
                  </a:lnTo>
                  <a:lnTo>
                    <a:pt x="4133852" y="1579762"/>
                  </a:lnTo>
                  <a:lnTo>
                    <a:pt x="4134520" y="1579762"/>
                  </a:lnTo>
                  <a:lnTo>
                    <a:pt x="4135188" y="1579762"/>
                  </a:lnTo>
                  <a:lnTo>
                    <a:pt x="4135856" y="1579762"/>
                  </a:lnTo>
                  <a:lnTo>
                    <a:pt x="4136524" y="1579762"/>
                  </a:lnTo>
                  <a:lnTo>
                    <a:pt x="4137192" y="1579762"/>
                  </a:lnTo>
                  <a:lnTo>
                    <a:pt x="4137860" y="1579762"/>
                  </a:lnTo>
                  <a:lnTo>
                    <a:pt x="4138528" y="1579762"/>
                  </a:lnTo>
                  <a:lnTo>
                    <a:pt x="4139196" y="1579762"/>
                  </a:lnTo>
                  <a:lnTo>
                    <a:pt x="4139864" y="1579762"/>
                  </a:lnTo>
                  <a:lnTo>
                    <a:pt x="4140532" y="1579762"/>
                  </a:lnTo>
                  <a:lnTo>
                    <a:pt x="4141200" y="1579762"/>
                  </a:lnTo>
                  <a:lnTo>
                    <a:pt x="4141868" y="1579762"/>
                  </a:lnTo>
                  <a:lnTo>
                    <a:pt x="4142536" y="1533102"/>
                  </a:lnTo>
                  <a:lnTo>
                    <a:pt x="4143205" y="1442593"/>
                  </a:lnTo>
                  <a:lnTo>
                    <a:pt x="4143873" y="1396875"/>
                  </a:lnTo>
                  <a:lnTo>
                    <a:pt x="4144541" y="1396875"/>
                  </a:lnTo>
                  <a:lnTo>
                    <a:pt x="4145209" y="1396875"/>
                  </a:lnTo>
                  <a:lnTo>
                    <a:pt x="4145877" y="1353972"/>
                  </a:lnTo>
                  <a:lnTo>
                    <a:pt x="4146545" y="1376003"/>
                  </a:lnTo>
                  <a:lnTo>
                    <a:pt x="4147213" y="1362740"/>
                  </a:lnTo>
                  <a:lnTo>
                    <a:pt x="4147881" y="1319502"/>
                  </a:lnTo>
                  <a:lnTo>
                    <a:pt x="4148549" y="1251470"/>
                  </a:lnTo>
                  <a:lnTo>
                    <a:pt x="4149217" y="1202983"/>
                  </a:lnTo>
                  <a:lnTo>
                    <a:pt x="4149885" y="1230493"/>
                  </a:lnTo>
                  <a:lnTo>
                    <a:pt x="4150553" y="1299293"/>
                  </a:lnTo>
                  <a:lnTo>
                    <a:pt x="4151221" y="1251745"/>
                  </a:lnTo>
                  <a:lnTo>
                    <a:pt x="4151889" y="1251745"/>
                  </a:lnTo>
                  <a:lnTo>
                    <a:pt x="4152557" y="1367487"/>
                  </a:lnTo>
                  <a:lnTo>
                    <a:pt x="4153225" y="1471575"/>
                  </a:lnTo>
                  <a:lnTo>
                    <a:pt x="4153893" y="1579623"/>
                  </a:lnTo>
                  <a:lnTo>
                    <a:pt x="4154561" y="1579762"/>
                  </a:lnTo>
                  <a:lnTo>
                    <a:pt x="4155229" y="1579762"/>
                  </a:lnTo>
                  <a:lnTo>
                    <a:pt x="4155897" y="1579762"/>
                  </a:lnTo>
                  <a:lnTo>
                    <a:pt x="4156565" y="1579762"/>
                  </a:lnTo>
                  <a:lnTo>
                    <a:pt x="4157233" y="1572015"/>
                  </a:lnTo>
                  <a:lnTo>
                    <a:pt x="4157901" y="1579762"/>
                  </a:lnTo>
                  <a:lnTo>
                    <a:pt x="4158569" y="1579762"/>
                  </a:lnTo>
                  <a:lnTo>
                    <a:pt x="4159237" y="1579762"/>
                  </a:lnTo>
                  <a:lnTo>
                    <a:pt x="4159905" y="1579762"/>
                  </a:lnTo>
                  <a:lnTo>
                    <a:pt x="4160573" y="1579762"/>
                  </a:lnTo>
                  <a:lnTo>
                    <a:pt x="4161241" y="1579762"/>
                  </a:lnTo>
                  <a:lnTo>
                    <a:pt x="4161909" y="1579762"/>
                  </a:lnTo>
                  <a:lnTo>
                    <a:pt x="4162577" y="1579762"/>
                  </a:lnTo>
                  <a:lnTo>
                    <a:pt x="4163245" y="1579762"/>
                  </a:lnTo>
                  <a:lnTo>
                    <a:pt x="4163913" y="1579762"/>
                  </a:lnTo>
                  <a:lnTo>
                    <a:pt x="4164581" y="1579762"/>
                  </a:lnTo>
                  <a:lnTo>
                    <a:pt x="4165249" y="1579762"/>
                  </a:lnTo>
                  <a:lnTo>
                    <a:pt x="4165917" y="1579762"/>
                  </a:lnTo>
                  <a:lnTo>
                    <a:pt x="4166585" y="1579762"/>
                  </a:lnTo>
                  <a:lnTo>
                    <a:pt x="4167253" y="1579762"/>
                  </a:lnTo>
                  <a:lnTo>
                    <a:pt x="4167922" y="1579762"/>
                  </a:lnTo>
                  <a:lnTo>
                    <a:pt x="4168590" y="1579762"/>
                  </a:lnTo>
                  <a:lnTo>
                    <a:pt x="4169258" y="1579762"/>
                  </a:lnTo>
                  <a:lnTo>
                    <a:pt x="4169926" y="1579762"/>
                  </a:lnTo>
                  <a:lnTo>
                    <a:pt x="4170594" y="1579762"/>
                  </a:lnTo>
                  <a:lnTo>
                    <a:pt x="4171262" y="1579762"/>
                  </a:lnTo>
                  <a:lnTo>
                    <a:pt x="4171930" y="1579762"/>
                  </a:lnTo>
                  <a:lnTo>
                    <a:pt x="4172598" y="1579762"/>
                  </a:lnTo>
                  <a:lnTo>
                    <a:pt x="4173266" y="1579762"/>
                  </a:lnTo>
                  <a:lnTo>
                    <a:pt x="4173934" y="1579762"/>
                  </a:lnTo>
                  <a:lnTo>
                    <a:pt x="4174602" y="1579623"/>
                  </a:lnTo>
                  <a:lnTo>
                    <a:pt x="4175270" y="1579623"/>
                  </a:lnTo>
                  <a:lnTo>
                    <a:pt x="4175938" y="1579623"/>
                  </a:lnTo>
                  <a:lnTo>
                    <a:pt x="4176606" y="1543232"/>
                  </a:lnTo>
                  <a:lnTo>
                    <a:pt x="4177274" y="1480680"/>
                  </a:lnTo>
                  <a:lnTo>
                    <a:pt x="4177942" y="1480680"/>
                  </a:lnTo>
                  <a:lnTo>
                    <a:pt x="4178610" y="1398996"/>
                  </a:lnTo>
                  <a:lnTo>
                    <a:pt x="4179278" y="1394971"/>
                  </a:lnTo>
                  <a:lnTo>
                    <a:pt x="4179946" y="1394971"/>
                  </a:lnTo>
                  <a:lnTo>
                    <a:pt x="4180614" y="1394971"/>
                  </a:lnTo>
                  <a:lnTo>
                    <a:pt x="4181282" y="1394971"/>
                  </a:lnTo>
                  <a:lnTo>
                    <a:pt x="4181950" y="1394971"/>
                  </a:lnTo>
                  <a:lnTo>
                    <a:pt x="4182618" y="1394971"/>
                  </a:lnTo>
                  <a:lnTo>
                    <a:pt x="4183286" y="1394971"/>
                  </a:lnTo>
                  <a:lnTo>
                    <a:pt x="4183954" y="1394971"/>
                  </a:lnTo>
                  <a:lnTo>
                    <a:pt x="4184622" y="1394971"/>
                  </a:lnTo>
                  <a:lnTo>
                    <a:pt x="4185290" y="1394971"/>
                  </a:lnTo>
                  <a:lnTo>
                    <a:pt x="4185958" y="1394971"/>
                  </a:lnTo>
                  <a:lnTo>
                    <a:pt x="4186626" y="1423686"/>
                  </a:lnTo>
                  <a:lnTo>
                    <a:pt x="4187294" y="1567436"/>
                  </a:lnTo>
                  <a:lnTo>
                    <a:pt x="4187962" y="1579762"/>
                  </a:lnTo>
                  <a:lnTo>
                    <a:pt x="4188630" y="1579762"/>
                  </a:lnTo>
                  <a:lnTo>
                    <a:pt x="4189298" y="1579762"/>
                  </a:lnTo>
                  <a:lnTo>
                    <a:pt x="4189966" y="1579762"/>
                  </a:lnTo>
                  <a:lnTo>
                    <a:pt x="4190634" y="1579762"/>
                  </a:lnTo>
                  <a:lnTo>
                    <a:pt x="4191302" y="1579762"/>
                  </a:lnTo>
                  <a:lnTo>
                    <a:pt x="4191970" y="1579762"/>
                  </a:lnTo>
                  <a:lnTo>
                    <a:pt x="4192639" y="1579762"/>
                  </a:lnTo>
                  <a:lnTo>
                    <a:pt x="4193307" y="1579762"/>
                  </a:lnTo>
                  <a:lnTo>
                    <a:pt x="4193975" y="1579762"/>
                  </a:lnTo>
                  <a:lnTo>
                    <a:pt x="4194643" y="1579762"/>
                  </a:lnTo>
                  <a:lnTo>
                    <a:pt x="4195311" y="1579762"/>
                  </a:lnTo>
                  <a:lnTo>
                    <a:pt x="4195979" y="1579762"/>
                  </a:lnTo>
                  <a:lnTo>
                    <a:pt x="4196647" y="1579762"/>
                  </a:lnTo>
                  <a:lnTo>
                    <a:pt x="4197315" y="1579762"/>
                  </a:lnTo>
                  <a:lnTo>
                    <a:pt x="4197983" y="1579762"/>
                  </a:lnTo>
                  <a:lnTo>
                    <a:pt x="4198651" y="1579762"/>
                  </a:lnTo>
                  <a:lnTo>
                    <a:pt x="4199319" y="1579623"/>
                  </a:lnTo>
                  <a:lnTo>
                    <a:pt x="4199987" y="1579623"/>
                  </a:lnTo>
                  <a:lnTo>
                    <a:pt x="4200655" y="1579623"/>
                  </a:lnTo>
                  <a:lnTo>
                    <a:pt x="4201323" y="1579623"/>
                  </a:lnTo>
                  <a:lnTo>
                    <a:pt x="4201991" y="1579623"/>
                  </a:lnTo>
                  <a:lnTo>
                    <a:pt x="4202659" y="1579623"/>
                  </a:lnTo>
                  <a:lnTo>
                    <a:pt x="4203327" y="1579623"/>
                  </a:lnTo>
                  <a:lnTo>
                    <a:pt x="4203995" y="1579623"/>
                  </a:lnTo>
                  <a:lnTo>
                    <a:pt x="4204663" y="1579623"/>
                  </a:lnTo>
                  <a:lnTo>
                    <a:pt x="4205331" y="1579623"/>
                  </a:lnTo>
                  <a:lnTo>
                    <a:pt x="4205999" y="1579623"/>
                  </a:lnTo>
                  <a:lnTo>
                    <a:pt x="4206667" y="1579623"/>
                  </a:lnTo>
                  <a:lnTo>
                    <a:pt x="4207335" y="1579762"/>
                  </a:lnTo>
                  <a:lnTo>
                    <a:pt x="4208003" y="1579762"/>
                  </a:lnTo>
                  <a:lnTo>
                    <a:pt x="4208671" y="1579762"/>
                  </a:lnTo>
                  <a:lnTo>
                    <a:pt x="4209339" y="1579762"/>
                  </a:lnTo>
                  <a:lnTo>
                    <a:pt x="4210007" y="1579762"/>
                  </a:lnTo>
                  <a:lnTo>
                    <a:pt x="4210675" y="1521974"/>
                  </a:lnTo>
                  <a:lnTo>
                    <a:pt x="4211343" y="1521974"/>
                  </a:lnTo>
                  <a:lnTo>
                    <a:pt x="4212011" y="1521974"/>
                  </a:lnTo>
                  <a:lnTo>
                    <a:pt x="4212679" y="1521974"/>
                  </a:lnTo>
                  <a:lnTo>
                    <a:pt x="4213347" y="1521974"/>
                  </a:lnTo>
                  <a:lnTo>
                    <a:pt x="4214015" y="1521974"/>
                  </a:lnTo>
                  <a:lnTo>
                    <a:pt x="4214683" y="1521974"/>
                  </a:lnTo>
                  <a:lnTo>
                    <a:pt x="4215351" y="1521974"/>
                  </a:lnTo>
                  <a:lnTo>
                    <a:pt x="4216019" y="1521974"/>
                  </a:lnTo>
                  <a:lnTo>
                    <a:pt x="4216688" y="1521974"/>
                  </a:lnTo>
                  <a:lnTo>
                    <a:pt x="4217356" y="1563399"/>
                  </a:lnTo>
                  <a:lnTo>
                    <a:pt x="4218024" y="1579762"/>
                  </a:lnTo>
                  <a:lnTo>
                    <a:pt x="4218692" y="1579762"/>
                  </a:lnTo>
                  <a:lnTo>
                    <a:pt x="4219360" y="1579762"/>
                  </a:lnTo>
                  <a:lnTo>
                    <a:pt x="4220028" y="1579762"/>
                  </a:lnTo>
                  <a:lnTo>
                    <a:pt x="4220696" y="1579762"/>
                  </a:lnTo>
                  <a:lnTo>
                    <a:pt x="4221364" y="1579762"/>
                  </a:lnTo>
                  <a:lnTo>
                    <a:pt x="4222032" y="1579762"/>
                  </a:lnTo>
                  <a:lnTo>
                    <a:pt x="4222700" y="1579762"/>
                  </a:lnTo>
                  <a:lnTo>
                    <a:pt x="4223368" y="1579762"/>
                  </a:lnTo>
                  <a:lnTo>
                    <a:pt x="4224036" y="1579762"/>
                  </a:lnTo>
                  <a:lnTo>
                    <a:pt x="4224704" y="1579762"/>
                  </a:lnTo>
                  <a:lnTo>
                    <a:pt x="4225372" y="1576366"/>
                  </a:lnTo>
                  <a:lnTo>
                    <a:pt x="4226040" y="1521974"/>
                  </a:lnTo>
                  <a:lnTo>
                    <a:pt x="4226708" y="1515173"/>
                  </a:lnTo>
                  <a:lnTo>
                    <a:pt x="4227376" y="1496072"/>
                  </a:lnTo>
                  <a:lnTo>
                    <a:pt x="4228044" y="1481728"/>
                  </a:lnTo>
                  <a:lnTo>
                    <a:pt x="4228712" y="1394971"/>
                  </a:lnTo>
                  <a:lnTo>
                    <a:pt x="4229380" y="1394971"/>
                  </a:lnTo>
                  <a:lnTo>
                    <a:pt x="4230048" y="1394971"/>
                  </a:lnTo>
                  <a:lnTo>
                    <a:pt x="4230716" y="1436396"/>
                  </a:lnTo>
                  <a:lnTo>
                    <a:pt x="4231384" y="1480680"/>
                  </a:lnTo>
                  <a:lnTo>
                    <a:pt x="4232052" y="1480680"/>
                  </a:lnTo>
                  <a:lnTo>
                    <a:pt x="4232720" y="1480680"/>
                  </a:lnTo>
                  <a:lnTo>
                    <a:pt x="4233388" y="1480680"/>
                  </a:lnTo>
                  <a:lnTo>
                    <a:pt x="4234056" y="1480680"/>
                  </a:lnTo>
                  <a:lnTo>
                    <a:pt x="4234724" y="1480680"/>
                  </a:lnTo>
                  <a:lnTo>
                    <a:pt x="4235392" y="1513603"/>
                  </a:lnTo>
                  <a:lnTo>
                    <a:pt x="4236060" y="1579623"/>
                  </a:lnTo>
                  <a:lnTo>
                    <a:pt x="4236728" y="1579623"/>
                  </a:lnTo>
                  <a:lnTo>
                    <a:pt x="4237396" y="1579623"/>
                  </a:lnTo>
                  <a:lnTo>
                    <a:pt x="4238064" y="1579762"/>
                  </a:lnTo>
                  <a:lnTo>
                    <a:pt x="4238732" y="1579762"/>
                  </a:lnTo>
                  <a:lnTo>
                    <a:pt x="4239400" y="1579762"/>
                  </a:lnTo>
                  <a:lnTo>
                    <a:pt x="4240068" y="1579762"/>
                  </a:lnTo>
                  <a:lnTo>
                    <a:pt x="4240736" y="1579762"/>
                  </a:lnTo>
                  <a:lnTo>
                    <a:pt x="4241405" y="1579762"/>
                  </a:lnTo>
                  <a:lnTo>
                    <a:pt x="4242073" y="1579762"/>
                  </a:lnTo>
                  <a:lnTo>
                    <a:pt x="4242741" y="1579762"/>
                  </a:lnTo>
                  <a:lnTo>
                    <a:pt x="4243409" y="1579762"/>
                  </a:lnTo>
                  <a:lnTo>
                    <a:pt x="4244077" y="1579762"/>
                  </a:lnTo>
                  <a:lnTo>
                    <a:pt x="4244745" y="1579762"/>
                  </a:lnTo>
                  <a:lnTo>
                    <a:pt x="4245413" y="1579762"/>
                  </a:lnTo>
                  <a:lnTo>
                    <a:pt x="4246081" y="1579762"/>
                  </a:lnTo>
                  <a:lnTo>
                    <a:pt x="4246749" y="1579762"/>
                  </a:lnTo>
                  <a:lnTo>
                    <a:pt x="4247417" y="1579762"/>
                  </a:lnTo>
                  <a:lnTo>
                    <a:pt x="4248085" y="1579762"/>
                  </a:lnTo>
                  <a:lnTo>
                    <a:pt x="4248753" y="1579762"/>
                  </a:lnTo>
                  <a:lnTo>
                    <a:pt x="4249421" y="1579762"/>
                  </a:lnTo>
                  <a:lnTo>
                    <a:pt x="4250089" y="1579762"/>
                  </a:lnTo>
                  <a:lnTo>
                    <a:pt x="4250757" y="1579762"/>
                  </a:lnTo>
                  <a:lnTo>
                    <a:pt x="4251425" y="1579762"/>
                  </a:lnTo>
                  <a:lnTo>
                    <a:pt x="4252093" y="1579762"/>
                  </a:lnTo>
                  <a:lnTo>
                    <a:pt x="4252761" y="1579762"/>
                  </a:lnTo>
                  <a:lnTo>
                    <a:pt x="4253429" y="1579762"/>
                  </a:lnTo>
                  <a:lnTo>
                    <a:pt x="4254097" y="1579762"/>
                  </a:lnTo>
                  <a:lnTo>
                    <a:pt x="4254765" y="1579762"/>
                  </a:lnTo>
                  <a:lnTo>
                    <a:pt x="4255433" y="1579623"/>
                  </a:lnTo>
                  <a:lnTo>
                    <a:pt x="4256101" y="1579623"/>
                  </a:lnTo>
                  <a:lnTo>
                    <a:pt x="4256769" y="1579623"/>
                  </a:lnTo>
                  <a:lnTo>
                    <a:pt x="4257437" y="1579623"/>
                  </a:lnTo>
                  <a:lnTo>
                    <a:pt x="4258105" y="1579623"/>
                  </a:lnTo>
                  <a:lnTo>
                    <a:pt x="4258773" y="1579623"/>
                  </a:lnTo>
                  <a:lnTo>
                    <a:pt x="4259441" y="1579623"/>
                  </a:lnTo>
                  <a:lnTo>
                    <a:pt x="4260109" y="1579623"/>
                  </a:lnTo>
                  <a:lnTo>
                    <a:pt x="4260777" y="1579623"/>
                  </a:lnTo>
                  <a:lnTo>
                    <a:pt x="4261445" y="1579623"/>
                  </a:lnTo>
                  <a:lnTo>
                    <a:pt x="4262113" y="1579623"/>
                  </a:lnTo>
                  <a:lnTo>
                    <a:pt x="4262781" y="1508795"/>
                  </a:lnTo>
                  <a:lnTo>
                    <a:pt x="4263449" y="1480680"/>
                  </a:lnTo>
                  <a:lnTo>
                    <a:pt x="4264117" y="1471575"/>
                  </a:lnTo>
                  <a:lnTo>
                    <a:pt x="4264785" y="1394971"/>
                  </a:lnTo>
                  <a:lnTo>
                    <a:pt x="4265453" y="1394971"/>
                  </a:lnTo>
                  <a:lnTo>
                    <a:pt x="4266122" y="1394971"/>
                  </a:lnTo>
                  <a:lnTo>
                    <a:pt x="4266790" y="1394971"/>
                  </a:lnTo>
                  <a:lnTo>
                    <a:pt x="4267458" y="1394971"/>
                  </a:lnTo>
                  <a:lnTo>
                    <a:pt x="4268126" y="1394971"/>
                  </a:lnTo>
                  <a:lnTo>
                    <a:pt x="4268794" y="1394971"/>
                  </a:lnTo>
                  <a:lnTo>
                    <a:pt x="4269462" y="1394971"/>
                  </a:lnTo>
                  <a:lnTo>
                    <a:pt x="4270130" y="1394971"/>
                  </a:lnTo>
                  <a:lnTo>
                    <a:pt x="4270798" y="1394971"/>
                  </a:lnTo>
                  <a:lnTo>
                    <a:pt x="4271466" y="1394971"/>
                  </a:lnTo>
                  <a:lnTo>
                    <a:pt x="4272134" y="1394971"/>
                  </a:lnTo>
                  <a:lnTo>
                    <a:pt x="4272802" y="1453745"/>
                  </a:lnTo>
                  <a:lnTo>
                    <a:pt x="4273470" y="1480680"/>
                  </a:lnTo>
                  <a:lnTo>
                    <a:pt x="4274138" y="1489915"/>
                  </a:lnTo>
                  <a:lnTo>
                    <a:pt x="4274806" y="1579623"/>
                  </a:lnTo>
                  <a:lnTo>
                    <a:pt x="4275474" y="1579623"/>
                  </a:lnTo>
                  <a:lnTo>
                    <a:pt x="4276142" y="1579623"/>
                  </a:lnTo>
                  <a:lnTo>
                    <a:pt x="4276810" y="1579623"/>
                  </a:lnTo>
                  <a:lnTo>
                    <a:pt x="4277478" y="1579623"/>
                  </a:lnTo>
                  <a:lnTo>
                    <a:pt x="4278146" y="1579623"/>
                  </a:lnTo>
                  <a:lnTo>
                    <a:pt x="4278814" y="1579623"/>
                  </a:lnTo>
                  <a:lnTo>
                    <a:pt x="4279482" y="1579623"/>
                  </a:lnTo>
                  <a:lnTo>
                    <a:pt x="4280150" y="1579623"/>
                  </a:lnTo>
                  <a:lnTo>
                    <a:pt x="4280818" y="1579623"/>
                  </a:lnTo>
                  <a:lnTo>
                    <a:pt x="4281486" y="1579623"/>
                  </a:lnTo>
                  <a:lnTo>
                    <a:pt x="4282154" y="1579623"/>
                  </a:lnTo>
                  <a:lnTo>
                    <a:pt x="4282822" y="1579623"/>
                  </a:lnTo>
                  <a:lnTo>
                    <a:pt x="4283490" y="1579623"/>
                  </a:lnTo>
                  <a:lnTo>
                    <a:pt x="4284158" y="1579623"/>
                  </a:lnTo>
                  <a:lnTo>
                    <a:pt x="4284826" y="1579623"/>
                  </a:lnTo>
                  <a:lnTo>
                    <a:pt x="4285494" y="1579623"/>
                  </a:lnTo>
                  <a:lnTo>
                    <a:pt x="4286162" y="1579623"/>
                  </a:lnTo>
                  <a:lnTo>
                    <a:pt x="4286830" y="1579623"/>
                  </a:lnTo>
                  <a:lnTo>
                    <a:pt x="4287498" y="1579623"/>
                  </a:lnTo>
                  <a:lnTo>
                    <a:pt x="4288166" y="1579623"/>
                  </a:lnTo>
                  <a:lnTo>
                    <a:pt x="4288834" y="1504023"/>
                  </a:lnTo>
                  <a:lnTo>
                    <a:pt x="4289502" y="1440689"/>
                  </a:lnTo>
                  <a:lnTo>
                    <a:pt x="4290170" y="1394971"/>
                  </a:lnTo>
                  <a:lnTo>
                    <a:pt x="4290839" y="1394971"/>
                  </a:lnTo>
                  <a:lnTo>
                    <a:pt x="4291507" y="1394971"/>
                  </a:lnTo>
                  <a:lnTo>
                    <a:pt x="4292175" y="1394971"/>
                  </a:lnTo>
                  <a:lnTo>
                    <a:pt x="4292843" y="1394971"/>
                  </a:lnTo>
                  <a:lnTo>
                    <a:pt x="4293511" y="1394971"/>
                  </a:lnTo>
                  <a:lnTo>
                    <a:pt x="4294179" y="1394971"/>
                  </a:lnTo>
                  <a:lnTo>
                    <a:pt x="4294847" y="1394971"/>
                  </a:lnTo>
                  <a:lnTo>
                    <a:pt x="4295515" y="1394971"/>
                  </a:lnTo>
                  <a:lnTo>
                    <a:pt x="4296183" y="1394971"/>
                  </a:lnTo>
                  <a:lnTo>
                    <a:pt x="4296851" y="1394971"/>
                  </a:lnTo>
                  <a:lnTo>
                    <a:pt x="4297519" y="1394971"/>
                  </a:lnTo>
                  <a:lnTo>
                    <a:pt x="4298187" y="1394971"/>
                  </a:lnTo>
                  <a:lnTo>
                    <a:pt x="4298855" y="1458156"/>
                  </a:lnTo>
                  <a:lnTo>
                    <a:pt x="4299523" y="1573946"/>
                  </a:lnTo>
                  <a:lnTo>
                    <a:pt x="4300191" y="1546507"/>
                  </a:lnTo>
                  <a:lnTo>
                    <a:pt x="4300859" y="1521974"/>
                  </a:lnTo>
                  <a:lnTo>
                    <a:pt x="4301527" y="1579762"/>
                  </a:lnTo>
                  <a:lnTo>
                    <a:pt x="4302195" y="1579762"/>
                  </a:lnTo>
                  <a:lnTo>
                    <a:pt x="4302863" y="1579762"/>
                  </a:lnTo>
                  <a:lnTo>
                    <a:pt x="4303531" y="1579762"/>
                  </a:lnTo>
                  <a:lnTo>
                    <a:pt x="4304199" y="1579762"/>
                  </a:lnTo>
                  <a:lnTo>
                    <a:pt x="4304867" y="1579762"/>
                  </a:lnTo>
                  <a:lnTo>
                    <a:pt x="4305535" y="1579762"/>
                  </a:lnTo>
                  <a:lnTo>
                    <a:pt x="4306203" y="1579762"/>
                  </a:lnTo>
                  <a:lnTo>
                    <a:pt x="4306871" y="1579762"/>
                  </a:lnTo>
                  <a:lnTo>
                    <a:pt x="4307539" y="1579762"/>
                  </a:lnTo>
                  <a:lnTo>
                    <a:pt x="4308207" y="1579762"/>
                  </a:lnTo>
                  <a:lnTo>
                    <a:pt x="4308875" y="1579762"/>
                  </a:lnTo>
                  <a:lnTo>
                    <a:pt x="4309543" y="1579762"/>
                  </a:lnTo>
                  <a:lnTo>
                    <a:pt x="4310211" y="1579762"/>
                  </a:lnTo>
                  <a:lnTo>
                    <a:pt x="4310879" y="1579762"/>
                  </a:lnTo>
                  <a:lnTo>
                    <a:pt x="4311547" y="1579762"/>
                  </a:lnTo>
                  <a:lnTo>
                    <a:pt x="4312215" y="1579762"/>
                  </a:lnTo>
                  <a:lnTo>
                    <a:pt x="4312883" y="1579623"/>
                  </a:lnTo>
                  <a:lnTo>
                    <a:pt x="4313551" y="1518447"/>
                  </a:lnTo>
                  <a:lnTo>
                    <a:pt x="4314219" y="1480680"/>
                  </a:lnTo>
                  <a:lnTo>
                    <a:pt x="4314888" y="1449363"/>
                  </a:lnTo>
                  <a:lnTo>
                    <a:pt x="4315556" y="1394971"/>
                  </a:lnTo>
                  <a:lnTo>
                    <a:pt x="4316224" y="1394971"/>
                  </a:lnTo>
                  <a:lnTo>
                    <a:pt x="4316892" y="1394971"/>
                  </a:lnTo>
                  <a:lnTo>
                    <a:pt x="4317560" y="1394971"/>
                  </a:lnTo>
                  <a:lnTo>
                    <a:pt x="4318228" y="1394971"/>
                  </a:lnTo>
                  <a:lnTo>
                    <a:pt x="4318896" y="1394971"/>
                  </a:lnTo>
                  <a:lnTo>
                    <a:pt x="4319564" y="1394971"/>
                  </a:lnTo>
                  <a:lnTo>
                    <a:pt x="4320232" y="1394971"/>
                  </a:lnTo>
                  <a:lnTo>
                    <a:pt x="4320900" y="1394971"/>
                  </a:lnTo>
                  <a:lnTo>
                    <a:pt x="4321568" y="1394971"/>
                  </a:lnTo>
                  <a:lnTo>
                    <a:pt x="4322236" y="1394971"/>
                  </a:lnTo>
                  <a:lnTo>
                    <a:pt x="4322904" y="1394971"/>
                  </a:lnTo>
                  <a:lnTo>
                    <a:pt x="4323572" y="1445012"/>
                  </a:lnTo>
                  <a:lnTo>
                    <a:pt x="4324240" y="1480680"/>
                  </a:lnTo>
                  <a:lnTo>
                    <a:pt x="4324908" y="1513603"/>
                  </a:lnTo>
                  <a:lnTo>
                    <a:pt x="4325576" y="1579623"/>
                  </a:lnTo>
                  <a:lnTo>
                    <a:pt x="4326244" y="1579623"/>
                  </a:lnTo>
                  <a:lnTo>
                    <a:pt x="4326912" y="1579623"/>
                  </a:lnTo>
                  <a:lnTo>
                    <a:pt x="4327580" y="1579623"/>
                  </a:lnTo>
                  <a:lnTo>
                    <a:pt x="4328248" y="1579623"/>
                  </a:lnTo>
                  <a:lnTo>
                    <a:pt x="4328916" y="1579623"/>
                  </a:lnTo>
                  <a:lnTo>
                    <a:pt x="4329584" y="1579623"/>
                  </a:lnTo>
                  <a:lnTo>
                    <a:pt x="4330252" y="1579623"/>
                  </a:lnTo>
                  <a:lnTo>
                    <a:pt x="4330920" y="1579623"/>
                  </a:lnTo>
                  <a:lnTo>
                    <a:pt x="4331588" y="1579623"/>
                  </a:lnTo>
                  <a:lnTo>
                    <a:pt x="4332256" y="1579623"/>
                  </a:lnTo>
                  <a:lnTo>
                    <a:pt x="4332924" y="1579762"/>
                  </a:lnTo>
                  <a:lnTo>
                    <a:pt x="4333592" y="1579762"/>
                  </a:lnTo>
                  <a:lnTo>
                    <a:pt x="4334260" y="1579762"/>
                  </a:lnTo>
                  <a:lnTo>
                    <a:pt x="4334928" y="1579762"/>
                  </a:lnTo>
                  <a:lnTo>
                    <a:pt x="4335596" y="1579762"/>
                  </a:lnTo>
                  <a:lnTo>
                    <a:pt x="4336264" y="1579762"/>
                  </a:lnTo>
                  <a:lnTo>
                    <a:pt x="4336932" y="1579762"/>
                  </a:lnTo>
                  <a:lnTo>
                    <a:pt x="4337600" y="1579762"/>
                  </a:lnTo>
                  <a:lnTo>
                    <a:pt x="4338268" y="1579762"/>
                  </a:lnTo>
                  <a:lnTo>
                    <a:pt x="4338936" y="1579762"/>
                  </a:lnTo>
                  <a:lnTo>
                    <a:pt x="4339605" y="1579762"/>
                  </a:lnTo>
                  <a:lnTo>
                    <a:pt x="4340273" y="1579762"/>
                  </a:lnTo>
                  <a:lnTo>
                    <a:pt x="4340941" y="1579762"/>
                  </a:lnTo>
                  <a:lnTo>
                    <a:pt x="4341609" y="1579762"/>
                  </a:lnTo>
                  <a:lnTo>
                    <a:pt x="4342277" y="1579762"/>
                  </a:lnTo>
                  <a:lnTo>
                    <a:pt x="4342945" y="1579762"/>
                  </a:lnTo>
                  <a:lnTo>
                    <a:pt x="4343613" y="1579623"/>
                  </a:lnTo>
                  <a:lnTo>
                    <a:pt x="4344281" y="1579623"/>
                  </a:lnTo>
                  <a:lnTo>
                    <a:pt x="4344949" y="1579623"/>
                  </a:lnTo>
                  <a:lnTo>
                    <a:pt x="4345617" y="1579623"/>
                  </a:lnTo>
                  <a:lnTo>
                    <a:pt x="4346285" y="1579623"/>
                  </a:lnTo>
                  <a:lnTo>
                    <a:pt x="4346953" y="1579623"/>
                  </a:lnTo>
                  <a:lnTo>
                    <a:pt x="4347621" y="1579623"/>
                  </a:lnTo>
                  <a:lnTo>
                    <a:pt x="4348289" y="1579623"/>
                  </a:lnTo>
                  <a:lnTo>
                    <a:pt x="4348957" y="1579623"/>
                  </a:lnTo>
                  <a:lnTo>
                    <a:pt x="4349625" y="1579623"/>
                  </a:lnTo>
                  <a:lnTo>
                    <a:pt x="4350293" y="1579623"/>
                  </a:lnTo>
                  <a:lnTo>
                    <a:pt x="4350961" y="1579623"/>
                  </a:lnTo>
                  <a:lnTo>
                    <a:pt x="4351629" y="1579623"/>
                  </a:lnTo>
                  <a:lnTo>
                    <a:pt x="4352297" y="1579623"/>
                  </a:lnTo>
                  <a:lnTo>
                    <a:pt x="4352965" y="1579623"/>
                  </a:lnTo>
                  <a:lnTo>
                    <a:pt x="4353633" y="1579623"/>
                  </a:lnTo>
                  <a:lnTo>
                    <a:pt x="4354301" y="1579623"/>
                  </a:lnTo>
                  <a:lnTo>
                    <a:pt x="4354969" y="1579623"/>
                  </a:lnTo>
                  <a:lnTo>
                    <a:pt x="4355637" y="1579623"/>
                  </a:lnTo>
                  <a:lnTo>
                    <a:pt x="4356305" y="1579623"/>
                  </a:lnTo>
                  <a:lnTo>
                    <a:pt x="4356973" y="1579623"/>
                  </a:lnTo>
                  <a:lnTo>
                    <a:pt x="4357641" y="1579623"/>
                  </a:lnTo>
                  <a:lnTo>
                    <a:pt x="4358309" y="1579623"/>
                  </a:lnTo>
                  <a:lnTo>
                    <a:pt x="4358977" y="1579623"/>
                  </a:lnTo>
                  <a:lnTo>
                    <a:pt x="4359645" y="1579762"/>
                  </a:lnTo>
                  <a:lnTo>
                    <a:pt x="4360313" y="1579762"/>
                  </a:lnTo>
                  <a:lnTo>
                    <a:pt x="4360981" y="1579762"/>
                  </a:lnTo>
                  <a:lnTo>
                    <a:pt x="4361649" y="1579762"/>
                  </a:lnTo>
                  <a:lnTo>
                    <a:pt x="4362317" y="1579762"/>
                  </a:lnTo>
                  <a:lnTo>
                    <a:pt x="4362985" y="1579762"/>
                  </a:lnTo>
                  <a:lnTo>
                    <a:pt x="4363653" y="1579762"/>
                  </a:lnTo>
                  <a:lnTo>
                    <a:pt x="4364322" y="1579762"/>
                  </a:lnTo>
                  <a:lnTo>
                    <a:pt x="4364990" y="1579762"/>
                  </a:lnTo>
                  <a:lnTo>
                    <a:pt x="4365658" y="1579762"/>
                  </a:lnTo>
                  <a:lnTo>
                    <a:pt x="4366326" y="1579762"/>
                  </a:lnTo>
                  <a:lnTo>
                    <a:pt x="4366994" y="1579762"/>
                  </a:lnTo>
                  <a:lnTo>
                    <a:pt x="4367662" y="1579762"/>
                  </a:lnTo>
                  <a:lnTo>
                    <a:pt x="4368330" y="1579762"/>
                  </a:lnTo>
                  <a:lnTo>
                    <a:pt x="4368998" y="1579762"/>
                  </a:lnTo>
                  <a:lnTo>
                    <a:pt x="4369666" y="1579762"/>
                  </a:lnTo>
                  <a:lnTo>
                    <a:pt x="4370334" y="1579762"/>
                  </a:lnTo>
                  <a:lnTo>
                    <a:pt x="4371002" y="1579762"/>
                  </a:lnTo>
                  <a:lnTo>
                    <a:pt x="4371670" y="1579762"/>
                  </a:lnTo>
                  <a:lnTo>
                    <a:pt x="4372338" y="1579762"/>
                  </a:lnTo>
                  <a:lnTo>
                    <a:pt x="4373006" y="1579623"/>
                  </a:lnTo>
                  <a:lnTo>
                    <a:pt x="4373674" y="1579623"/>
                  </a:lnTo>
                  <a:lnTo>
                    <a:pt x="4374342" y="1579623"/>
                  </a:lnTo>
                  <a:lnTo>
                    <a:pt x="4375010" y="1579623"/>
                  </a:lnTo>
                  <a:lnTo>
                    <a:pt x="4375678" y="1579623"/>
                  </a:lnTo>
                  <a:lnTo>
                    <a:pt x="4376346" y="1579623"/>
                  </a:lnTo>
                  <a:lnTo>
                    <a:pt x="4377014" y="1579623"/>
                  </a:lnTo>
                  <a:lnTo>
                    <a:pt x="4377682" y="1579623"/>
                  </a:lnTo>
                  <a:lnTo>
                    <a:pt x="4378350" y="1579623"/>
                  </a:lnTo>
                  <a:lnTo>
                    <a:pt x="4379018" y="1579623"/>
                  </a:lnTo>
                  <a:lnTo>
                    <a:pt x="4379686" y="1579623"/>
                  </a:lnTo>
                  <a:lnTo>
                    <a:pt x="4380354" y="1579623"/>
                  </a:lnTo>
                  <a:lnTo>
                    <a:pt x="4381022" y="1579623"/>
                  </a:lnTo>
                  <a:lnTo>
                    <a:pt x="4381690" y="1579623"/>
                  </a:lnTo>
                  <a:lnTo>
                    <a:pt x="4382358" y="1579623"/>
                  </a:lnTo>
                  <a:lnTo>
                    <a:pt x="4383026" y="1579623"/>
                  </a:lnTo>
                  <a:lnTo>
                    <a:pt x="4383694" y="1579623"/>
                  </a:lnTo>
                  <a:lnTo>
                    <a:pt x="4384362" y="1579623"/>
                  </a:lnTo>
                  <a:lnTo>
                    <a:pt x="4385030" y="1579623"/>
                  </a:lnTo>
                  <a:lnTo>
                    <a:pt x="4385698" y="1579623"/>
                  </a:lnTo>
                  <a:lnTo>
                    <a:pt x="4386366" y="1579623"/>
                  </a:lnTo>
                  <a:lnTo>
                    <a:pt x="4387034" y="1579623"/>
                  </a:lnTo>
                  <a:lnTo>
                    <a:pt x="4387702" y="1579623"/>
                  </a:lnTo>
                  <a:lnTo>
                    <a:pt x="4388370" y="1579623"/>
                  </a:lnTo>
                  <a:lnTo>
                    <a:pt x="4389039" y="1579623"/>
                  </a:lnTo>
                  <a:lnTo>
                    <a:pt x="4389707" y="1579623"/>
                  </a:lnTo>
                  <a:lnTo>
                    <a:pt x="4390375" y="1579623"/>
                  </a:lnTo>
                  <a:lnTo>
                    <a:pt x="4391043" y="1579623"/>
                  </a:lnTo>
                  <a:lnTo>
                    <a:pt x="4391711" y="1579623"/>
                  </a:lnTo>
                  <a:lnTo>
                    <a:pt x="4392379" y="1574296"/>
                  </a:lnTo>
                  <a:lnTo>
                    <a:pt x="4393047" y="1480680"/>
                  </a:lnTo>
                  <a:lnTo>
                    <a:pt x="4393715" y="1480680"/>
                  </a:lnTo>
                  <a:lnTo>
                    <a:pt x="4394383" y="1480680"/>
                  </a:lnTo>
                  <a:lnTo>
                    <a:pt x="4395051" y="1480680"/>
                  </a:lnTo>
                  <a:lnTo>
                    <a:pt x="4395719" y="1480680"/>
                  </a:lnTo>
                  <a:lnTo>
                    <a:pt x="4396387" y="1574648"/>
                  </a:lnTo>
                  <a:lnTo>
                    <a:pt x="4397055" y="1579762"/>
                  </a:lnTo>
                  <a:lnTo>
                    <a:pt x="4397723" y="1550688"/>
                  </a:lnTo>
                  <a:lnTo>
                    <a:pt x="4398391" y="1521974"/>
                  </a:lnTo>
                  <a:lnTo>
                    <a:pt x="4399059" y="1521974"/>
                  </a:lnTo>
                  <a:lnTo>
                    <a:pt x="4399727" y="1521974"/>
                  </a:lnTo>
                  <a:lnTo>
                    <a:pt x="4400395" y="1521974"/>
                  </a:lnTo>
                  <a:lnTo>
                    <a:pt x="4401063" y="1521974"/>
                  </a:lnTo>
                  <a:lnTo>
                    <a:pt x="4401731" y="1521974"/>
                  </a:lnTo>
                  <a:lnTo>
                    <a:pt x="4402399" y="1525998"/>
                  </a:lnTo>
                  <a:lnTo>
                    <a:pt x="4403067" y="1579762"/>
                  </a:lnTo>
                  <a:lnTo>
                    <a:pt x="4403735" y="1579762"/>
                  </a:lnTo>
                  <a:lnTo>
                    <a:pt x="4404403" y="1579762"/>
                  </a:lnTo>
                  <a:lnTo>
                    <a:pt x="4405071" y="1579762"/>
                  </a:lnTo>
                  <a:lnTo>
                    <a:pt x="4405739" y="1579762"/>
                  </a:lnTo>
                  <a:lnTo>
                    <a:pt x="4406407" y="1579762"/>
                  </a:lnTo>
                  <a:lnTo>
                    <a:pt x="4407075" y="1579762"/>
                  </a:lnTo>
                  <a:lnTo>
                    <a:pt x="4407743" y="1579762"/>
                  </a:lnTo>
                  <a:lnTo>
                    <a:pt x="4408411" y="1579762"/>
                  </a:lnTo>
                  <a:lnTo>
                    <a:pt x="4409079" y="1579762"/>
                  </a:lnTo>
                  <a:lnTo>
                    <a:pt x="4409747" y="1579762"/>
                  </a:lnTo>
                  <a:lnTo>
                    <a:pt x="4410415" y="1579762"/>
                  </a:lnTo>
                  <a:lnTo>
                    <a:pt x="4411083" y="1579762"/>
                  </a:lnTo>
                  <a:lnTo>
                    <a:pt x="4411751" y="1579762"/>
                  </a:lnTo>
                  <a:lnTo>
                    <a:pt x="4412419" y="1579762"/>
                  </a:lnTo>
                  <a:lnTo>
                    <a:pt x="4413088" y="1579762"/>
                  </a:lnTo>
                  <a:lnTo>
                    <a:pt x="4413756" y="1579762"/>
                  </a:lnTo>
                  <a:lnTo>
                    <a:pt x="4414424" y="1579762"/>
                  </a:lnTo>
                  <a:lnTo>
                    <a:pt x="4415092" y="1579623"/>
                  </a:lnTo>
                  <a:lnTo>
                    <a:pt x="4415760" y="1579623"/>
                  </a:lnTo>
                  <a:lnTo>
                    <a:pt x="4416428" y="1579623"/>
                  </a:lnTo>
                  <a:lnTo>
                    <a:pt x="4417096" y="1579623"/>
                  </a:lnTo>
                  <a:lnTo>
                    <a:pt x="4417764" y="1579623"/>
                  </a:lnTo>
                  <a:lnTo>
                    <a:pt x="4418432" y="1579623"/>
                  </a:lnTo>
                  <a:lnTo>
                    <a:pt x="4419100" y="1579623"/>
                  </a:lnTo>
                  <a:lnTo>
                    <a:pt x="4419768" y="1579623"/>
                  </a:lnTo>
                  <a:lnTo>
                    <a:pt x="4420436" y="1579623"/>
                  </a:lnTo>
                  <a:lnTo>
                    <a:pt x="4421104" y="1579623"/>
                  </a:lnTo>
                  <a:lnTo>
                    <a:pt x="4421772" y="1579623"/>
                  </a:lnTo>
                  <a:lnTo>
                    <a:pt x="4422440" y="1579623"/>
                  </a:lnTo>
                  <a:lnTo>
                    <a:pt x="4423108" y="1579623"/>
                  </a:lnTo>
                  <a:lnTo>
                    <a:pt x="4423776" y="1579623"/>
                  </a:lnTo>
                  <a:lnTo>
                    <a:pt x="4424444" y="1579623"/>
                  </a:lnTo>
                  <a:lnTo>
                    <a:pt x="4425112" y="1579623"/>
                  </a:lnTo>
                  <a:lnTo>
                    <a:pt x="4425780" y="1579623"/>
                  </a:lnTo>
                  <a:lnTo>
                    <a:pt x="4426448" y="1579623"/>
                  </a:lnTo>
                  <a:lnTo>
                    <a:pt x="4427116" y="1579623"/>
                  </a:lnTo>
                  <a:lnTo>
                    <a:pt x="4427784" y="1579623"/>
                  </a:lnTo>
                  <a:lnTo>
                    <a:pt x="4428452" y="1579623"/>
                  </a:lnTo>
                  <a:lnTo>
                    <a:pt x="4429120" y="1579623"/>
                  </a:lnTo>
                  <a:lnTo>
                    <a:pt x="4429788" y="1579623"/>
                  </a:lnTo>
                  <a:lnTo>
                    <a:pt x="4430456" y="1579623"/>
                  </a:lnTo>
                  <a:lnTo>
                    <a:pt x="4431124" y="1579762"/>
                  </a:lnTo>
                  <a:lnTo>
                    <a:pt x="4431792" y="1579762"/>
                  </a:lnTo>
                  <a:lnTo>
                    <a:pt x="4432460" y="1579762"/>
                  </a:lnTo>
                  <a:lnTo>
                    <a:pt x="4433128" y="1579762"/>
                  </a:lnTo>
                  <a:lnTo>
                    <a:pt x="4433796" y="1579762"/>
                  </a:lnTo>
                  <a:lnTo>
                    <a:pt x="4434464" y="1579762"/>
                  </a:lnTo>
                  <a:lnTo>
                    <a:pt x="4435132" y="1572015"/>
                  </a:lnTo>
                  <a:lnTo>
                    <a:pt x="4435800" y="1521974"/>
                  </a:lnTo>
                  <a:lnTo>
                    <a:pt x="4436468" y="1521974"/>
                  </a:lnTo>
                  <a:lnTo>
                    <a:pt x="4437136" y="1540471"/>
                  </a:lnTo>
                  <a:lnTo>
                    <a:pt x="4437805" y="1462612"/>
                  </a:lnTo>
                  <a:lnTo>
                    <a:pt x="4438473" y="1467438"/>
                  </a:lnTo>
                  <a:lnTo>
                    <a:pt x="4439141" y="1467438"/>
                  </a:lnTo>
                  <a:lnTo>
                    <a:pt x="4439809" y="1533897"/>
                  </a:lnTo>
                  <a:lnTo>
                    <a:pt x="4440477" y="1578708"/>
                  </a:lnTo>
                  <a:lnTo>
                    <a:pt x="4441145" y="1535469"/>
                  </a:lnTo>
                  <a:lnTo>
                    <a:pt x="4441813" y="1578708"/>
                  </a:lnTo>
                  <a:lnTo>
                    <a:pt x="4442481" y="1547391"/>
                  </a:lnTo>
                  <a:lnTo>
                    <a:pt x="4443149" y="1510467"/>
                  </a:lnTo>
                  <a:lnTo>
                    <a:pt x="4443817" y="1499679"/>
                  </a:lnTo>
                  <a:lnTo>
                    <a:pt x="4444485" y="1502359"/>
                  </a:lnTo>
                  <a:lnTo>
                    <a:pt x="4445153" y="1521439"/>
                  </a:lnTo>
                  <a:lnTo>
                    <a:pt x="4445821" y="1555528"/>
                  </a:lnTo>
                  <a:lnTo>
                    <a:pt x="4446489" y="1555528"/>
                  </a:lnTo>
                  <a:lnTo>
                    <a:pt x="4447157" y="1579762"/>
                  </a:lnTo>
                  <a:lnTo>
                    <a:pt x="4447825" y="1579762"/>
                  </a:lnTo>
                  <a:lnTo>
                    <a:pt x="4448493" y="1579762"/>
                  </a:lnTo>
                  <a:lnTo>
                    <a:pt x="4449161" y="1579762"/>
                  </a:lnTo>
                  <a:lnTo>
                    <a:pt x="4449829" y="1578708"/>
                  </a:lnTo>
                  <a:lnTo>
                    <a:pt x="4450497" y="1501104"/>
                  </a:lnTo>
                  <a:lnTo>
                    <a:pt x="4451165" y="1474294"/>
                  </a:lnTo>
                  <a:lnTo>
                    <a:pt x="4451833" y="1406262"/>
                  </a:lnTo>
                  <a:lnTo>
                    <a:pt x="4452501" y="1431296"/>
                  </a:lnTo>
                  <a:lnTo>
                    <a:pt x="4453169" y="1432267"/>
                  </a:lnTo>
                  <a:lnTo>
                    <a:pt x="4453837" y="1420472"/>
                  </a:lnTo>
                  <a:lnTo>
                    <a:pt x="4454505" y="1442232"/>
                  </a:lnTo>
                  <a:lnTo>
                    <a:pt x="4455173" y="1521974"/>
                  </a:lnTo>
                  <a:lnTo>
                    <a:pt x="4455841" y="1521974"/>
                  </a:lnTo>
                  <a:lnTo>
                    <a:pt x="4456509" y="1521974"/>
                  </a:lnTo>
                  <a:lnTo>
                    <a:pt x="4457177" y="1515173"/>
                  </a:lnTo>
                  <a:lnTo>
                    <a:pt x="4457845" y="1496072"/>
                  </a:lnTo>
                  <a:lnTo>
                    <a:pt x="4458513" y="1496072"/>
                  </a:lnTo>
                  <a:lnTo>
                    <a:pt x="4459181" y="1496072"/>
                  </a:lnTo>
                  <a:lnTo>
                    <a:pt x="4459849" y="1579762"/>
                  </a:lnTo>
                  <a:lnTo>
                    <a:pt x="4460517" y="1579762"/>
                  </a:lnTo>
                  <a:lnTo>
                    <a:pt x="4461185" y="1579762"/>
                  </a:lnTo>
                  <a:lnTo>
                    <a:pt x="4461853" y="1579762"/>
                  </a:lnTo>
                  <a:lnTo>
                    <a:pt x="4462522" y="1579762"/>
                  </a:lnTo>
                  <a:lnTo>
                    <a:pt x="4463190" y="1579762"/>
                  </a:lnTo>
                  <a:lnTo>
                    <a:pt x="4463858" y="1579762"/>
                  </a:lnTo>
                  <a:lnTo>
                    <a:pt x="4464526" y="1579762"/>
                  </a:lnTo>
                  <a:lnTo>
                    <a:pt x="4465194" y="1579762"/>
                  </a:lnTo>
                  <a:lnTo>
                    <a:pt x="4465862" y="1579762"/>
                  </a:lnTo>
                  <a:lnTo>
                    <a:pt x="4466530" y="1579762"/>
                  </a:lnTo>
                  <a:lnTo>
                    <a:pt x="4467198" y="1579762"/>
                  </a:lnTo>
                  <a:lnTo>
                    <a:pt x="4467866" y="1579762"/>
                  </a:lnTo>
                  <a:lnTo>
                    <a:pt x="4468534" y="1579762"/>
                  </a:lnTo>
                  <a:lnTo>
                    <a:pt x="4469202" y="1579762"/>
                  </a:lnTo>
                  <a:lnTo>
                    <a:pt x="4469870" y="1579762"/>
                  </a:lnTo>
                  <a:lnTo>
                    <a:pt x="4470538" y="1535064"/>
                  </a:lnTo>
                  <a:lnTo>
                    <a:pt x="4471206" y="1535064"/>
                  </a:lnTo>
                  <a:lnTo>
                    <a:pt x="4471874" y="1535064"/>
                  </a:lnTo>
                  <a:lnTo>
                    <a:pt x="4472542" y="1535064"/>
                  </a:lnTo>
                  <a:lnTo>
                    <a:pt x="4473210" y="1535064"/>
                  </a:lnTo>
                  <a:lnTo>
                    <a:pt x="4473878" y="1535064"/>
                  </a:lnTo>
                  <a:lnTo>
                    <a:pt x="4474546" y="1527972"/>
                  </a:lnTo>
                  <a:lnTo>
                    <a:pt x="4475214" y="1462612"/>
                  </a:lnTo>
                  <a:lnTo>
                    <a:pt x="4475882" y="1462612"/>
                  </a:lnTo>
                  <a:lnTo>
                    <a:pt x="4476550" y="1447385"/>
                  </a:lnTo>
                  <a:lnTo>
                    <a:pt x="4477218" y="1428788"/>
                  </a:lnTo>
                  <a:lnTo>
                    <a:pt x="4477886" y="1424047"/>
                  </a:lnTo>
                  <a:lnTo>
                    <a:pt x="4478554" y="1485555"/>
                  </a:lnTo>
                  <a:lnTo>
                    <a:pt x="4479222" y="1394971"/>
                  </a:lnTo>
                  <a:lnTo>
                    <a:pt x="4479890" y="1398996"/>
                  </a:lnTo>
                  <a:lnTo>
                    <a:pt x="4480558" y="1480680"/>
                  </a:lnTo>
                  <a:lnTo>
                    <a:pt x="4481226" y="1480680"/>
                  </a:lnTo>
                  <a:lnTo>
                    <a:pt x="4481894" y="1480680"/>
                  </a:lnTo>
                  <a:lnTo>
                    <a:pt x="4482562" y="1480680"/>
                  </a:lnTo>
                  <a:lnTo>
                    <a:pt x="4483230" y="1480680"/>
                  </a:lnTo>
                  <a:lnTo>
                    <a:pt x="4483898" y="1480680"/>
                  </a:lnTo>
                  <a:lnTo>
                    <a:pt x="4484566" y="1489915"/>
                  </a:lnTo>
                  <a:lnTo>
                    <a:pt x="4485234" y="1579623"/>
                  </a:lnTo>
                  <a:lnTo>
                    <a:pt x="4485902" y="1579623"/>
                  </a:lnTo>
                  <a:lnTo>
                    <a:pt x="4486570" y="1579623"/>
                  </a:lnTo>
                  <a:lnTo>
                    <a:pt x="4487239" y="1579623"/>
                  </a:lnTo>
                  <a:lnTo>
                    <a:pt x="4487907" y="1579623"/>
                  </a:lnTo>
                  <a:lnTo>
                    <a:pt x="4488575" y="1579623"/>
                  </a:lnTo>
                  <a:lnTo>
                    <a:pt x="4489243" y="1579623"/>
                  </a:lnTo>
                  <a:lnTo>
                    <a:pt x="4489911" y="1579623"/>
                  </a:lnTo>
                  <a:lnTo>
                    <a:pt x="4490579" y="1494583"/>
                  </a:lnTo>
                  <a:lnTo>
                    <a:pt x="4491247" y="1480680"/>
                  </a:lnTo>
                  <a:lnTo>
                    <a:pt x="4491915" y="1480680"/>
                  </a:lnTo>
                  <a:lnTo>
                    <a:pt x="4492583" y="1480680"/>
                  </a:lnTo>
                  <a:lnTo>
                    <a:pt x="4493251" y="1480680"/>
                  </a:lnTo>
                  <a:lnTo>
                    <a:pt x="4493919" y="1480680"/>
                  </a:lnTo>
                  <a:lnTo>
                    <a:pt x="4494587" y="1480680"/>
                  </a:lnTo>
                  <a:lnTo>
                    <a:pt x="4495255" y="1440689"/>
                  </a:lnTo>
                  <a:lnTo>
                    <a:pt x="4495923" y="1394971"/>
                  </a:lnTo>
                  <a:lnTo>
                    <a:pt x="4496591" y="1496072"/>
                  </a:lnTo>
                  <a:lnTo>
                    <a:pt x="4497259" y="1483856"/>
                  </a:lnTo>
                  <a:lnTo>
                    <a:pt x="4497927" y="1446374"/>
                  </a:lnTo>
                  <a:lnTo>
                    <a:pt x="4498595" y="1446374"/>
                  </a:lnTo>
                  <a:lnTo>
                    <a:pt x="4499263" y="1401615"/>
                  </a:lnTo>
                  <a:lnTo>
                    <a:pt x="4499931" y="1311763"/>
                  </a:lnTo>
                  <a:lnTo>
                    <a:pt x="4500599" y="1397568"/>
                  </a:lnTo>
                  <a:lnTo>
                    <a:pt x="4501267" y="1472721"/>
                  </a:lnTo>
                  <a:lnTo>
                    <a:pt x="4501935" y="1474294"/>
                  </a:lnTo>
                  <a:lnTo>
                    <a:pt x="4502603" y="1555528"/>
                  </a:lnTo>
                  <a:lnTo>
                    <a:pt x="4503271" y="1579762"/>
                  </a:lnTo>
                  <a:lnTo>
                    <a:pt x="4503939" y="1579762"/>
                  </a:lnTo>
                  <a:lnTo>
                    <a:pt x="4504607" y="1579762"/>
                  </a:lnTo>
                  <a:lnTo>
                    <a:pt x="4505275" y="1563156"/>
                  </a:lnTo>
                  <a:lnTo>
                    <a:pt x="4505943" y="1579762"/>
                  </a:lnTo>
                  <a:lnTo>
                    <a:pt x="4506611" y="1579762"/>
                  </a:lnTo>
                  <a:lnTo>
                    <a:pt x="4507279" y="1579762"/>
                  </a:lnTo>
                  <a:lnTo>
                    <a:pt x="4507947" y="1579762"/>
                  </a:lnTo>
                  <a:lnTo>
                    <a:pt x="4508615" y="1579762"/>
                  </a:lnTo>
                  <a:lnTo>
                    <a:pt x="4509283" y="1558452"/>
                  </a:lnTo>
                  <a:lnTo>
                    <a:pt x="4509951" y="1579762"/>
                  </a:lnTo>
                  <a:lnTo>
                    <a:pt x="4510619" y="1521439"/>
                  </a:lnTo>
                  <a:lnTo>
                    <a:pt x="4511288" y="1499679"/>
                  </a:lnTo>
                  <a:lnTo>
                    <a:pt x="4511956" y="1499679"/>
                  </a:lnTo>
                  <a:lnTo>
                    <a:pt x="4512624" y="1418444"/>
                  </a:lnTo>
                  <a:lnTo>
                    <a:pt x="4513292" y="1416872"/>
                  </a:lnTo>
                  <a:lnTo>
                    <a:pt x="4513960" y="1350413"/>
                  </a:lnTo>
                  <a:lnTo>
                    <a:pt x="4514628" y="1314022"/>
                  </a:lnTo>
                  <a:lnTo>
                    <a:pt x="4515296" y="1350413"/>
                  </a:lnTo>
                  <a:lnTo>
                    <a:pt x="4515964" y="1350413"/>
                  </a:lnTo>
                  <a:lnTo>
                    <a:pt x="4516632" y="1350413"/>
                  </a:lnTo>
                  <a:lnTo>
                    <a:pt x="4517300" y="1350413"/>
                  </a:lnTo>
                  <a:lnTo>
                    <a:pt x="4517968" y="1350413"/>
                  </a:lnTo>
                  <a:lnTo>
                    <a:pt x="4518636" y="1350413"/>
                  </a:lnTo>
                  <a:lnTo>
                    <a:pt x="4519304" y="1442263"/>
                  </a:lnTo>
                  <a:lnTo>
                    <a:pt x="4519972" y="1480308"/>
                  </a:lnTo>
                  <a:lnTo>
                    <a:pt x="4520640" y="1572014"/>
                  </a:lnTo>
                  <a:lnTo>
                    <a:pt x="4521308" y="1579762"/>
                  </a:lnTo>
                  <a:lnTo>
                    <a:pt x="4521976" y="1579762"/>
                  </a:lnTo>
                  <a:lnTo>
                    <a:pt x="4522644" y="1579762"/>
                  </a:lnTo>
                  <a:lnTo>
                    <a:pt x="4523312" y="1579762"/>
                  </a:lnTo>
                  <a:lnTo>
                    <a:pt x="4523980" y="1579762"/>
                  </a:lnTo>
                  <a:lnTo>
                    <a:pt x="4524648" y="1579762"/>
                  </a:lnTo>
                  <a:lnTo>
                    <a:pt x="4525316" y="1579762"/>
                  </a:lnTo>
                  <a:lnTo>
                    <a:pt x="4525984" y="1579762"/>
                  </a:lnTo>
                  <a:lnTo>
                    <a:pt x="4526652" y="1579762"/>
                  </a:lnTo>
                  <a:lnTo>
                    <a:pt x="4527320" y="1579762"/>
                  </a:lnTo>
                  <a:lnTo>
                    <a:pt x="4527988" y="1579762"/>
                  </a:lnTo>
                  <a:lnTo>
                    <a:pt x="4528656" y="1579762"/>
                  </a:lnTo>
                  <a:lnTo>
                    <a:pt x="4529324" y="1579762"/>
                  </a:lnTo>
                  <a:lnTo>
                    <a:pt x="4529992" y="1579762"/>
                  </a:lnTo>
                  <a:lnTo>
                    <a:pt x="4530660" y="1579762"/>
                  </a:lnTo>
                  <a:lnTo>
                    <a:pt x="4531328" y="1579762"/>
                  </a:lnTo>
                  <a:lnTo>
                    <a:pt x="4531996" y="1579762"/>
                  </a:lnTo>
                  <a:lnTo>
                    <a:pt x="4532664" y="1579762"/>
                  </a:lnTo>
                  <a:lnTo>
                    <a:pt x="4533332" y="1579762"/>
                  </a:lnTo>
                  <a:lnTo>
                    <a:pt x="4534000" y="1579762"/>
                  </a:lnTo>
                  <a:lnTo>
                    <a:pt x="4534668" y="1579762"/>
                  </a:lnTo>
                  <a:lnTo>
                    <a:pt x="4535336" y="1495422"/>
                  </a:lnTo>
                  <a:lnTo>
                    <a:pt x="4536005" y="1515011"/>
                  </a:lnTo>
                  <a:lnTo>
                    <a:pt x="4536673" y="1462612"/>
                  </a:lnTo>
                  <a:lnTo>
                    <a:pt x="4537341" y="1462612"/>
                  </a:lnTo>
                  <a:lnTo>
                    <a:pt x="4538009" y="1467438"/>
                  </a:lnTo>
                  <a:lnTo>
                    <a:pt x="4538677" y="1467438"/>
                  </a:lnTo>
                  <a:lnTo>
                    <a:pt x="4539345" y="1467438"/>
                  </a:lnTo>
                  <a:lnTo>
                    <a:pt x="4540013" y="1467438"/>
                  </a:lnTo>
                  <a:lnTo>
                    <a:pt x="4540681" y="1467438"/>
                  </a:lnTo>
                  <a:lnTo>
                    <a:pt x="4541349" y="1467438"/>
                  </a:lnTo>
                  <a:lnTo>
                    <a:pt x="4542017" y="1467438"/>
                  </a:lnTo>
                  <a:lnTo>
                    <a:pt x="4542685" y="1467438"/>
                  </a:lnTo>
                  <a:lnTo>
                    <a:pt x="4543353" y="1467438"/>
                  </a:lnTo>
                  <a:lnTo>
                    <a:pt x="4544021" y="1500360"/>
                  </a:lnTo>
                  <a:lnTo>
                    <a:pt x="4544689" y="1549488"/>
                  </a:lnTo>
                  <a:lnTo>
                    <a:pt x="4545357" y="1579762"/>
                  </a:lnTo>
                  <a:lnTo>
                    <a:pt x="4546025" y="1579762"/>
                  </a:lnTo>
                  <a:lnTo>
                    <a:pt x="4546693" y="1579762"/>
                  </a:lnTo>
                  <a:lnTo>
                    <a:pt x="4547361" y="1579762"/>
                  </a:lnTo>
                  <a:lnTo>
                    <a:pt x="4548029" y="1579623"/>
                  </a:lnTo>
                  <a:lnTo>
                    <a:pt x="4548697" y="1579623"/>
                  </a:lnTo>
                  <a:lnTo>
                    <a:pt x="4549365" y="1579623"/>
                  </a:lnTo>
                  <a:lnTo>
                    <a:pt x="4550033" y="1579623"/>
                  </a:lnTo>
                  <a:lnTo>
                    <a:pt x="4550701" y="1579623"/>
                  </a:lnTo>
                  <a:lnTo>
                    <a:pt x="4551369" y="1579623"/>
                  </a:lnTo>
                  <a:lnTo>
                    <a:pt x="4552037" y="1579623"/>
                  </a:lnTo>
                  <a:lnTo>
                    <a:pt x="4552705" y="1579623"/>
                  </a:lnTo>
                  <a:lnTo>
                    <a:pt x="4553373" y="1579623"/>
                  </a:lnTo>
                  <a:lnTo>
                    <a:pt x="4554041" y="1548306"/>
                  </a:lnTo>
                  <a:lnTo>
                    <a:pt x="4554709" y="1415350"/>
                  </a:lnTo>
                  <a:lnTo>
                    <a:pt x="4555377" y="1394971"/>
                  </a:lnTo>
                  <a:lnTo>
                    <a:pt x="4556045" y="1394971"/>
                  </a:lnTo>
                  <a:lnTo>
                    <a:pt x="4556713" y="1394971"/>
                  </a:lnTo>
                  <a:lnTo>
                    <a:pt x="4557381" y="1394971"/>
                  </a:lnTo>
                  <a:lnTo>
                    <a:pt x="4558049" y="1394971"/>
                  </a:lnTo>
                  <a:lnTo>
                    <a:pt x="4558717" y="1386998"/>
                  </a:lnTo>
                  <a:lnTo>
                    <a:pt x="4559385" y="1319371"/>
                  </a:lnTo>
                  <a:lnTo>
                    <a:pt x="4560053" y="1217379"/>
                  </a:lnTo>
                  <a:lnTo>
                    <a:pt x="4560722" y="1190569"/>
                  </a:lnTo>
                  <a:lnTo>
                    <a:pt x="4561390" y="1190569"/>
                  </a:lnTo>
                  <a:lnTo>
                    <a:pt x="4562058" y="1190569"/>
                  </a:lnTo>
                  <a:lnTo>
                    <a:pt x="4562726" y="1190569"/>
                  </a:lnTo>
                  <a:lnTo>
                    <a:pt x="4563394" y="1190569"/>
                  </a:lnTo>
                  <a:lnTo>
                    <a:pt x="4564062" y="1208317"/>
                  </a:lnTo>
                  <a:lnTo>
                    <a:pt x="4564730" y="1301785"/>
                  </a:lnTo>
                  <a:lnTo>
                    <a:pt x="4565398" y="1319371"/>
                  </a:lnTo>
                  <a:lnTo>
                    <a:pt x="4566066" y="1319371"/>
                  </a:lnTo>
                  <a:lnTo>
                    <a:pt x="4566734" y="1319371"/>
                  </a:lnTo>
                  <a:lnTo>
                    <a:pt x="4567402" y="1319371"/>
                  </a:lnTo>
                  <a:lnTo>
                    <a:pt x="4568070" y="1319371"/>
                  </a:lnTo>
                  <a:lnTo>
                    <a:pt x="4568738" y="1326543"/>
                  </a:lnTo>
                  <a:lnTo>
                    <a:pt x="4569406" y="1394971"/>
                  </a:lnTo>
                  <a:lnTo>
                    <a:pt x="4570074" y="1533203"/>
                  </a:lnTo>
                  <a:lnTo>
                    <a:pt x="4570742" y="1579762"/>
                  </a:lnTo>
                  <a:lnTo>
                    <a:pt x="4571410" y="1579762"/>
                  </a:lnTo>
                  <a:lnTo>
                    <a:pt x="4572078" y="1579762"/>
                  </a:lnTo>
                  <a:lnTo>
                    <a:pt x="4572746" y="1579762"/>
                  </a:lnTo>
                  <a:lnTo>
                    <a:pt x="4573414" y="1579762"/>
                  </a:lnTo>
                  <a:lnTo>
                    <a:pt x="4574082" y="1579762"/>
                  </a:lnTo>
                  <a:lnTo>
                    <a:pt x="4574750" y="1579762"/>
                  </a:lnTo>
                  <a:lnTo>
                    <a:pt x="4575418" y="1579762"/>
                  </a:lnTo>
                  <a:lnTo>
                    <a:pt x="4576086" y="1579762"/>
                  </a:lnTo>
                  <a:lnTo>
                    <a:pt x="4576754" y="1579762"/>
                  </a:lnTo>
                  <a:lnTo>
                    <a:pt x="4577422" y="1579762"/>
                  </a:lnTo>
                  <a:lnTo>
                    <a:pt x="4578090" y="1579762"/>
                  </a:lnTo>
                  <a:lnTo>
                    <a:pt x="4578758" y="1579762"/>
                  </a:lnTo>
                  <a:lnTo>
                    <a:pt x="4579426" y="1579762"/>
                  </a:lnTo>
                  <a:lnTo>
                    <a:pt x="4580094" y="1579762"/>
                  </a:lnTo>
                  <a:lnTo>
                    <a:pt x="4580762" y="1579762"/>
                  </a:lnTo>
                  <a:lnTo>
                    <a:pt x="4581430" y="1579762"/>
                  </a:lnTo>
                  <a:lnTo>
                    <a:pt x="4582098" y="1579762"/>
                  </a:lnTo>
                  <a:lnTo>
                    <a:pt x="4582766" y="1579762"/>
                  </a:lnTo>
                  <a:lnTo>
                    <a:pt x="4583434" y="1579762"/>
                  </a:lnTo>
                  <a:lnTo>
                    <a:pt x="4584102" y="1579762"/>
                  </a:lnTo>
                  <a:lnTo>
                    <a:pt x="4584771" y="1579762"/>
                  </a:lnTo>
                  <a:lnTo>
                    <a:pt x="4585439" y="1579762"/>
                  </a:lnTo>
                  <a:lnTo>
                    <a:pt x="4586107" y="1579762"/>
                  </a:lnTo>
                  <a:lnTo>
                    <a:pt x="4586775" y="1579762"/>
                  </a:lnTo>
                  <a:lnTo>
                    <a:pt x="4587443" y="1579762"/>
                  </a:lnTo>
                  <a:lnTo>
                    <a:pt x="4588111" y="1579762"/>
                  </a:lnTo>
                  <a:lnTo>
                    <a:pt x="4588779" y="1579762"/>
                  </a:lnTo>
                  <a:lnTo>
                    <a:pt x="4589447" y="1579762"/>
                  </a:lnTo>
                  <a:lnTo>
                    <a:pt x="4590115" y="1579762"/>
                  </a:lnTo>
                  <a:lnTo>
                    <a:pt x="4590783" y="1579762"/>
                  </a:lnTo>
                  <a:lnTo>
                    <a:pt x="4591451" y="1579762"/>
                  </a:lnTo>
                  <a:lnTo>
                    <a:pt x="4592119" y="1579762"/>
                  </a:lnTo>
                  <a:lnTo>
                    <a:pt x="4592787" y="1579762"/>
                  </a:lnTo>
                  <a:lnTo>
                    <a:pt x="4593455" y="1579762"/>
                  </a:lnTo>
                  <a:lnTo>
                    <a:pt x="4594123" y="1579762"/>
                  </a:lnTo>
                  <a:lnTo>
                    <a:pt x="4594791" y="1579762"/>
                  </a:lnTo>
                  <a:lnTo>
                    <a:pt x="4595459" y="1579762"/>
                  </a:lnTo>
                  <a:lnTo>
                    <a:pt x="4596127" y="1579762"/>
                  </a:lnTo>
                  <a:lnTo>
                    <a:pt x="4596795" y="1579762"/>
                  </a:lnTo>
                  <a:lnTo>
                    <a:pt x="4597463" y="1579762"/>
                  </a:lnTo>
                  <a:lnTo>
                    <a:pt x="4598131" y="1555528"/>
                  </a:lnTo>
                  <a:lnTo>
                    <a:pt x="4598799" y="1518678"/>
                  </a:lnTo>
                  <a:lnTo>
                    <a:pt x="4599467" y="1549719"/>
                  </a:lnTo>
                  <a:lnTo>
                    <a:pt x="4600135" y="1555528"/>
                  </a:lnTo>
                  <a:lnTo>
                    <a:pt x="4600803" y="1532288"/>
                  </a:lnTo>
                  <a:lnTo>
                    <a:pt x="4601471" y="1535469"/>
                  </a:lnTo>
                  <a:lnTo>
                    <a:pt x="4602139" y="1579762"/>
                  </a:lnTo>
                  <a:lnTo>
                    <a:pt x="4602807" y="1535064"/>
                  </a:lnTo>
                  <a:lnTo>
                    <a:pt x="4603475" y="1535064"/>
                  </a:lnTo>
                  <a:lnTo>
                    <a:pt x="4604143" y="1530239"/>
                  </a:lnTo>
                  <a:lnTo>
                    <a:pt x="4604811" y="1446374"/>
                  </a:lnTo>
                  <a:lnTo>
                    <a:pt x="4605479" y="1420472"/>
                  </a:lnTo>
                  <a:lnTo>
                    <a:pt x="4606147" y="1390972"/>
                  </a:lnTo>
                  <a:lnTo>
                    <a:pt x="4606815" y="1394971"/>
                  </a:lnTo>
                  <a:lnTo>
                    <a:pt x="4607483" y="1394971"/>
                  </a:lnTo>
                  <a:lnTo>
                    <a:pt x="4608151" y="1480680"/>
                  </a:lnTo>
                  <a:lnTo>
                    <a:pt x="4608819" y="1543232"/>
                  </a:lnTo>
                  <a:lnTo>
                    <a:pt x="4609488" y="1579623"/>
                  </a:lnTo>
                  <a:lnTo>
                    <a:pt x="4610156" y="1579623"/>
                  </a:lnTo>
                  <a:lnTo>
                    <a:pt x="4610824" y="1579623"/>
                  </a:lnTo>
                  <a:lnTo>
                    <a:pt x="4611492" y="1579623"/>
                  </a:lnTo>
                  <a:lnTo>
                    <a:pt x="4612160" y="1579623"/>
                  </a:lnTo>
                  <a:lnTo>
                    <a:pt x="4612828" y="1579623"/>
                  </a:lnTo>
                  <a:lnTo>
                    <a:pt x="4613496" y="1579623"/>
                  </a:lnTo>
                  <a:lnTo>
                    <a:pt x="4614164" y="1579623"/>
                  </a:lnTo>
                  <a:lnTo>
                    <a:pt x="4614832" y="1579623"/>
                  </a:lnTo>
                  <a:lnTo>
                    <a:pt x="4615500" y="1579623"/>
                  </a:lnTo>
                  <a:lnTo>
                    <a:pt x="4616168" y="1579623"/>
                  </a:lnTo>
                  <a:lnTo>
                    <a:pt x="4616836" y="1579623"/>
                  </a:lnTo>
                  <a:lnTo>
                    <a:pt x="4617504" y="1579623"/>
                  </a:lnTo>
                  <a:lnTo>
                    <a:pt x="4618172" y="1579623"/>
                  </a:lnTo>
                  <a:lnTo>
                    <a:pt x="4618840" y="1579623"/>
                  </a:lnTo>
                  <a:lnTo>
                    <a:pt x="4619508" y="1579623"/>
                  </a:lnTo>
                  <a:lnTo>
                    <a:pt x="4620176" y="1579623"/>
                  </a:lnTo>
                  <a:lnTo>
                    <a:pt x="4620844" y="1579623"/>
                  </a:lnTo>
                  <a:lnTo>
                    <a:pt x="4621512" y="1579623"/>
                  </a:lnTo>
                  <a:lnTo>
                    <a:pt x="4622180" y="1579623"/>
                  </a:lnTo>
                  <a:lnTo>
                    <a:pt x="4622848" y="1579623"/>
                  </a:lnTo>
                  <a:lnTo>
                    <a:pt x="4623516" y="1579623"/>
                  </a:lnTo>
                  <a:lnTo>
                    <a:pt x="4624184" y="1579623"/>
                  </a:lnTo>
                  <a:lnTo>
                    <a:pt x="4624852" y="1579623"/>
                  </a:lnTo>
                  <a:lnTo>
                    <a:pt x="4625520" y="1579623"/>
                  </a:lnTo>
                  <a:lnTo>
                    <a:pt x="4626188" y="1579623"/>
                  </a:lnTo>
                  <a:lnTo>
                    <a:pt x="4626856" y="1579623"/>
                  </a:lnTo>
                  <a:lnTo>
                    <a:pt x="4627524" y="1579623"/>
                  </a:lnTo>
                  <a:lnTo>
                    <a:pt x="4628192" y="1579623"/>
                  </a:lnTo>
                  <a:lnTo>
                    <a:pt x="4628860" y="1579623"/>
                  </a:lnTo>
                  <a:lnTo>
                    <a:pt x="4629528" y="1579623"/>
                  </a:lnTo>
                  <a:lnTo>
                    <a:pt x="4630196" y="1579762"/>
                  </a:lnTo>
                  <a:lnTo>
                    <a:pt x="4630864" y="1579762"/>
                  </a:lnTo>
                  <a:lnTo>
                    <a:pt x="4631532" y="1579762"/>
                  </a:lnTo>
                  <a:lnTo>
                    <a:pt x="4632200" y="1579762"/>
                  </a:lnTo>
                  <a:lnTo>
                    <a:pt x="4632868" y="1579762"/>
                  </a:lnTo>
                  <a:lnTo>
                    <a:pt x="4633536" y="1579762"/>
                  </a:lnTo>
                  <a:lnTo>
                    <a:pt x="4634205" y="1579762"/>
                  </a:lnTo>
                  <a:lnTo>
                    <a:pt x="4634873" y="1578608"/>
                  </a:lnTo>
                  <a:lnTo>
                    <a:pt x="4635541" y="1535469"/>
                  </a:lnTo>
                  <a:lnTo>
                    <a:pt x="4636209" y="1535469"/>
                  </a:lnTo>
                  <a:lnTo>
                    <a:pt x="4636877" y="1522759"/>
                  </a:lnTo>
                  <a:lnTo>
                    <a:pt x="4637545" y="1434695"/>
                  </a:lnTo>
                  <a:lnTo>
                    <a:pt x="4638213" y="1418444"/>
                  </a:lnTo>
                  <a:lnTo>
                    <a:pt x="4638881" y="1418444"/>
                  </a:lnTo>
                  <a:lnTo>
                    <a:pt x="4639549" y="1399992"/>
                  </a:lnTo>
                  <a:lnTo>
                    <a:pt x="4640217" y="1329494"/>
                  </a:lnTo>
                  <a:lnTo>
                    <a:pt x="4640885" y="1207186"/>
                  </a:lnTo>
                  <a:lnTo>
                    <a:pt x="4641553" y="1165761"/>
                  </a:lnTo>
                  <a:lnTo>
                    <a:pt x="4642221" y="1195974"/>
                  </a:lnTo>
                  <a:lnTo>
                    <a:pt x="4642889" y="1187133"/>
                  </a:lnTo>
                  <a:lnTo>
                    <a:pt x="4643557" y="1202361"/>
                  </a:lnTo>
                  <a:lnTo>
                    <a:pt x="4644225" y="1208893"/>
                  </a:lnTo>
                  <a:lnTo>
                    <a:pt x="4644893" y="1227864"/>
                  </a:lnTo>
                  <a:lnTo>
                    <a:pt x="4645561" y="1261723"/>
                  </a:lnTo>
                  <a:lnTo>
                    <a:pt x="4646229" y="1261723"/>
                  </a:lnTo>
                  <a:lnTo>
                    <a:pt x="4646897" y="1272510"/>
                  </a:lnTo>
                  <a:lnTo>
                    <a:pt x="4647565" y="1359775"/>
                  </a:lnTo>
                  <a:lnTo>
                    <a:pt x="4648233" y="1378747"/>
                  </a:lnTo>
                  <a:lnTo>
                    <a:pt x="4648901" y="1378747"/>
                  </a:lnTo>
                  <a:lnTo>
                    <a:pt x="4649569" y="1401615"/>
                  </a:lnTo>
                  <a:lnTo>
                    <a:pt x="4650237" y="1502223"/>
                  </a:lnTo>
                  <a:lnTo>
                    <a:pt x="4650905" y="1579762"/>
                  </a:lnTo>
                  <a:lnTo>
                    <a:pt x="4651573" y="1579762"/>
                  </a:lnTo>
                  <a:lnTo>
                    <a:pt x="4652241" y="1579762"/>
                  </a:lnTo>
                  <a:lnTo>
                    <a:pt x="4652909" y="1579762"/>
                  </a:lnTo>
                  <a:lnTo>
                    <a:pt x="4653577" y="1579762"/>
                  </a:lnTo>
                  <a:lnTo>
                    <a:pt x="4654245" y="1579762"/>
                  </a:lnTo>
                  <a:lnTo>
                    <a:pt x="4654913" y="1579762"/>
                  </a:lnTo>
                  <a:lnTo>
                    <a:pt x="4655581" y="1579762"/>
                  </a:lnTo>
                  <a:lnTo>
                    <a:pt x="4656249" y="1579762"/>
                  </a:lnTo>
                  <a:lnTo>
                    <a:pt x="4656917" y="1579762"/>
                  </a:lnTo>
                  <a:lnTo>
                    <a:pt x="4657585" y="1579762"/>
                  </a:lnTo>
                  <a:lnTo>
                    <a:pt x="4658253" y="1579762"/>
                  </a:lnTo>
                  <a:lnTo>
                    <a:pt x="4658922" y="1579762"/>
                  </a:lnTo>
                  <a:lnTo>
                    <a:pt x="4659590" y="1579762"/>
                  </a:lnTo>
                  <a:lnTo>
                    <a:pt x="4660258" y="1579762"/>
                  </a:lnTo>
                  <a:lnTo>
                    <a:pt x="4660926" y="1579762"/>
                  </a:lnTo>
                  <a:lnTo>
                    <a:pt x="4661594" y="1579762"/>
                  </a:lnTo>
                  <a:lnTo>
                    <a:pt x="4662262" y="1579762"/>
                  </a:lnTo>
                  <a:lnTo>
                    <a:pt x="4662930" y="1579762"/>
                  </a:lnTo>
                  <a:lnTo>
                    <a:pt x="4663598" y="1579762"/>
                  </a:lnTo>
                  <a:lnTo>
                    <a:pt x="4664266" y="1579762"/>
                  </a:lnTo>
                  <a:lnTo>
                    <a:pt x="4664934" y="1521974"/>
                  </a:lnTo>
                  <a:lnTo>
                    <a:pt x="4665602" y="1521974"/>
                  </a:lnTo>
                  <a:lnTo>
                    <a:pt x="4666270" y="1546507"/>
                  </a:lnTo>
                  <a:lnTo>
                    <a:pt x="4666938" y="1579762"/>
                  </a:lnTo>
                  <a:lnTo>
                    <a:pt x="4667606" y="1538198"/>
                  </a:lnTo>
                  <a:lnTo>
                    <a:pt x="4668274" y="1579623"/>
                  </a:lnTo>
                  <a:lnTo>
                    <a:pt x="4668942" y="1579623"/>
                  </a:lnTo>
                  <a:lnTo>
                    <a:pt x="4669610" y="1518447"/>
                  </a:lnTo>
                  <a:lnTo>
                    <a:pt x="4670278" y="1480680"/>
                  </a:lnTo>
                  <a:lnTo>
                    <a:pt x="4670946" y="1480680"/>
                  </a:lnTo>
                  <a:lnTo>
                    <a:pt x="4671614" y="1480680"/>
                  </a:lnTo>
                  <a:lnTo>
                    <a:pt x="4672282" y="1480680"/>
                  </a:lnTo>
                  <a:lnTo>
                    <a:pt x="4672950" y="1480680"/>
                  </a:lnTo>
                  <a:lnTo>
                    <a:pt x="4673618" y="1480680"/>
                  </a:lnTo>
                  <a:lnTo>
                    <a:pt x="4674286" y="1471575"/>
                  </a:lnTo>
                  <a:lnTo>
                    <a:pt x="4674954" y="1394971"/>
                  </a:lnTo>
                  <a:lnTo>
                    <a:pt x="4675622" y="1394971"/>
                  </a:lnTo>
                  <a:lnTo>
                    <a:pt x="4676290" y="1394971"/>
                  </a:lnTo>
                  <a:lnTo>
                    <a:pt x="4676958" y="1394971"/>
                  </a:lnTo>
                  <a:lnTo>
                    <a:pt x="4677626" y="1394971"/>
                  </a:lnTo>
                  <a:lnTo>
                    <a:pt x="4678294" y="1394971"/>
                  </a:lnTo>
                  <a:lnTo>
                    <a:pt x="4678962" y="1394971"/>
                  </a:lnTo>
                  <a:lnTo>
                    <a:pt x="4679630" y="1445012"/>
                  </a:lnTo>
                  <a:lnTo>
                    <a:pt x="4680298" y="1480680"/>
                  </a:lnTo>
                  <a:lnTo>
                    <a:pt x="4680966" y="1480680"/>
                  </a:lnTo>
                  <a:lnTo>
                    <a:pt x="4681634" y="1398996"/>
                  </a:lnTo>
                  <a:lnTo>
                    <a:pt x="4682302" y="1394971"/>
                  </a:lnTo>
                  <a:lnTo>
                    <a:pt x="4682971" y="1394971"/>
                  </a:lnTo>
                  <a:lnTo>
                    <a:pt x="4683639" y="1394971"/>
                  </a:lnTo>
                  <a:lnTo>
                    <a:pt x="4684307" y="1403045"/>
                  </a:lnTo>
                  <a:lnTo>
                    <a:pt x="4684975" y="1480680"/>
                  </a:lnTo>
                  <a:lnTo>
                    <a:pt x="4685643" y="1480680"/>
                  </a:lnTo>
                  <a:lnTo>
                    <a:pt x="4686311" y="1432131"/>
                  </a:lnTo>
                  <a:lnTo>
                    <a:pt x="4686979" y="1394971"/>
                  </a:lnTo>
                  <a:lnTo>
                    <a:pt x="4687647" y="1394971"/>
                  </a:lnTo>
                  <a:lnTo>
                    <a:pt x="4688315" y="1394971"/>
                  </a:lnTo>
                  <a:lnTo>
                    <a:pt x="4688983" y="1394971"/>
                  </a:lnTo>
                  <a:lnTo>
                    <a:pt x="4689651" y="1394971"/>
                  </a:lnTo>
                  <a:lnTo>
                    <a:pt x="4690319" y="1394971"/>
                  </a:lnTo>
                  <a:lnTo>
                    <a:pt x="4690987" y="1394971"/>
                  </a:lnTo>
                  <a:lnTo>
                    <a:pt x="4691655" y="1476111"/>
                  </a:lnTo>
                  <a:lnTo>
                    <a:pt x="4692323" y="1480680"/>
                  </a:lnTo>
                  <a:lnTo>
                    <a:pt x="4692991" y="1480680"/>
                  </a:lnTo>
                  <a:lnTo>
                    <a:pt x="4693659" y="1480680"/>
                  </a:lnTo>
                  <a:lnTo>
                    <a:pt x="4694327" y="1480680"/>
                  </a:lnTo>
                  <a:lnTo>
                    <a:pt x="4694995" y="1480680"/>
                  </a:lnTo>
                  <a:lnTo>
                    <a:pt x="4695663" y="1480680"/>
                  </a:lnTo>
                  <a:lnTo>
                    <a:pt x="4696331" y="1533203"/>
                  </a:lnTo>
                  <a:lnTo>
                    <a:pt x="4696999" y="1579623"/>
                  </a:lnTo>
                  <a:lnTo>
                    <a:pt x="4697667" y="1579623"/>
                  </a:lnTo>
                  <a:lnTo>
                    <a:pt x="4698335" y="1579623"/>
                  </a:lnTo>
                  <a:lnTo>
                    <a:pt x="4699003" y="1579623"/>
                  </a:lnTo>
                  <a:lnTo>
                    <a:pt x="4699671" y="1579623"/>
                  </a:lnTo>
                  <a:lnTo>
                    <a:pt x="4700339" y="1579623"/>
                  </a:lnTo>
                  <a:lnTo>
                    <a:pt x="4701007" y="1579623"/>
                  </a:lnTo>
                  <a:lnTo>
                    <a:pt x="4701675" y="1528247"/>
                  </a:lnTo>
                  <a:lnTo>
                    <a:pt x="4702343" y="1480680"/>
                  </a:lnTo>
                  <a:lnTo>
                    <a:pt x="4703011" y="1480680"/>
                  </a:lnTo>
                  <a:lnTo>
                    <a:pt x="4703679" y="1480680"/>
                  </a:lnTo>
                  <a:lnTo>
                    <a:pt x="4704347" y="1480680"/>
                  </a:lnTo>
                  <a:lnTo>
                    <a:pt x="4705015" y="1480680"/>
                  </a:lnTo>
                  <a:lnTo>
                    <a:pt x="4705683" y="1480680"/>
                  </a:lnTo>
                  <a:lnTo>
                    <a:pt x="4706351" y="1480680"/>
                  </a:lnTo>
                  <a:lnTo>
                    <a:pt x="4707019" y="1458156"/>
                  </a:lnTo>
                  <a:lnTo>
                    <a:pt x="4707688" y="1394971"/>
                  </a:lnTo>
                  <a:lnTo>
                    <a:pt x="4708356" y="1394971"/>
                  </a:lnTo>
                  <a:lnTo>
                    <a:pt x="4709024" y="1394971"/>
                  </a:lnTo>
                  <a:lnTo>
                    <a:pt x="4709692" y="1394971"/>
                  </a:lnTo>
                  <a:lnTo>
                    <a:pt x="4710360" y="1333796"/>
                  </a:lnTo>
                  <a:lnTo>
                    <a:pt x="4711028" y="1271295"/>
                  </a:lnTo>
                  <a:lnTo>
                    <a:pt x="4711696" y="1284668"/>
                  </a:lnTo>
                  <a:lnTo>
                    <a:pt x="4712364" y="1271295"/>
                  </a:lnTo>
                  <a:lnTo>
                    <a:pt x="4713032" y="1251745"/>
                  </a:lnTo>
                  <a:lnTo>
                    <a:pt x="4713700" y="1251745"/>
                  </a:lnTo>
                  <a:lnTo>
                    <a:pt x="4714368" y="1251745"/>
                  </a:lnTo>
                  <a:lnTo>
                    <a:pt x="4715036" y="1251745"/>
                  </a:lnTo>
                  <a:lnTo>
                    <a:pt x="4715704" y="1251745"/>
                  </a:lnTo>
                  <a:lnTo>
                    <a:pt x="4716372" y="1251745"/>
                  </a:lnTo>
                  <a:lnTo>
                    <a:pt x="4717040" y="1242188"/>
                  </a:lnTo>
                  <a:lnTo>
                    <a:pt x="4717708" y="1217379"/>
                  </a:lnTo>
                  <a:lnTo>
                    <a:pt x="4718376" y="1167643"/>
                  </a:lnTo>
                  <a:lnTo>
                    <a:pt x="4719044" y="1134720"/>
                  </a:lnTo>
                  <a:lnTo>
                    <a:pt x="4719712" y="1134720"/>
                  </a:lnTo>
                  <a:lnTo>
                    <a:pt x="4720380" y="1179004"/>
                  </a:lnTo>
                  <a:lnTo>
                    <a:pt x="4721048" y="1232772"/>
                  </a:lnTo>
                  <a:lnTo>
                    <a:pt x="4721716" y="1251745"/>
                  </a:lnTo>
                  <a:lnTo>
                    <a:pt x="4722384" y="1298325"/>
                  </a:lnTo>
                  <a:lnTo>
                    <a:pt x="4723052" y="1319371"/>
                  </a:lnTo>
                  <a:lnTo>
                    <a:pt x="4723720" y="1319371"/>
                  </a:lnTo>
                  <a:lnTo>
                    <a:pt x="4724388" y="1319371"/>
                  </a:lnTo>
                  <a:lnTo>
                    <a:pt x="4725056" y="1319371"/>
                  </a:lnTo>
                  <a:lnTo>
                    <a:pt x="4725724" y="1319371"/>
                  </a:lnTo>
                  <a:lnTo>
                    <a:pt x="4726392" y="1319371"/>
                  </a:lnTo>
                  <a:lnTo>
                    <a:pt x="4727060" y="1348552"/>
                  </a:lnTo>
                  <a:lnTo>
                    <a:pt x="4727728" y="1440689"/>
                  </a:lnTo>
                  <a:lnTo>
                    <a:pt x="4728396" y="1518447"/>
                  </a:lnTo>
                  <a:lnTo>
                    <a:pt x="4729064" y="1579623"/>
                  </a:lnTo>
                  <a:lnTo>
                    <a:pt x="4729732" y="1579623"/>
                  </a:lnTo>
                  <a:lnTo>
                    <a:pt x="4730400" y="1579623"/>
                  </a:lnTo>
                  <a:lnTo>
                    <a:pt x="4731068" y="1579623"/>
                  </a:lnTo>
                  <a:lnTo>
                    <a:pt x="4731736" y="1579623"/>
                  </a:lnTo>
                  <a:lnTo>
                    <a:pt x="4732405" y="1579623"/>
                  </a:lnTo>
                  <a:lnTo>
                    <a:pt x="4733073" y="1579762"/>
                  </a:lnTo>
                  <a:lnTo>
                    <a:pt x="4733741" y="1579762"/>
                  </a:lnTo>
                  <a:lnTo>
                    <a:pt x="4734409" y="1579762"/>
                  </a:lnTo>
                  <a:lnTo>
                    <a:pt x="4735077" y="1579762"/>
                  </a:lnTo>
                  <a:lnTo>
                    <a:pt x="4735745" y="1579762"/>
                  </a:lnTo>
                  <a:lnTo>
                    <a:pt x="4736413" y="1579762"/>
                  </a:lnTo>
                  <a:lnTo>
                    <a:pt x="4737081" y="1579762"/>
                  </a:lnTo>
                  <a:lnTo>
                    <a:pt x="4737749" y="1579762"/>
                  </a:lnTo>
                  <a:lnTo>
                    <a:pt x="4738417" y="1579762"/>
                  </a:lnTo>
                  <a:lnTo>
                    <a:pt x="4739085" y="1579762"/>
                  </a:lnTo>
                  <a:lnTo>
                    <a:pt x="4739753" y="1579762"/>
                  </a:lnTo>
                  <a:lnTo>
                    <a:pt x="4740421" y="1579762"/>
                  </a:lnTo>
                  <a:lnTo>
                    <a:pt x="4741089" y="1579762"/>
                  </a:lnTo>
                  <a:lnTo>
                    <a:pt x="4741757" y="1579762"/>
                  </a:lnTo>
                  <a:lnTo>
                    <a:pt x="4742425" y="1579762"/>
                  </a:lnTo>
                  <a:lnTo>
                    <a:pt x="4743093" y="1579762"/>
                  </a:lnTo>
                  <a:lnTo>
                    <a:pt x="4743761" y="1579762"/>
                  </a:lnTo>
                  <a:lnTo>
                    <a:pt x="4744429" y="1531508"/>
                  </a:lnTo>
                  <a:lnTo>
                    <a:pt x="4745097" y="1467438"/>
                  </a:lnTo>
                  <a:lnTo>
                    <a:pt x="4745765" y="1430037"/>
                  </a:lnTo>
                  <a:lnTo>
                    <a:pt x="4746433" y="1359101"/>
                  </a:lnTo>
                  <a:lnTo>
                    <a:pt x="4747101" y="1251470"/>
                  </a:lnTo>
                  <a:lnTo>
                    <a:pt x="4747769" y="1186139"/>
                  </a:lnTo>
                  <a:lnTo>
                    <a:pt x="4748437" y="1232220"/>
                  </a:lnTo>
                  <a:lnTo>
                    <a:pt x="4749105" y="1200569"/>
                  </a:lnTo>
                  <a:lnTo>
                    <a:pt x="4749773" y="1238119"/>
                  </a:lnTo>
                  <a:lnTo>
                    <a:pt x="4750441" y="1238119"/>
                  </a:lnTo>
                  <a:lnTo>
                    <a:pt x="4751109" y="1276115"/>
                  </a:lnTo>
                  <a:lnTo>
                    <a:pt x="4751777" y="1278006"/>
                  </a:lnTo>
                  <a:lnTo>
                    <a:pt x="4752445" y="1315028"/>
                  </a:lnTo>
                  <a:lnTo>
                    <a:pt x="4753113" y="1315028"/>
                  </a:lnTo>
                  <a:lnTo>
                    <a:pt x="4753781" y="1329224"/>
                  </a:lnTo>
                  <a:lnTo>
                    <a:pt x="4754449" y="1331278"/>
                  </a:lnTo>
                  <a:lnTo>
                    <a:pt x="4755117" y="1319052"/>
                  </a:lnTo>
                  <a:lnTo>
                    <a:pt x="4755785" y="1378504"/>
                  </a:lnTo>
                  <a:lnTo>
                    <a:pt x="4756453" y="1401847"/>
                  </a:lnTo>
                  <a:lnTo>
                    <a:pt x="4757122" y="1479883"/>
                  </a:lnTo>
                  <a:lnTo>
                    <a:pt x="4757790" y="1473477"/>
                  </a:lnTo>
                  <a:lnTo>
                    <a:pt x="4758458" y="1499679"/>
                  </a:lnTo>
                  <a:lnTo>
                    <a:pt x="4759126" y="1508838"/>
                  </a:lnTo>
                  <a:lnTo>
                    <a:pt x="4759794" y="1517532"/>
                  </a:lnTo>
                  <a:lnTo>
                    <a:pt x="4760462" y="1474294"/>
                  </a:lnTo>
                  <a:lnTo>
                    <a:pt x="4761130" y="1406262"/>
                  </a:lnTo>
                  <a:lnTo>
                    <a:pt x="4761798" y="1406262"/>
                  </a:lnTo>
                  <a:lnTo>
                    <a:pt x="4762466" y="1406262"/>
                  </a:lnTo>
                  <a:lnTo>
                    <a:pt x="4763134" y="1406262"/>
                  </a:lnTo>
                  <a:lnTo>
                    <a:pt x="4763802" y="1421018"/>
                  </a:lnTo>
                  <a:lnTo>
                    <a:pt x="4764470" y="1490523"/>
                  </a:lnTo>
                  <a:lnTo>
                    <a:pt x="4765138" y="1514001"/>
                  </a:lnTo>
                  <a:lnTo>
                    <a:pt x="4765806" y="1488940"/>
                  </a:lnTo>
                  <a:lnTo>
                    <a:pt x="4766474" y="1445012"/>
                  </a:lnTo>
                  <a:lnTo>
                    <a:pt x="4767142" y="1494583"/>
                  </a:lnTo>
                  <a:lnTo>
                    <a:pt x="4767810" y="1579623"/>
                  </a:lnTo>
                  <a:lnTo>
                    <a:pt x="4768478" y="1579623"/>
                  </a:lnTo>
                  <a:lnTo>
                    <a:pt x="4769146" y="1579623"/>
                  </a:lnTo>
                  <a:lnTo>
                    <a:pt x="4769814" y="1579623"/>
                  </a:lnTo>
                  <a:lnTo>
                    <a:pt x="4770482" y="1579623"/>
                  </a:lnTo>
                  <a:lnTo>
                    <a:pt x="4771150" y="1579623"/>
                  </a:lnTo>
                  <a:lnTo>
                    <a:pt x="4771818" y="1579623"/>
                  </a:lnTo>
                  <a:lnTo>
                    <a:pt x="4772486" y="1579623"/>
                  </a:lnTo>
                  <a:lnTo>
                    <a:pt x="4773154" y="1579623"/>
                  </a:lnTo>
                  <a:lnTo>
                    <a:pt x="4773822" y="1579623"/>
                  </a:lnTo>
                  <a:lnTo>
                    <a:pt x="4774490" y="1579623"/>
                  </a:lnTo>
                  <a:lnTo>
                    <a:pt x="4775158" y="1579623"/>
                  </a:lnTo>
                  <a:lnTo>
                    <a:pt x="4775826" y="1579623"/>
                  </a:lnTo>
                  <a:lnTo>
                    <a:pt x="4776494" y="1579623"/>
                  </a:lnTo>
                  <a:lnTo>
                    <a:pt x="4777162" y="1579623"/>
                  </a:lnTo>
                  <a:lnTo>
                    <a:pt x="4777830" y="1579623"/>
                  </a:lnTo>
                  <a:lnTo>
                    <a:pt x="4778498" y="1579623"/>
                  </a:lnTo>
                  <a:lnTo>
                    <a:pt x="4779166" y="1579623"/>
                  </a:lnTo>
                  <a:lnTo>
                    <a:pt x="4779834" y="1579623"/>
                  </a:lnTo>
                  <a:lnTo>
                    <a:pt x="4780502" y="1579623"/>
                  </a:lnTo>
                  <a:lnTo>
                    <a:pt x="4781171" y="1579762"/>
                  </a:lnTo>
                  <a:lnTo>
                    <a:pt x="4781839" y="1579762"/>
                  </a:lnTo>
                  <a:lnTo>
                    <a:pt x="4782507" y="1579762"/>
                  </a:lnTo>
                  <a:lnTo>
                    <a:pt x="4783175" y="1579762"/>
                  </a:lnTo>
                  <a:lnTo>
                    <a:pt x="4783843" y="1579762"/>
                  </a:lnTo>
                  <a:lnTo>
                    <a:pt x="4784511" y="1579762"/>
                  </a:lnTo>
                  <a:lnTo>
                    <a:pt x="4785179" y="1579762"/>
                  </a:lnTo>
                  <a:lnTo>
                    <a:pt x="4785847" y="1579762"/>
                  </a:lnTo>
                  <a:lnTo>
                    <a:pt x="4786515" y="1579762"/>
                  </a:lnTo>
                  <a:lnTo>
                    <a:pt x="4787183" y="1579762"/>
                  </a:lnTo>
                  <a:lnTo>
                    <a:pt x="4787851" y="1579762"/>
                  </a:lnTo>
                  <a:lnTo>
                    <a:pt x="4788519" y="1579762"/>
                  </a:lnTo>
                  <a:lnTo>
                    <a:pt x="4789187" y="1579762"/>
                  </a:lnTo>
                  <a:lnTo>
                    <a:pt x="4789855" y="1579762"/>
                  </a:lnTo>
                  <a:lnTo>
                    <a:pt x="4790523" y="1579762"/>
                  </a:lnTo>
                  <a:lnTo>
                    <a:pt x="4791191" y="1579762"/>
                  </a:lnTo>
                  <a:lnTo>
                    <a:pt x="4791859" y="1579762"/>
                  </a:lnTo>
                  <a:lnTo>
                    <a:pt x="4792527" y="1579762"/>
                  </a:lnTo>
                  <a:lnTo>
                    <a:pt x="4793195" y="1579623"/>
                  </a:lnTo>
                  <a:lnTo>
                    <a:pt x="4793863" y="1579623"/>
                  </a:lnTo>
                  <a:lnTo>
                    <a:pt x="4794531" y="1579623"/>
                  </a:lnTo>
                  <a:lnTo>
                    <a:pt x="4795199" y="1579623"/>
                  </a:lnTo>
                  <a:lnTo>
                    <a:pt x="4795867" y="1579623"/>
                  </a:lnTo>
                  <a:lnTo>
                    <a:pt x="4796535" y="1579623"/>
                  </a:lnTo>
                  <a:lnTo>
                    <a:pt x="4797203" y="1528247"/>
                  </a:lnTo>
                  <a:lnTo>
                    <a:pt x="4797871" y="1453745"/>
                  </a:lnTo>
                  <a:lnTo>
                    <a:pt x="4798539" y="1394971"/>
                  </a:lnTo>
                  <a:lnTo>
                    <a:pt x="4799207" y="1521974"/>
                  </a:lnTo>
                  <a:lnTo>
                    <a:pt x="4799875" y="1579762"/>
                  </a:lnTo>
                  <a:lnTo>
                    <a:pt x="4800543" y="1579762"/>
                  </a:lnTo>
                  <a:lnTo>
                    <a:pt x="4801211" y="1579762"/>
                  </a:lnTo>
                  <a:lnTo>
                    <a:pt x="4801879" y="1579762"/>
                  </a:lnTo>
                  <a:lnTo>
                    <a:pt x="4802547" y="1579762"/>
                  </a:lnTo>
                  <a:lnTo>
                    <a:pt x="4803215" y="1579762"/>
                  </a:lnTo>
                  <a:lnTo>
                    <a:pt x="4803883" y="1579762"/>
                  </a:lnTo>
                  <a:lnTo>
                    <a:pt x="4804551" y="1579762"/>
                  </a:lnTo>
                  <a:lnTo>
                    <a:pt x="4805219" y="1579762"/>
                  </a:lnTo>
                  <a:lnTo>
                    <a:pt x="4805888" y="1579762"/>
                  </a:lnTo>
                  <a:lnTo>
                    <a:pt x="4806556" y="1579762"/>
                  </a:lnTo>
                  <a:lnTo>
                    <a:pt x="4807224" y="1579762"/>
                  </a:lnTo>
                  <a:lnTo>
                    <a:pt x="4807892" y="1579762"/>
                  </a:lnTo>
                  <a:lnTo>
                    <a:pt x="4808560" y="1579762"/>
                  </a:lnTo>
                  <a:lnTo>
                    <a:pt x="4809228" y="1579762"/>
                  </a:lnTo>
                  <a:lnTo>
                    <a:pt x="4809896" y="1579762"/>
                  </a:lnTo>
                  <a:lnTo>
                    <a:pt x="4810564" y="1579623"/>
                  </a:lnTo>
                  <a:lnTo>
                    <a:pt x="4811232" y="1579623"/>
                  </a:lnTo>
                  <a:lnTo>
                    <a:pt x="4811900" y="1579623"/>
                  </a:lnTo>
                  <a:lnTo>
                    <a:pt x="4812568" y="1579623"/>
                  </a:lnTo>
                  <a:lnTo>
                    <a:pt x="4813236" y="1579623"/>
                  </a:lnTo>
                  <a:lnTo>
                    <a:pt x="4813904" y="1579623"/>
                  </a:lnTo>
                  <a:lnTo>
                    <a:pt x="4814572" y="1579623"/>
                  </a:lnTo>
                  <a:lnTo>
                    <a:pt x="4815240" y="1579623"/>
                  </a:lnTo>
                  <a:lnTo>
                    <a:pt x="4815908" y="1579623"/>
                  </a:lnTo>
                  <a:lnTo>
                    <a:pt x="4816576" y="1579623"/>
                  </a:lnTo>
                  <a:lnTo>
                    <a:pt x="4817244" y="1579623"/>
                  </a:lnTo>
                  <a:lnTo>
                    <a:pt x="4817912" y="1579623"/>
                  </a:lnTo>
                  <a:lnTo>
                    <a:pt x="4818580" y="1579623"/>
                  </a:lnTo>
                  <a:lnTo>
                    <a:pt x="4819248" y="1579623"/>
                  </a:lnTo>
                  <a:lnTo>
                    <a:pt x="4819916" y="1579623"/>
                  </a:lnTo>
                  <a:lnTo>
                    <a:pt x="4820584" y="1579623"/>
                  </a:lnTo>
                  <a:lnTo>
                    <a:pt x="4821252" y="1579623"/>
                  </a:lnTo>
                  <a:lnTo>
                    <a:pt x="4821920" y="1579623"/>
                  </a:lnTo>
                  <a:lnTo>
                    <a:pt x="4822588" y="1579623"/>
                  </a:lnTo>
                  <a:lnTo>
                    <a:pt x="4823256" y="1579623"/>
                  </a:lnTo>
                  <a:lnTo>
                    <a:pt x="4823924" y="1579623"/>
                  </a:lnTo>
                  <a:lnTo>
                    <a:pt x="4824592" y="1579623"/>
                  </a:lnTo>
                  <a:lnTo>
                    <a:pt x="4825260" y="1579623"/>
                  </a:lnTo>
                  <a:lnTo>
                    <a:pt x="4825928" y="1518447"/>
                  </a:lnTo>
                  <a:lnTo>
                    <a:pt x="4826596" y="1480680"/>
                  </a:lnTo>
                  <a:lnTo>
                    <a:pt x="4827264" y="1480680"/>
                  </a:lnTo>
                  <a:lnTo>
                    <a:pt x="4827932" y="1398996"/>
                  </a:lnTo>
                  <a:lnTo>
                    <a:pt x="4828600" y="1394971"/>
                  </a:lnTo>
                  <a:lnTo>
                    <a:pt x="4829268" y="1394971"/>
                  </a:lnTo>
                  <a:lnTo>
                    <a:pt x="4829936" y="1394971"/>
                  </a:lnTo>
                  <a:lnTo>
                    <a:pt x="4830605" y="1394971"/>
                  </a:lnTo>
                  <a:lnTo>
                    <a:pt x="4831273" y="1383048"/>
                  </a:lnTo>
                  <a:lnTo>
                    <a:pt x="4831941" y="1413340"/>
                  </a:lnTo>
                  <a:lnTo>
                    <a:pt x="4832609" y="1420472"/>
                  </a:lnTo>
                  <a:lnTo>
                    <a:pt x="4833277" y="1530239"/>
                  </a:lnTo>
                  <a:lnTo>
                    <a:pt x="4833945" y="1530239"/>
                  </a:lnTo>
                  <a:lnTo>
                    <a:pt x="4834613" y="1535064"/>
                  </a:lnTo>
                  <a:lnTo>
                    <a:pt x="4835281" y="1579762"/>
                  </a:lnTo>
                  <a:lnTo>
                    <a:pt x="4835949" y="1579762"/>
                  </a:lnTo>
                  <a:lnTo>
                    <a:pt x="4836617" y="1579762"/>
                  </a:lnTo>
                  <a:lnTo>
                    <a:pt x="4837285" y="1579762"/>
                  </a:lnTo>
                  <a:lnTo>
                    <a:pt x="4837953" y="1579762"/>
                  </a:lnTo>
                  <a:lnTo>
                    <a:pt x="4838621" y="1579762"/>
                  </a:lnTo>
                  <a:lnTo>
                    <a:pt x="4839289" y="1535469"/>
                  </a:lnTo>
                  <a:lnTo>
                    <a:pt x="4839957" y="1474294"/>
                  </a:lnTo>
                  <a:lnTo>
                    <a:pt x="4840625" y="1474294"/>
                  </a:lnTo>
                  <a:lnTo>
                    <a:pt x="4841293" y="1483106"/>
                  </a:lnTo>
                  <a:lnTo>
                    <a:pt x="4841961" y="1475645"/>
                  </a:lnTo>
                  <a:lnTo>
                    <a:pt x="4842629" y="1416872"/>
                  </a:lnTo>
                  <a:lnTo>
                    <a:pt x="4843297" y="1345588"/>
                  </a:lnTo>
                  <a:lnTo>
                    <a:pt x="4843965" y="1330360"/>
                  </a:lnTo>
                  <a:lnTo>
                    <a:pt x="4844633" y="1254921"/>
                  </a:lnTo>
                  <a:lnTo>
                    <a:pt x="4845301" y="1235820"/>
                  </a:lnTo>
                  <a:lnTo>
                    <a:pt x="4845969" y="1228688"/>
                  </a:lnTo>
                  <a:lnTo>
                    <a:pt x="4846637" y="1137400"/>
                  </a:lnTo>
                  <a:lnTo>
                    <a:pt x="4847305" y="1190569"/>
                  </a:lnTo>
                  <a:lnTo>
                    <a:pt x="4847973" y="1190569"/>
                  </a:lnTo>
                  <a:lnTo>
                    <a:pt x="4848641" y="1208317"/>
                  </a:lnTo>
                  <a:lnTo>
                    <a:pt x="4849309" y="1319371"/>
                  </a:lnTo>
                  <a:lnTo>
                    <a:pt x="4849977" y="1394971"/>
                  </a:lnTo>
                  <a:lnTo>
                    <a:pt x="4850645" y="1394971"/>
                  </a:lnTo>
                  <a:lnTo>
                    <a:pt x="4851313" y="1394971"/>
                  </a:lnTo>
                  <a:lnTo>
                    <a:pt x="4851981" y="1476111"/>
                  </a:lnTo>
                  <a:lnTo>
                    <a:pt x="4852649" y="1579623"/>
                  </a:lnTo>
                  <a:lnTo>
                    <a:pt x="4853317" y="1579623"/>
                  </a:lnTo>
                  <a:lnTo>
                    <a:pt x="4853985" y="1579623"/>
                  </a:lnTo>
                  <a:lnTo>
                    <a:pt x="4854653" y="1579623"/>
                  </a:lnTo>
                  <a:lnTo>
                    <a:pt x="4855322" y="1579623"/>
                  </a:lnTo>
                  <a:lnTo>
                    <a:pt x="4855990" y="1579623"/>
                  </a:lnTo>
                  <a:lnTo>
                    <a:pt x="4856658" y="1579623"/>
                  </a:lnTo>
                  <a:lnTo>
                    <a:pt x="4857326" y="1579623"/>
                  </a:lnTo>
                  <a:lnTo>
                    <a:pt x="4857994" y="1579623"/>
                  </a:lnTo>
                  <a:lnTo>
                    <a:pt x="4858662" y="1579623"/>
                  </a:lnTo>
                  <a:lnTo>
                    <a:pt x="4859330" y="1579623"/>
                  </a:lnTo>
                  <a:lnTo>
                    <a:pt x="4859998" y="1579623"/>
                  </a:lnTo>
                  <a:lnTo>
                    <a:pt x="4860666" y="1579623"/>
                  </a:lnTo>
                  <a:lnTo>
                    <a:pt x="4861334" y="1579623"/>
                  </a:lnTo>
                  <a:lnTo>
                    <a:pt x="4862002" y="1579623"/>
                  </a:lnTo>
                  <a:lnTo>
                    <a:pt x="4862670" y="1579623"/>
                  </a:lnTo>
                  <a:lnTo>
                    <a:pt x="4863338" y="1579623"/>
                  </a:lnTo>
                  <a:lnTo>
                    <a:pt x="4864006" y="1579623"/>
                  </a:lnTo>
                  <a:lnTo>
                    <a:pt x="4864674" y="1513603"/>
                  </a:lnTo>
                  <a:lnTo>
                    <a:pt x="4865342" y="1398996"/>
                  </a:lnTo>
                  <a:lnTo>
                    <a:pt x="4866010" y="1379122"/>
                  </a:lnTo>
                  <a:lnTo>
                    <a:pt x="4866678" y="1305264"/>
                  </a:lnTo>
                  <a:lnTo>
                    <a:pt x="4867346" y="1342512"/>
                  </a:lnTo>
                  <a:lnTo>
                    <a:pt x="4868014" y="1291669"/>
                  </a:lnTo>
                  <a:lnTo>
                    <a:pt x="4868682" y="1317572"/>
                  </a:lnTo>
                  <a:lnTo>
                    <a:pt x="4869350" y="1317572"/>
                  </a:lnTo>
                  <a:lnTo>
                    <a:pt x="4870018" y="1317572"/>
                  </a:lnTo>
                  <a:lnTo>
                    <a:pt x="4870686" y="1317572"/>
                  </a:lnTo>
                  <a:lnTo>
                    <a:pt x="4871354" y="1317572"/>
                  </a:lnTo>
                  <a:lnTo>
                    <a:pt x="4872022" y="1317572"/>
                  </a:lnTo>
                  <a:lnTo>
                    <a:pt x="4872690" y="1317572"/>
                  </a:lnTo>
                  <a:lnTo>
                    <a:pt x="4873358" y="1317572"/>
                  </a:lnTo>
                  <a:lnTo>
                    <a:pt x="4874026" y="1308878"/>
                  </a:lnTo>
                  <a:lnTo>
                    <a:pt x="4874694" y="1297467"/>
                  </a:lnTo>
                  <a:lnTo>
                    <a:pt x="4875362" y="1375546"/>
                  </a:lnTo>
                  <a:lnTo>
                    <a:pt x="4876030" y="1391715"/>
                  </a:lnTo>
                  <a:lnTo>
                    <a:pt x="4876698" y="1460798"/>
                  </a:lnTo>
                  <a:lnTo>
                    <a:pt x="4877366" y="1500096"/>
                  </a:lnTo>
                  <a:lnTo>
                    <a:pt x="4878034" y="1579762"/>
                  </a:lnTo>
                  <a:lnTo>
                    <a:pt x="4878702" y="1480680"/>
                  </a:lnTo>
                  <a:lnTo>
                    <a:pt x="4879371" y="1480680"/>
                  </a:lnTo>
                  <a:lnTo>
                    <a:pt x="4880039" y="1480680"/>
                  </a:lnTo>
                  <a:lnTo>
                    <a:pt x="4880707" y="1480680"/>
                  </a:lnTo>
                  <a:lnTo>
                    <a:pt x="4881375" y="1480680"/>
                  </a:lnTo>
                  <a:lnTo>
                    <a:pt x="4882043" y="1480680"/>
                  </a:lnTo>
                  <a:lnTo>
                    <a:pt x="4882711" y="1480680"/>
                  </a:lnTo>
                  <a:lnTo>
                    <a:pt x="4883379" y="1480680"/>
                  </a:lnTo>
                  <a:lnTo>
                    <a:pt x="4884047" y="1579762"/>
                  </a:lnTo>
                  <a:lnTo>
                    <a:pt x="4884715" y="1579762"/>
                  </a:lnTo>
                  <a:lnTo>
                    <a:pt x="4885383" y="1579762"/>
                  </a:lnTo>
                  <a:lnTo>
                    <a:pt x="4886051" y="1579762"/>
                  </a:lnTo>
                  <a:lnTo>
                    <a:pt x="4886719" y="1579762"/>
                  </a:lnTo>
                  <a:lnTo>
                    <a:pt x="4887387" y="1579762"/>
                  </a:lnTo>
                  <a:lnTo>
                    <a:pt x="4888055" y="1579762"/>
                  </a:lnTo>
                  <a:lnTo>
                    <a:pt x="4888723" y="1579762"/>
                  </a:lnTo>
                  <a:lnTo>
                    <a:pt x="4889391" y="1579762"/>
                  </a:lnTo>
                  <a:lnTo>
                    <a:pt x="4890059" y="1579762"/>
                  </a:lnTo>
                  <a:lnTo>
                    <a:pt x="4890727" y="1579762"/>
                  </a:lnTo>
                  <a:lnTo>
                    <a:pt x="4891395" y="1579762"/>
                  </a:lnTo>
                  <a:lnTo>
                    <a:pt x="4892063" y="1579762"/>
                  </a:lnTo>
                  <a:lnTo>
                    <a:pt x="4892731" y="1579762"/>
                  </a:lnTo>
                  <a:lnTo>
                    <a:pt x="4893399" y="1579762"/>
                  </a:lnTo>
                  <a:lnTo>
                    <a:pt x="4894067" y="1579762"/>
                  </a:lnTo>
                  <a:lnTo>
                    <a:pt x="4894735" y="1579762"/>
                  </a:lnTo>
                  <a:lnTo>
                    <a:pt x="4895403" y="1579762"/>
                  </a:lnTo>
                  <a:lnTo>
                    <a:pt x="4896071" y="1579762"/>
                  </a:lnTo>
                  <a:lnTo>
                    <a:pt x="4896739" y="1458156"/>
                  </a:lnTo>
                  <a:lnTo>
                    <a:pt x="4897407" y="1394971"/>
                  </a:lnTo>
                  <a:lnTo>
                    <a:pt x="4898075" y="1394971"/>
                  </a:lnTo>
                  <a:lnTo>
                    <a:pt x="4898743" y="1394971"/>
                  </a:lnTo>
                  <a:lnTo>
                    <a:pt x="4899411" y="1394971"/>
                  </a:lnTo>
                  <a:lnTo>
                    <a:pt x="4900079" y="1394971"/>
                  </a:lnTo>
                  <a:lnTo>
                    <a:pt x="4900747" y="1394971"/>
                  </a:lnTo>
                  <a:lnTo>
                    <a:pt x="4901415" y="1394971"/>
                  </a:lnTo>
                  <a:lnTo>
                    <a:pt x="4902083" y="1394971"/>
                  </a:lnTo>
                  <a:lnTo>
                    <a:pt x="4902751" y="1394971"/>
                  </a:lnTo>
                  <a:lnTo>
                    <a:pt x="4903419" y="1394971"/>
                  </a:lnTo>
                  <a:lnTo>
                    <a:pt x="4904088" y="1394971"/>
                  </a:lnTo>
                  <a:lnTo>
                    <a:pt x="4904756" y="1394971"/>
                  </a:lnTo>
                  <a:lnTo>
                    <a:pt x="4905424" y="1394971"/>
                  </a:lnTo>
                  <a:lnTo>
                    <a:pt x="4906092" y="1436396"/>
                  </a:lnTo>
                  <a:lnTo>
                    <a:pt x="4906760" y="1504023"/>
                  </a:lnTo>
                  <a:lnTo>
                    <a:pt x="4907428" y="1579623"/>
                  </a:lnTo>
                  <a:lnTo>
                    <a:pt x="4908096" y="1579623"/>
                  </a:lnTo>
                  <a:lnTo>
                    <a:pt x="4908764" y="1579623"/>
                  </a:lnTo>
                  <a:lnTo>
                    <a:pt x="4909432" y="1579623"/>
                  </a:lnTo>
                  <a:lnTo>
                    <a:pt x="4910100" y="1579623"/>
                  </a:lnTo>
                  <a:lnTo>
                    <a:pt x="4910768" y="1579623"/>
                  </a:lnTo>
                  <a:lnTo>
                    <a:pt x="4911436" y="1579623"/>
                  </a:lnTo>
                  <a:lnTo>
                    <a:pt x="4912104" y="1579623"/>
                  </a:lnTo>
                  <a:lnTo>
                    <a:pt x="4912772" y="1579623"/>
                  </a:lnTo>
                  <a:lnTo>
                    <a:pt x="4913440" y="1579623"/>
                  </a:lnTo>
                  <a:lnTo>
                    <a:pt x="4914108" y="1579623"/>
                  </a:lnTo>
                  <a:lnTo>
                    <a:pt x="4914776" y="1579623"/>
                  </a:lnTo>
                  <a:lnTo>
                    <a:pt x="4915444" y="1579623"/>
                  </a:lnTo>
                  <a:lnTo>
                    <a:pt x="4916112" y="1579623"/>
                  </a:lnTo>
                  <a:lnTo>
                    <a:pt x="4916780" y="1579623"/>
                  </a:lnTo>
                  <a:lnTo>
                    <a:pt x="4917448" y="1579623"/>
                  </a:lnTo>
                  <a:lnTo>
                    <a:pt x="4918116" y="1553421"/>
                  </a:lnTo>
                  <a:lnTo>
                    <a:pt x="4918784" y="1398996"/>
                  </a:lnTo>
                  <a:lnTo>
                    <a:pt x="4919452" y="1319371"/>
                  </a:lnTo>
                  <a:lnTo>
                    <a:pt x="4920120" y="1319371"/>
                  </a:lnTo>
                  <a:lnTo>
                    <a:pt x="4920788" y="1319371"/>
                  </a:lnTo>
                  <a:lnTo>
                    <a:pt x="4921456" y="1319371"/>
                  </a:lnTo>
                  <a:lnTo>
                    <a:pt x="4922124" y="1319371"/>
                  </a:lnTo>
                  <a:lnTo>
                    <a:pt x="4922792" y="1264712"/>
                  </a:lnTo>
                  <a:lnTo>
                    <a:pt x="4923460" y="1251745"/>
                  </a:lnTo>
                  <a:lnTo>
                    <a:pt x="4924128" y="1251745"/>
                  </a:lnTo>
                  <a:lnTo>
                    <a:pt x="4924796" y="1251745"/>
                  </a:lnTo>
                  <a:lnTo>
                    <a:pt x="4925464" y="1251745"/>
                  </a:lnTo>
                  <a:lnTo>
                    <a:pt x="4926132" y="1251745"/>
                  </a:lnTo>
                  <a:lnTo>
                    <a:pt x="4926800" y="1345713"/>
                  </a:lnTo>
                  <a:lnTo>
                    <a:pt x="4927468" y="1352845"/>
                  </a:lnTo>
                  <a:lnTo>
                    <a:pt x="4928136" y="1369095"/>
                  </a:lnTo>
                  <a:lnTo>
                    <a:pt x="4928805" y="1492073"/>
                  </a:lnTo>
                  <a:lnTo>
                    <a:pt x="4929473" y="1579762"/>
                  </a:lnTo>
                  <a:lnTo>
                    <a:pt x="4930141" y="1579762"/>
                  </a:lnTo>
                  <a:lnTo>
                    <a:pt x="4930809" y="1579762"/>
                  </a:lnTo>
                  <a:lnTo>
                    <a:pt x="4931477" y="1579762"/>
                  </a:lnTo>
                  <a:lnTo>
                    <a:pt x="4932145" y="1579762"/>
                  </a:lnTo>
                  <a:lnTo>
                    <a:pt x="4932813" y="1579762"/>
                  </a:lnTo>
                  <a:lnTo>
                    <a:pt x="4933481" y="1579762"/>
                  </a:lnTo>
                  <a:lnTo>
                    <a:pt x="4934149" y="1579762"/>
                  </a:lnTo>
                  <a:lnTo>
                    <a:pt x="4934817" y="1579762"/>
                  </a:lnTo>
                  <a:lnTo>
                    <a:pt x="4935485" y="1579762"/>
                  </a:lnTo>
                  <a:lnTo>
                    <a:pt x="4936153" y="1579762"/>
                  </a:lnTo>
                  <a:lnTo>
                    <a:pt x="4936821" y="1579762"/>
                  </a:lnTo>
                  <a:lnTo>
                    <a:pt x="4937489" y="1579762"/>
                  </a:lnTo>
                  <a:lnTo>
                    <a:pt x="4938157" y="1579762"/>
                  </a:lnTo>
                  <a:lnTo>
                    <a:pt x="4938825" y="1579762"/>
                  </a:lnTo>
                  <a:lnTo>
                    <a:pt x="4939493" y="1579762"/>
                  </a:lnTo>
                  <a:lnTo>
                    <a:pt x="4940161" y="1579762"/>
                  </a:lnTo>
                  <a:lnTo>
                    <a:pt x="4940829" y="1579762"/>
                  </a:lnTo>
                  <a:lnTo>
                    <a:pt x="4941497" y="1579762"/>
                  </a:lnTo>
                  <a:lnTo>
                    <a:pt x="4942165" y="1579762"/>
                  </a:lnTo>
                  <a:lnTo>
                    <a:pt x="4942833" y="1579762"/>
                  </a:lnTo>
                  <a:lnTo>
                    <a:pt x="4943501" y="1567436"/>
                  </a:lnTo>
                  <a:lnTo>
                    <a:pt x="4944169" y="1579762"/>
                  </a:lnTo>
                  <a:lnTo>
                    <a:pt x="4944837" y="1579762"/>
                  </a:lnTo>
                  <a:lnTo>
                    <a:pt x="4945505" y="1579762"/>
                  </a:lnTo>
                  <a:lnTo>
                    <a:pt x="4946173" y="1579762"/>
                  </a:lnTo>
                  <a:lnTo>
                    <a:pt x="4946841" y="1579762"/>
                  </a:lnTo>
                  <a:lnTo>
                    <a:pt x="4947509" y="1579762"/>
                  </a:lnTo>
                  <a:lnTo>
                    <a:pt x="4948177" y="1579762"/>
                  </a:lnTo>
                  <a:lnTo>
                    <a:pt x="4948845" y="1579762"/>
                  </a:lnTo>
                  <a:lnTo>
                    <a:pt x="4949513" y="1579762"/>
                  </a:lnTo>
                  <a:lnTo>
                    <a:pt x="4950181" y="1579762"/>
                  </a:lnTo>
                  <a:lnTo>
                    <a:pt x="4950849" y="1579762"/>
                  </a:lnTo>
                  <a:lnTo>
                    <a:pt x="4951517" y="1579762"/>
                  </a:lnTo>
                  <a:lnTo>
                    <a:pt x="4952185" y="1579762"/>
                  </a:lnTo>
                  <a:lnTo>
                    <a:pt x="4952853" y="1575539"/>
                  </a:lnTo>
                  <a:lnTo>
                    <a:pt x="4953522" y="1579762"/>
                  </a:lnTo>
                  <a:lnTo>
                    <a:pt x="4954190" y="1574523"/>
                  </a:lnTo>
                  <a:lnTo>
                    <a:pt x="4954858" y="1530239"/>
                  </a:lnTo>
                  <a:lnTo>
                    <a:pt x="4955526" y="1493639"/>
                  </a:lnTo>
                  <a:lnTo>
                    <a:pt x="4956194" y="1467438"/>
                  </a:lnTo>
                  <a:lnTo>
                    <a:pt x="4956862" y="1467438"/>
                  </a:lnTo>
                  <a:lnTo>
                    <a:pt x="4957530" y="1477138"/>
                  </a:lnTo>
                  <a:lnTo>
                    <a:pt x="4958198" y="1502328"/>
                  </a:lnTo>
                  <a:lnTo>
                    <a:pt x="4958866" y="1462612"/>
                  </a:lnTo>
                  <a:lnTo>
                    <a:pt x="4959534" y="1386209"/>
                  </a:lnTo>
                  <a:lnTo>
                    <a:pt x="4960202" y="1317572"/>
                  </a:lnTo>
                  <a:lnTo>
                    <a:pt x="4960870" y="1317572"/>
                  </a:lnTo>
                  <a:lnTo>
                    <a:pt x="4961538" y="1277973"/>
                  </a:lnTo>
                  <a:lnTo>
                    <a:pt x="4962206" y="1261723"/>
                  </a:lnTo>
                  <a:lnTo>
                    <a:pt x="4962874" y="1308878"/>
                  </a:lnTo>
                  <a:lnTo>
                    <a:pt x="4963542" y="1317572"/>
                  </a:lnTo>
                  <a:lnTo>
                    <a:pt x="4964210" y="1315445"/>
                  </a:lnTo>
                  <a:lnTo>
                    <a:pt x="4964878" y="1342328"/>
                  </a:lnTo>
                  <a:lnTo>
                    <a:pt x="4965546" y="1392560"/>
                  </a:lnTo>
                  <a:lnTo>
                    <a:pt x="4966214" y="1420472"/>
                  </a:lnTo>
                  <a:lnTo>
                    <a:pt x="4966882" y="1446374"/>
                  </a:lnTo>
                  <a:lnTo>
                    <a:pt x="4967550" y="1446374"/>
                  </a:lnTo>
                  <a:lnTo>
                    <a:pt x="4968218" y="1475554"/>
                  </a:lnTo>
                  <a:lnTo>
                    <a:pt x="4968886" y="1521974"/>
                  </a:lnTo>
                  <a:lnTo>
                    <a:pt x="4969554" y="1579762"/>
                  </a:lnTo>
                  <a:lnTo>
                    <a:pt x="4970222" y="1579762"/>
                  </a:lnTo>
                  <a:lnTo>
                    <a:pt x="4970890" y="1579762"/>
                  </a:lnTo>
                  <a:lnTo>
                    <a:pt x="4971558" y="1579762"/>
                  </a:lnTo>
                  <a:lnTo>
                    <a:pt x="4972226" y="1579762"/>
                  </a:lnTo>
                  <a:lnTo>
                    <a:pt x="4972894" y="1579762"/>
                  </a:lnTo>
                  <a:lnTo>
                    <a:pt x="4973562" y="1579762"/>
                  </a:lnTo>
                  <a:lnTo>
                    <a:pt x="4974230" y="1579762"/>
                  </a:lnTo>
                  <a:lnTo>
                    <a:pt x="4974898" y="1579762"/>
                  </a:lnTo>
                  <a:lnTo>
                    <a:pt x="4975566" y="1579762"/>
                  </a:lnTo>
                  <a:lnTo>
                    <a:pt x="4976234" y="1574648"/>
                  </a:lnTo>
                  <a:lnTo>
                    <a:pt x="4976902" y="1383048"/>
                  </a:lnTo>
                  <a:lnTo>
                    <a:pt x="4977571" y="1319371"/>
                  </a:lnTo>
                  <a:lnTo>
                    <a:pt x="4978239" y="1319371"/>
                  </a:lnTo>
                  <a:lnTo>
                    <a:pt x="4978907" y="1319371"/>
                  </a:lnTo>
                  <a:lnTo>
                    <a:pt x="4979575" y="1319371"/>
                  </a:lnTo>
                  <a:lnTo>
                    <a:pt x="4980243" y="1319371"/>
                  </a:lnTo>
                  <a:lnTo>
                    <a:pt x="4980911" y="1409955"/>
                  </a:lnTo>
                  <a:lnTo>
                    <a:pt x="4981579" y="1372396"/>
                  </a:lnTo>
                  <a:lnTo>
                    <a:pt x="4982247" y="1317572"/>
                  </a:lnTo>
                  <a:lnTo>
                    <a:pt x="4982915" y="1386209"/>
                  </a:lnTo>
                  <a:lnTo>
                    <a:pt x="4983583" y="1401437"/>
                  </a:lnTo>
                  <a:lnTo>
                    <a:pt x="4984251" y="1406262"/>
                  </a:lnTo>
                  <a:lnTo>
                    <a:pt x="4984919" y="1406262"/>
                  </a:lnTo>
                  <a:lnTo>
                    <a:pt x="4985587" y="1406262"/>
                  </a:lnTo>
                  <a:lnTo>
                    <a:pt x="4986255" y="1467438"/>
                  </a:lnTo>
                  <a:lnTo>
                    <a:pt x="4986923" y="1545852"/>
                  </a:lnTo>
                  <a:lnTo>
                    <a:pt x="4987591" y="1579762"/>
                  </a:lnTo>
                  <a:lnTo>
                    <a:pt x="4988259" y="1579762"/>
                  </a:lnTo>
                  <a:lnTo>
                    <a:pt x="4988927" y="1579762"/>
                  </a:lnTo>
                  <a:lnTo>
                    <a:pt x="4989595" y="1579762"/>
                  </a:lnTo>
                  <a:lnTo>
                    <a:pt x="4990263" y="1579762"/>
                  </a:lnTo>
                  <a:lnTo>
                    <a:pt x="4990931" y="1579762"/>
                  </a:lnTo>
                  <a:lnTo>
                    <a:pt x="4991599" y="1579762"/>
                  </a:lnTo>
                  <a:lnTo>
                    <a:pt x="4992267" y="1579762"/>
                  </a:lnTo>
                  <a:lnTo>
                    <a:pt x="4992935" y="1579762"/>
                  </a:lnTo>
                  <a:lnTo>
                    <a:pt x="4993603" y="1571263"/>
                  </a:lnTo>
                  <a:lnTo>
                    <a:pt x="4994271" y="1480680"/>
                  </a:lnTo>
                  <a:lnTo>
                    <a:pt x="4994939" y="1480680"/>
                  </a:lnTo>
                  <a:lnTo>
                    <a:pt x="4995607" y="1480680"/>
                  </a:lnTo>
                  <a:lnTo>
                    <a:pt x="4996275" y="1480680"/>
                  </a:lnTo>
                  <a:lnTo>
                    <a:pt x="4996943" y="1480680"/>
                  </a:lnTo>
                  <a:lnTo>
                    <a:pt x="4997611" y="1480680"/>
                  </a:lnTo>
                  <a:lnTo>
                    <a:pt x="4998279" y="1480680"/>
                  </a:lnTo>
                  <a:lnTo>
                    <a:pt x="4998947" y="1480680"/>
                  </a:lnTo>
                  <a:lnTo>
                    <a:pt x="4999615" y="1480680"/>
                  </a:lnTo>
                  <a:lnTo>
                    <a:pt x="5000283" y="1480680"/>
                  </a:lnTo>
                  <a:lnTo>
                    <a:pt x="5000951" y="1480680"/>
                  </a:lnTo>
                  <a:lnTo>
                    <a:pt x="5001619" y="1543232"/>
                  </a:lnTo>
                  <a:lnTo>
                    <a:pt x="5002288" y="1579623"/>
                  </a:lnTo>
                  <a:lnTo>
                    <a:pt x="5002956" y="1579623"/>
                  </a:lnTo>
                  <a:lnTo>
                    <a:pt x="5003624" y="1579623"/>
                  </a:lnTo>
                  <a:lnTo>
                    <a:pt x="5004292" y="1579623"/>
                  </a:lnTo>
                  <a:lnTo>
                    <a:pt x="5004960" y="1579762"/>
                  </a:lnTo>
                  <a:lnTo>
                    <a:pt x="5005628" y="1579762"/>
                  </a:lnTo>
                  <a:lnTo>
                    <a:pt x="5006296" y="1579762"/>
                  </a:lnTo>
                  <a:lnTo>
                    <a:pt x="5006964" y="1519620"/>
                  </a:lnTo>
                  <a:lnTo>
                    <a:pt x="5007632" y="1398081"/>
                  </a:lnTo>
                  <a:lnTo>
                    <a:pt x="5008300" y="1291398"/>
                  </a:lnTo>
                  <a:lnTo>
                    <a:pt x="5008968" y="1218819"/>
                  </a:lnTo>
                  <a:lnTo>
                    <a:pt x="5009636" y="1198034"/>
                  </a:lnTo>
                  <a:lnTo>
                    <a:pt x="5010304" y="1179428"/>
                  </a:lnTo>
                  <a:lnTo>
                    <a:pt x="5010972" y="1135145"/>
                  </a:lnTo>
                  <a:lnTo>
                    <a:pt x="5011640" y="1121037"/>
                  </a:lnTo>
                  <a:lnTo>
                    <a:pt x="5012308" y="1121037"/>
                  </a:lnTo>
                  <a:lnTo>
                    <a:pt x="5012976" y="1121037"/>
                  </a:lnTo>
                  <a:lnTo>
                    <a:pt x="5013644" y="1121037"/>
                  </a:lnTo>
                  <a:lnTo>
                    <a:pt x="5014312" y="1121037"/>
                  </a:lnTo>
                  <a:lnTo>
                    <a:pt x="5014980" y="1138004"/>
                  </a:lnTo>
                  <a:lnTo>
                    <a:pt x="5015648" y="1110625"/>
                  </a:lnTo>
                  <a:lnTo>
                    <a:pt x="5016316" y="1050145"/>
                  </a:lnTo>
                  <a:lnTo>
                    <a:pt x="5016984" y="1130418"/>
                  </a:lnTo>
                  <a:lnTo>
                    <a:pt x="5017652" y="1175869"/>
                  </a:lnTo>
                  <a:lnTo>
                    <a:pt x="5018320" y="1240676"/>
                  </a:lnTo>
                  <a:lnTo>
                    <a:pt x="5018988" y="1402885"/>
                  </a:lnTo>
                  <a:lnTo>
                    <a:pt x="5019656" y="1348552"/>
                  </a:lnTo>
                  <a:lnTo>
                    <a:pt x="5020324" y="1394971"/>
                  </a:lnTo>
                  <a:lnTo>
                    <a:pt x="5020992" y="1528247"/>
                  </a:lnTo>
                  <a:lnTo>
                    <a:pt x="5021660" y="1579762"/>
                  </a:lnTo>
                  <a:lnTo>
                    <a:pt x="5022328" y="1579762"/>
                  </a:lnTo>
                  <a:lnTo>
                    <a:pt x="5022996" y="1579762"/>
                  </a:lnTo>
                  <a:lnTo>
                    <a:pt x="5023664" y="1579762"/>
                  </a:lnTo>
                  <a:lnTo>
                    <a:pt x="5024332" y="1579762"/>
                  </a:lnTo>
                  <a:lnTo>
                    <a:pt x="5025000" y="1579762"/>
                  </a:lnTo>
                  <a:lnTo>
                    <a:pt x="5025668" y="1579762"/>
                  </a:lnTo>
                  <a:lnTo>
                    <a:pt x="5026336" y="1579762"/>
                  </a:lnTo>
                  <a:lnTo>
                    <a:pt x="5027005" y="1579762"/>
                  </a:lnTo>
                  <a:lnTo>
                    <a:pt x="5027673" y="1579762"/>
                  </a:lnTo>
                  <a:lnTo>
                    <a:pt x="5028341" y="1579762"/>
                  </a:lnTo>
                  <a:lnTo>
                    <a:pt x="5029009" y="1579762"/>
                  </a:lnTo>
                  <a:lnTo>
                    <a:pt x="5029677" y="1579762"/>
                  </a:lnTo>
                  <a:lnTo>
                    <a:pt x="5030345" y="1579762"/>
                  </a:lnTo>
                  <a:lnTo>
                    <a:pt x="5031013" y="1579762"/>
                  </a:lnTo>
                  <a:lnTo>
                    <a:pt x="5031681" y="1579762"/>
                  </a:lnTo>
                  <a:lnTo>
                    <a:pt x="5032349" y="1579762"/>
                  </a:lnTo>
                  <a:lnTo>
                    <a:pt x="5033017" y="1579762"/>
                  </a:lnTo>
                  <a:lnTo>
                    <a:pt x="5033685" y="1579762"/>
                  </a:lnTo>
                  <a:lnTo>
                    <a:pt x="5034353" y="1579762"/>
                  </a:lnTo>
                  <a:lnTo>
                    <a:pt x="5035021" y="1579623"/>
                  </a:lnTo>
                  <a:lnTo>
                    <a:pt x="5035689" y="1579623"/>
                  </a:lnTo>
                  <a:lnTo>
                    <a:pt x="5036357" y="1579623"/>
                  </a:lnTo>
                  <a:lnTo>
                    <a:pt x="5037025" y="1579623"/>
                  </a:lnTo>
                  <a:lnTo>
                    <a:pt x="5037693" y="1579762"/>
                  </a:lnTo>
                  <a:lnTo>
                    <a:pt x="5038361" y="1579762"/>
                  </a:lnTo>
                  <a:lnTo>
                    <a:pt x="5039029" y="1579762"/>
                  </a:lnTo>
                  <a:lnTo>
                    <a:pt x="5039697" y="1579762"/>
                  </a:lnTo>
                  <a:lnTo>
                    <a:pt x="5040365" y="1579762"/>
                  </a:lnTo>
                  <a:lnTo>
                    <a:pt x="5041033" y="1579762"/>
                  </a:lnTo>
                  <a:lnTo>
                    <a:pt x="5041701" y="1579762"/>
                  </a:lnTo>
                  <a:lnTo>
                    <a:pt x="5042369" y="1579762"/>
                  </a:lnTo>
                  <a:lnTo>
                    <a:pt x="5043037" y="1579762"/>
                  </a:lnTo>
                  <a:lnTo>
                    <a:pt x="5043705" y="1579762"/>
                  </a:lnTo>
                  <a:lnTo>
                    <a:pt x="5044373" y="1579762"/>
                  </a:lnTo>
                  <a:lnTo>
                    <a:pt x="5045041" y="1579762"/>
                  </a:lnTo>
                  <a:lnTo>
                    <a:pt x="5045709" y="1579762"/>
                  </a:lnTo>
                  <a:lnTo>
                    <a:pt x="5046377" y="1579762"/>
                  </a:lnTo>
                  <a:lnTo>
                    <a:pt x="5047045" y="1579762"/>
                  </a:lnTo>
                  <a:lnTo>
                    <a:pt x="5047713" y="1579762"/>
                  </a:lnTo>
                  <a:lnTo>
                    <a:pt x="5048381" y="1579762"/>
                  </a:lnTo>
                  <a:lnTo>
                    <a:pt x="5049049" y="1579762"/>
                  </a:lnTo>
                  <a:lnTo>
                    <a:pt x="5049717" y="1579762"/>
                  </a:lnTo>
                  <a:lnTo>
                    <a:pt x="5050385" y="1579762"/>
                  </a:lnTo>
                  <a:lnTo>
                    <a:pt x="5051053" y="1579762"/>
                  </a:lnTo>
                  <a:lnTo>
                    <a:pt x="5051722" y="1579762"/>
                  </a:lnTo>
                  <a:lnTo>
                    <a:pt x="5052390" y="1579762"/>
                  </a:lnTo>
                  <a:lnTo>
                    <a:pt x="5053058" y="1579762"/>
                  </a:lnTo>
                  <a:lnTo>
                    <a:pt x="5053726" y="1579762"/>
                  </a:lnTo>
                  <a:lnTo>
                    <a:pt x="5054394" y="1579762"/>
                  </a:lnTo>
                  <a:lnTo>
                    <a:pt x="5055062" y="1579762"/>
                  </a:lnTo>
                  <a:lnTo>
                    <a:pt x="5055730" y="1579762"/>
                  </a:lnTo>
                  <a:lnTo>
                    <a:pt x="5056398" y="1579762"/>
                  </a:lnTo>
                  <a:lnTo>
                    <a:pt x="5057066" y="1579762"/>
                  </a:lnTo>
                  <a:lnTo>
                    <a:pt x="5057734" y="1579762"/>
                  </a:lnTo>
                  <a:lnTo>
                    <a:pt x="5058402" y="1579762"/>
                  </a:lnTo>
                  <a:lnTo>
                    <a:pt x="5059070" y="1579762"/>
                  </a:lnTo>
                  <a:lnTo>
                    <a:pt x="5059738" y="1579762"/>
                  </a:lnTo>
                  <a:lnTo>
                    <a:pt x="5060406" y="1579762"/>
                  </a:lnTo>
                  <a:lnTo>
                    <a:pt x="5061074" y="1579762"/>
                  </a:lnTo>
                  <a:lnTo>
                    <a:pt x="5061742" y="1579762"/>
                  </a:lnTo>
                  <a:lnTo>
                    <a:pt x="5062410" y="1579762"/>
                  </a:lnTo>
                  <a:lnTo>
                    <a:pt x="5063078" y="1576366"/>
                  </a:lnTo>
                  <a:lnTo>
                    <a:pt x="5063746" y="1446374"/>
                  </a:lnTo>
                  <a:lnTo>
                    <a:pt x="5064414" y="1446374"/>
                  </a:lnTo>
                  <a:lnTo>
                    <a:pt x="5065082" y="1420472"/>
                  </a:lnTo>
                  <a:lnTo>
                    <a:pt x="5065750" y="1352164"/>
                  </a:lnTo>
                  <a:lnTo>
                    <a:pt x="5066418" y="1251745"/>
                  </a:lnTo>
                  <a:lnTo>
                    <a:pt x="5067086" y="1251745"/>
                  </a:lnTo>
                  <a:lnTo>
                    <a:pt x="5067754" y="1251745"/>
                  </a:lnTo>
                  <a:lnTo>
                    <a:pt x="5068422" y="1251745"/>
                  </a:lnTo>
                  <a:lnTo>
                    <a:pt x="5069090" y="1251745"/>
                  </a:lnTo>
                  <a:lnTo>
                    <a:pt x="5069758" y="1251745"/>
                  </a:lnTo>
                  <a:lnTo>
                    <a:pt x="5070426" y="1251745"/>
                  </a:lnTo>
                  <a:lnTo>
                    <a:pt x="5071094" y="1251745"/>
                  </a:lnTo>
                  <a:lnTo>
                    <a:pt x="5071762" y="1251745"/>
                  </a:lnTo>
                  <a:lnTo>
                    <a:pt x="5072430" y="1308762"/>
                  </a:lnTo>
                  <a:lnTo>
                    <a:pt x="5073098" y="1344831"/>
                  </a:lnTo>
                  <a:lnTo>
                    <a:pt x="5073766" y="1480680"/>
                  </a:lnTo>
                  <a:lnTo>
                    <a:pt x="5074434" y="1480680"/>
                  </a:lnTo>
                  <a:lnTo>
                    <a:pt x="5075102" y="1480680"/>
                  </a:lnTo>
                  <a:lnTo>
                    <a:pt x="5075771" y="1569013"/>
                  </a:lnTo>
                  <a:lnTo>
                    <a:pt x="5076439" y="1579623"/>
                  </a:lnTo>
                  <a:lnTo>
                    <a:pt x="5077107" y="1579623"/>
                  </a:lnTo>
                  <a:lnTo>
                    <a:pt x="5077775" y="1579623"/>
                  </a:lnTo>
                  <a:lnTo>
                    <a:pt x="5078443" y="1579623"/>
                  </a:lnTo>
                  <a:lnTo>
                    <a:pt x="5079111" y="1579623"/>
                  </a:lnTo>
                  <a:lnTo>
                    <a:pt x="5079779" y="1579623"/>
                  </a:lnTo>
                  <a:lnTo>
                    <a:pt x="5080447" y="1579623"/>
                  </a:lnTo>
                  <a:lnTo>
                    <a:pt x="5081115" y="1579623"/>
                  </a:lnTo>
                  <a:lnTo>
                    <a:pt x="5081783" y="1579623"/>
                  </a:lnTo>
                  <a:lnTo>
                    <a:pt x="5082451" y="1579623"/>
                  </a:lnTo>
                  <a:lnTo>
                    <a:pt x="5083119" y="1480680"/>
                  </a:lnTo>
                  <a:lnTo>
                    <a:pt x="5083787" y="1480680"/>
                  </a:lnTo>
                  <a:lnTo>
                    <a:pt x="5084455" y="1480680"/>
                  </a:lnTo>
                  <a:lnTo>
                    <a:pt x="5085123" y="1480680"/>
                  </a:lnTo>
                  <a:lnTo>
                    <a:pt x="5085791" y="1480680"/>
                  </a:lnTo>
                  <a:lnTo>
                    <a:pt x="5086459" y="1480680"/>
                  </a:lnTo>
                  <a:lnTo>
                    <a:pt x="5087127" y="1480680"/>
                  </a:lnTo>
                  <a:lnTo>
                    <a:pt x="5087795" y="1579762"/>
                  </a:lnTo>
                  <a:lnTo>
                    <a:pt x="5088463" y="1579762"/>
                  </a:lnTo>
                  <a:lnTo>
                    <a:pt x="5089131" y="1579762"/>
                  </a:lnTo>
                  <a:lnTo>
                    <a:pt x="5089799" y="1579762"/>
                  </a:lnTo>
                  <a:lnTo>
                    <a:pt x="5090467" y="1579762"/>
                  </a:lnTo>
                  <a:lnTo>
                    <a:pt x="5091135" y="1579762"/>
                  </a:lnTo>
                  <a:lnTo>
                    <a:pt x="5091803" y="1579762"/>
                  </a:lnTo>
                  <a:lnTo>
                    <a:pt x="5092471" y="1579762"/>
                  </a:lnTo>
                  <a:lnTo>
                    <a:pt x="5093139" y="1579762"/>
                  </a:lnTo>
                  <a:lnTo>
                    <a:pt x="5093807" y="1579762"/>
                  </a:lnTo>
                  <a:lnTo>
                    <a:pt x="5094475" y="1579762"/>
                  </a:lnTo>
                  <a:lnTo>
                    <a:pt x="5095143" y="1579762"/>
                  </a:lnTo>
                  <a:lnTo>
                    <a:pt x="5095811" y="1579762"/>
                  </a:lnTo>
                  <a:lnTo>
                    <a:pt x="5096479" y="1579762"/>
                  </a:lnTo>
                  <a:lnTo>
                    <a:pt x="5097147" y="1579762"/>
                  </a:lnTo>
                  <a:lnTo>
                    <a:pt x="5097815" y="1579762"/>
                  </a:lnTo>
                  <a:lnTo>
                    <a:pt x="5098483" y="1579762"/>
                  </a:lnTo>
                  <a:lnTo>
                    <a:pt x="5099151" y="1579762"/>
                  </a:lnTo>
                  <a:lnTo>
                    <a:pt x="5099819" y="1579762"/>
                  </a:lnTo>
                  <a:lnTo>
                    <a:pt x="5100488" y="1579762"/>
                  </a:lnTo>
                  <a:lnTo>
                    <a:pt x="5101156" y="1579762"/>
                  </a:lnTo>
                  <a:lnTo>
                    <a:pt x="5101824" y="1579762"/>
                  </a:lnTo>
                  <a:lnTo>
                    <a:pt x="5102492" y="1579762"/>
                  </a:lnTo>
                  <a:lnTo>
                    <a:pt x="5103160" y="1579762"/>
                  </a:lnTo>
                  <a:lnTo>
                    <a:pt x="5103828" y="1579623"/>
                  </a:lnTo>
                  <a:lnTo>
                    <a:pt x="5104496" y="1579623"/>
                  </a:lnTo>
                  <a:lnTo>
                    <a:pt x="5105164" y="1579623"/>
                  </a:lnTo>
                  <a:lnTo>
                    <a:pt x="5105832" y="1579623"/>
                  </a:lnTo>
                  <a:lnTo>
                    <a:pt x="5106500" y="1508795"/>
                  </a:lnTo>
                  <a:lnTo>
                    <a:pt x="5107168" y="1398996"/>
                  </a:lnTo>
                  <a:lnTo>
                    <a:pt x="5107836" y="1394971"/>
                  </a:lnTo>
                  <a:lnTo>
                    <a:pt x="5108504" y="1394971"/>
                  </a:lnTo>
                  <a:lnTo>
                    <a:pt x="5109172" y="1394971"/>
                  </a:lnTo>
                  <a:lnTo>
                    <a:pt x="5109840" y="1356059"/>
                  </a:lnTo>
                  <a:lnTo>
                    <a:pt x="5110508" y="1319371"/>
                  </a:lnTo>
                  <a:lnTo>
                    <a:pt x="5111176" y="1319371"/>
                  </a:lnTo>
                  <a:lnTo>
                    <a:pt x="5111844" y="1319371"/>
                  </a:lnTo>
                  <a:lnTo>
                    <a:pt x="5112512" y="1281298"/>
                  </a:lnTo>
                  <a:lnTo>
                    <a:pt x="5113180" y="1251745"/>
                  </a:lnTo>
                  <a:lnTo>
                    <a:pt x="5113848" y="1251745"/>
                  </a:lnTo>
                  <a:lnTo>
                    <a:pt x="5114516" y="1251745"/>
                  </a:lnTo>
                  <a:lnTo>
                    <a:pt x="5115184" y="1239034"/>
                  </a:lnTo>
                  <a:lnTo>
                    <a:pt x="5115852" y="1190569"/>
                  </a:lnTo>
                  <a:lnTo>
                    <a:pt x="5116520" y="1232772"/>
                  </a:lnTo>
                  <a:lnTo>
                    <a:pt x="5117188" y="1315815"/>
                  </a:lnTo>
                  <a:lnTo>
                    <a:pt x="5117856" y="1319371"/>
                  </a:lnTo>
                  <a:lnTo>
                    <a:pt x="5118524" y="1319371"/>
                  </a:lnTo>
                  <a:lnTo>
                    <a:pt x="5119192" y="1319371"/>
                  </a:lnTo>
                  <a:lnTo>
                    <a:pt x="5119860" y="1356059"/>
                  </a:lnTo>
                  <a:lnTo>
                    <a:pt x="5120528" y="1394971"/>
                  </a:lnTo>
                  <a:lnTo>
                    <a:pt x="5121196" y="1383048"/>
                  </a:lnTo>
                  <a:lnTo>
                    <a:pt x="5121864" y="1319371"/>
                  </a:lnTo>
                  <a:lnTo>
                    <a:pt x="5122532" y="1359846"/>
                  </a:lnTo>
                  <a:lnTo>
                    <a:pt x="5123200" y="1394971"/>
                  </a:lnTo>
                  <a:lnTo>
                    <a:pt x="5123868" y="1394971"/>
                  </a:lnTo>
                  <a:lnTo>
                    <a:pt x="5124536" y="1394971"/>
                  </a:lnTo>
                  <a:lnTo>
                    <a:pt x="5125205" y="1411222"/>
                  </a:lnTo>
                  <a:lnTo>
                    <a:pt x="5125873" y="1480680"/>
                  </a:lnTo>
                  <a:lnTo>
                    <a:pt x="5126541" y="1480680"/>
                  </a:lnTo>
                  <a:lnTo>
                    <a:pt x="5127209" y="1480680"/>
                  </a:lnTo>
                  <a:lnTo>
                    <a:pt x="5127877" y="1480680"/>
                  </a:lnTo>
                  <a:lnTo>
                    <a:pt x="5128545" y="1436396"/>
                  </a:lnTo>
                  <a:lnTo>
                    <a:pt x="5129213" y="1394971"/>
                  </a:lnTo>
                  <a:lnTo>
                    <a:pt x="5129881" y="1394971"/>
                  </a:lnTo>
                  <a:lnTo>
                    <a:pt x="5130549" y="1394971"/>
                  </a:lnTo>
                  <a:lnTo>
                    <a:pt x="5131217" y="1407121"/>
                  </a:lnTo>
                  <a:lnTo>
                    <a:pt x="5131885" y="1539947"/>
                  </a:lnTo>
                  <a:lnTo>
                    <a:pt x="5132553" y="1496072"/>
                  </a:lnTo>
                  <a:lnTo>
                    <a:pt x="5133221" y="1496072"/>
                  </a:lnTo>
                  <a:lnTo>
                    <a:pt x="5133889" y="1496072"/>
                  </a:lnTo>
                  <a:lnTo>
                    <a:pt x="5134557" y="1496072"/>
                  </a:lnTo>
                  <a:lnTo>
                    <a:pt x="5135225" y="1496072"/>
                  </a:lnTo>
                  <a:lnTo>
                    <a:pt x="5135893" y="1496072"/>
                  </a:lnTo>
                  <a:lnTo>
                    <a:pt x="5136561" y="1496072"/>
                  </a:lnTo>
                  <a:lnTo>
                    <a:pt x="5137229" y="1496072"/>
                  </a:lnTo>
                  <a:lnTo>
                    <a:pt x="5137897" y="1496072"/>
                  </a:lnTo>
                  <a:lnTo>
                    <a:pt x="5138565" y="1537496"/>
                  </a:lnTo>
                  <a:lnTo>
                    <a:pt x="5139233" y="1579762"/>
                  </a:lnTo>
                  <a:lnTo>
                    <a:pt x="5139901" y="1579762"/>
                  </a:lnTo>
                  <a:lnTo>
                    <a:pt x="5140569" y="1579762"/>
                  </a:lnTo>
                  <a:lnTo>
                    <a:pt x="5141237" y="1579762"/>
                  </a:lnTo>
                  <a:lnTo>
                    <a:pt x="5141905" y="1528995"/>
                  </a:lnTo>
                  <a:lnTo>
                    <a:pt x="5142573" y="1516450"/>
                  </a:lnTo>
                  <a:lnTo>
                    <a:pt x="5143241" y="1496072"/>
                  </a:lnTo>
                  <a:lnTo>
                    <a:pt x="5143909" y="1496072"/>
                  </a:lnTo>
                  <a:lnTo>
                    <a:pt x="5144577" y="1496072"/>
                  </a:lnTo>
                  <a:lnTo>
                    <a:pt x="5145245" y="1496072"/>
                  </a:lnTo>
                  <a:lnTo>
                    <a:pt x="5145913" y="1496072"/>
                  </a:lnTo>
                  <a:lnTo>
                    <a:pt x="5146581" y="1496072"/>
                  </a:lnTo>
                  <a:lnTo>
                    <a:pt x="5147249" y="1496072"/>
                  </a:lnTo>
                  <a:lnTo>
                    <a:pt x="5147917" y="1496072"/>
                  </a:lnTo>
                  <a:lnTo>
                    <a:pt x="5148585" y="1496072"/>
                  </a:lnTo>
                  <a:lnTo>
                    <a:pt x="5149254" y="1488940"/>
                  </a:lnTo>
                  <a:lnTo>
                    <a:pt x="5149922" y="1394971"/>
                  </a:lnTo>
                  <a:lnTo>
                    <a:pt x="5150590" y="1394971"/>
                  </a:lnTo>
                  <a:lnTo>
                    <a:pt x="5151258" y="1394971"/>
                  </a:lnTo>
                  <a:lnTo>
                    <a:pt x="5151926" y="1476111"/>
                  </a:lnTo>
                  <a:lnTo>
                    <a:pt x="5152594" y="1553421"/>
                  </a:lnTo>
                  <a:lnTo>
                    <a:pt x="5153262" y="1579623"/>
                  </a:lnTo>
                  <a:lnTo>
                    <a:pt x="5153930" y="1579623"/>
                  </a:lnTo>
                  <a:lnTo>
                    <a:pt x="5154598" y="1579623"/>
                  </a:lnTo>
                  <a:lnTo>
                    <a:pt x="5155266" y="1579623"/>
                  </a:lnTo>
                  <a:lnTo>
                    <a:pt x="5155934" y="1579623"/>
                  </a:lnTo>
                  <a:lnTo>
                    <a:pt x="5156602" y="1579623"/>
                  </a:lnTo>
                  <a:lnTo>
                    <a:pt x="5157270" y="1579623"/>
                  </a:lnTo>
                  <a:lnTo>
                    <a:pt x="5157938" y="1579623"/>
                  </a:lnTo>
                  <a:lnTo>
                    <a:pt x="5158606" y="1579762"/>
                  </a:lnTo>
                  <a:lnTo>
                    <a:pt x="5159274" y="1579762"/>
                  </a:lnTo>
                  <a:lnTo>
                    <a:pt x="5159942" y="1520604"/>
                  </a:lnTo>
                  <a:lnTo>
                    <a:pt x="5160610" y="1446374"/>
                  </a:lnTo>
                  <a:lnTo>
                    <a:pt x="5161278" y="1446374"/>
                  </a:lnTo>
                  <a:lnTo>
                    <a:pt x="5161946" y="1446374"/>
                  </a:lnTo>
                  <a:lnTo>
                    <a:pt x="5162614" y="1446374"/>
                  </a:lnTo>
                  <a:lnTo>
                    <a:pt x="5163282" y="1408301"/>
                  </a:lnTo>
                  <a:lnTo>
                    <a:pt x="5163950" y="1344382"/>
                  </a:lnTo>
                  <a:lnTo>
                    <a:pt x="5164618" y="1317572"/>
                  </a:lnTo>
                  <a:lnTo>
                    <a:pt x="5165286" y="1317572"/>
                  </a:lnTo>
                  <a:lnTo>
                    <a:pt x="5165954" y="1317572"/>
                  </a:lnTo>
                  <a:lnTo>
                    <a:pt x="5166622" y="1317572"/>
                  </a:lnTo>
                  <a:lnTo>
                    <a:pt x="5167290" y="1269796"/>
                  </a:lnTo>
                  <a:lnTo>
                    <a:pt x="5167958" y="1210346"/>
                  </a:lnTo>
                  <a:lnTo>
                    <a:pt x="5168626" y="1181385"/>
                  </a:lnTo>
                  <a:lnTo>
                    <a:pt x="5169294" y="1202983"/>
                  </a:lnTo>
                  <a:lnTo>
                    <a:pt x="5169962" y="1160579"/>
                  </a:lnTo>
                  <a:lnTo>
                    <a:pt x="5170630" y="1210346"/>
                  </a:lnTo>
                  <a:lnTo>
                    <a:pt x="5171298" y="1210346"/>
                  </a:lnTo>
                  <a:lnTo>
                    <a:pt x="5171966" y="1278984"/>
                  </a:lnTo>
                  <a:lnTo>
                    <a:pt x="5172634" y="1294212"/>
                  </a:lnTo>
                  <a:lnTo>
                    <a:pt x="5173302" y="1326783"/>
                  </a:lnTo>
                  <a:lnTo>
                    <a:pt x="5173971" y="1380527"/>
                  </a:lnTo>
                  <a:lnTo>
                    <a:pt x="5174639" y="1363926"/>
                  </a:lnTo>
                  <a:lnTo>
                    <a:pt x="5175307" y="1314022"/>
                  </a:lnTo>
                  <a:lnTo>
                    <a:pt x="5175975" y="1299036"/>
                  </a:lnTo>
                  <a:lnTo>
                    <a:pt x="5176643" y="1299036"/>
                  </a:lnTo>
                  <a:lnTo>
                    <a:pt x="5177311" y="1342439"/>
                  </a:lnTo>
                  <a:lnTo>
                    <a:pt x="5177979" y="1361200"/>
                  </a:lnTo>
                  <a:lnTo>
                    <a:pt x="5178647" y="1401437"/>
                  </a:lnTo>
                  <a:lnTo>
                    <a:pt x="5179315" y="1410250"/>
                  </a:lnTo>
                  <a:lnTo>
                    <a:pt x="5179983" y="1502328"/>
                  </a:lnTo>
                  <a:lnTo>
                    <a:pt x="5180651" y="1446374"/>
                  </a:lnTo>
                  <a:lnTo>
                    <a:pt x="5181319" y="1446374"/>
                  </a:lnTo>
                  <a:lnTo>
                    <a:pt x="5181987" y="1439573"/>
                  </a:lnTo>
                  <a:lnTo>
                    <a:pt x="5182655" y="1352164"/>
                  </a:lnTo>
                  <a:lnTo>
                    <a:pt x="5183323" y="1251745"/>
                  </a:lnTo>
                  <a:lnTo>
                    <a:pt x="5183991" y="1251745"/>
                  </a:lnTo>
                  <a:lnTo>
                    <a:pt x="5184659" y="1301785"/>
                  </a:lnTo>
                  <a:lnTo>
                    <a:pt x="5185327" y="1371342"/>
                  </a:lnTo>
                  <a:lnTo>
                    <a:pt x="5185995" y="1394971"/>
                  </a:lnTo>
                  <a:lnTo>
                    <a:pt x="5186663" y="1390972"/>
                  </a:lnTo>
                  <a:lnTo>
                    <a:pt x="5187331" y="1319371"/>
                  </a:lnTo>
                  <a:lnTo>
                    <a:pt x="5187999" y="1379122"/>
                  </a:lnTo>
                  <a:lnTo>
                    <a:pt x="5188667" y="1333796"/>
                  </a:lnTo>
                  <a:lnTo>
                    <a:pt x="5189335" y="1319371"/>
                  </a:lnTo>
                  <a:lnTo>
                    <a:pt x="5190003" y="1319371"/>
                  </a:lnTo>
                  <a:lnTo>
                    <a:pt x="5190671" y="1319371"/>
                  </a:lnTo>
                  <a:lnTo>
                    <a:pt x="5191339" y="1319371"/>
                  </a:lnTo>
                  <a:lnTo>
                    <a:pt x="5192007" y="1319371"/>
                  </a:lnTo>
                  <a:lnTo>
                    <a:pt x="5192675" y="1386998"/>
                  </a:lnTo>
                  <a:lnTo>
                    <a:pt x="5193343" y="1394971"/>
                  </a:lnTo>
                  <a:lnTo>
                    <a:pt x="5194011" y="1394971"/>
                  </a:lnTo>
                  <a:lnTo>
                    <a:pt x="5194679" y="1394971"/>
                  </a:lnTo>
                  <a:lnTo>
                    <a:pt x="5195347" y="1394971"/>
                  </a:lnTo>
                  <a:lnTo>
                    <a:pt x="5196015" y="1394971"/>
                  </a:lnTo>
                  <a:lnTo>
                    <a:pt x="5196683" y="1398996"/>
                  </a:lnTo>
                  <a:lnTo>
                    <a:pt x="5197351" y="1480680"/>
                  </a:lnTo>
                  <a:lnTo>
                    <a:pt x="5198019" y="1480680"/>
                  </a:lnTo>
                  <a:lnTo>
                    <a:pt x="5198688" y="1558576"/>
                  </a:lnTo>
                  <a:lnTo>
                    <a:pt x="5199356" y="1518447"/>
                  </a:lnTo>
                  <a:lnTo>
                    <a:pt x="5200024" y="1471575"/>
                  </a:lnTo>
                  <a:lnTo>
                    <a:pt x="5200692" y="1394971"/>
                  </a:lnTo>
                  <a:lnTo>
                    <a:pt x="5201360" y="1394971"/>
                  </a:lnTo>
                  <a:lnTo>
                    <a:pt x="5202028" y="1515173"/>
                  </a:lnTo>
                  <a:lnTo>
                    <a:pt x="5202696" y="1579762"/>
                  </a:lnTo>
                  <a:lnTo>
                    <a:pt x="5203364" y="1579762"/>
                  </a:lnTo>
                  <a:lnTo>
                    <a:pt x="5204032" y="1579762"/>
                  </a:lnTo>
                  <a:lnTo>
                    <a:pt x="5204700" y="1579762"/>
                  </a:lnTo>
                  <a:lnTo>
                    <a:pt x="5205368" y="1579762"/>
                  </a:lnTo>
                  <a:lnTo>
                    <a:pt x="5206036" y="1579762"/>
                  </a:lnTo>
                  <a:lnTo>
                    <a:pt x="5206704" y="1579762"/>
                  </a:lnTo>
                  <a:lnTo>
                    <a:pt x="5207372" y="1579762"/>
                  </a:lnTo>
                  <a:lnTo>
                    <a:pt x="5208040" y="1579762"/>
                  </a:lnTo>
                  <a:lnTo>
                    <a:pt x="5208708" y="1579762"/>
                  </a:lnTo>
                  <a:lnTo>
                    <a:pt x="5209376" y="1579762"/>
                  </a:lnTo>
                  <a:lnTo>
                    <a:pt x="5210044" y="1579762"/>
                  </a:lnTo>
                  <a:lnTo>
                    <a:pt x="5210712" y="1579762"/>
                  </a:lnTo>
                  <a:lnTo>
                    <a:pt x="5211380" y="1579762"/>
                  </a:lnTo>
                  <a:lnTo>
                    <a:pt x="5212048" y="1579762"/>
                  </a:lnTo>
                  <a:lnTo>
                    <a:pt x="5212716" y="1579762"/>
                  </a:lnTo>
                  <a:lnTo>
                    <a:pt x="5213384" y="1579762"/>
                  </a:lnTo>
                  <a:lnTo>
                    <a:pt x="5214052" y="1579623"/>
                  </a:lnTo>
                  <a:lnTo>
                    <a:pt x="5214720" y="1579623"/>
                  </a:lnTo>
                  <a:lnTo>
                    <a:pt x="5215388" y="1579623"/>
                  </a:lnTo>
                  <a:lnTo>
                    <a:pt x="5216056" y="1579623"/>
                  </a:lnTo>
                  <a:lnTo>
                    <a:pt x="5216724" y="1579623"/>
                  </a:lnTo>
                  <a:lnTo>
                    <a:pt x="5217392" y="1579623"/>
                  </a:lnTo>
                  <a:lnTo>
                    <a:pt x="5218060" y="1579623"/>
                  </a:lnTo>
                  <a:lnTo>
                    <a:pt x="5218728" y="1579623"/>
                  </a:lnTo>
                  <a:lnTo>
                    <a:pt x="5219396" y="1579623"/>
                  </a:lnTo>
                  <a:lnTo>
                    <a:pt x="5220064" y="1579623"/>
                  </a:lnTo>
                  <a:lnTo>
                    <a:pt x="5220732" y="1579623"/>
                  </a:lnTo>
                  <a:lnTo>
                    <a:pt x="5221400" y="1579623"/>
                  </a:lnTo>
                  <a:lnTo>
                    <a:pt x="5222068" y="1579623"/>
                  </a:lnTo>
                  <a:lnTo>
                    <a:pt x="5222736" y="1579623"/>
                  </a:lnTo>
                  <a:lnTo>
                    <a:pt x="5223405" y="1579623"/>
                  </a:lnTo>
                  <a:lnTo>
                    <a:pt x="5224073" y="1579623"/>
                  </a:lnTo>
                  <a:lnTo>
                    <a:pt x="5224741" y="1579623"/>
                  </a:lnTo>
                  <a:lnTo>
                    <a:pt x="5225409" y="1579623"/>
                  </a:lnTo>
                  <a:lnTo>
                    <a:pt x="5226077" y="1579623"/>
                  </a:lnTo>
                  <a:lnTo>
                    <a:pt x="5226745" y="1579623"/>
                  </a:lnTo>
                  <a:lnTo>
                    <a:pt x="5227413" y="1579623"/>
                  </a:lnTo>
                  <a:lnTo>
                    <a:pt x="5228081" y="1579623"/>
                  </a:lnTo>
                  <a:lnTo>
                    <a:pt x="5228749" y="1579623"/>
                  </a:lnTo>
                  <a:lnTo>
                    <a:pt x="5229417" y="1579623"/>
                  </a:lnTo>
                  <a:lnTo>
                    <a:pt x="5230085" y="1579623"/>
                  </a:lnTo>
                  <a:lnTo>
                    <a:pt x="5230753" y="1579623"/>
                  </a:lnTo>
                  <a:lnTo>
                    <a:pt x="5231421" y="1579623"/>
                  </a:lnTo>
                  <a:lnTo>
                    <a:pt x="5232089" y="1579623"/>
                  </a:lnTo>
                  <a:lnTo>
                    <a:pt x="5232757" y="1579623"/>
                  </a:lnTo>
                  <a:lnTo>
                    <a:pt x="5233425" y="1579623"/>
                  </a:lnTo>
                  <a:lnTo>
                    <a:pt x="5234093" y="1579762"/>
                  </a:lnTo>
                  <a:lnTo>
                    <a:pt x="5234761" y="1579762"/>
                  </a:lnTo>
                  <a:lnTo>
                    <a:pt x="5235429" y="1579762"/>
                  </a:lnTo>
                  <a:lnTo>
                    <a:pt x="5236097" y="1579762"/>
                  </a:lnTo>
                  <a:lnTo>
                    <a:pt x="5236765" y="1579762"/>
                  </a:lnTo>
                  <a:lnTo>
                    <a:pt x="5237433" y="1579762"/>
                  </a:lnTo>
                  <a:lnTo>
                    <a:pt x="5238101" y="1579762"/>
                  </a:lnTo>
                  <a:lnTo>
                    <a:pt x="5238769" y="1579762"/>
                  </a:lnTo>
                  <a:lnTo>
                    <a:pt x="5239437" y="1579762"/>
                  </a:lnTo>
                  <a:lnTo>
                    <a:pt x="5240105" y="1579762"/>
                  </a:lnTo>
                  <a:lnTo>
                    <a:pt x="5240773" y="1579762"/>
                  </a:lnTo>
                  <a:lnTo>
                    <a:pt x="5241441" y="1579762"/>
                  </a:lnTo>
                  <a:lnTo>
                    <a:pt x="5242109" y="1579762"/>
                  </a:lnTo>
                  <a:lnTo>
                    <a:pt x="5242777" y="1521974"/>
                  </a:lnTo>
                  <a:lnTo>
                    <a:pt x="5243445" y="1521974"/>
                  </a:lnTo>
                  <a:lnTo>
                    <a:pt x="5244113" y="1515173"/>
                  </a:lnTo>
                  <a:lnTo>
                    <a:pt x="5244781" y="1496072"/>
                  </a:lnTo>
                  <a:lnTo>
                    <a:pt x="5245449" y="1481728"/>
                  </a:lnTo>
                  <a:lnTo>
                    <a:pt x="5246117" y="1394971"/>
                  </a:lnTo>
                  <a:lnTo>
                    <a:pt x="5246785" y="1394971"/>
                  </a:lnTo>
                  <a:lnTo>
                    <a:pt x="5247454" y="1394971"/>
                  </a:lnTo>
                  <a:lnTo>
                    <a:pt x="5248122" y="1436396"/>
                  </a:lnTo>
                  <a:lnTo>
                    <a:pt x="5248790" y="1579762"/>
                  </a:lnTo>
                  <a:lnTo>
                    <a:pt x="5249458" y="1579762"/>
                  </a:lnTo>
                  <a:lnTo>
                    <a:pt x="5250126" y="1579762"/>
                  </a:lnTo>
                  <a:lnTo>
                    <a:pt x="5250794" y="1579762"/>
                  </a:lnTo>
                  <a:lnTo>
                    <a:pt x="5251462" y="1579762"/>
                  </a:lnTo>
                  <a:lnTo>
                    <a:pt x="5252130" y="1579762"/>
                  </a:lnTo>
                  <a:lnTo>
                    <a:pt x="5252798" y="1579762"/>
                  </a:lnTo>
                  <a:lnTo>
                    <a:pt x="5253466" y="1579762"/>
                  </a:lnTo>
                  <a:lnTo>
                    <a:pt x="5254134" y="1579762"/>
                  </a:lnTo>
                  <a:lnTo>
                    <a:pt x="5254802" y="1579762"/>
                  </a:lnTo>
                  <a:lnTo>
                    <a:pt x="5255470" y="1579762"/>
                  </a:lnTo>
                  <a:lnTo>
                    <a:pt x="5256138" y="1579762"/>
                  </a:lnTo>
                  <a:lnTo>
                    <a:pt x="5256806" y="1579762"/>
                  </a:lnTo>
                  <a:lnTo>
                    <a:pt x="5257474" y="1579762"/>
                  </a:lnTo>
                  <a:lnTo>
                    <a:pt x="5258142" y="1579762"/>
                  </a:lnTo>
                  <a:lnTo>
                    <a:pt x="5258810" y="1579762"/>
                  </a:lnTo>
                  <a:lnTo>
                    <a:pt x="5259478" y="1579762"/>
                  </a:lnTo>
                  <a:lnTo>
                    <a:pt x="5260146" y="1579762"/>
                  </a:lnTo>
                  <a:lnTo>
                    <a:pt x="5260814" y="1579762"/>
                  </a:lnTo>
                  <a:lnTo>
                    <a:pt x="5261482" y="1579762"/>
                  </a:lnTo>
                  <a:lnTo>
                    <a:pt x="5262150" y="1579762"/>
                  </a:lnTo>
                  <a:lnTo>
                    <a:pt x="5262818" y="1579623"/>
                  </a:lnTo>
                  <a:lnTo>
                    <a:pt x="5263486" y="1579623"/>
                  </a:lnTo>
                  <a:lnTo>
                    <a:pt x="5264154" y="1579623"/>
                  </a:lnTo>
                  <a:lnTo>
                    <a:pt x="5264822" y="1579623"/>
                  </a:lnTo>
                  <a:lnTo>
                    <a:pt x="5265490" y="1579623"/>
                  </a:lnTo>
                  <a:lnTo>
                    <a:pt x="5266158" y="1579623"/>
                  </a:lnTo>
                  <a:lnTo>
                    <a:pt x="5266826" y="1579623"/>
                  </a:lnTo>
                  <a:lnTo>
                    <a:pt x="5267494" y="1579623"/>
                  </a:lnTo>
                  <a:lnTo>
                    <a:pt x="5268162" y="1494583"/>
                  </a:lnTo>
                  <a:lnTo>
                    <a:pt x="5268830" y="1480680"/>
                  </a:lnTo>
                  <a:lnTo>
                    <a:pt x="5269498" y="1419504"/>
                  </a:lnTo>
                  <a:lnTo>
                    <a:pt x="5270166" y="1394971"/>
                  </a:lnTo>
                  <a:lnTo>
                    <a:pt x="5270834" y="1394971"/>
                  </a:lnTo>
                  <a:lnTo>
                    <a:pt x="5271502" y="1394971"/>
                  </a:lnTo>
                  <a:lnTo>
                    <a:pt x="5272171" y="1394971"/>
                  </a:lnTo>
                  <a:lnTo>
                    <a:pt x="5272839" y="1394971"/>
                  </a:lnTo>
                  <a:lnTo>
                    <a:pt x="5273507" y="1485555"/>
                  </a:lnTo>
                  <a:lnTo>
                    <a:pt x="5274175" y="1496072"/>
                  </a:lnTo>
                  <a:lnTo>
                    <a:pt x="5274843" y="1515173"/>
                  </a:lnTo>
                  <a:lnTo>
                    <a:pt x="5275511" y="1521974"/>
                  </a:lnTo>
                  <a:lnTo>
                    <a:pt x="5276179" y="1521974"/>
                  </a:lnTo>
                  <a:lnTo>
                    <a:pt x="5276847" y="1521974"/>
                  </a:lnTo>
                  <a:lnTo>
                    <a:pt x="5277515" y="1521974"/>
                  </a:lnTo>
                  <a:lnTo>
                    <a:pt x="5278183" y="1579762"/>
                  </a:lnTo>
                  <a:lnTo>
                    <a:pt x="5278851" y="1530048"/>
                  </a:lnTo>
                  <a:lnTo>
                    <a:pt x="5279519" y="1579762"/>
                  </a:lnTo>
                  <a:lnTo>
                    <a:pt x="5280187" y="1579762"/>
                  </a:lnTo>
                  <a:lnTo>
                    <a:pt x="5280855" y="1579762"/>
                  </a:lnTo>
                  <a:lnTo>
                    <a:pt x="5281523" y="1579762"/>
                  </a:lnTo>
                  <a:lnTo>
                    <a:pt x="5282191" y="1579762"/>
                  </a:lnTo>
                  <a:lnTo>
                    <a:pt x="5282859" y="1579762"/>
                  </a:lnTo>
                  <a:lnTo>
                    <a:pt x="5283527" y="1539705"/>
                  </a:lnTo>
                  <a:lnTo>
                    <a:pt x="5284195" y="1496072"/>
                  </a:lnTo>
                  <a:lnTo>
                    <a:pt x="5284863" y="1481728"/>
                  </a:lnTo>
                  <a:lnTo>
                    <a:pt x="5285531" y="1394971"/>
                  </a:lnTo>
                  <a:lnTo>
                    <a:pt x="5286199" y="1394971"/>
                  </a:lnTo>
                  <a:lnTo>
                    <a:pt x="5286867" y="1330159"/>
                  </a:lnTo>
                  <a:lnTo>
                    <a:pt x="5287535" y="1420472"/>
                  </a:lnTo>
                  <a:lnTo>
                    <a:pt x="5288203" y="1420472"/>
                  </a:lnTo>
                  <a:lnTo>
                    <a:pt x="5288871" y="1514001"/>
                  </a:lnTo>
                  <a:lnTo>
                    <a:pt x="5289539" y="1453546"/>
                  </a:lnTo>
                  <a:lnTo>
                    <a:pt x="5290207" y="1446374"/>
                  </a:lnTo>
                  <a:lnTo>
                    <a:pt x="5290875" y="1418463"/>
                  </a:lnTo>
                  <a:lnTo>
                    <a:pt x="5291543" y="1378747"/>
                  </a:lnTo>
                  <a:lnTo>
                    <a:pt x="5292211" y="1378747"/>
                  </a:lnTo>
                  <a:lnTo>
                    <a:pt x="5292879" y="1378747"/>
                  </a:lnTo>
                  <a:lnTo>
                    <a:pt x="5293547" y="1425328"/>
                  </a:lnTo>
                  <a:lnTo>
                    <a:pt x="5294215" y="1385198"/>
                  </a:lnTo>
                  <a:lnTo>
                    <a:pt x="5294883" y="1462612"/>
                  </a:lnTo>
                  <a:lnTo>
                    <a:pt x="5295551" y="1413214"/>
                  </a:lnTo>
                  <a:lnTo>
                    <a:pt x="5296219" y="1406262"/>
                  </a:lnTo>
                  <a:lnTo>
                    <a:pt x="5296888" y="1406262"/>
                  </a:lnTo>
                  <a:lnTo>
                    <a:pt x="5297556" y="1401437"/>
                  </a:lnTo>
                  <a:lnTo>
                    <a:pt x="5298224" y="1401437"/>
                  </a:lnTo>
                  <a:lnTo>
                    <a:pt x="5298892" y="1364587"/>
                  </a:lnTo>
                  <a:lnTo>
                    <a:pt x="5299560" y="1400453"/>
                  </a:lnTo>
                  <a:lnTo>
                    <a:pt x="5300228" y="1386157"/>
                  </a:lnTo>
                  <a:lnTo>
                    <a:pt x="5300896" y="1372173"/>
                  </a:lnTo>
                  <a:lnTo>
                    <a:pt x="5301564" y="1406262"/>
                  </a:lnTo>
                  <a:lnTo>
                    <a:pt x="5302232" y="1406262"/>
                  </a:lnTo>
                  <a:lnTo>
                    <a:pt x="5302900" y="1406262"/>
                  </a:lnTo>
                  <a:lnTo>
                    <a:pt x="5303568" y="1449795"/>
                  </a:lnTo>
                  <a:lnTo>
                    <a:pt x="5304236" y="1400453"/>
                  </a:lnTo>
                  <a:lnTo>
                    <a:pt x="5304904" y="1446986"/>
                  </a:lnTo>
                  <a:lnTo>
                    <a:pt x="5305572" y="1394696"/>
                  </a:lnTo>
                  <a:lnTo>
                    <a:pt x="5306240" y="1406262"/>
                  </a:lnTo>
                  <a:lnTo>
                    <a:pt x="5306908" y="1457881"/>
                  </a:lnTo>
                  <a:lnTo>
                    <a:pt x="5307576" y="1462612"/>
                  </a:lnTo>
                  <a:lnTo>
                    <a:pt x="5308244" y="1462612"/>
                  </a:lnTo>
                  <a:lnTo>
                    <a:pt x="5308912" y="1490523"/>
                  </a:lnTo>
                  <a:lnTo>
                    <a:pt x="5309580" y="1446374"/>
                  </a:lnTo>
                  <a:lnTo>
                    <a:pt x="5310248" y="1471834"/>
                  </a:lnTo>
                  <a:lnTo>
                    <a:pt x="5310916" y="1521974"/>
                  </a:lnTo>
                  <a:lnTo>
                    <a:pt x="5311584" y="1457162"/>
                  </a:lnTo>
                  <a:lnTo>
                    <a:pt x="5312252" y="1378747"/>
                  </a:lnTo>
                  <a:lnTo>
                    <a:pt x="5312920" y="1371946"/>
                  </a:lnTo>
                  <a:lnTo>
                    <a:pt x="5313588" y="1379047"/>
                  </a:lnTo>
                  <a:lnTo>
                    <a:pt x="5314256" y="1420472"/>
                  </a:lnTo>
                  <a:lnTo>
                    <a:pt x="5314924" y="1352294"/>
                  </a:lnTo>
                  <a:lnTo>
                    <a:pt x="5315592" y="1394971"/>
                  </a:lnTo>
                  <a:lnTo>
                    <a:pt x="5316260" y="1394971"/>
                  </a:lnTo>
                  <a:lnTo>
                    <a:pt x="5316928" y="1446263"/>
                  </a:lnTo>
                  <a:lnTo>
                    <a:pt x="5317596" y="1420472"/>
                  </a:lnTo>
                  <a:lnTo>
                    <a:pt x="5318264" y="1406364"/>
                  </a:lnTo>
                  <a:lnTo>
                    <a:pt x="5318932" y="1378747"/>
                  </a:lnTo>
                  <a:lnTo>
                    <a:pt x="5319600" y="1378747"/>
                  </a:lnTo>
                  <a:lnTo>
                    <a:pt x="5320268" y="1378747"/>
                  </a:lnTo>
                  <a:lnTo>
                    <a:pt x="5320936" y="1378747"/>
                  </a:lnTo>
                  <a:lnTo>
                    <a:pt x="5321605" y="1435765"/>
                  </a:lnTo>
                  <a:lnTo>
                    <a:pt x="5322273" y="1521974"/>
                  </a:lnTo>
                  <a:lnTo>
                    <a:pt x="5322941" y="1521974"/>
                  </a:lnTo>
                  <a:lnTo>
                    <a:pt x="5323609" y="1579762"/>
                  </a:lnTo>
                  <a:lnTo>
                    <a:pt x="5324277" y="1579762"/>
                  </a:lnTo>
                  <a:lnTo>
                    <a:pt x="5324945" y="1579762"/>
                  </a:lnTo>
                  <a:lnTo>
                    <a:pt x="5325613" y="1579762"/>
                  </a:lnTo>
                  <a:lnTo>
                    <a:pt x="5326281" y="1579762"/>
                  </a:lnTo>
                  <a:lnTo>
                    <a:pt x="5326949" y="1579762"/>
                  </a:lnTo>
                  <a:lnTo>
                    <a:pt x="5327617" y="1579762"/>
                  </a:lnTo>
                  <a:lnTo>
                    <a:pt x="5328285" y="1579762"/>
                  </a:lnTo>
                  <a:lnTo>
                    <a:pt x="5328953" y="1579762"/>
                  </a:lnTo>
                  <a:lnTo>
                    <a:pt x="5329621" y="1579762"/>
                  </a:lnTo>
                  <a:lnTo>
                    <a:pt x="5330289" y="1579762"/>
                  </a:lnTo>
                  <a:lnTo>
                    <a:pt x="5330957" y="1579762"/>
                  </a:lnTo>
                  <a:lnTo>
                    <a:pt x="5331625" y="1579762"/>
                  </a:lnTo>
                  <a:lnTo>
                    <a:pt x="5332293" y="1579762"/>
                  </a:lnTo>
                  <a:lnTo>
                    <a:pt x="5332961" y="1579762"/>
                  </a:lnTo>
                  <a:lnTo>
                    <a:pt x="5333629" y="1579762"/>
                  </a:lnTo>
                  <a:lnTo>
                    <a:pt x="5334297" y="1579762"/>
                  </a:lnTo>
                  <a:lnTo>
                    <a:pt x="5334965" y="1579762"/>
                  </a:lnTo>
                  <a:lnTo>
                    <a:pt x="5335633" y="1579762"/>
                  </a:lnTo>
                  <a:lnTo>
                    <a:pt x="5336301" y="1579762"/>
                  </a:lnTo>
                  <a:lnTo>
                    <a:pt x="5336969" y="1579762"/>
                  </a:lnTo>
                  <a:lnTo>
                    <a:pt x="5337637" y="1579762"/>
                  </a:lnTo>
                  <a:lnTo>
                    <a:pt x="5338305" y="1579762"/>
                  </a:lnTo>
                  <a:lnTo>
                    <a:pt x="5338973" y="1579762"/>
                  </a:lnTo>
                  <a:lnTo>
                    <a:pt x="5339641" y="1579762"/>
                  </a:lnTo>
                  <a:lnTo>
                    <a:pt x="5340309" y="1579762"/>
                  </a:lnTo>
                  <a:lnTo>
                    <a:pt x="5340977" y="1579762"/>
                  </a:lnTo>
                  <a:lnTo>
                    <a:pt x="5341645" y="1579623"/>
                  </a:lnTo>
                  <a:lnTo>
                    <a:pt x="5342313" y="1579623"/>
                  </a:lnTo>
                  <a:lnTo>
                    <a:pt x="5342981" y="1579623"/>
                  </a:lnTo>
                  <a:lnTo>
                    <a:pt x="5343649" y="1579623"/>
                  </a:lnTo>
                  <a:lnTo>
                    <a:pt x="5344317" y="1579623"/>
                  </a:lnTo>
                  <a:lnTo>
                    <a:pt x="5344985" y="1579623"/>
                  </a:lnTo>
                  <a:lnTo>
                    <a:pt x="5345654" y="1579623"/>
                  </a:lnTo>
                  <a:lnTo>
                    <a:pt x="5346322" y="1579623"/>
                  </a:lnTo>
                  <a:lnTo>
                    <a:pt x="5346990" y="1485281"/>
                  </a:lnTo>
                  <a:lnTo>
                    <a:pt x="5347658" y="1512322"/>
                  </a:lnTo>
                  <a:lnTo>
                    <a:pt x="5348326" y="1579762"/>
                  </a:lnTo>
                  <a:lnTo>
                    <a:pt x="5348994" y="1579762"/>
                  </a:lnTo>
                  <a:lnTo>
                    <a:pt x="5349662" y="1579762"/>
                  </a:lnTo>
                  <a:lnTo>
                    <a:pt x="5350330" y="1579762"/>
                  </a:lnTo>
                  <a:lnTo>
                    <a:pt x="5350998" y="1579762"/>
                  </a:lnTo>
                  <a:lnTo>
                    <a:pt x="5351666" y="1579762"/>
                  </a:lnTo>
                  <a:lnTo>
                    <a:pt x="5352334" y="1579762"/>
                  </a:lnTo>
                  <a:lnTo>
                    <a:pt x="5353002" y="1538623"/>
                  </a:lnTo>
                  <a:lnTo>
                    <a:pt x="5353670" y="1538623"/>
                  </a:lnTo>
                  <a:lnTo>
                    <a:pt x="5354338" y="1538623"/>
                  </a:lnTo>
                  <a:lnTo>
                    <a:pt x="5355006" y="1401847"/>
                  </a:lnTo>
                  <a:lnTo>
                    <a:pt x="5355674" y="1419327"/>
                  </a:lnTo>
                  <a:lnTo>
                    <a:pt x="5356342" y="1388901"/>
                  </a:lnTo>
                  <a:lnTo>
                    <a:pt x="5357010" y="1357962"/>
                  </a:lnTo>
                  <a:lnTo>
                    <a:pt x="5357678" y="1388901"/>
                  </a:lnTo>
                  <a:lnTo>
                    <a:pt x="5358346" y="1353972"/>
                  </a:lnTo>
                  <a:lnTo>
                    <a:pt x="5359014" y="1281056"/>
                  </a:lnTo>
                  <a:lnTo>
                    <a:pt x="5359682" y="1277031"/>
                  </a:lnTo>
                  <a:lnTo>
                    <a:pt x="5360350" y="1216371"/>
                  </a:lnTo>
                  <a:lnTo>
                    <a:pt x="5361018" y="1193308"/>
                  </a:lnTo>
                  <a:lnTo>
                    <a:pt x="5361686" y="1224247"/>
                  </a:lnTo>
                  <a:lnTo>
                    <a:pt x="5362354" y="1207186"/>
                  </a:lnTo>
                  <a:lnTo>
                    <a:pt x="5363022" y="1251470"/>
                  </a:lnTo>
                  <a:lnTo>
                    <a:pt x="5363690" y="1251470"/>
                  </a:lnTo>
                  <a:lnTo>
                    <a:pt x="5364358" y="1251470"/>
                  </a:lnTo>
                  <a:lnTo>
                    <a:pt x="5365026" y="1381332"/>
                  </a:lnTo>
                  <a:lnTo>
                    <a:pt x="5365694" y="1370120"/>
                  </a:lnTo>
                  <a:lnTo>
                    <a:pt x="5366362" y="1413214"/>
                  </a:lnTo>
                  <a:lnTo>
                    <a:pt x="5367030" y="1511455"/>
                  </a:lnTo>
                  <a:lnTo>
                    <a:pt x="5367698" y="1446374"/>
                  </a:lnTo>
                  <a:lnTo>
                    <a:pt x="5368366" y="1446374"/>
                  </a:lnTo>
                  <a:lnTo>
                    <a:pt x="5369034" y="1471834"/>
                  </a:lnTo>
                  <a:lnTo>
                    <a:pt x="5369702" y="1439573"/>
                  </a:lnTo>
                  <a:lnTo>
                    <a:pt x="5370371" y="1468753"/>
                  </a:lnTo>
                  <a:lnTo>
                    <a:pt x="5371039" y="1446374"/>
                  </a:lnTo>
                  <a:lnTo>
                    <a:pt x="5371707" y="1446374"/>
                  </a:lnTo>
                  <a:lnTo>
                    <a:pt x="5372375" y="1446374"/>
                  </a:lnTo>
                  <a:lnTo>
                    <a:pt x="5373043" y="1515011"/>
                  </a:lnTo>
                  <a:lnTo>
                    <a:pt x="5373711" y="1530239"/>
                  </a:lnTo>
                  <a:lnTo>
                    <a:pt x="5374379" y="1488814"/>
                  </a:lnTo>
                  <a:lnTo>
                    <a:pt x="5375047" y="1473888"/>
                  </a:lnTo>
                  <a:lnTo>
                    <a:pt x="5375715" y="1386157"/>
                  </a:lnTo>
                  <a:lnTo>
                    <a:pt x="5376383" y="1258384"/>
                  </a:lnTo>
                  <a:lnTo>
                    <a:pt x="5377051" y="1317929"/>
                  </a:lnTo>
                  <a:lnTo>
                    <a:pt x="5377719" y="1317929"/>
                  </a:lnTo>
                  <a:lnTo>
                    <a:pt x="5378387" y="1317929"/>
                  </a:lnTo>
                  <a:lnTo>
                    <a:pt x="5379055" y="1335752"/>
                  </a:lnTo>
                  <a:lnTo>
                    <a:pt x="5379723" y="1329494"/>
                  </a:lnTo>
                  <a:lnTo>
                    <a:pt x="5380391" y="1317929"/>
                  </a:lnTo>
                  <a:lnTo>
                    <a:pt x="5381059" y="1279585"/>
                  </a:lnTo>
                  <a:lnTo>
                    <a:pt x="5381727" y="1251470"/>
                  </a:lnTo>
                  <a:lnTo>
                    <a:pt x="5382395" y="1186139"/>
                  </a:lnTo>
                  <a:lnTo>
                    <a:pt x="5383063" y="1160936"/>
                  </a:lnTo>
                  <a:lnTo>
                    <a:pt x="5383731" y="1160936"/>
                  </a:lnTo>
                  <a:lnTo>
                    <a:pt x="5384399" y="1149013"/>
                  </a:lnTo>
                  <a:lnTo>
                    <a:pt x="5385067" y="1081095"/>
                  </a:lnTo>
                  <a:lnTo>
                    <a:pt x="5385735" y="1179030"/>
                  </a:lnTo>
                  <a:lnTo>
                    <a:pt x="5386403" y="1370120"/>
                  </a:lnTo>
                  <a:lnTo>
                    <a:pt x="5387071" y="1345588"/>
                  </a:lnTo>
                  <a:lnTo>
                    <a:pt x="5387739" y="1418444"/>
                  </a:lnTo>
                  <a:lnTo>
                    <a:pt x="5388407" y="1461683"/>
                  </a:lnTo>
                  <a:lnTo>
                    <a:pt x="5389075" y="1461683"/>
                  </a:lnTo>
                  <a:lnTo>
                    <a:pt x="5389743" y="1503108"/>
                  </a:lnTo>
                  <a:lnTo>
                    <a:pt x="5390411" y="1517532"/>
                  </a:lnTo>
                  <a:lnTo>
                    <a:pt x="5391079" y="1538287"/>
                  </a:lnTo>
                  <a:lnTo>
                    <a:pt x="5391747" y="1517532"/>
                  </a:lnTo>
                  <a:lnTo>
                    <a:pt x="5392415" y="1579762"/>
                  </a:lnTo>
                  <a:lnTo>
                    <a:pt x="5393083" y="1579762"/>
                  </a:lnTo>
                  <a:lnTo>
                    <a:pt x="5393751" y="1579762"/>
                  </a:lnTo>
                  <a:lnTo>
                    <a:pt x="5394419" y="1579762"/>
                  </a:lnTo>
                  <a:lnTo>
                    <a:pt x="5395088" y="1579762"/>
                  </a:lnTo>
                  <a:lnTo>
                    <a:pt x="5395756" y="1579762"/>
                  </a:lnTo>
                  <a:lnTo>
                    <a:pt x="5396424" y="1579762"/>
                  </a:lnTo>
                  <a:lnTo>
                    <a:pt x="5397092" y="1579762"/>
                  </a:lnTo>
                  <a:lnTo>
                    <a:pt x="5397760" y="1579762"/>
                  </a:lnTo>
                  <a:lnTo>
                    <a:pt x="5398428" y="1579762"/>
                  </a:lnTo>
                  <a:lnTo>
                    <a:pt x="5399096" y="1579762"/>
                  </a:lnTo>
                  <a:lnTo>
                    <a:pt x="5399764" y="1579762"/>
                  </a:lnTo>
                  <a:lnTo>
                    <a:pt x="5400432" y="1579762"/>
                  </a:lnTo>
                  <a:lnTo>
                    <a:pt x="5401100" y="1579762"/>
                  </a:lnTo>
                  <a:lnTo>
                    <a:pt x="5401768" y="1579762"/>
                  </a:lnTo>
                  <a:lnTo>
                    <a:pt x="5402436" y="1579762"/>
                  </a:lnTo>
                  <a:lnTo>
                    <a:pt x="5403104" y="1579762"/>
                  </a:lnTo>
                  <a:lnTo>
                    <a:pt x="5403772" y="1579762"/>
                  </a:lnTo>
                  <a:lnTo>
                    <a:pt x="5404440" y="1579762"/>
                  </a:lnTo>
                  <a:lnTo>
                    <a:pt x="5405108" y="1579762"/>
                  </a:lnTo>
                  <a:lnTo>
                    <a:pt x="5405776" y="1579762"/>
                  </a:lnTo>
                  <a:lnTo>
                    <a:pt x="5406444" y="1579762"/>
                  </a:lnTo>
                  <a:lnTo>
                    <a:pt x="5407112" y="1535064"/>
                  </a:lnTo>
                  <a:lnTo>
                    <a:pt x="5407780" y="1535064"/>
                  </a:lnTo>
                  <a:lnTo>
                    <a:pt x="5408448" y="1543597"/>
                  </a:lnTo>
                  <a:lnTo>
                    <a:pt x="5409116" y="1467438"/>
                  </a:lnTo>
                  <a:lnTo>
                    <a:pt x="5409784" y="1467438"/>
                  </a:lnTo>
                  <a:lnTo>
                    <a:pt x="5410452" y="1467438"/>
                  </a:lnTo>
                  <a:lnTo>
                    <a:pt x="5411120" y="1467438"/>
                  </a:lnTo>
                  <a:lnTo>
                    <a:pt x="5411788" y="1467438"/>
                  </a:lnTo>
                  <a:lnTo>
                    <a:pt x="5412456" y="1467438"/>
                  </a:lnTo>
                  <a:lnTo>
                    <a:pt x="5413124" y="1533897"/>
                  </a:lnTo>
                  <a:lnTo>
                    <a:pt x="5413792" y="1533897"/>
                  </a:lnTo>
                  <a:lnTo>
                    <a:pt x="5414460" y="1575185"/>
                  </a:lnTo>
                  <a:lnTo>
                    <a:pt x="5415128" y="1579762"/>
                  </a:lnTo>
                  <a:lnTo>
                    <a:pt x="5415796" y="1564245"/>
                  </a:lnTo>
                  <a:lnTo>
                    <a:pt x="5416464" y="1579762"/>
                  </a:lnTo>
                  <a:lnTo>
                    <a:pt x="5417132" y="1579762"/>
                  </a:lnTo>
                  <a:lnTo>
                    <a:pt x="5417800" y="1579762"/>
                  </a:lnTo>
                  <a:lnTo>
                    <a:pt x="5418468" y="1579762"/>
                  </a:lnTo>
                  <a:lnTo>
                    <a:pt x="5419136" y="1579762"/>
                  </a:lnTo>
                  <a:lnTo>
                    <a:pt x="5419805" y="1579762"/>
                  </a:lnTo>
                  <a:lnTo>
                    <a:pt x="5420473" y="1579762"/>
                  </a:lnTo>
                  <a:lnTo>
                    <a:pt x="5421141" y="1579762"/>
                  </a:lnTo>
                  <a:lnTo>
                    <a:pt x="5421809" y="1579762"/>
                  </a:lnTo>
                  <a:lnTo>
                    <a:pt x="5422477" y="1579762"/>
                  </a:lnTo>
                  <a:lnTo>
                    <a:pt x="5423145" y="1535064"/>
                  </a:lnTo>
                  <a:lnTo>
                    <a:pt x="5423813" y="1535064"/>
                  </a:lnTo>
                  <a:lnTo>
                    <a:pt x="5424481" y="1477138"/>
                  </a:lnTo>
                  <a:lnTo>
                    <a:pt x="5425149" y="1467438"/>
                  </a:lnTo>
                  <a:lnTo>
                    <a:pt x="5425817" y="1467438"/>
                  </a:lnTo>
                  <a:lnTo>
                    <a:pt x="5426485" y="1467438"/>
                  </a:lnTo>
                  <a:lnTo>
                    <a:pt x="5427153" y="1517478"/>
                  </a:lnTo>
                  <a:lnTo>
                    <a:pt x="5427821" y="1535064"/>
                  </a:lnTo>
                  <a:lnTo>
                    <a:pt x="5428489" y="1535064"/>
                  </a:lnTo>
                  <a:lnTo>
                    <a:pt x="5429157" y="1535064"/>
                  </a:lnTo>
                  <a:lnTo>
                    <a:pt x="5429825" y="1535064"/>
                  </a:lnTo>
                  <a:lnTo>
                    <a:pt x="5430493" y="1530239"/>
                  </a:lnTo>
                  <a:lnTo>
                    <a:pt x="5431161" y="1515011"/>
                  </a:lnTo>
                  <a:lnTo>
                    <a:pt x="5431829" y="1515011"/>
                  </a:lnTo>
                  <a:lnTo>
                    <a:pt x="5432497" y="1530048"/>
                  </a:lnTo>
                  <a:lnTo>
                    <a:pt x="5433165" y="1579762"/>
                  </a:lnTo>
                  <a:lnTo>
                    <a:pt x="5433833" y="1571263"/>
                  </a:lnTo>
                  <a:lnTo>
                    <a:pt x="5434501" y="1563774"/>
                  </a:lnTo>
                  <a:lnTo>
                    <a:pt x="5435169" y="1533203"/>
                  </a:lnTo>
                  <a:lnTo>
                    <a:pt x="5435837" y="1480680"/>
                  </a:lnTo>
                  <a:lnTo>
                    <a:pt x="5436505" y="1480680"/>
                  </a:lnTo>
                  <a:lnTo>
                    <a:pt x="5437173" y="1480680"/>
                  </a:lnTo>
                  <a:lnTo>
                    <a:pt x="5437841" y="1480680"/>
                  </a:lnTo>
                  <a:lnTo>
                    <a:pt x="5438509" y="1480680"/>
                  </a:lnTo>
                  <a:lnTo>
                    <a:pt x="5439177" y="1480680"/>
                  </a:lnTo>
                  <a:lnTo>
                    <a:pt x="5439845" y="1480680"/>
                  </a:lnTo>
                  <a:lnTo>
                    <a:pt x="5440513" y="1480680"/>
                  </a:lnTo>
                  <a:lnTo>
                    <a:pt x="5441181" y="1427895"/>
                  </a:lnTo>
                  <a:lnTo>
                    <a:pt x="5441849" y="1394971"/>
                  </a:lnTo>
                  <a:lnTo>
                    <a:pt x="5442517" y="1394971"/>
                  </a:lnTo>
                  <a:lnTo>
                    <a:pt x="5443185" y="1485555"/>
                  </a:lnTo>
                  <a:lnTo>
                    <a:pt x="5443854" y="1496072"/>
                  </a:lnTo>
                  <a:lnTo>
                    <a:pt x="5444522" y="1521974"/>
                  </a:lnTo>
                  <a:lnTo>
                    <a:pt x="5445190" y="1559134"/>
                  </a:lnTo>
                  <a:lnTo>
                    <a:pt x="5445858" y="1579762"/>
                  </a:lnTo>
                  <a:lnTo>
                    <a:pt x="5446526" y="1521974"/>
                  </a:lnTo>
                  <a:lnTo>
                    <a:pt x="5447194" y="1490658"/>
                  </a:lnTo>
                  <a:lnTo>
                    <a:pt x="5447862" y="1446374"/>
                  </a:lnTo>
                  <a:lnTo>
                    <a:pt x="5448530" y="1446374"/>
                  </a:lnTo>
                  <a:lnTo>
                    <a:pt x="5449198" y="1446374"/>
                  </a:lnTo>
                  <a:lnTo>
                    <a:pt x="5449866" y="1446374"/>
                  </a:lnTo>
                  <a:lnTo>
                    <a:pt x="5450534" y="1446374"/>
                  </a:lnTo>
                  <a:lnTo>
                    <a:pt x="5451202" y="1490658"/>
                  </a:lnTo>
                  <a:lnTo>
                    <a:pt x="5451870" y="1521974"/>
                  </a:lnTo>
                  <a:lnTo>
                    <a:pt x="5452538" y="1521974"/>
                  </a:lnTo>
                  <a:lnTo>
                    <a:pt x="5453206" y="1496072"/>
                  </a:lnTo>
                  <a:lnTo>
                    <a:pt x="5453874" y="1488940"/>
                  </a:lnTo>
                  <a:lnTo>
                    <a:pt x="5454542" y="1394971"/>
                  </a:lnTo>
                  <a:lnTo>
                    <a:pt x="5455210" y="1394971"/>
                  </a:lnTo>
                  <a:lnTo>
                    <a:pt x="5455878" y="1415350"/>
                  </a:lnTo>
                  <a:lnTo>
                    <a:pt x="5456546" y="1480680"/>
                  </a:lnTo>
                  <a:lnTo>
                    <a:pt x="5457214" y="1518447"/>
                  </a:lnTo>
                  <a:lnTo>
                    <a:pt x="5457882" y="1579623"/>
                  </a:lnTo>
                  <a:lnTo>
                    <a:pt x="5458550" y="1579623"/>
                  </a:lnTo>
                  <a:lnTo>
                    <a:pt x="5459218" y="1579623"/>
                  </a:lnTo>
                  <a:lnTo>
                    <a:pt x="5459886" y="1579623"/>
                  </a:lnTo>
                  <a:lnTo>
                    <a:pt x="5460554" y="1579623"/>
                  </a:lnTo>
                  <a:lnTo>
                    <a:pt x="5461222" y="1579623"/>
                  </a:lnTo>
                  <a:lnTo>
                    <a:pt x="5461890" y="1579623"/>
                  </a:lnTo>
                  <a:lnTo>
                    <a:pt x="5462558" y="1579623"/>
                  </a:lnTo>
                  <a:lnTo>
                    <a:pt x="5463226" y="1504023"/>
                  </a:lnTo>
                  <a:lnTo>
                    <a:pt x="5463894" y="1415350"/>
                  </a:lnTo>
                  <a:lnTo>
                    <a:pt x="5464562" y="1394971"/>
                  </a:lnTo>
                  <a:lnTo>
                    <a:pt x="5465230" y="1394971"/>
                  </a:lnTo>
                  <a:lnTo>
                    <a:pt x="5465898" y="1394971"/>
                  </a:lnTo>
                  <a:lnTo>
                    <a:pt x="5466566" y="1394971"/>
                  </a:lnTo>
                  <a:lnTo>
                    <a:pt x="5467234" y="1394971"/>
                  </a:lnTo>
                  <a:lnTo>
                    <a:pt x="5467902" y="1394971"/>
                  </a:lnTo>
                  <a:lnTo>
                    <a:pt x="5468571" y="1394971"/>
                  </a:lnTo>
                  <a:lnTo>
                    <a:pt x="5469239" y="1394971"/>
                  </a:lnTo>
                  <a:lnTo>
                    <a:pt x="5469907" y="1394971"/>
                  </a:lnTo>
                  <a:lnTo>
                    <a:pt x="5470575" y="1359846"/>
                  </a:lnTo>
                  <a:lnTo>
                    <a:pt x="5471243" y="1294883"/>
                  </a:lnTo>
                  <a:lnTo>
                    <a:pt x="5471911" y="1153719"/>
                  </a:lnTo>
                  <a:lnTo>
                    <a:pt x="5472579" y="1134720"/>
                  </a:lnTo>
                  <a:lnTo>
                    <a:pt x="5473247" y="1142794"/>
                  </a:lnTo>
                  <a:lnTo>
                    <a:pt x="5473915" y="1150970"/>
                  </a:lnTo>
                  <a:lnTo>
                    <a:pt x="5474583" y="1134720"/>
                  </a:lnTo>
                  <a:lnTo>
                    <a:pt x="5475251" y="1134720"/>
                  </a:lnTo>
                  <a:lnTo>
                    <a:pt x="5475919" y="1134720"/>
                  </a:lnTo>
                  <a:lnTo>
                    <a:pt x="5476587" y="1134720"/>
                  </a:lnTo>
                  <a:lnTo>
                    <a:pt x="5477255" y="1134720"/>
                  </a:lnTo>
                  <a:lnTo>
                    <a:pt x="5477923" y="1134720"/>
                  </a:lnTo>
                  <a:lnTo>
                    <a:pt x="5478591" y="1134720"/>
                  </a:lnTo>
                  <a:lnTo>
                    <a:pt x="5479259" y="1134720"/>
                  </a:lnTo>
                  <a:lnTo>
                    <a:pt x="5479927" y="1134720"/>
                  </a:lnTo>
                  <a:lnTo>
                    <a:pt x="5480595" y="1159252"/>
                  </a:lnTo>
                  <a:lnTo>
                    <a:pt x="5481263" y="1211324"/>
                  </a:lnTo>
                  <a:lnTo>
                    <a:pt x="5481931" y="1367487"/>
                  </a:lnTo>
                  <a:lnTo>
                    <a:pt x="5482599" y="1394971"/>
                  </a:lnTo>
                  <a:lnTo>
                    <a:pt x="5483267" y="1445012"/>
                  </a:lnTo>
                  <a:lnTo>
                    <a:pt x="5483935" y="1523328"/>
                  </a:lnTo>
                  <a:lnTo>
                    <a:pt x="5484603" y="1579623"/>
                  </a:lnTo>
                  <a:lnTo>
                    <a:pt x="5485271" y="1579623"/>
                  </a:lnTo>
                  <a:lnTo>
                    <a:pt x="5485939" y="1579623"/>
                  </a:lnTo>
                  <a:lnTo>
                    <a:pt x="5486607" y="1579623"/>
                  </a:lnTo>
                  <a:lnTo>
                    <a:pt x="5487275" y="1579623"/>
                  </a:lnTo>
                  <a:lnTo>
                    <a:pt x="5487943" y="1579623"/>
                  </a:lnTo>
                  <a:lnTo>
                    <a:pt x="5488611" y="1579623"/>
                  </a:lnTo>
                  <a:lnTo>
                    <a:pt x="5489279" y="1579623"/>
                  </a:lnTo>
                  <a:lnTo>
                    <a:pt x="5489947" y="1579623"/>
                  </a:lnTo>
                  <a:lnTo>
                    <a:pt x="5490615" y="1579623"/>
                  </a:lnTo>
                  <a:lnTo>
                    <a:pt x="5491283" y="1579623"/>
                  </a:lnTo>
                  <a:lnTo>
                    <a:pt x="5491951" y="1579623"/>
                  </a:lnTo>
                  <a:lnTo>
                    <a:pt x="5492619" y="1579623"/>
                  </a:lnTo>
                  <a:lnTo>
                    <a:pt x="5493288" y="1579623"/>
                  </a:lnTo>
                  <a:lnTo>
                    <a:pt x="5493956" y="1579623"/>
                  </a:lnTo>
                  <a:lnTo>
                    <a:pt x="5494624" y="1579623"/>
                  </a:lnTo>
                  <a:lnTo>
                    <a:pt x="5495292" y="1579623"/>
                  </a:lnTo>
                  <a:lnTo>
                    <a:pt x="5495960" y="1579623"/>
                  </a:lnTo>
                  <a:lnTo>
                    <a:pt x="5496628" y="1579623"/>
                  </a:lnTo>
                  <a:lnTo>
                    <a:pt x="5497296" y="1579762"/>
                  </a:lnTo>
                  <a:lnTo>
                    <a:pt x="5497964" y="1579762"/>
                  </a:lnTo>
                  <a:lnTo>
                    <a:pt x="5498632" y="1579762"/>
                  </a:lnTo>
                  <a:lnTo>
                    <a:pt x="5499300" y="1579762"/>
                  </a:lnTo>
                  <a:lnTo>
                    <a:pt x="5499968" y="1579762"/>
                  </a:lnTo>
                  <a:lnTo>
                    <a:pt x="5500636" y="1579762"/>
                  </a:lnTo>
                  <a:lnTo>
                    <a:pt x="5501304" y="1579762"/>
                  </a:lnTo>
                  <a:lnTo>
                    <a:pt x="5501972" y="1579762"/>
                  </a:lnTo>
                  <a:lnTo>
                    <a:pt x="5502640" y="1579762"/>
                  </a:lnTo>
                  <a:lnTo>
                    <a:pt x="5503308" y="1579762"/>
                  </a:lnTo>
                  <a:lnTo>
                    <a:pt x="5503976" y="1579762"/>
                  </a:lnTo>
                  <a:lnTo>
                    <a:pt x="5504644" y="1579762"/>
                  </a:lnTo>
                  <a:lnTo>
                    <a:pt x="5505312" y="1579762"/>
                  </a:lnTo>
                  <a:lnTo>
                    <a:pt x="5505980" y="1579762"/>
                  </a:lnTo>
                  <a:lnTo>
                    <a:pt x="5506648" y="1579762"/>
                  </a:lnTo>
                  <a:lnTo>
                    <a:pt x="5507316" y="1579762"/>
                  </a:lnTo>
                  <a:lnTo>
                    <a:pt x="5507984" y="1579762"/>
                  </a:lnTo>
                  <a:lnTo>
                    <a:pt x="5508652" y="1579762"/>
                  </a:lnTo>
                  <a:lnTo>
                    <a:pt x="5509320" y="1579762"/>
                  </a:lnTo>
                  <a:lnTo>
                    <a:pt x="5509988" y="1579762"/>
                  </a:lnTo>
                  <a:lnTo>
                    <a:pt x="5510656" y="1579762"/>
                  </a:lnTo>
                  <a:lnTo>
                    <a:pt x="5511324" y="1579762"/>
                  </a:lnTo>
                  <a:lnTo>
                    <a:pt x="5511992" y="1579762"/>
                  </a:lnTo>
                  <a:lnTo>
                    <a:pt x="5512660" y="1579762"/>
                  </a:lnTo>
                  <a:lnTo>
                    <a:pt x="5513328" y="1579762"/>
                  </a:lnTo>
                  <a:lnTo>
                    <a:pt x="5513996" y="1579762"/>
                  </a:lnTo>
                  <a:lnTo>
                    <a:pt x="5514664" y="1579762"/>
                  </a:lnTo>
                  <a:lnTo>
                    <a:pt x="5515332" y="1579762"/>
                  </a:lnTo>
                  <a:lnTo>
                    <a:pt x="5516000" y="1579762"/>
                  </a:lnTo>
                  <a:lnTo>
                    <a:pt x="5516668" y="1579762"/>
                  </a:lnTo>
                  <a:lnTo>
                    <a:pt x="5517336" y="1579762"/>
                  </a:lnTo>
                  <a:lnTo>
                    <a:pt x="5518005" y="1579762"/>
                  </a:lnTo>
                  <a:lnTo>
                    <a:pt x="5518673" y="1579762"/>
                  </a:lnTo>
                  <a:lnTo>
                    <a:pt x="5519341" y="1579623"/>
                  </a:lnTo>
                  <a:lnTo>
                    <a:pt x="5520009" y="1579623"/>
                  </a:lnTo>
                  <a:lnTo>
                    <a:pt x="5520677" y="1579623"/>
                  </a:lnTo>
                  <a:lnTo>
                    <a:pt x="5521345" y="1579623"/>
                  </a:lnTo>
                  <a:lnTo>
                    <a:pt x="5522013" y="1579623"/>
                  </a:lnTo>
                  <a:lnTo>
                    <a:pt x="5522681" y="1579623"/>
                  </a:lnTo>
                  <a:lnTo>
                    <a:pt x="5523349" y="1579623"/>
                  </a:lnTo>
                  <a:lnTo>
                    <a:pt x="5524017" y="1579623"/>
                  </a:lnTo>
                  <a:lnTo>
                    <a:pt x="5524685" y="1579623"/>
                  </a:lnTo>
                  <a:lnTo>
                    <a:pt x="5525353" y="1579623"/>
                  </a:lnTo>
                  <a:lnTo>
                    <a:pt x="5526021" y="1579623"/>
                  </a:lnTo>
                  <a:lnTo>
                    <a:pt x="5526689" y="1579623"/>
                  </a:lnTo>
                  <a:lnTo>
                    <a:pt x="5527357" y="1579623"/>
                  </a:lnTo>
                  <a:lnTo>
                    <a:pt x="5528025" y="1579623"/>
                  </a:lnTo>
                  <a:lnTo>
                    <a:pt x="5528693" y="1579623"/>
                  </a:lnTo>
                  <a:lnTo>
                    <a:pt x="5529361" y="1579623"/>
                  </a:lnTo>
                  <a:lnTo>
                    <a:pt x="5530029" y="1579623"/>
                  </a:lnTo>
                  <a:lnTo>
                    <a:pt x="5530697" y="1579623"/>
                  </a:lnTo>
                  <a:lnTo>
                    <a:pt x="5531365" y="1579623"/>
                  </a:lnTo>
                  <a:lnTo>
                    <a:pt x="5532033" y="1579623"/>
                  </a:lnTo>
                  <a:lnTo>
                    <a:pt x="5532701" y="1579623"/>
                  </a:lnTo>
                  <a:lnTo>
                    <a:pt x="5533369" y="1579623"/>
                  </a:lnTo>
                  <a:lnTo>
                    <a:pt x="5534037" y="1579623"/>
                  </a:lnTo>
                  <a:lnTo>
                    <a:pt x="5534705" y="1579623"/>
                  </a:lnTo>
                  <a:lnTo>
                    <a:pt x="5535373" y="1579623"/>
                  </a:lnTo>
                  <a:lnTo>
                    <a:pt x="5536041" y="1579623"/>
                  </a:lnTo>
                  <a:lnTo>
                    <a:pt x="5536709" y="1579623"/>
                  </a:lnTo>
                  <a:lnTo>
                    <a:pt x="5537377" y="1579623"/>
                  </a:lnTo>
                  <a:lnTo>
                    <a:pt x="5538045" y="1579623"/>
                  </a:lnTo>
                  <a:lnTo>
                    <a:pt x="5538713" y="1579623"/>
                  </a:lnTo>
                  <a:lnTo>
                    <a:pt x="5539381" y="1579623"/>
                  </a:lnTo>
                  <a:lnTo>
                    <a:pt x="5540049" y="1579623"/>
                  </a:lnTo>
                  <a:lnTo>
                    <a:pt x="5540717" y="1579623"/>
                  </a:lnTo>
                  <a:lnTo>
                    <a:pt x="5541385" y="1579623"/>
                  </a:lnTo>
                  <a:lnTo>
                    <a:pt x="5542054" y="1579623"/>
                  </a:lnTo>
                  <a:lnTo>
                    <a:pt x="5542722" y="1579623"/>
                  </a:lnTo>
                  <a:lnTo>
                    <a:pt x="5543390" y="1579623"/>
                  </a:lnTo>
                  <a:lnTo>
                    <a:pt x="5544058" y="1579623"/>
                  </a:lnTo>
                  <a:lnTo>
                    <a:pt x="5544726" y="1579623"/>
                  </a:lnTo>
                  <a:lnTo>
                    <a:pt x="5545394" y="1579623"/>
                  </a:lnTo>
                  <a:lnTo>
                    <a:pt x="5546062" y="1579623"/>
                  </a:lnTo>
                  <a:lnTo>
                    <a:pt x="5546730" y="1579623"/>
                  </a:lnTo>
                  <a:lnTo>
                    <a:pt x="5547398" y="1579623"/>
                  </a:lnTo>
                  <a:lnTo>
                    <a:pt x="5548066" y="1579623"/>
                  </a:lnTo>
                  <a:lnTo>
                    <a:pt x="5548734" y="1579623"/>
                  </a:lnTo>
                  <a:lnTo>
                    <a:pt x="5549402" y="1579623"/>
                  </a:lnTo>
                  <a:lnTo>
                    <a:pt x="5550070" y="1579623"/>
                  </a:lnTo>
                  <a:lnTo>
                    <a:pt x="5550738" y="1579623"/>
                  </a:lnTo>
                  <a:lnTo>
                    <a:pt x="5551406" y="1579623"/>
                  </a:lnTo>
                  <a:lnTo>
                    <a:pt x="5552074" y="1579623"/>
                  </a:lnTo>
                  <a:lnTo>
                    <a:pt x="5552742" y="1579623"/>
                  </a:lnTo>
                  <a:lnTo>
                    <a:pt x="5553410" y="1579623"/>
                  </a:lnTo>
                  <a:lnTo>
                    <a:pt x="5554078" y="1579623"/>
                  </a:lnTo>
                  <a:lnTo>
                    <a:pt x="5554746" y="1579623"/>
                  </a:lnTo>
                  <a:lnTo>
                    <a:pt x="5555414" y="1579762"/>
                  </a:lnTo>
                  <a:lnTo>
                    <a:pt x="5556082" y="1579762"/>
                  </a:lnTo>
                  <a:lnTo>
                    <a:pt x="5556750" y="1579762"/>
                  </a:lnTo>
                  <a:lnTo>
                    <a:pt x="5557418" y="1579762"/>
                  </a:lnTo>
                  <a:lnTo>
                    <a:pt x="5558086" y="1579762"/>
                  </a:lnTo>
                  <a:lnTo>
                    <a:pt x="5558754" y="1579762"/>
                  </a:lnTo>
                  <a:lnTo>
                    <a:pt x="5559422" y="1579762"/>
                  </a:lnTo>
                  <a:lnTo>
                    <a:pt x="5560090" y="1579762"/>
                  </a:lnTo>
                  <a:lnTo>
                    <a:pt x="5560758" y="1579762"/>
                  </a:lnTo>
                  <a:lnTo>
                    <a:pt x="5561426" y="1579762"/>
                  </a:lnTo>
                  <a:lnTo>
                    <a:pt x="5562094" y="1579762"/>
                  </a:lnTo>
                  <a:lnTo>
                    <a:pt x="5562762" y="1579762"/>
                  </a:lnTo>
                  <a:lnTo>
                    <a:pt x="5563430" y="1579762"/>
                  </a:lnTo>
                  <a:lnTo>
                    <a:pt x="5564098" y="1579762"/>
                  </a:lnTo>
                  <a:lnTo>
                    <a:pt x="5564766" y="1579762"/>
                  </a:lnTo>
                  <a:lnTo>
                    <a:pt x="5565434" y="1579762"/>
                  </a:lnTo>
                  <a:lnTo>
                    <a:pt x="5566102" y="1579762"/>
                  </a:lnTo>
                  <a:lnTo>
                    <a:pt x="5566771" y="1579762"/>
                  </a:lnTo>
                  <a:lnTo>
                    <a:pt x="5567439" y="1579762"/>
                  </a:lnTo>
                  <a:lnTo>
                    <a:pt x="5568107" y="1579762"/>
                  </a:lnTo>
                  <a:lnTo>
                    <a:pt x="5568775" y="1534123"/>
                  </a:lnTo>
                  <a:lnTo>
                    <a:pt x="5569443" y="1411670"/>
                  </a:lnTo>
                  <a:lnTo>
                    <a:pt x="5570111" y="1320496"/>
                  </a:lnTo>
                  <a:lnTo>
                    <a:pt x="5570779" y="1330360"/>
                  </a:lnTo>
                  <a:lnTo>
                    <a:pt x="5571447" y="1345588"/>
                  </a:lnTo>
                  <a:lnTo>
                    <a:pt x="5572115" y="1342919"/>
                  </a:lnTo>
                  <a:lnTo>
                    <a:pt x="5572783" y="1263035"/>
                  </a:lnTo>
                  <a:lnTo>
                    <a:pt x="5573451" y="1246645"/>
                  </a:lnTo>
                  <a:lnTo>
                    <a:pt x="5574119" y="1162780"/>
                  </a:lnTo>
                  <a:lnTo>
                    <a:pt x="5574787" y="1162780"/>
                  </a:lnTo>
                  <a:lnTo>
                    <a:pt x="5575455" y="1162780"/>
                  </a:lnTo>
                  <a:lnTo>
                    <a:pt x="5576123" y="1162780"/>
                  </a:lnTo>
                  <a:lnTo>
                    <a:pt x="5576791" y="1162780"/>
                  </a:lnTo>
                  <a:lnTo>
                    <a:pt x="5577459" y="1186122"/>
                  </a:lnTo>
                  <a:lnTo>
                    <a:pt x="5578127" y="1210346"/>
                  </a:lnTo>
                  <a:lnTo>
                    <a:pt x="5578795" y="1253749"/>
                  </a:lnTo>
                  <a:lnTo>
                    <a:pt x="5579463" y="1347431"/>
                  </a:lnTo>
                  <a:lnTo>
                    <a:pt x="5580131" y="1442818"/>
                  </a:lnTo>
                  <a:lnTo>
                    <a:pt x="5580799" y="1496072"/>
                  </a:lnTo>
                  <a:lnTo>
                    <a:pt x="5581467" y="1496072"/>
                  </a:lnTo>
                  <a:lnTo>
                    <a:pt x="5582135" y="1492964"/>
                  </a:lnTo>
                  <a:lnTo>
                    <a:pt x="5582803" y="1533203"/>
                  </a:lnTo>
                  <a:lnTo>
                    <a:pt x="5583471" y="1480680"/>
                  </a:lnTo>
                  <a:lnTo>
                    <a:pt x="5584139" y="1394971"/>
                  </a:lnTo>
                  <a:lnTo>
                    <a:pt x="5584807" y="1394971"/>
                  </a:lnTo>
                  <a:lnTo>
                    <a:pt x="5585475" y="1394971"/>
                  </a:lnTo>
                  <a:lnTo>
                    <a:pt x="5586143" y="1394971"/>
                  </a:lnTo>
                  <a:lnTo>
                    <a:pt x="5586811" y="1394971"/>
                  </a:lnTo>
                  <a:lnTo>
                    <a:pt x="5587479" y="1469804"/>
                  </a:lnTo>
                  <a:lnTo>
                    <a:pt x="5588147" y="1371946"/>
                  </a:lnTo>
                  <a:lnTo>
                    <a:pt x="5588815" y="1443640"/>
                  </a:lnTo>
                  <a:lnTo>
                    <a:pt x="5589483" y="1356376"/>
                  </a:lnTo>
                  <a:lnTo>
                    <a:pt x="5590151" y="1345588"/>
                  </a:lnTo>
                  <a:lnTo>
                    <a:pt x="5590819" y="1350413"/>
                  </a:lnTo>
                  <a:lnTo>
                    <a:pt x="5591488" y="1350413"/>
                  </a:lnTo>
                  <a:lnTo>
                    <a:pt x="5592156" y="1350413"/>
                  </a:lnTo>
                  <a:lnTo>
                    <a:pt x="5592824" y="1361200"/>
                  </a:lnTo>
                  <a:lnTo>
                    <a:pt x="5593492" y="1406262"/>
                  </a:lnTo>
                  <a:lnTo>
                    <a:pt x="5594160" y="1467438"/>
                  </a:lnTo>
                  <a:lnTo>
                    <a:pt x="5594828" y="1467438"/>
                  </a:lnTo>
                  <a:lnTo>
                    <a:pt x="5595496" y="1457881"/>
                  </a:lnTo>
                  <a:lnTo>
                    <a:pt x="5596164" y="1406262"/>
                  </a:lnTo>
                  <a:lnTo>
                    <a:pt x="5596832" y="1406262"/>
                  </a:lnTo>
                  <a:lnTo>
                    <a:pt x="5597500" y="1358486"/>
                  </a:lnTo>
                  <a:lnTo>
                    <a:pt x="5598168" y="1447385"/>
                  </a:lnTo>
                  <a:lnTo>
                    <a:pt x="5598836" y="1372396"/>
                  </a:lnTo>
                  <a:lnTo>
                    <a:pt x="5599504" y="1480223"/>
                  </a:lnTo>
                  <a:lnTo>
                    <a:pt x="5600172" y="1496072"/>
                  </a:lnTo>
                  <a:lnTo>
                    <a:pt x="5600840" y="1394971"/>
                  </a:lnTo>
                  <a:lnTo>
                    <a:pt x="5601508" y="1394971"/>
                  </a:lnTo>
                  <a:lnTo>
                    <a:pt x="5602176" y="1488940"/>
                  </a:lnTo>
                  <a:lnTo>
                    <a:pt x="5602844" y="1496072"/>
                  </a:lnTo>
                  <a:lnTo>
                    <a:pt x="5603512" y="1521974"/>
                  </a:lnTo>
                  <a:lnTo>
                    <a:pt x="5604180" y="1521974"/>
                  </a:lnTo>
                  <a:lnTo>
                    <a:pt x="5604848" y="1521974"/>
                  </a:lnTo>
                  <a:lnTo>
                    <a:pt x="5605516" y="1534123"/>
                  </a:lnTo>
                  <a:lnTo>
                    <a:pt x="5606184" y="1579762"/>
                  </a:lnTo>
                  <a:lnTo>
                    <a:pt x="5606852" y="1579762"/>
                  </a:lnTo>
                  <a:lnTo>
                    <a:pt x="5607520" y="1579762"/>
                  </a:lnTo>
                  <a:lnTo>
                    <a:pt x="5608188" y="1579762"/>
                  </a:lnTo>
                  <a:lnTo>
                    <a:pt x="5608856" y="1579762"/>
                  </a:lnTo>
                  <a:lnTo>
                    <a:pt x="5609524" y="1579762"/>
                  </a:lnTo>
                  <a:lnTo>
                    <a:pt x="5610192" y="1579762"/>
                  </a:lnTo>
                  <a:lnTo>
                    <a:pt x="5610860" y="1579762"/>
                  </a:lnTo>
                  <a:lnTo>
                    <a:pt x="5611528" y="1579762"/>
                  </a:lnTo>
                  <a:lnTo>
                    <a:pt x="5612196" y="1579762"/>
                  </a:lnTo>
                  <a:lnTo>
                    <a:pt x="5612864" y="1579762"/>
                  </a:lnTo>
                  <a:lnTo>
                    <a:pt x="5613532" y="1579623"/>
                  </a:lnTo>
                  <a:lnTo>
                    <a:pt x="5614200" y="1579623"/>
                  </a:lnTo>
                  <a:lnTo>
                    <a:pt x="5614868" y="1579623"/>
                  </a:lnTo>
                  <a:lnTo>
                    <a:pt x="5615536" y="1579623"/>
                  </a:lnTo>
                  <a:lnTo>
                    <a:pt x="5616205" y="1579623"/>
                  </a:lnTo>
                  <a:lnTo>
                    <a:pt x="5616873" y="1579623"/>
                  </a:lnTo>
                  <a:lnTo>
                    <a:pt x="5617541" y="1579623"/>
                  </a:lnTo>
                  <a:lnTo>
                    <a:pt x="5618209" y="1579623"/>
                  </a:lnTo>
                  <a:lnTo>
                    <a:pt x="5618877" y="1579623"/>
                  </a:lnTo>
                  <a:lnTo>
                    <a:pt x="5619545" y="1579623"/>
                  </a:lnTo>
                  <a:lnTo>
                    <a:pt x="5620213" y="1579623"/>
                  </a:lnTo>
                  <a:lnTo>
                    <a:pt x="5620881" y="1579623"/>
                  </a:lnTo>
                  <a:lnTo>
                    <a:pt x="5621549" y="1579623"/>
                  </a:lnTo>
                  <a:lnTo>
                    <a:pt x="5622217" y="1579623"/>
                  </a:lnTo>
                  <a:lnTo>
                    <a:pt x="5622885" y="1579623"/>
                  </a:lnTo>
                  <a:lnTo>
                    <a:pt x="5623553" y="1579623"/>
                  </a:lnTo>
                  <a:lnTo>
                    <a:pt x="5624221" y="1579623"/>
                  </a:lnTo>
                  <a:lnTo>
                    <a:pt x="5624889" y="1579623"/>
                  </a:lnTo>
                  <a:lnTo>
                    <a:pt x="5625557" y="1579623"/>
                  </a:lnTo>
                  <a:lnTo>
                    <a:pt x="5626225" y="1579623"/>
                  </a:lnTo>
                  <a:lnTo>
                    <a:pt x="5626893" y="1579623"/>
                  </a:lnTo>
                  <a:lnTo>
                    <a:pt x="5627561" y="1579623"/>
                  </a:lnTo>
                  <a:lnTo>
                    <a:pt x="5628229" y="1579623"/>
                  </a:lnTo>
                  <a:lnTo>
                    <a:pt x="5628897" y="1579623"/>
                  </a:lnTo>
                  <a:lnTo>
                    <a:pt x="5629565" y="1579762"/>
                  </a:lnTo>
                  <a:lnTo>
                    <a:pt x="5630233" y="1579762"/>
                  </a:lnTo>
                  <a:lnTo>
                    <a:pt x="5630901" y="1579762"/>
                  </a:lnTo>
                  <a:lnTo>
                    <a:pt x="5631569" y="1579762"/>
                  </a:lnTo>
                  <a:lnTo>
                    <a:pt x="5632237" y="1579762"/>
                  </a:lnTo>
                  <a:lnTo>
                    <a:pt x="5632905" y="1579762"/>
                  </a:lnTo>
                  <a:lnTo>
                    <a:pt x="5633573" y="1579762"/>
                  </a:lnTo>
                  <a:lnTo>
                    <a:pt x="5634241" y="1579762"/>
                  </a:lnTo>
                  <a:lnTo>
                    <a:pt x="5634909" y="1579762"/>
                  </a:lnTo>
                  <a:lnTo>
                    <a:pt x="5635577" y="1579762"/>
                  </a:lnTo>
                  <a:lnTo>
                    <a:pt x="5636245" y="1579762"/>
                  </a:lnTo>
                  <a:lnTo>
                    <a:pt x="5636913" y="1579762"/>
                  </a:lnTo>
                  <a:lnTo>
                    <a:pt x="5637581" y="1579762"/>
                  </a:lnTo>
                  <a:lnTo>
                    <a:pt x="5638249" y="1579762"/>
                  </a:lnTo>
                  <a:lnTo>
                    <a:pt x="5638917" y="1579762"/>
                  </a:lnTo>
                  <a:lnTo>
                    <a:pt x="5639585" y="1579762"/>
                  </a:lnTo>
                  <a:lnTo>
                    <a:pt x="5640254" y="1579762"/>
                  </a:lnTo>
                  <a:lnTo>
                    <a:pt x="5640922" y="1579762"/>
                  </a:lnTo>
                  <a:lnTo>
                    <a:pt x="5641590" y="1579762"/>
                  </a:lnTo>
                  <a:lnTo>
                    <a:pt x="5642258" y="1579762"/>
                  </a:lnTo>
                  <a:lnTo>
                    <a:pt x="5642926" y="1579762"/>
                  </a:lnTo>
                  <a:lnTo>
                    <a:pt x="5643594" y="1579762"/>
                  </a:lnTo>
                  <a:lnTo>
                    <a:pt x="5644262" y="1579762"/>
                  </a:lnTo>
                  <a:lnTo>
                    <a:pt x="5644930" y="1579762"/>
                  </a:lnTo>
                  <a:lnTo>
                    <a:pt x="5645598" y="1579762"/>
                  </a:lnTo>
                  <a:lnTo>
                    <a:pt x="5646266" y="1579762"/>
                  </a:lnTo>
                  <a:lnTo>
                    <a:pt x="5646934" y="1579762"/>
                  </a:lnTo>
                  <a:lnTo>
                    <a:pt x="5647602" y="1579762"/>
                  </a:lnTo>
                  <a:lnTo>
                    <a:pt x="5648270" y="1579762"/>
                  </a:lnTo>
                  <a:lnTo>
                    <a:pt x="5648938" y="1521974"/>
                  </a:lnTo>
                  <a:lnTo>
                    <a:pt x="5649606" y="1394971"/>
                  </a:lnTo>
                  <a:lnTo>
                    <a:pt x="5650274" y="1462598"/>
                  </a:lnTo>
                  <a:lnTo>
                    <a:pt x="5650942" y="1480680"/>
                  </a:lnTo>
                  <a:lnTo>
                    <a:pt x="5651610" y="1480680"/>
                  </a:lnTo>
                  <a:lnTo>
                    <a:pt x="5652278" y="1453745"/>
                  </a:lnTo>
                  <a:lnTo>
                    <a:pt x="5652946" y="1394971"/>
                  </a:lnTo>
                  <a:lnTo>
                    <a:pt x="5653614" y="1394971"/>
                  </a:lnTo>
                  <a:lnTo>
                    <a:pt x="5654282" y="1394971"/>
                  </a:lnTo>
                  <a:lnTo>
                    <a:pt x="5654950" y="1394971"/>
                  </a:lnTo>
                  <a:lnTo>
                    <a:pt x="5655618" y="1512322"/>
                  </a:lnTo>
                  <a:lnTo>
                    <a:pt x="5656286" y="1579762"/>
                  </a:lnTo>
                  <a:lnTo>
                    <a:pt x="5656954" y="1579762"/>
                  </a:lnTo>
                  <a:lnTo>
                    <a:pt x="5657622" y="1534123"/>
                  </a:lnTo>
                  <a:lnTo>
                    <a:pt x="5658290" y="1579762"/>
                  </a:lnTo>
                  <a:lnTo>
                    <a:pt x="5658958" y="1579762"/>
                  </a:lnTo>
                  <a:lnTo>
                    <a:pt x="5659626" y="1579762"/>
                  </a:lnTo>
                  <a:lnTo>
                    <a:pt x="5660294" y="1579762"/>
                  </a:lnTo>
                  <a:lnTo>
                    <a:pt x="5660962" y="1579762"/>
                  </a:lnTo>
                  <a:lnTo>
                    <a:pt x="5661630" y="1579762"/>
                  </a:lnTo>
                  <a:lnTo>
                    <a:pt x="5662298" y="1579762"/>
                  </a:lnTo>
                  <a:lnTo>
                    <a:pt x="5662966" y="1579762"/>
                  </a:lnTo>
                  <a:lnTo>
                    <a:pt x="5663634" y="1579762"/>
                  </a:lnTo>
                  <a:lnTo>
                    <a:pt x="5664302" y="1579762"/>
                  </a:lnTo>
                  <a:lnTo>
                    <a:pt x="5664971" y="1579762"/>
                  </a:lnTo>
                  <a:lnTo>
                    <a:pt x="5665639" y="1579762"/>
                  </a:lnTo>
                  <a:lnTo>
                    <a:pt x="5666307" y="1579762"/>
                  </a:lnTo>
                  <a:lnTo>
                    <a:pt x="5666975" y="1579762"/>
                  </a:lnTo>
                  <a:lnTo>
                    <a:pt x="5667643" y="1579762"/>
                  </a:lnTo>
                  <a:lnTo>
                    <a:pt x="5668311" y="1579762"/>
                  </a:lnTo>
                  <a:lnTo>
                    <a:pt x="5668979" y="1571263"/>
                  </a:lnTo>
                  <a:lnTo>
                    <a:pt x="5669647" y="1480680"/>
                  </a:lnTo>
                  <a:lnTo>
                    <a:pt x="5670315" y="1480680"/>
                  </a:lnTo>
                  <a:lnTo>
                    <a:pt x="5670983" y="1480680"/>
                  </a:lnTo>
                  <a:lnTo>
                    <a:pt x="5671651" y="1480680"/>
                  </a:lnTo>
                  <a:lnTo>
                    <a:pt x="5672319" y="1480680"/>
                  </a:lnTo>
                  <a:lnTo>
                    <a:pt x="5672987" y="1480680"/>
                  </a:lnTo>
                  <a:lnTo>
                    <a:pt x="5673655" y="1493629"/>
                  </a:lnTo>
                  <a:lnTo>
                    <a:pt x="5674323" y="1496072"/>
                  </a:lnTo>
                  <a:lnTo>
                    <a:pt x="5674991" y="1515173"/>
                  </a:lnTo>
                  <a:lnTo>
                    <a:pt x="5675659" y="1521974"/>
                  </a:lnTo>
                  <a:lnTo>
                    <a:pt x="5676327" y="1521974"/>
                  </a:lnTo>
                  <a:lnTo>
                    <a:pt x="5676995" y="1502223"/>
                  </a:lnTo>
                  <a:lnTo>
                    <a:pt x="5677663" y="1468134"/>
                  </a:lnTo>
                  <a:lnTo>
                    <a:pt x="5678331" y="1521974"/>
                  </a:lnTo>
                  <a:lnTo>
                    <a:pt x="5678999" y="1521974"/>
                  </a:lnTo>
                  <a:lnTo>
                    <a:pt x="5679667" y="1521974"/>
                  </a:lnTo>
                  <a:lnTo>
                    <a:pt x="5680335" y="1521974"/>
                  </a:lnTo>
                  <a:lnTo>
                    <a:pt x="5681003" y="1517975"/>
                  </a:lnTo>
                  <a:lnTo>
                    <a:pt x="5681671" y="1476938"/>
                  </a:lnTo>
                  <a:lnTo>
                    <a:pt x="5682339" y="1440532"/>
                  </a:lnTo>
                  <a:lnTo>
                    <a:pt x="5683007" y="1398526"/>
                  </a:lnTo>
                  <a:lnTo>
                    <a:pt x="5683675" y="1400453"/>
                  </a:lnTo>
                  <a:lnTo>
                    <a:pt x="5684343" y="1355784"/>
                  </a:lnTo>
                  <a:lnTo>
                    <a:pt x="5685011" y="1345588"/>
                  </a:lnTo>
                  <a:lnTo>
                    <a:pt x="5685679" y="1350413"/>
                  </a:lnTo>
                  <a:lnTo>
                    <a:pt x="5686347" y="1299036"/>
                  </a:lnTo>
                  <a:lnTo>
                    <a:pt x="5687015" y="1311500"/>
                  </a:lnTo>
                  <a:lnTo>
                    <a:pt x="5687683" y="1350413"/>
                  </a:lnTo>
                  <a:lnTo>
                    <a:pt x="5688351" y="1350413"/>
                  </a:lnTo>
                  <a:lnTo>
                    <a:pt x="5689019" y="1350413"/>
                  </a:lnTo>
                  <a:lnTo>
                    <a:pt x="5689688" y="1350413"/>
                  </a:lnTo>
                  <a:lnTo>
                    <a:pt x="5690356" y="1416872"/>
                  </a:lnTo>
                  <a:lnTo>
                    <a:pt x="5691024" y="1405210"/>
                  </a:lnTo>
                  <a:lnTo>
                    <a:pt x="5691692" y="1446986"/>
                  </a:lnTo>
                  <a:lnTo>
                    <a:pt x="5692360" y="1493476"/>
                  </a:lnTo>
                  <a:lnTo>
                    <a:pt x="5693028" y="1421018"/>
                  </a:lnTo>
                  <a:lnTo>
                    <a:pt x="5693696" y="1462612"/>
                  </a:lnTo>
                  <a:lnTo>
                    <a:pt x="5694364" y="1523147"/>
                  </a:lnTo>
                  <a:lnTo>
                    <a:pt x="5695032" y="1515011"/>
                  </a:lnTo>
                  <a:lnTo>
                    <a:pt x="5695700" y="1446374"/>
                  </a:lnTo>
                  <a:lnTo>
                    <a:pt x="5696368" y="1521974"/>
                  </a:lnTo>
                  <a:lnTo>
                    <a:pt x="5697036" y="1521974"/>
                  </a:lnTo>
                  <a:lnTo>
                    <a:pt x="5697704" y="1521974"/>
                  </a:lnTo>
                  <a:lnTo>
                    <a:pt x="5698372" y="1521974"/>
                  </a:lnTo>
                  <a:lnTo>
                    <a:pt x="5699040" y="1521974"/>
                  </a:lnTo>
                  <a:lnTo>
                    <a:pt x="5699708" y="1515173"/>
                  </a:lnTo>
                  <a:lnTo>
                    <a:pt x="5700376" y="1488940"/>
                  </a:lnTo>
                  <a:lnTo>
                    <a:pt x="5701044" y="1419504"/>
                  </a:lnTo>
                  <a:lnTo>
                    <a:pt x="5701712" y="1480680"/>
                  </a:lnTo>
                  <a:lnTo>
                    <a:pt x="5702380" y="1480680"/>
                  </a:lnTo>
                  <a:lnTo>
                    <a:pt x="5703048" y="1558576"/>
                  </a:lnTo>
                  <a:lnTo>
                    <a:pt x="5703716" y="1579623"/>
                  </a:lnTo>
                  <a:lnTo>
                    <a:pt x="5704384" y="1579623"/>
                  </a:lnTo>
                  <a:lnTo>
                    <a:pt x="5705052" y="1579623"/>
                  </a:lnTo>
                  <a:lnTo>
                    <a:pt x="5705720" y="1579623"/>
                  </a:lnTo>
                  <a:lnTo>
                    <a:pt x="5706388" y="1485281"/>
                  </a:lnTo>
                  <a:lnTo>
                    <a:pt x="5707056" y="1480680"/>
                  </a:lnTo>
                  <a:lnTo>
                    <a:pt x="5707724" y="1574648"/>
                  </a:lnTo>
                  <a:lnTo>
                    <a:pt x="5708392" y="1579762"/>
                  </a:lnTo>
                  <a:lnTo>
                    <a:pt x="5709060" y="1579762"/>
                  </a:lnTo>
                  <a:lnTo>
                    <a:pt x="5709728" y="1567692"/>
                  </a:lnTo>
                  <a:lnTo>
                    <a:pt x="5710396" y="1521974"/>
                  </a:lnTo>
                  <a:lnTo>
                    <a:pt x="5711064" y="1521974"/>
                  </a:lnTo>
                  <a:lnTo>
                    <a:pt x="5711732" y="1521974"/>
                  </a:lnTo>
                  <a:lnTo>
                    <a:pt x="5712400" y="1457162"/>
                  </a:lnTo>
                  <a:lnTo>
                    <a:pt x="5713068" y="1401615"/>
                  </a:lnTo>
                  <a:lnTo>
                    <a:pt x="5713736" y="1378747"/>
                  </a:lnTo>
                  <a:lnTo>
                    <a:pt x="5714405" y="1347431"/>
                  </a:lnTo>
                  <a:lnTo>
                    <a:pt x="5715073" y="1317572"/>
                  </a:lnTo>
                  <a:lnTo>
                    <a:pt x="5715741" y="1317572"/>
                  </a:lnTo>
                  <a:lnTo>
                    <a:pt x="5716409" y="1375546"/>
                  </a:lnTo>
                  <a:lnTo>
                    <a:pt x="5717077" y="1378747"/>
                  </a:lnTo>
                  <a:lnTo>
                    <a:pt x="5717745" y="1352845"/>
                  </a:lnTo>
                  <a:lnTo>
                    <a:pt x="5718413" y="1352845"/>
                  </a:lnTo>
                  <a:lnTo>
                    <a:pt x="5719081" y="1339127"/>
                  </a:lnTo>
                  <a:lnTo>
                    <a:pt x="5719749" y="1217379"/>
                  </a:lnTo>
                  <a:lnTo>
                    <a:pt x="5720417" y="1251745"/>
                  </a:lnTo>
                  <a:lnTo>
                    <a:pt x="5721085" y="1251745"/>
                  </a:lnTo>
                  <a:lnTo>
                    <a:pt x="5721753" y="1251745"/>
                  </a:lnTo>
                  <a:lnTo>
                    <a:pt x="5722421" y="1308762"/>
                  </a:lnTo>
                  <a:lnTo>
                    <a:pt x="5723089" y="1298325"/>
                  </a:lnTo>
                  <a:lnTo>
                    <a:pt x="5723757" y="1319371"/>
                  </a:lnTo>
                  <a:lnTo>
                    <a:pt x="5724425" y="1356059"/>
                  </a:lnTo>
                  <a:lnTo>
                    <a:pt x="5725093" y="1394971"/>
                  </a:lnTo>
                  <a:lnTo>
                    <a:pt x="5725761" y="1481728"/>
                  </a:lnTo>
                  <a:lnTo>
                    <a:pt x="5726429" y="1496072"/>
                  </a:lnTo>
                  <a:lnTo>
                    <a:pt x="5727097" y="1496072"/>
                  </a:lnTo>
                  <a:lnTo>
                    <a:pt x="5727765" y="1515173"/>
                  </a:lnTo>
                  <a:lnTo>
                    <a:pt x="5728433" y="1446374"/>
                  </a:lnTo>
                  <a:lnTo>
                    <a:pt x="5729101" y="1449950"/>
                  </a:lnTo>
                  <a:lnTo>
                    <a:pt x="5729769" y="1544664"/>
                  </a:lnTo>
                  <a:lnTo>
                    <a:pt x="5730437" y="1448465"/>
                  </a:lnTo>
                  <a:lnTo>
                    <a:pt x="5731105" y="1406262"/>
                  </a:lnTo>
                  <a:lnTo>
                    <a:pt x="5731773" y="1406262"/>
                  </a:lnTo>
                  <a:lnTo>
                    <a:pt x="5732441" y="1406262"/>
                  </a:lnTo>
                  <a:lnTo>
                    <a:pt x="5733109" y="1464236"/>
                  </a:lnTo>
                  <a:lnTo>
                    <a:pt x="5733777" y="1412124"/>
                  </a:lnTo>
                  <a:lnTo>
                    <a:pt x="5734445" y="1358132"/>
                  </a:lnTo>
                  <a:lnTo>
                    <a:pt x="5735113" y="1317929"/>
                  </a:lnTo>
                  <a:lnTo>
                    <a:pt x="5735781" y="1291228"/>
                  </a:lnTo>
                  <a:lnTo>
                    <a:pt x="5736449" y="1205949"/>
                  </a:lnTo>
                  <a:lnTo>
                    <a:pt x="5737117" y="1236328"/>
                  </a:lnTo>
                  <a:lnTo>
                    <a:pt x="5737785" y="1074418"/>
                  </a:lnTo>
                  <a:lnTo>
                    <a:pt x="5738454" y="1061915"/>
                  </a:lnTo>
                  <a:lnTo>
                    <a:pt x="5739122" y="1000874"/>
                  </a:lnTo>
                  <a:lnTo>
                    <a:pt x="5739790" y="1188571"/>
                  </a:lnTo>
                  <a:lnTo>
                    <a:pt x="5740458" y="1261463"/>
                  </a:lnTo>
                  <a:lnTo>
                    <a:pt x="5741126" y="1264659"/>
                  </a:lnTo>
                  <a:lnTo>
                    <a:pt x="5741794" y="1325067"/>
                  </a:lnTo>
                  <a:lnTo>
                    <a:pt x="5742462" y="1290960"/>
                  </a:lnTo>
                  <a:lnTo>
                    <a:pt x="5743130" y="1257118"/>
                  </a:lnTo>
                  <a:lnTo>
                    <a:pt x="5743798" y="1287039"/>
                  </a:lnTo>
                  <a:lnTo>
                    <a:pt x="5744466" y="1303326"/>
                  </a:lnTo>
                  <a:lnTo>
                    <a:pt x="5745134" y="1294652"/>
                  </a:lnTo>
                  <a:lnTo>
                    <a:pt x="5745802" y="1285149"/>
                  </a:lnTo>
                  <a:lnTo>
                    <a:pt x="5746470" y="1312610"/>
                  </a:lnTo>
                  <a:lnTo>
                    <a:pt x="5747138" y="1333115"/>
                  </a:lnTo>
                  <a:lnTo>
                    <a:pt x="5747806" y="1385509"/>
                  </a:lnTo>
                  <a:lnTo>
                    <a:pt x="5748474" y="1424146"/>
                  </a:lnTo>
                  <a:lnTo>
                    <a:pt x="5749142" y="1492033"/>
                  </a:lnTo>
                  <a:lnTo>
                    <a:pt x="5749810" y="1517127"/>
                  </a:lnTo>
                  <a:lnTo>
                    <a:pt x="5750478" y="1519333"/>
                  </a:lnTo>
                  <a:lnTo>
                    <a:pt x="5751146" y="1512706"/>
                  </a:lnTo>
                  <a:lnTo>
                    <a:pt x="5751814" y="1489768"/>
                  </a:lnTo>
                  <a:lnTo>
                    <a:pt x="5752482" y="1516383"/>
                  </a:lnTo>
                  <a:lnTo>
                    <a:pt x="5753150" y="1473085"/>
                  </a:lnTo>
                  <a:lnTo>
                    <a:pt x="5753818" y="1513868"/>
                  </a:lnTo>
                  <a:lnTo>
                    <a:pt x="5754486" y="1450903"/>
                  </a:lnTo>
                  <a:lnTo>
                    <a:pt x="5755154" y="1468866"/>
                  </a:lnTo>
                  <a:lnTo>
                    <a:pt x="5755822" y="1460806"/>
                  </a:lnTo>
                  <a:lnTo>
                    <a:pt x="5756490" y="1478620"/>
                  </a:lnTo>
                  <a:lnTo>
                    <a:pt x="5757158" y="1514529"/>
                  </a:lnTo>
                  <a:lnTo>
                    <a:pt x="5757826" y="1537872"/>
                  </a:lnTo>
                  <a:lnTo>
                    <a:pt x="5758494" y="1484894"/>
                  </a:lnTo>
                  <a:lnTo>
                    <a:pt x="5759162" y="1499933"/>
                  </a:lnTo>
                  <a:lnTo>
                    <a:pt x="5759830" y="1402124"/>
                  </a:lnTo>
                  <a:lnTo>
                    <a:pt x="5760498" y="1410492"/>
                  </a:lnTo>
                  <a:lnTo>
                    <a:pt x="5761166" y="1409098"/>
                  </a:lnTo>
                  <a:lnTo>
                    <a:pt x="5761834" y="1329341"/>
                  </a:lnTo>
                  <a:lnTo>
                    <a:pt x="5762502" y="1357963"/>
                  </a:lnTo>
                  <a:lnTo>
                    <a:pt x="5763171" y="1335406"/>
                  </a:lnTo>
                  <a:lnTo>
                    <a:pt x="5763839" y="1337480"/>
                  </a:lnTo>
                  <a:lnTo>
                    <a:pt x="5764507" y="1319052"/>
                  </a:lnTo>
                  <a:lnTo>
                    <a:pt x="5765175" y="1331278"/>
                  </a:lnTo>
                  <a:lnTo>
                    <a:pt x="5765843" y="1319052"/>
                  </a:lnTo>
                  <a:lnTo>
                    <a:pt x="5766511" y="1356452"/>
                  </a:lnTo>
                  <a:lnTo>
                    <a:pt x="5767179" y="1358595"/>
                  </a:lnTo>
                  <a:lnTo>
                    <a:pt x="5767847" y="1400736"/>
                  </a:lnTo>
                  <a:lnTo>
                    <a:pt x="5768515" y="1414640"/>
                  </a:lnTo>
                  <a:lnTo>
                    <a:pt x="5769183" y="1458255"/>
                  </a:lnTo>
                  <a:lnTo>
                    <a:pt x="5769851" y="1547391"/>
                  </a:lnTo>
                  <a:lnTo>
                    <a:pt x="5770519" y="1533897"/>
                  </a:lnTo>
                  <a:lnTo>
                    <a:pt x="5771187" y="1509193"/>
                  </a:lnTo>
                  <a:lnTo>
                    <a:pt x="5771855" y="1515011"/>
                  </a:lnTo>
                  <a:lnTo>
                    <a:pt x="5772523" y="1449950"/>
                  </a:lnTo>
                  <a:lnTo>
                    <a:pt x="5773191" y="1521974"/>
                  </a:lnTo>
                  <a:lnTo>
                    <a:pt x="5773859" y="1559134"/>
                  </a:lnTo>
                  <a:lnTo>
                    <a:pt x="5774527" y="1579762"/>
                  </a:lnTo>
                  <a:lnTo>
                    <a:pt x="5775195" y="1538198"/>
                  </a:lnTo>
                  <a:lnTo>
                    <a:pt x="5775863" y="1579623"/>
                  </a:lnTo>
                  <a:lnTo>
                    <a:pt x="5776531" y="1579623"/>
                  </a:lnTo>
                  <a:lnTo>
                    <a:pt x="5777199" y="1579623"/>
                  </a:lnTo>
                  <a:lnTo>
                    <a:pt x="5777867" y="1579623"/>
                  </a:lnTo>
                  <a:lnTo>
                    <a:pt x="5778535" y="1579623"/>
                  </a:lnTo>
                  <a:lnTo>
                    <a:pt x="5779203" y="1579623"/>
                  </a:lnTo>
                  <a:lnTo>
                    <a:pt x="5779871" y="1579623"/>
                  </a:lnTo>
                  <a:lnTo>
                    <a:pt x="5780539" y="1579623"/>
                  </a:lnTo>
                  <a:lnTo>
                    <a:pt x="5781207" y="1579623"/>
                  </a:lnTo>
                  <a:lnTo>
                    <a:pt x="5781875" y="1579623"/>
                  </a:lnTo>
                  <a:lnTo>
                    <a:pt x="5782543" y="1579623"/>
                  </a:lnTo>
                  <a:lnTo>
                    <a:pt x="5783211" y="1579623"/>
                  </a:lnTo>
                  <a:lnTo>
                    <a:pt x="5783879" y="1579623"/>
                  </a:lnTo>
                  <a:lnTo>
                    <a:pt x="5784547" y="1579623"/>
                  </a:lnTo>
                  <a:lnTo>
                    <a:pt x="5785215" y="1579623"/>
                  </a:lnTo>
                  <a:lnTo>
                    <a:pt x="5785883" y="1579623"/>
                  </a:lnTo>
                  <a:lnTo>
                    <a:pt x="5786551" y="1579623"/>
                  </a:lnTo>
                  <a:lnTo>
                    <a:pt x="5787219" y="1579623"/>
                  </a:lnTo>
                  <a:lnTo>
                    <a:pt x="5787888" y="1579623"/>
                  </a:lnTo>
                  <a:lnTo>
                    <a:pt x="5788556" y="1579623"/>
                  </a:lnTo>
                  <a:lnTo>
                    <a:pt x="5789224" y="1579623"/>
                  </a:lnTo>
                  <a:lnTo>
                    <a:pt x="5789892" y="1579623"/>
                  </a:lnTo>
                  <a:lnTo>
                    <a:pt x="5790560" y="1579623"/>
                  </a:lnTo>
                  <a:lnTo>
                    <a:pt x="5791228" y="1579623"/>
                  </a:lnTo>
                  <a:lnTo>
                    <a:pt x="5791896" y="1579623"/>
                  </a:lnTo>
                  <a:lnTo>
                    <a:pt x="5792564" y="1579623"/>
                  </a:lnTo>
                  <a:lnTo>
                    <a:pt x="5793232" y="1579623"/>
                  </a:lnTo>
                  <a:lnTo>
                    <a:pt x="5793900" y="1579623"/>
                  </a:lnTo>
                  <a:lnTo>
                    <a:pt x="5794568" y="1579623"/>
                  </a:lnTo>
                  <a:lnTo>
                    <a:pt x="5795236" y="1579623"/>
                  </a:lnTo>
                  <a:lnTo>
                    <a:pt x="5795904" y="1579623"/>
                  </a:lnTo>
                  <a:lnTo>
                    <a:pt x="5796572" y="1579623"/>
                  </a:lnTo>
                  <a:lnTo>
                    <a:pt x="5797240" y="1579623"/>
                  </a:lnTo>
                  <a:lnTo>
                    <a:pt x="5797908" y="1579623"/>
                  </a:lnTo>
                  <a:lnTo>
                    <a:pt x="5798576" y="1579623"/>
                  </a:lnTo>
                  <a:lnTo>
                    <a:pt x="5799244" y="1579623"/>
                  </a:lnTo>
                  <a:lnTo>
                    <a:pt x="5799912" y="1579623"/>
                  </a:lnTo>
                  <a:lnTo>
                    <a:pt x="5800580" y="1579623"/>
                  </a:lnTo>
                  <a:lnTo>
                    <a:pt x="5801248" y="1579623"/>
                  </a:lnTo>
                  <a:lnTo>
                    <a:pt x="5801916" y="1579762"/>
                  </a:lnTo>
                  <a:lnTo>
                    <a:pt x="5802584" y="1579762"/>
                  </a:lnTo>
                  <a:lnTo>
                    <a:pt x="5803252" y="1579762"/>
                  </a:lnTo>
                  <a:lnTo>
                    <a:pt x="5803920" y="1579762"/>
                  </a:lnTo>
                  <a:lnTo>
                    <a:pt x="5804588" y="1579762"/>
                  </a:lnTo>
                  <a:lnTo>
                    <a:pt x="5805256" y="1579762"/>
                  </a:lnTo>
                  <a:lnTo>
                    <a:pt x="5805924" y="1579762"/>
                  </a:lnTo>
                  <a:lnTo>
                    <a:pt x="5806592" y="1521974"/>
                  </a:lnTo>
                  <a:lnTo>
                    <a:pt x="5807260" y="1521974"/>
                  </a:lnTo>
                  <a:lnTo>
                    <a:pt x="5807928" y="1521974"/>
                  </a:lnTo>
                  <a:lnTo>
                    <a:pt x="5808596" y="1521974"/>
                  </a:lnTo>
                  <a:lnTo>
                    <a:pt x="5809264" y="1521974"/>
                  </a:lnTo>
                  <a:lnTo>
                    <a:pt x="5809932" y="1521974"/>
                  </a:lnTo>
                  <a:lnTo>
                    <a:pt x="5810600" y="1521974"/>
                  </a:lnTo>
                  <a:lnTo>
                    <a:pt x="5811268" y="1521974"/>
                  </a:lnTo>
                  <a:lnTo>
                    <a:pt x="5811937" y="1515173"/>
                  </a:lnTo>
                  <a:lnTo>
                    <a:pt x="5812605" y="1496072"/>
                  </a:lnTo>
                  <a:lnTo>
                    <a:pt x="5813273" y="1496072"/>
                  </a:lnTo>
                  <a:lnTo>
                    <a:pt x="5813941" y="1496072"/>
                  </a:lnTo>
                  <a:lnTo>
                    <a:pt x="5814609" y="1496072"/>
                  </a:lnTo>
                  <a:lnTo>
                    <a:pt x="5815277" y="1504146"/>
                  </a:lnTo>
                  <a:lnTo>
                    <a:pt x="5815945" y="1489802"/>
                  </a:lnTo>
                  <a:lnTo>
                    <a:pt x="5816613" y="1394971"/>
                  </a:lnTo>
                  <a:lnTo>
                    <a:pt x="5817281" y="1394971"/>
                  </a:lnTo>
                  <a:lnTo>
                    <a:pt x="5817949" y="1394971"/>
                  </a:lnTo>
                  <a:lnTo>
                    <a:pt x="5818617" y="1394971"/>
                  </a:lnTo>
                  <a:lnTo>
                    <a:pt x="5819285" y="1394971"/>
                  </a:lnTo>
                  <a:lnTo>
                    <a:pt x="5819953" y="1394971"/>
                  </a:lnTo>
                  <a:lnTo>
                    <a:pt x="5820621" y="1394971"/>
                  </a:lnTo>
                  <a:lnTo>
                    <a:pt x="5821289" y="1394971"/>
                  </a:lnTo>
                  <a:lnTo>
                    <a:pt x="5821957" y="1394971"/>
                  </a:lnTo>
                  <a:lnTo>
                    <a:pt x="5822625" y="1394971"/>
                  </a:lnTo>
                  <a:lnTo>
                    <a:pt x="5823293" y="1394971"/>
                  </a:lnTo>
                  <a:lnTo>
                    <a:pt x="5823961" y="1394971"/>
                  </a:lnTo>
                  <a:lnTo>
                    <a:pt x="5824629" y="1394971"/>
                  </a:lnTo>
                  <a:lnTo>
                    <a:pt x="5825297" y="1403045"/>
                  </a:lnTo>
                  <a:lnTo>
                    <a:pt x="5825965" y="1485281"/>
                  </a:lnTo>
                  <a:lnTo>
                    <a:pt x="5826633" y="1579623"/>
                  </a:lnTo>
                  <a:lnTo>
                    <a:pt x="5827301" y="1579623"/>
                  </a:lnTo>
                  <a:lnTo>
                    <a:pt x="5827969" y="1579623"/>
                  </a:lnTo>
                  <a:lnTo>
                    <a:pt x="5828637" y="1579623"/>
                  </a:lnTo>
                  <a:lnTo>
                    <a:pt x="5829305" y="1579623"/>
                  </a:lnTo>
                  <a:lnTo>
                    <a:pt x="5829973" y="1579623"/>
                  </a:lnTo>
                  <a:lnTo>
                    <a:pt x="5830641" y="1579623"/>
                  </a:lnTo>
                  <a:lnTo>
                    <a:pt x="5831309" y="1579623"/>
                  </a:lnTo>
                  <a:lnTo>
                    <a:pt x="5831977" y="1579623"/>
                  </a:lnTo>
                  <a:lnTo>
                    <a:pt x="5832645" y="1579623"/>
                  </a:lnTo>
                  <a:lnTo>
                    <a:pt x="5833313" y="1579623"/>
                  </a:lnTo>
                  <a:lnTo>
                    <a:pt x="5833981" y="1579623"/>
                  </a:lnTo>
                  <a:lnTo>
                    <a:pt x="5834649" y="1579623"/>
                  </a:lnTo>
                  <a:lnTo>
                    <a:pt x="5835317" y="1579623"/>
                  </a:lnTo>
                  <a:lnTo>
                    <a:pt x="5835985" y="1579623"/>
                  </a:lnTo>
                  <a:lnTo>
                    <a:pt x="5836654" y="1579623"/>
                  </a:lnTo>
                  <a:lnTo>
                    <a:pt x="5837322" y="1504023"/>
                  </a:lnTo>
                  <a:lnTo>
                    <a:pt x="5837990" y="1480680"/>
                  </a:lnTo>
                  <a:lnTo>
                    <a:pt x="5838658" y="1480680"/>
                  </a:lnTo>
                  <a:lnTo>
                    <a:pt x="5839326" y="1480680"/>
                  </a:lnTo>
                  <a:lnTo>
                    <a:pt x="5839994" y="1432131"/>
                  </a:lnTo>
                  <a:lnTo>
                    <a:pt x="5840662" y="1394971"/>
                  </a:lnTo>
                  <a:lnTo>
                    <a:pt x="5841330" y="1394971"/>
                  </a:lnTo>
                  <a:lnTo>
                    <a:pt x="5841998" y="1379122"/>
                  </a:lnTo>
                  <a:lnTo>
                    <a:pt x="5842666" y="1319371"/>
                  </a:lnTo>
                  <a:lnTo>
                    <a:pt x="5843334" y="1294883"/>
                  </a:lnTo>
                  <a:lnTo>
                    <a:pt x="5844002" y="1251745"/>
                  </a:lnTo>
                  <a:lnTo>
                    <a:pt x="5844670" y="1251745"/>
                  </a:lnTo>
                  <a:lnTo>
                    <a:pt x="5845338" y="1251745"/>
                  </a:lnTo>
                  <a:lnTo>
                    <a:pt x="5846006" y="1232772"/>
                  </a:lnTo>
                  <a:lnTo>
                    <a:pt x="5846674" y="1190569"/>
                  </a:lnTo>
                  <a:lnTo>
                    <a:pt x="5847342" y="1202347"/>
                  </a:lnTo>
                  <a:lnTo>
                    <a:pt x="5848010" y="1190569"/>
                  </a:lnTo>
                  <a:lnTo>
                    <a:pt x="5848678" y="1190569"/>
                  </a:lnTo>
                  <a:lnTo>
                    <a:pt x="5849346" y="1190569"/>
                  </a:lnTo>
                  <a:lnTo>
                    <a:pt x="5850014" y="1223492"/>
                  </a:lnTo>
                  <a:lnTo>
                    <a:pt x="5850682" y="1251745"/>
                  </a:lnTo>
                  <a:lnTo>
                    <a:pt x="5851350" y="1251745"/>
                  </a:lnTo>
                  <a:lnTo>
                    <a:pt x="5852018" y="1264712"/>
                  </a:lnTo>
                  <a:lnTo>
                    <a:pt x="5852686" y="1319371"/>
                  </a:lnTo>
                  <a:lnTo>
                    <a:pt x="5853354" y="1344831"/>
                  </a:lnTo>
                  <a:lnTo>
                    <a:pt x="5854022" y="1394971"/>
                  </a:lnTo>
                  <a:lnTo>
                    <a:pt x="5854690" y="1394971"/>
                  </a:lnTo>
                  <a:lnTo>
                    <a:pt x="5855358" y="1394971"/>
                  </a:lnTo>
                  <a:lnTo>
                    <a:pt x="5856026" y="1419504"/>
                  </a:lnTo>
                  <a:lnTo>
                    <a:pt x="5856694" y="1480680"/>
                  </a:lnTo>
                  <a:lnTo>
                    <a:pt x="5857362" y="1533203"/>
                  </a:lnTo>
                  <a:lnTo>
                    <a:pt x="5858030" y="1579623"/>
                  </a:lnTo>
                  <a:lnTo>
                    <a:pt x="5858698" y="1579623"/>
                  </a:lnTo>
                  <a:lnTo>
                    <a:pt x="5859366" y="1579623"/>
                  </a:lnTo>
                  <a:lnTo>
                    <a:pt x="5860034" y="1579623"/>
                  </a:lnTo>
                  <a:lnTo>
                    <a:pt x="5860702" y="1579623"/>
                  </a:lnTo>
                  <a:lnTo>
                    <a:pt x="5861371" y="1579623"/>
                  </a:lnTo>
                  <a:lnTo>
                    <a:pt x="5862039" y="1579623"/>
                  </a:lnTo>
                  <a:lnTo>
                    <a:pt x="5862707" y="1579623"/>
                  </a:lnTo>
                  <a:lnTo>
                    <a:pt x="5863375" y="1579623"/>
                  </a:lnTo>
                  <a:lnTo>
                    <a:pt x="5864043" y="1579623"/>
                  </a:lnTo>
                  <a:lnTo>
                    <a:pt x="5864711" y="1579762"/>
                  </a:lnTo>
                  <a:lnTo>
                    <a:pt x="5865379" y="1579762"/>
                  </a:lnTo>
                  <a:lnTo>
                    <a:pt x="5866047" y="1579762"/>
                  </a:lnTo>
                  <a:lnTo>
                    <a:pt x="5866715" y="1579762"/>
                  </a:lnTo>
                  <a:lnTo>
                    <a:pt x="5867383" y="1579762"/>
                  </a:lnTo>
                  <a:lnTo>
                    <a:pt x="5868051" y="1579762"/>
                  </a:lnTo>
                  <a:lnTo>
                    <a:pt x="5868719" y="1550688"/>
                  </a:lnTo>
                  <a:lnTo>
                    <a:pt x="5869387" y="1521974"/>
                  </a:lnTo>
                  <a:lnTo>
                    <a:pt x="5870055" y="1521974"/>
                  </a:lnTo>
                  <a:lnTo>
                    <a:pt x="5870723" y="1521974"/>
                  </a:lnTo>
                  <a:lnTo>
                    <a:pt x="5871391" y="1521974"/>
                  </a:lnTo>
                  <a:lnTo>
                    <a:pt x="5872059" y="1521974"/>
                  </a:lnTo>
                  <a:lnTo>
                    <a:pt x="5872727" y="1521974"/>
                  </a:lnTo>
                  <a:lnTo>
                    <a:pt x="5873395" y="1521974"/>
                  </a:lnTo>
                  <a:lnTo>
                    <a:pt x="5874063" y="1521974"/>
                  </a:lnTo>
                  <a:lnTo>
                    <a:pt x="5874731" y="1496072"/>
                  </a:lnTo>
                  <a:lnTo>
                    <a:pt x="5875399" y="1485555"/>
                  </a:lnTo>
                  <a:lnTo>
                    <a:pt x="5876067" y="1394971"/>
                  </a:lnTo>
                  <a:lnTo>
                    <a:pt x="5876735" y="1394971"/>
                  </a:lnTo>
                  <a:lnTo>
                    <a:pt x="5877403" y="1394971"/>
                  </a:lnTo>
                  <a:lnTo>
                    <a:pt x="5878071" y="1462598"/>
                  </a:lnTo>
                  <a:lnTo>
                    <a:pt x="5878739" y="1579762"/>
                  </a:lnTo>
                  <a:lnTo>
                    <a:pt x="5879407" y="1579762"/>
                  </a:lnTo>
                  <a:lnTo>
                    <a:pt x="5880075" y="1579762"/>
                  </a:lnTo>
                  <a:lnTo>
                    <a:pt x="5880743" y="1579762"/>
                  </a:lnTo>
                  <a:lnTo>
                    <a:pt x="5881411" y="1579762"/>
                  </a:lnTo>
                  <a:lnTo>
                    <a:pt x="5882079" y="1579762"/>
                  </a:lnTo>
                  <a:lnTo>
                    <a:pt x="5882747" y="1532602"/>
                  </a:lnTo>
                  <a:lnTo>
                    <a:pt x="5883415" y="1499711"/>
                  </a:lnTo>
                  <a:lnTo>
                    <a:pt x="5884083" y="1484880"/>
                  </a:lnTo>
                  <a:lnTo>
                    <a:pt x="5884751" y="1482583"/>
                  </a:lnTo>
                  <a:lnTo>
                    <a:pt x="5885419" y="1440443"/>
                  </a:lnTo>
                  <a:lnTo>
                    <a:pt x="5886088" y="1381003"/>
                  </a:lnTo>
                  <a:lnTo>
                    <a:pt x="5886756" y="1391380"/>
                  </a:lnTo>
                  <a:lnTo>
                    <a:pt x="5887424" y="1454606"/>
                  </a:lnTo>
                  <a:lnTo>
                    <a:pt x="5888092" y="1569597"/>
                  </a:lnTo>
                  <a:lnTo>
                    <a:pt x="5888760" y="1579762"/>
                  </a:lnTo>
                  <a:lnTo>
                    <a:pt x="5889428" y="1579762"/>
                  </a:lnTo>
                  <a:lnTo>
                    <a:pt x="5890096" y="1579762"/>
                  </a:lnTo>
                  <a:lnTo>
                    <a:pt x="5890764" y="1579762"/>
                  </a:lnTo>
                  <a:lnTo>
                    <a:pt x="5891432" y="1579762"/>
                  </a:lnTo>
                  <a:lnTo>
                    <a:pt x="5892100" y="1579762"/>
                  </a:lnTo>
                  <a:lnTo>
                    <a:pt x="5892768" y="1579762"/>
                  </a:lnTo>
                  <a:lnTo>
                    <a:pt x="5893436" y="1579762"/>
                  </a:lnTo>
                  <a:lnTo>
                    <a:pt x="5894104" y="1579762"/>
                  </a:lnTo>
                  <a:lnTo>
                    <a:pt x="5894772" y="1579762"/>
                  </a:lnTo>
                  <a:lnTo>
                    <a:pt x="5895440" y="1579762"/>
                  </a:lnTo>
                  <a:lnTo>
                    <a:pt x="5896108" y="1579762"/>
                  </a:lnTo>
                  <a:lnTo>
                    <a:pt x="5896776" y="1579762"/>
                  </a:lnTo>
                  <a:lnTo>
                    <a:pt x="5897444" y="1579762"/>
                  </a:lnTo>
                  <a:lnTo>
                    <a:pt x="5898112" y="1579762"/>
                  </a:lnTo>
                  <a:lnTo>
                    <a:pt x="5898780" y="1579762"/>
                  </a:lnTo>
                  <a:lnTo>
                    <a:pt x="5899448" y="1579762"/>
                  </a:lnTo>
                  <a:lnTo>
                    <a:pt x="5900116" y="1563117"/>
                  </a:lnTo>
                  <a:lnTo>
                    <a:pt x="5900784" y="1492530"/>
                  </a:lnTo>
                  <a:lnTo>
                    <a:pt x="5901452" y="1404949"/>
                  </a:lnTo>
                  <a:lnTo>
                    <a:pt x="5902120" y="1317213"/>
                  </a:lnTo>
                  <a:lnTo>
                    <a:pt x="5902788" y="1329494"/>
                  </a:lnTo>
                  <a:lnTo>
                    <a:pt x="5903456" y="1294212"/>
                  </a:lnTo>
                  <a:lnTo>
                    <a:pt x="5904124" y="1215303"/>
                  </a:lnTo>
                  <a:lnTo>
                    <a:pt x="5904792" y="1257580"/>
                  </a:lnTo>
                  <a:lnTo>
                    <a:pt x="5905460" y="1235820"/>
                  </a:lnTo>
                  <a:lnTo>
                    <a:pt x="5906128" y="1235820"/>
                  </a:lnTo>
                  <a:lnTo>
                    <a:pt x="5906796" y="1235820"/>
                  </a:lnTo>
                  <a:lnTo>
                    <a:pt x="5907464" y="1235820"/>
                  </a:lnTo>
                  <a:lnTo>
                    <a:pt x="5908132" y="1235820"/>
                  </a:lnTo>
                  <a:lnTo>
                    <a:pt x="5908800" y="1282976"/>
                  </a:lnTo>
                  <a:lnTo>
                    <a:pt x="5909468" y="1362546"/>
                  </a:lnTo>
                  <a:lnTo>
                    <a:pt x="5910137" y="1476321"/>
                  </a:lnTo>
                  <a:lnTo>
                    <a:pt x="5910805" y="1508221"/>
                  </a:lnTo>
                  <a:lnTo>
                    <a:pt x="5911473" y="1480680"/>
                  </a:lnTo>
                  <a:lnTo>
                    <a:pt x="5912141" y="1480680"/>
                  </a:lnTo>
                  <a:lnTo>
                    <a:pt x="5912809" y="1480680"/>
                  </a:lnTo>
                  <a:lnTo>
                    <a:pt x="5913477" y="1480680"/>
                  </a:lnTo>
                  <a:lnTo>
                    <a:pt x="5914145" y="1480680"/>
                  </a:lnTo>
                  <a:lnTo>
                    <a:pt x="5914813" y="1504023"/>
                  </a:lnTo>
                  <a:lnTo>
                    <a:pt x="5915481" y="1579623"/>
                  </a:lnTo>
                  <a:lnTo>
                    <a:pt x="5916149" y="1579623"/>
                  </a:lnTo>
                  <a:lnTo>
                    <a:pt x="5916817" y="1579623"/>
                  </a:lnTo>
                  <a:lnTo>
                    <a:pt x="5917485" y="1579623"/>
                  </a:lnTo>
                  <a:lnTo>
                    <a:pt x="5918153" y="1579623"/>
                  </a:lnTo>
                  <a:lnTo>
                    <a:pt x="5918821" y="1579623"/>
                  </a:lnTo>
                  <a:lnTo>
                    <a:pt x="5919489" y="1579623"/>
                  </a:lnTo>
                  <a:lnTo>
                    <a:pt x="5920157" y="1579623"/>
                  </a:lnTo>
                  <a:lnTo>
                    <a:pt x="5920825" y="1563774"/>
                  </a:lnTo>
                  <a:lnTo>
                    <a:pt x="5921493" y="1480680"/>
                  </a:lnTo>
                  <a:lnTo>
                    <a:pt x="5922161" y="1423686"/>
                  </a:lnTo>
                  <a:lnTo>
                    <a:pt x="5922829" y="1481728"/>
                  </a:lnTo>
                  <a:lnTo>
                    <a:pt x="5923497" y="1496072"/>
                  </a:lnTo>
                  <a:lnTo>
                    <a:pt x="5924165" y="1515173"/>
                  </a:lnTo>
                  <a:lnTo>
                    <a:pt x="5924833" y="1579762"/>
                  </a:lnTo>
                  <a:lnTo>
                    <a:pt x="5925501" y="1579762"/>
                  </a:lnTo>
                  <a:lnTo>
                    <a:pt x="5926169" y="1579762"/>
                  </a:lnTo>
                  <a:lnTo>
                    <a:pt x="5926837" y="1579762"/>
                  </a:lnTo>
                  <a:lnTo>
                    <a:pt x="5927505" y="1567987"/>
                  </a:lnTo>
                  <a:lnTo>
                    <a:pt x="5928173" y="1535064"/>
                  </a:lnTo>
                  <a:lnTo>
                    <a:pt x="5928841" y="1579762"/>
                  </a:lnTo>
                  <a:lnTo>
                    <a:pt x="5929509" y="1492042"/>
                  </a:lnTo>
                  <a:lnTo>
                    <a:pt x="5930177" y="1517532"/>
                  </a:lnTo>
                  <a:lnTo>
                    <a:pt x="5930845" y="1526345"/>
                  </a:lnTo>
                  <a:lnTo>
                    <a:pt x="5931513" y="1578708"/>
                  </a:lnTo>
                  <a:lnTo>
                    <a:pt x="5932181" y="1579762"/>
                  </a:lnTo>
                  <a:lnTo>
                    <a:pt x="5932849" y="1579762"/>
                  </a:lnTo>
                  <a:lnTo>
                    <a:pt x="5933517" y="1579762"/>
                  </a:lnTo>
                  <a:lnTo>
                    <a:pt x="5934185" y="1579762"/>
                  </a:lnTo>
                  <a:lnTo>
                    <a:pt x="5934854" y="1577035"/>
                  </a:lnTo>
                  <a:lnTo>
                    <a:pt x="5935522" y="1467438"/>
                  </a:lnTo>
                  <a:lnTo>
                    <a:pt x="5936190" y="1467438"/>
                  </a:lnTo>
                  <a:lnTo>
                    <a:pt x="5936858" y="1467438"/>
                  </a:lnTo>
                  <a:lnTo>
                    <a:pt x="5937526" y="1503748"/>
                  </a:lnTo>
                  <a:lnTo>
                    <a:pt x="5938194" y="1530239"/>
                  </a:lnTo>
                  <a:lnTo>
                    <a:pt x="5938862" y="1446374"/>
                  </a:lnTo>
                  <a:lnTo>
                    <a:pt x="5939530" y="1554845"/>
                  </a:lnTo>
                  <a:lnTo>
                    <a:pt x="5940198" y="1480680"/>
                  </a:lnTo>
                  <a:lnTo>
                    <a:pt x="5940866" y="1480680"/>
                  </a:lnTo>
                  <a:lnTo>
                    <a:pt x="5941534" y="1480680"/>
                  </a:lnTo>
                  <a:lnTo>
                    <a:pt x="5942202" y="1574648"/>
                  </a:lnTo>
                  <a:lnTo>
                    <a:pt x="5942870" y="1579762"/>
                  </a:lnTo>
                  <a:lnTo>
                    <a:pt x="5943538" y="1579762"/>
                  </a:lnTo>
                  <a:lnTo>
                    <a:pt x="5944206" y="1579762"/>
                  </a:lnTo>
                  <a:lnTo>
                    <a:pt x="5944874" y="1579762"/>
                  </a:lnTo>
                  <a:lnTo>
                    <a:pt x="5945542" y="1579762"/>
                  </a:lnTo>
                  <a:lnTo>
                    <a:pt x="5946210" y="1579762"/>
                  </a:lnTo>
                  <a:lnTo>
                    <a:pt x="5946878" y="1551856"/>
                  </a:lnTo>
                  <a:lnTo>
                    <a:pt x="5947546" y="1524539"/>
                  </a:lnTo>
                  <a:lnTo>
                    <a:pt x="5948214" y="1524539"/>
                  </a:lnTo>
                  <a:lnTo>
                    <a:pt x="5948882" y="1524539"/>
                  </a:lnTo>
                  <a:lnTo>
                    <a:pt x="5949550" y="1524539"/>
                  </a:lnTo>
                  <a:lnTo>
                    <a:pt x="5950218" y="1524539"/>
                  </a:lnTo>
                  <a:lnTo>
                    <a:pt x="5950886" y="1524539"/>
                  </a:lnTo>
                  <a:lnTo>
                    <a:pt x="5951554" y="1524539"/>
                  </a:lnTo>
                  <a:lnTo>
                    <a:pt x="5952222" y="1524539"/>
                  </a:lnTo>
                  <a:lnTo>
                    <a:pt x="5952890" y="1524539"/>
                  </a:lnTo>
                  <a:lnTo>
                    <a:pt x="5953558" y="1474370"/>
                  </a:lnTo>
                  <a:lnTo>
                    <a:pt x="5954226" y="1525665"/>
                  </a:lnTo>
                  <a:lnTo>
                    <a:pt x="5954894" y="1515506"/>
                  </a:lnTo>
                  <a:lnTo>
                    <a:pt x="5955562" y="1579762"/>
                  </a:lnTo>
                  <a:lnTo>
                    <a:pt x="5956230" y="1579762"/>
                  </a:lnTo>
                  <a:lnTo>
                    <a:pt x="5956898" y="1579762"/>
                  </a:lnTo>
                  <a:lnTo>
                    <a:pt x="5957566" y="1579762"/>
                  </a:lnTo>
                  <a:lnTo>
                    <a:pt x="5958234" y="1579762"/>
                  </a:lnTo>
                  <a:lnTo>
                    <a:pt x="5958902" y="1579762"/>
                  </a:lnTo>
                  <a:lnTo>
                    <a:pt x="5959571" y="1579762"/>
                  </a:lnTo>
                  <a:lnTo>
                    <a:pt x="5960239" y="1579762"/>
                  </a:lnTo>
                  <a:lnTo>
                    <a:pt x="5960907" y="1579762"/>
                  </a:lnTo>
                  <a:lnTo>
                    <a:pt x="5961575" y="1579762"/>
                  </a:lnTo>
                  <a:lnTo>
                    <a:pt x="5962243" y="1579762"/>
                  </a:lnTo>
                  <a:lnTo>
                    <a:pt x="5962911" y="1579762"/>
                  </a:lnTo>
                  <a:lnTo>
                    <a:pt x="5963579" y="1579762"/>
                  </a:lnTo>
                  <a:lnTo>
                    <a:pt x="5964247" y="1579762"/>
                  </a:lnTo>
                  <a:lnTo>
                    <a:pt x="5964915" y="1579762"/>
                  </a:lnTo>
                  <a:lnTo>
                    <a:pt x="5965583" y="1579762"/>
                  </a:lnTo>
                  <a:lnTo>
                    <a:pt x="5966251" y="1579762"/>
                  </a:lnTo>
                  <a:lnTo>
                    <a:pt x="5966919" y="1579762"/>
                  </a:lnTo>
                  <a:lnTo>
                    <a:pt x="5967587" y="1579762"/>
                  </a:lnTo>
                  <a:lnTo>
                    <a:pt x="5968255" y="1579762"/>
                  </a:lnTo>
                  <a:lnTo>
                    <a:pt x="5968923" y="1579762"/>
                  </a:lnTo>
                  <a:lnTo>
                    <a:pt x="5969591" y="1563360"/>
                  </a:lnTo>
                  <a:lnTo>
                    <a:pt x="5970259" y="1559646"/>
                  </a:lnTo>
                  <a:lnTo>
                    <a:pt x="5970927" y="1579762"/>
                  </a:lnTo>
                  <a:lnTo>
                    <a:pt x="5971595" y="1535422"/>
                  </a:lnTo>
                  <a:lnTo>
                    <a:pt x="5972263" y="1563360"/>
                  </a:lnTo>
                  <a:lnTo>
                    <a:pt x="5972931" y="1579762"/>
                  </a:lnTo>
                  <a:lnTo>
                    <a:pt x="5973599" y="1579762"/>
                  </a:lnTo>
                  <a:lnTo>
                    <a:pt x="5974267" y="1537142"/>
                  </a:lnTo>
                  <a:lnTo>
                    <a:pt x="5974935" y="1507747"/>
                  </a:lnTo>
                  <a:lnTo>
                    <a:pt x="5975603" y="1552136"/>
                  </a:lnTo>
                  <a:lnTo>
                    <a:pt x="5976271" y="1474294"/>
                  </a:lnTo>
                  <a:lnTo>
                    <a:pt x="5976939" y="1474294"/>
                  </a:lnTo>
                  <a:lnTo>
                    <a:pt x="5977607" y="1474294"/>
                  </a:lnTo>
                  <a:lnTo>
                    <a:pt x="5978275" y="1504153"/>
                  </a:lnTo>
                  <a:lnTo>
                    <a:pt x="5978943" y="1535469"/>
                  </a:lnTo>
                  <a:lnTo>
                    <a:pt x="5979611" y="1579762"/>
                  </a:lnTo>
                  <a:lnTo>
                    <a:pt x="5980279" y="1579762"/>
                  </a:lnTo>
                  <a:lnTo>
                    <a:pt x="5980947" y="1579762"/>
                  </a:lnTo>
                  <a:lnTo>
                    <a:pt x="5981615" y="1579762"/>
                  </a:lnTo>
                  <a:lnTo>
                    <a:pt x="5982283" y="1579623"/>
                  </a:lnTo>
                  <a:lnTo>
                    <a:pt x="5982951" y="1579623"/>
                  </a:lnTo>
                  <a:lnTo>
                    <a:pt x="5983619" y="1579623"/>
                  </a:lnTo>
                  <a:lnTo>
                    <a:pt x="5984288" y="1579623"/>
                  </a:lnTo>
                  <a:lnTo>
                    <a:pt x="5984956" y="1579623"/>
                  </a:lnTo>
                  <a:lnTo>
                    <a:pt x="5985624" y="1579623"/>
                  </a:lnTo>
                  <a:lnTo>
                    <a:pt x="5986292" y="1579762"/>
                  </a:lnTo>
                  <a:lnTo>
                    <a:pt x="5986960" y="1579762"/>
                  </a:lnTo>
                  <a:lnTo>
                    <a:pt x="5987628" y="1579762"/>
                  </a:lnTo>
                  <a:lnTo>
                    <a:pt x="5988296" y="1579762"/>
                  </a:lnTo>
                  <a:lnTo>
                    <a:pt x="5988964" y="1579762"/>
                  </a:lnTo>
                  <a:lnTo>
                    <a:pt x="5989632" y="1579762"/>
                  </a:lnTo>
                  <a:lnTo>
                    <a:pt x="5990300" y="1579762"/>
                  </a:lnTo>
                  <a:lnTo>
                    <a:pt x="5990968" y="1579762"/>
                  </a:lnTo>
                  <a:lnTo>
                    <a:pt x="5991636" y="1579762"/>
                  </a:lnTo>
                  <a:lnTo>
                    <a:pt x="5992304" y="1579762"/>
                  </a:lnTo>
                  <a:lnTo>
                    <a:pt x="5992972" y="1579762"/>
                  </a:lnTo>
                  <a:lnTo>
                    <a:pt x="5993640" y="1579762"/>
                  </a:lnTo>
                  <a:lnTo>
                    <a:pt x="5994308" y="1579762"/>
                  </a:lnTo>
                  <a:lnTo>
                    <a:pt x="5994976" y="1579762"/>
                  </a:lnTo>
                  <a:lnTo>
                    <a:pt x="5995644" y="1579762"/>
                  </a:lnTo>
                  <a:lnTo>
                    <a:pt x="5996312" y="1579762"/>
                  </a:lnTo>
                  <a:lnTo>
                    <a:pt x="5996980" y="1579762"/>
                  </a:lnTo>
                  <a:lnTo>
                    <a:pt x="5997648" y="1579762"/>
                  </a:lnTo>
                  <a:lnTo>
                    <a:pt x="5998316" y="1579762"/>
                  </a:lnTo>
                  <a:lnTo>
                    <a:pt x="5998984" y="1579762"/>
                  </a:lnTo>
                  <a:lnTo>
                    <a:pt x="5999652" y="1579623"/>
                  </a:lnTo>
                  <a:lnTo>
                    <a:pt x="6000320" y="1579623"/>
                  </a:lnTo>
                  <a:lnTo>
                    <a:pt x="6000988" y="1579623"/>
                  </a:lnTo>
                  <a:lnTo>
                    <a:pt x="6001656" y="1579762"/>
                  </a:lnTo>
                  <a:lnTo>
                    <a:pt x="6002324" y="1579762"/>
                  </a:lnTo>
                  <a:lnTo>
                    <a:pt x="6002992" y="1579762"/>
                  </a:lnTo>
                  <a:lnTo>
                    <a:pt x="6003660" y="1579762"/>
                  </a:lnTo>
                  <a:lnTo>
                    <a:pt x="6004328" y="1579762"/>
                  </a:lnTo>
                  <a:lnTo>
                    <a:pt x="6004996" y="1579762"/>
                  </a:lnTo>
                  <a:lnTo>
                    <a:pt x="6005664" y="1579762"/>
                  </a:lnTo>
                  <a:lnTo>
                    <a:pt x="6006332" y="1579762"/>
                  </a:lnTo>
                  <a:lnTo>
                    <a:pt x="6007000" y="1579762"/>
                  </a:lnTo>
                  <a:lnTo>
                    <a:pt x="6007668" y="1579762"/>
                  </a:lnTo>
                  <a:lnTo>
                    <a:pt x="6008337" y="1579762"/>
                  </a:lnTo>
                  <a:lnTo>
                    <a:pt x="6009005" y="1579762"/>
                  </a:lnTo>
                  <a:lnTo>
                    <a:pt x="6009673" y="1535064"/>
                  </a:lnTo>
                  <a:lnTo>
                    <a:pt x="6010341" y="1535064"/>
                  </a:lnTo>
                  <a:lnTo>
                    <a:pt x="6011009" y="1531508"/>
                  </a:lnTo>
                  <a:lnTo>
                    <a:pt x="6011677" y="1485480"/>
                  </a:lnTo>
                  <a:lnTo>
                    <a:pt x="6012345" y="1462612"/>
                  </a:lnTo>
                  <a:lnTo>
                    <a:pt x="6013013" y="1352845"/>
                  </a:lnTo>
                  <a:lnTo>
                    <a:pt x="6013681" y="1352845"/>
                  </a:lnTo>
                  <a:lnTo>
                    <a:pt x="6014349" y="1352845"/>
                  </a:lnTo>
                  <a:lnTo>
                    <a:pt x="6015017" y="1352973"/>
                  </a:lnTo>
                  <a:lnTo>
                    <a:pt x="6015685" y="1291669"/>
                  </a:lnTo>
                  <a:lnTo>
                    <a:pt x="6016353" y="1317572"/>
                  </a:lnTo>
                  <a:lnTo>
                    <a:pt x="6017021" y="1275236"/>
                  </a:lnTo>
                  <a:lnTo>
                    <a:pt x="6017689" y="1322386"/>
                  </a:lnTo>
                  <a:lnTo>
                    <a:pt x="6018357" y="1350413"/>
                  </a:lnTo>
                  <a:lnTo>
                    <a:pt x="6019025" y="1416872"/>
                  </a:lnTo>
                  <a:lnTo>
                    <a:pt x="6019693" y="1434695"/>
                  </a:lnTo>
                  <a:lnTo>
                    <a:pt x="6020361" y="1402595"/>
                  </a:lnTo>
                  <a:lnTo>
                    <a:pt x="6021029" y="1402943"/>
                  </a:lnTo>
                  <a:lnTo>
                    <a:pt x="6021697" y="1365036"/>
                  </a:lnTo>
                  <a:lnTo>
                    <a:pt x="6022365" y="1362740"/>
                  </a:lnTo>
                  <a:lnTo>
                    <a:pt x="6023033" y="1318456"/>
                  </a:lnTo>
                  <a:lnTo>
                    <a:pt x="6023701" y="1318456"/>
                  </a:lnTo>
                  <a:lnTo>
                    <a:pt x="6024369" y="1318456"/>
                  </a:lnTo>
                  <a:lnTo>
                    <a:pt x="6025037" y="1309955"/>
                  </a:lnTo>
                  <a:lnTo>
                    <a:pt x="6025705" y="1315028"/>
                  </a:lnTo>
                  <a:lnTo>
                    <a:pt x="6026373" y="1259228"/>
                  </a:lnTo>
                  <a:lnTo>
                    <a:pt x="6027041" y="1234101"/>
                  </a:lnTo>
                  <a:lnTo>
                    <a:pt x="6027709" y="1253852"/>
                  </a:lnTo>
                  <a:lnTo>
                    <a:pt x="6028377" y="1166728"/>
                  </a:lnTo>
                  <a:lnTo>
                    <a:pt x="6029045" y="1166728"/>
                  </a:lnTo>
                  <a:lnTo>
                    <a:pt x="6029713" y="1161680"/>
                  </a:lnTo>
                  <a:lnTo>
                    <a:pt x="6030381" y="1168419"/>
                  </a:lnTo>
                  <a:lnTo>
                    <a:pt x="6031049" y="1173520"/>
                  </a:lnTo>
                  <a:lnTo>
                    <a:pt x="6031717" y="1236234"/>
                  </a:lnTo>
                  <a:lnTo>
                    <a:pt x="6032385" y="1277031"/>
                  </a:lnTo>
                  <a:lnTo>
                    <a:pt x="6033054" y="1318456"/>
                  </a:lnTo>
                  <a:lnTo>
                    <a:pt x="6033722" y="1318456"/>
                  </a:lnTo>
                  <a:lnTo>
                    <a:pt x="6034390" y="1303651"/>
                  </a:lnTo>
                  <a:lnTo>
                    <a:pt x="6035058" y="1297410"/>
                  </a:lnTo>
                  <a:lnTo>
                    <a:pt x="6035726" y="1319502"/>
                  </a:lnTo>
                  <a:lnTo>
                    <a:pt x="6036394" y="1340472"/>
                  </a:lnTo>
                  <a:lnTo>
                    <a:pt x="6037062" y="1466912"/>
                  </a:lnTo>
                  <a:lnTo>
                    <a:pt x="6037730" y="1439185"/>
                  </a:lnTo>
                  <a:lnTo>
                    <a:pt x="6038398" y="1535064"/>
                  </a:lnTo>
                  <a:lnTo>
                    <a:pt x="6039066" y="1530239"/>
                  </a:lnTo>
                  <a:lnTo>
                    <a:pt x="6039734" y="1479297"/>
                  </a:lnTo>
                  <a:lnTo>
                    <a:pt x="6040402" y="1438553"/>
                  </a:lnTo>
                  <a:lnTo>
                    <a:pt x="6041070" y="1485555"/>
                  </a:lnTo>
                  <a:lnTo>
                    <a:pt x="6041738" y="1394971"/>
                  </a:lnTo>
                  <a:lnTo>
                    <a:pt x="6042406" y="1375220"/>
                  </a:lnTo>
                  <a:lnTo>
                    <a:pt x="6043074" y="1319371"/>
                  </a:lnTo>
                  <a:lnTo>
                    <a:pt x="6043742" y="1281298"/>
                  </a:lnTo>
                  <a:lnTo>
                    <a:pt x="6044410" y="1239034"/>
                  </a:lnTo>
                  <a:lnTo>
                    <a:pt x="6045078" y="1251745"/>
                  </a:lnTo>
                  <a:lnTo>
                    <a:pt x="6045746" y="1205325"/>
                  </a:lnTo>
                  <a:lnTo>
                    <a:pt x="6046414" y="1190569"/>
                  </a:lnTo>
                  <a:lnTo>
                    <a:pt x="6047082" y="1190569"/>
                  </a:lnTo>
                  <a:lnTo>
                    <a:pt x="6047750" y="1190569"/>
                  </a:lnTo>
                  <a:lnTo>
                    <a:pt x="6048418" y="1179004"/>
                  </a:lnTo>
                  <a:lnTo>
                    <a:pt x="6049086" y="1134720"/>
                  </a:lnTo>
                  <a:lnTo>
                    <a:pt x="6049754" y="1111090"/>
                  </a:lnTo>
                  <a:lnTo>
                    <a:pt x="6050422" y="1083344"/>
                  </a:lnTo>
                  <a:lnTo>
                    <a:pt x="6051090" y="1083344"/>
                  </a:lnTo>
                  <a:lnTo>
                    <a:pt x="6051758" y="1083344"/>
                  </a:lnTo>
                  <a:lnTo>
                    <a:pt x="6052426" y="1095807"/>
                  </a:lnTo>
                  <a:lnTo>
                    <a:pt x="6053094" y="1134720"/>
                  </a:lnTo>
                  <a:lnTo>
                    <a:pt x="6053762" y="1164834"/>
                  </a:lnTo>
                  <a:lnTo>
                    <a:pt x="6054430" y="1223492"/>
                  </a:lnTo>
                  <a:lnTo>
                    <a:pt x="6055098" y="1251745"/>
                  </a:lnTo>
                  <a:lnTo>
                    <a:pt x="6055766" y="1301785"/>
                  </a:lnTo>
                  <a:lnTo>
                    <a:pt x="6056434" y="1319371"/>
                  </a:lnTo>
                  <a:lnTo>
                    <a:pt x="6057102" y="1319371"/>
                  </a:lnTo>
                  <a:lnTo>
                    <a:pt x="6057771" y="1319371"/>
                  </a:lnTo>
                  <a:lnTo>
                    <a:pt x="6058439" y="1333796"/>
                  </a:lnTo>
                  <a:lnTo>
                    <a:pt x="6059107" y="1394971"/>
                  </a:lnTo>
                  <a:lnTo>
                    <a:pt x="6059775" y="1467071"/>
                  </a:lnTo>
                  <a:lnTo>
                    <a:pt x="6060443" y="1579623"/>
                  </a:lnTo>
                  <a:lnTo>
                    <a:pt x="6061111" y="1579623"/>
                  </a:lnTo>
                  <a:lnTo>
                    <a:pt x="6061779" y="1579623"/>
                  </a:lnTo>
                  <a:lnTo>
                    <a:pt x="6062447" y="1579623"/>
                  </a:lnTo>
                  <a:lnTo>
                    <a:pt x="6063115" y="1579623"/>
                  </a:lnTo>
                  <a:lnTo>
                    <a:pt x="6063783" y="1574296"/>
                  </a:lnTo>
                  <a:lnTo>
                    <a:pt x="6064451" y="1480680"/>
                  </a:lnTo>
                  <a:lnTo>
                    <a:pt x="6065119" y="1480680"/>
                  </a:lnTo>
                  <a:lnTo>
                    <a:pt x="6065787" y="1407121"/>
                  </a:lnTo>
                  <a:lnTo>
                    <a:pt x="6066455" y="1394971"/>
                  </a:lnTo>
                  <a:lnTo>
                    <a:pt x="6067123" y="1409955"/>
                  </a:lnTo>
                  <a:lnTo>
                    <a:pt x="6067791" y="1411661"/>
                  </a:lnTo>
                  <a:lnTo>
                    <a:pt x="6068459" y="1375546"/>
                  </a:lnTo>
                  <a:lnTo>
                    <a:pt x="6069127" y="1317572"/>
                  </a:lnTo>
                  <a:lnTo>
                    <a:pt x="6069795" y="1303147"/>
                  </a:lnTo>
                  <a:lnTo>
                    <a:pt x="6070463" y="1261723"/>
                  </a:lnTo>
                  <a:lnTo>
                    <a:pt x="6071131" y="1261723"/>
                  </a:lnTo>
                  <a:lnTo>
                    <a:pt x="6071799" y="1222810"/>
                  </a:lnTo>
                  <a:lnTo>
                    <a:pt x="6072467" y="1162780"/>
                  </a:lnTo>
                  <a:lnTo>
                    <a:pt x="6073135" y="1162780"/>
                  </a:lnTo>
                  <a:lnTo>
                    <a:pt x="6073803" y="1165076"/>
                  </a:lnTo>
                  <a:lnTo>
                    <a:pt x="6074471" y="1210346"/>
                  </a:lnTo>
                  <a:lnTo>
                    <a:pt x="6075139" y="1158211"/>
                  </a:lnTo>
                  <a:lnTo>
                    <a:pt x="6075807" y="1155939"/>
                  </a:lnTo>
                  <a:lnTo>
                    <a:pt x="6076475" y="1162780"/>
                  </a:lnTo>
                  <a:lnTo>
                    <a:pt x="6077143" y="1184444"/>
                  </a:lnTo>
                  <a:lnTo>
                    <a:pt x="6077811" y="1161701"/>
                  </a:lnTo>
                  <a:lnTo>
                    <a:pt x="6078479" y="1045012"/>
                  </a:lnTo>
                  <a:lnTo>
                    <a:pt x="6079147" y="1040378"/>
                  </a:lnTo>
                  <a:lnTo>
                    <a:pt x="6079815" y="1047342"/>
                  </a:lnTo>
                  <a:lnTo>
                    <a:pt x="6080483" y="1073544"/>
                  </a:lnTo>
                  <a:lnTo>
                    <a:pt x="6081151" y="995787"/>
                  </a:lnTo>
                  <a:lnTo>
                    <a:pt x="6081819" y="1024416"/>
                  </a:lnTo>
                  <a:lnTo>
                    <a:pt x="6082488" y="1083344"/>
                  </a:lnTo>
                  <a:lnTo>
                    <a:pt x="6083156" y="1075980"/>
                  </a:lnTo>
                  <a:lnTo>
                    <a:pt x="6083824" y="1015470"/>
                  </a:lnTo>
                  <a:lnTo>
                    <a:pt x="6084492" y="911156"/>
                  </a:lnTo>
                  <a:lnTo>
                    <a:pt x="6085160" y="914943"/>
                  </a:lnTo>
                  <a:lnTo>
                    <a:pt x="6085828" y="932265"/>
                  </a:lnTo>
                  <a:lnTo>
                    <a:pt x="6086496" y="911156"/>
                  </a:lnTo>
                  <a:lnTo>
                    <a:pt x="6087164" y="911156"/>
                  </a:lnTo>
                  <a:lnTo>
                    <a:pt x="6087832" y="936179"/>
                  </a:lnTo>
                  <a:lnTo>
                    <a:pt x="6088500" y="985106"/>
                  </a:lnTo>
                  <a:lnTo>
                    <a:pt x="6089168" y="1031208"/>
                  </a:lnTo>
                  <a:lnTo>
                    <a:pt x="6089836" y="1026672"/>
                  </a:lnTo>
                  <a:lnTo>
                    <a:pt x="6090504" y="972520"/>
                  </a:lnTo>
                  <a:lnTo>
                    <a:pt x="6091172" y="1031208"/>
                  </a:lnTo>
                  <a:lnTo>
                    <a:pt x="6091840" y="1035777"/>
                  </a:lnTo>
                  <a:lnTo>
                    <a:pt x="6092508" y="1035777"/>
                  </a:lnTo>
                  <a:lnTo>
                    <a:pt x="6093176" y="1042691"/>
                  </a:lnTo>
                  <a:lnTo>
                    <a:pt x="6093844" y="1105956"/>
                  </a:lnTo>
                  <a:lnTo>
                    <a:pt x="6094512" y="1251745"/>
                  </a:lnTo>
                  <a:lnTo>
                    <a:pt x="6095180" y="1261445"/>
                  </a:lnTo>
                  <a:lnTo>
                    <a:pt x="6095848" y="1281298"/>
                  </a:lnTo>
                  <a:lnTo>
                    <a:pt x="6096516" y="1319371"/>
                  </a:lnTo>
                  <a:lnTo>
                    <a:pt x="6097184" y="1319371"/>
                  </a:lnTo>
                  <a:lnTo>
                    <a:pt x="6097852" y="1319371"/>
                  </a:lnTo>
                  <a:lnTo>
                    <a:pt x="6098520" y="1319371"/>
                  </a:lnTo>
                  <a:lnTo>
                    <a:pt x="6099188" y="1319371"/>
                  </a:lnTo>
                  <a:lnTo>
                    <a:pt x="6099856" y="1235895"/>
                  </a:lnTo>
                  <a:lnTo>
                    <a:pt x="6100524" y="1264712"/>
                  </a:lnTo>
                  <a:lnTo>
                    <a:pt x="6101192" y="1251745"/>
                  </a:lnTo>
                  <a:lnTo>
                    <a:pt x="6101860" y="1251745"/>
                  </a:lnTo>
                  <a:lnTo>
                    <a:pt x="6102528" y="1251745"/>
                  </a:lnTo>
                  <a:lnTo>
                    <a:pt x="6103196" y="1251745"/>
                  </a:lnTo>
                  <a:lnTo>
                    <a:pt x="6103864" y="1251745"/>
                  </a:lnTo>
                  <a:lnTo>
                    <a:pt x="6104532" y="1251745"/>
                  </a:lnTo>
                  <a:lnTo>
                    <a:pt x="6105200" y="1308762"/>
                  </a:lnTo>
                  <a:lnTo>
                    <a:pt x="6105868" y="1319371"/>
                  </a:lnTo>
                  <a:lnTo>
                    <a:pt x="6106537" y="1319371"/>
                  </a:lnTo>
                  <a:lnTo>
                    <a:pt x="6107205" y="1319371"/>
                  </a:lnTo>
                  <a:lnTo>
                    <a:pt x="6107873" y="1319371"/>
                  </a:lnTo>
                  <a:lnTo>
                    <a:pt x="6108541" y="1319371"/>
                  </a:lnTo>
                  <a:lnTo>
                    <a:pt x="6109209" y="1319371"/>
                  </a:lnTo>
                  <a:lnTo>
                    <a:pt x="6109877" y="1432131"/>
                  </a:lnTo>
                  <a:lnTo>
                    <a:pt x="6110545" y="1523328"/>
                  </a:lnTo>
                  <a:lnTo>
                    <a:pt x="6111213" y="1579623"/>
                  </a:lnTo>
                  <a:lnTo>
                    <a:pt x="6111881" y="1579623"/>
                  </a:lnTo>
                  <a:lnTo>
                    <a:pt x="6112549" y="1579623"/>
                  </a:lnTo>
                  <a:lnTo>
                    <a:pt x="6113217" y="1579623"/>
                  </a:lnTo>
                  <a:lnTo>
                    <a:pt x="6113885" y="1538198"/>
                  </a:lnTo>
                  <a:lnTo>
                    <a:pt x="6114553" y="1480680"/>
                  </a:lnTo>
                  <a:lnTo>
                    <a:pt x="6115221" y="1480680"/>
                  </a:lnTo>
                  <a:lnTo>
                    <a:pt x="6115889" y="1480680"/>
                  </a:lnTo>
                  <a:lnTo>
                    <a:pt x="6116557" y="1480680"/>
                  </a:lnTo>
                  <a:lnTo>
                    <a:pt x="6117225" y="1480680"/>
                  </a:lnTo>
                  <a:lnTo>
                    <a:pt x="6117893" y="1480680"/>
                  </a:lnTo>
                  <a:lnTo>
                    <a:pt x="6118561" y="1480680"/>
                  </a:lnTo>
                  <a:lnTo>
                    <a:pt x="6119229" y="1480680"/>
                  </a:lnTo>
                  <a:lnTo>
                    <a:pt x="6119897" y="1480680"/>
                  </a:lnTo>
                  <a:lnTo>
                    <a:pt x="6120565" y="1480680"/>
                  </a:lnTo>
                  <a:lnTo>
                    <a:pt x="6121233" y="1407121"/>
                  </a:lnTo>
                  <a:lnTo>
                    <a:pt x="6121901" y="1394971"/>
                  </a:lnTo>
                  <a:lnTo>
                    <a:pt x="6122569" y="1394971"/>
                  </a:lnTo>
                  <a:lnTo>
                    <a:pt x="6123237" y="1394971"/>
                  </a:lnTo>
                  <a:lnTo>
                    <a:pt x="6123905" y="1427895"/>
                  </a:lnTo>
                  <a:lnTo>
                    <a:pt x="6124573" y="1571263"/>
                  </a:lnTo>
                  <a:lnTo>
                    <a:pt x="6125241" y="1579762"/>
                  </a:lnTo>
                  <a:lnTo>
                    <a:pt x="6125909" y="1579762"/>
                  </a:lnTo>
                  <a:lnTo>
                    <a:pt x="6126577" y="1579762"/>
                  </a:lnTo>
                  <a:lnTo>
                    <a:pt x="6127245" y="1563399"/>
                  </a:lnTo>
                  <a:lnTo>
                    <a:pt x="6127913" y="1521974"/>
                  </a:lnTo>
                  <a:lnTo>
                    <a:pt x="6128581" y="1521974"/>
                  </a:lnTo>
                  <a:lnTo>
                    <a:pt x="6129249" y="1521974"/>
                  </a:lnTo>
                  <a:lnTo>
                    <a:pt x="6129917" y="1521974"/>
                  </a:lnTo>
                  <a:lnTo>
                    <a:pt x="6130585" y="1510051"/>
                  </a:lnTo>
                  <a:lnTo>
                    <a:pt x="6131254" y="1578688"/>
                  </a:lnTo>
                  <a:lnTo>
                    <a:pt x="6131922" y="1574523"/>
                  </a:lnTo>
                  <a:lnTo>
                    <a:pt x="6132590" y="1503748"/>
                  </a:lnTo>
                  <a:lnTo>
                    <a:pt x="6133258" y="1467438"/>
                  </a:lnTo>
                  <a:lnTo>
                    <a:pt x="6133926" y="1467438"/>
                  </a:lnTo>
                  <a:lnTo>
                    <a:pt x="6134594" y="1462612"/>
                  </a:lnTo>
                  <a:lnTo>
                    <a:pt x="6135262" y="1447385"/>
                  </a:lnTo>
                  <a:lnTo>
                    <a:pt x="6135930" y="1378747"/>
                  </a:lnTo>
                  <a:lnTo>
                    <a:pt x="6136598" y="1378747"/>
                  </a:lnTo>
                  <a:lnTo>
                    <a:pt x="6137266" y="1411670"/>
                  </a:lnTo>
                  <a:lnTo>
                    <a:pt x="6137934" y="1446374"/>
                  </a:lnTo>
                  <a:lnTo>
                    <a:pt x="6138602" y="1446374"/>
                  </a:lnTo>
                  <a:lnTo>
                    <a:pt x="6139270" y="1446374"/>
                  </a:lnTo>
                  <a:lnTo>
                    <a:pt x="6139938" y="1446374"/>
                  </a:lnTo>
                  <a:lnTo>
                    <a:pt x="6140606" y="1457162"/>
                  </a:lnTo>
                  <a:lnTo>
                    <a:pt x="6141274" y="1496072"/>
                  </a:lnTo>
                  <a:lnTo>
                    <a:pt x="6141942" y="1518478"/>
                  </a:lnTo>
                  <a:lnTo>
                    <a:pt x="6142610" y="1523328"/>
                  </a:lnTo>
                  <a:lnTo>
                    <a:pt x="6143278" y="1513603"/>
                  </a:lnTo>
                  <a:lnTo>
                    <a:pt x="6143946" y="1480680"/>
                  </a:lnTo>
                  <a:lnTo>
                    <a:pt x="6144614" y="1480680"/>
                  </a:lnTo>
                  <a:lnTo>
                    <a:pt x="6145282" y="1480680"/>
                  </a:lnTo>
                  <a:lnTo>
                    <a:pt x="6145950" y="1419504"/>
                  </a:lnTo>
                  <a:lnTo>
                    <a:pt x="6146618" y="1394971"/>
                  </a:lnTo>
                  <a:lnTo>
                    <a:pt x="6147286" y="1394971"/>
                  </a:lnTo>
                  <a:lnTo>
                    <a:pt x="6147954" y="1394971"/>
                  </a:lnTo>
                  <a:lnTo>
                    <a:pt x="6148622" y="1394971"/>
                  </a:lnTo>
                  <a:lnTo>
                    <a:pt x="6149290" y="1394971"/>
                  </a:lnTo>
                  <a:lnTo>
                    <a:pt x="6149958" y="1333796"/>
                  </a:lnTo>
                  <a:lnTo>
                    <a:pt x="6150626" y="1319371"/>
                  </a:lnTo>
                  <a:lnTo>
                    <a:pt x="6151294" y="1319371"/>
                  </a:lnTo>
                  <a:lnTo>
                    <a:pt x="6151962" y="1258196"/>
                  </a:lnTo>
                  <a:lnTo>
                    <a:pt x="6152630" y="1251745"/>
                  </a:lnTo>
                  <a:lnTo>
                    <a:pt x="6153298" y="1294883"/>
                  </a:lnTo>
                  <a:lnTo>
                    <a:pt x="6153966" y="1274612"/>
                  </a:lnTo>
                  <a:lnTo>
                    <a:pt x="6154634" y="1251745"/>
                  </a:lnTo>
                  <a:lnTo>
                    <a:pt x="6155302" y="1235895"/>
                  </a:lnTo>
                  <a:lnTo>
                    <a:pt x="6155971" y="1323356"/>
                  </a:lnTo>
                  <a:lnTo>
                    <a:pt x="6156639" y="1291669"/>
                  </a:lnTo>
                  <a:lnTo>
                    <a:pt x="6157307" y="1291669"/>
                  </a:lnTo>
                  <a:lnTo>
                    <a:pt x="6157975" y="1287844"/>
                  </a:lnTo>
                  <a:lnTo>
                    <a:pt x="6158643" y="1261723"/>
                  </a:lnTo>
                  <a:lnTo>
                    <a:pt x="6159311" y="1345588"/>
                  </a:lnTo>
                  <a:lnTo>
                    <a:pt x="6159979" y="1389872"/>
                  </a:lnTo>
                  <a:lnTo>
                    <a:pt x="6160647" y="1406262"/>
                  </a:lnTo>
                  <a:lnTo>
                    <a:pt x="6161315" y="1406262"/>
                  </a:lnTo>
                  <a:lnTo>
                    <a:pt x="6161983" y="1461051"/>
                  </a:lnTo>
                  <a:lnTo>
                    <a:pt x="6162651" y="1424010"/>
                  </a:lnTo>
                  <a:lnTo>
                    <a:pt x="6163319" y="1400453"/>
                  </a:lnTo>
                  <a:lnTo>
                    <a:pt x="6163987" y="1386157"/>
                  </a:lnTo>
                  <a:lnTo>
                    <a:pt x="6164655" y="1406262"/>
                  </a:lnTo>
                  <a:lnTo>
                    <a:pt x="6165323" y="1421018"/>
                  </a:lnTo>
                  <a:lnTo>
                    <a:pt x="6165991" y="1462612"/>
                  </a:lnTo>
                  <a:lnTo>
                    <a:pt x="6166659" y="1530239"/>
                  </a:lnTo>
                  <a:lnTo>
                    <a:pt x="6167327" y="1530239"/>
                  </a:lnTo>
                  <a:lnTo>
                    <a:pt x="6167995" y="1559420"/>
                  </a:lnTo>
                  <a:lnTo>
                    <a:pt x="6168663" y="1579762"/>
                  </a:lnTo>
                  <a:lnTo>
                    <a:pt x="6169331" y="1579762"/>
                  </a:lnTo>
                  <a:lnTo>
                    <a:pt x="6169999" y="1579762"/>
                  </a:lnTo>
                  <a:lnTo>
                    <a:pt x="6170667" y="1521974"/>
                  </a:lnTo>
                  <a:lnTo>
                    <a:pt x="6171335" y="1502223"/>
                  </a:lnTo>
                  <a:lnTo>
                    <a:pt x="6172003" y="1446374"/>
                  </a:lnTo>
                  <a:lnTo>
                    <a:pt x="6172671" y="1494490"/>
                  </a:lnTo>
                  <a:lnTo>
                    <a:pt x="6173339" y="1453546"/>
                  </a:lnTo>
                  <a:lnTo>
                    <a:pt x="6174007" y="1521974"/>
                  </a:lnTo>
                  <a:lnTo>
                    <a:pt x="6174675" y="1521974"/>
                  </a:lnTo>
                  <a:lnTo>
                    <a:pt x="6175343" y="1521974"/>
                  </a:lnTo>
                  <a:lnTo>
                    <a:pt x="6176011" y="1521974"/>
                  </a:lnTo>
                  <a:lnTo>
                    <a:pt x="6176679" y="1494490"/>
                  </a:lnTo>
                  <a:lnTo>
                    <a:pt x="6177347" y="1378747"/>
                  </a:lnTo>
                  <a:lnTo>
                    <a:pt x="6178015" y="1352845"/>
                  </a:lnTo>
                  <a:lnTo>
                    <a:pt x="6178683" y="1352845"/>
                  </a:lnTo>
                  <a:lnTo>
                    <a:pt x="6179351" y="1292081"/>
                  </a:lnTo>
                  <a:lnTo>
                    <a:pt x="6180019" y="1083344"/>
                  </a:lnTo>
                  <a:lnTo>
                    <a:pt x="6180688" y="1054383"/>
                  </a:lnTo>
                  <a:lnTo>
                    <a:pt x="6181356" y="1047342"/>
                  </a:lnTo>
                  <a:lnTo>
                    <a:pt x="6182024" y="1142611"/>
                  </a:lnTo>
                  <a:lnTo>
                    <a:pt x="6182692" y="1135672"/>
                  </a:lnTo>
                  <a:lnTo>
                    <a:pt x="6183360" y="1162780"/>
                  </a:lnTo>
                  <a:lnTo>
                    <a:pt x="6184028" y="1162780"/>
                  </a:lnTo>
                  <a:lnTo>
                    <a:pt x="6184696" y="1153675"/>
                  </a:lnTo>
                  <a:lnTo>
                    <a:pt x="6185364" y="1118496"/>
                  </a:lnTo>
                  <a:lnTo>
                    <a:pt x="6186032" y="1118496"/>
                  </a:lnTo>
                  <a:lnTo>
                    <a:pt x="6186700" y="1133650"/>
                  </a:lnTo>
                  <a:lnTo>
                    <a:pt x="6187368" y="1210346"/>
                  </a:lnTo>
                  <a:lnTo>
                    <a:pt x="6188036" y="1162780"/>
                  </a:lnTo>
                  <a:lnTo>
                    <a:pt x="6188704" y="1162780"/>
                  </a:lnTo>
                  <a:lnTo>
                    <a:pt x="6189372" y="1198120"/>
                  </a:lnTo>
                  <a:lnTo>
                    <a:pt x="6190040" y="1317572"/>
                  </a:lnTo>
                  <a:lnTo>
                    <a:pt x="6190708" y="1353573"/>
                  </a:lnTo>
                  <a:lnTo>
                    <a:pt x="6191376" y="1356667"/>
                  </a:lnTo>
                  <a:lnTo>
                    <a:pt x="6192044" y="1300482"/>
                  </a:lnTo>
                  <a:lnTo>
                    <a:pt x="6192712" y="1252621"/>
                  </a:lnTo>
                  <a:lnTo>
                    <a:pt x="6193380" y="1190569"/>
                  </a:lnTo>
                  <a:lnTo>
                    <a:pt x="6194048" y="1190569"/>
                  </a:lnTo>
                  <a:lnTo>
                    <a:pt x="6194716" y="1159252"/>
                  </a:lnTo>
                  <a:lnTo>
                    <a:pt x="6195384" y="1080880"/>
                  </a:lnTo>
                  <a:lnTo>
                    <a:pt x="6196052" y="995787"/>
                  </a:lnTo>
                  <a:lnTo>
                    <a:pt x="6196720" y="987228"/>
                  </a:lnTo>
                  <a:lnTo>
                    <a:pt x="6197388" y="950068"/>
                  </a:lnTo>
                  <a:lnTo>
                    <a:pt x="6198056" y="950068"/>
                  </a:lnTo>
                  <a:lnTo>
                    <a:pt x="6198724" y="950068"/>
                  </a:lnTo>
                  <a:lnTo>
                    <a:pt x="6199392" y="936179"/>
                  </a:lnTo>
                  <a:lnTo>
                    <a:pt x="6200060" y="855150"/>
                  </a:lnTo>
                  <a:lnTo>
                    <a:pt x="6200728" y="810059"/>
                  </a:lnTo>
                  <a:lnTo>
                    <a:pt x="6201396" y="729817"/>
                  </a:lnTo>
                  <a:lnTo>
                    <a:pt x="6202064" y="819530"/>
                  </a:lnTo>
                  <a:lnTo>
                    <a:pt x="6202732" y="825250"/>
                  </a:lnTo>
                  <a:lnTo>
                    <a:pt x="6203400" y="822167"/>
                  </a:lnTo>
                  <a:lnTo>
                    <a:pt x="6204068" y="885457"/>
                  </a:lnTo>
                  <a:lnTo>
                    <a:pt x="6204737" y="900685"/>
                  </a:lnTo>
                  <a:lnTo>
                    <a:pt x="6205405" y="957994"/>
                  </a:lnTo>
                  <a:lnTo>
                    <a:pt x="6206073" y="964283"/>
                  </a:lnTo>
                  <a:lnTo>
                    <a:pt x="6206741" y="913584"/>
                  </a:lnTo>
                  <a:lnTo>
                    <a:pt x="6207409" y="881880"/>
                  </a:lnTo>
                  <a:lnTo>
                    <a:pt x="6208077" y="861583"/>
                  </a:lnTo>
                  <a:lnTo>
                    <a:pt x="6208745" y="784043"/>
                  </a:lnTo>
                  <a:lnTo>
                    <a:pt x="6209413" y="791837"/>
                  </a:lnTo>
                  <a:lnTo>
                    <a:pt x="6210081" y="843120"/>
                  </a:lnTo>
                  <a:lnTo>
                    <a:pt x="6210749" y="862833"/>
                  </a:lnTo>
                  <a:lnTo>
                    <a:pt x="6211417" y="870384"/>
                  </a:lnTo>
                  <a:lnTo>
                    <a:pt x="6212085" y="879638"/>
                  </a:lnTo>
                  <a:lnTo>
                    <a:pt x="6212753" y="873200"/>
                  </a:lnTo>
                  <a:lnTo>
                    <a:pt x="6213421" y="823067"/>
                  </a:lnTo>
                  <a:lnTo>
                    <a:pt x="6214089" y="732045"/>
                  </a:lnTo>
                  <a:lnTo>
                    <a:pt x="6214757" y="687406"/>
                  </a:lnTo>
                  <a:lnTo>
                    <a:pt x="6215425" y="681458"/>
                  </a:lnTo>
                  <a:lnTo>
                    <a:pt x="6216093" y="633522"/>
                  </a:lnTo>
                  <a:lnTo>
                    <a:pt x="6216761" y="684490"/>
                  </a:lnTo>
                  <a:lnTo>
                    <a:pt x="6217429" y="725561"/>
                  </a:lnTo>
                  <a:lnTo>
                    <a:pt x="6218097" y="748590"/>
                  </a:lnTo>
                  <a:lnTo>
                    <a:pt x="6218765" y="839765"/>
                  </a:lnTo>
                  <a:lnTo>
                    <a:pt x="6219433" y="810059"/>
                  </a:lnTo>
                  <a:lnTo>
                    <a:pt x="6220101" y="806842"/>
                  </a:lnTo>
                  <a:lnTo>
                    <a:pt x="6220769" y="824740"/>
                  </a:lnTo>
                  <a:lnTo>
                    <a:pt x="6221437" y="920665"/>
                  </a:lnTo>
                  <a:lnTo>
                    <a:pt x="6222105" y="950068"/>
                  </a:lnTo>
                  <a:lnTo>
                    <a:pt x="6222773" y="1008842"/>
                  </a:lnTo>
                  <a:lnTo>
                    <a:pt x="6223441" y="1083344"/>
                  </a:lnTo>
                  <a:lnTo>
                    <a:pt x="6224109" y="1137400"/>
                  </a:lnTo>
                  <a:lnTo>
                    <a:pt x="6224777" y="1159252"/>
                  </a:lnTo>
                  <a:lnTo>
                    <a:pt x="6225445" y="1218807"/>
                  </a:lnTo>
                  <a:lnTo>
                    <a:pt x="6226113" y="1183750"/>
                  </a:lnTo>
                  <a:lnTo>
                    <a:pt x="6226781" y="1182868"/>
                  </a:lnTo>
                  <a:lnTo>
                    <a:pt x="6227449" y="1252599"/>
                  </a:lnTo>
                  <a:lnTo>
                    <a:pt x="6228117" y="1256753"/>
                  </a:lnTo>
                  <a:lnTo>
                    <a:pt x="6228785" y="1231791"/>
                  </a:lnTo>
                  <a:lnTo>
                    <a:pt x="6229454" y="1229794"/>
                  </a:lnTo>
                  <a:lnTo>
                    <a:pt x="6230122" y="1233793"/>
                  </a:lnTo>
                  <a:lnTo>
                    <a:pt x="6230790" y="1168981"/>
                  </a:lnTo>
                  <a:lnTo>
                    <a:pt x="6231458" y="1085771"/>
                  </a:lnTo>
                  <a:lnTo>
                    <a:pt x="6232126" y="1059250"/>
                  </a:lnTo>
                  <a:lnTo>
                    <a:pt x="6232794" y="1012120"/>
                  </a:lnTo>
                  <a:lnTo>
                    <a:pt x="6233462" y="1000859"/>
                  </a:lnTo>
                  <a:lnTo>
                    <a:pt x="6234130" y="1002256"/>
                  </a:lnTo>
                  <a:lnTo>
                    <a:pt x="6234798" y="1000859"/>
                  </a:lnTo>
                  <a:lnTo>
                    <a:pt x="6235466" y="916023"/>
                  </a:lnTo>
                  <a:lnTo>
                    <a:pt x="6236134" y="834682"/>
                  </a:lnTo>
                  <a:lnTo>
                    <a:pt x="6236802" y="828661"/>
                  </a:lnTo>
                  <a:lnTo>
                    <a:pt x="6237470" y="742015"/>
                  </a:lnTo>
                  <a:lnTo>
                    <a:pt x="6238138" y="754199"/>
                  </a:lnTo>
                  <a:lnTo>
                    <a:pt x="6238806" y="691156"/>
                  </a:lnTo>
                  <a:lnTo>
                    <a:pt x="6239474" y="689817"/>
                  </a:lnTo>
                  <a:lnTo>
                    <a:pt x="6240142" y="681843"/>
                  </a:lnTo>
                  <a:lnTo>
                    <a:pt x="6240810" y="687148"/>
                  </a:lnTo>
                  <a:lnTo>
                    <a:pt x="6241478" y="747126"/>
                  </a:lnTo>
                  <a:lnTo>
                    <a:pt x="6242146" y="714350"/>
                  </a:lnTo>
                  <a:lnTo>
                    <a:pt x="6242814" y="685818"/>
                  </a:lnTo>
                  <a:lnTo>
                    <a:pt x="6243482" y="668771"/>
                  </a:lnTo>
                  <a:lnTo>
                    <a:pt x="6244150" y="613029"/>
                  </a:lnTo>
                  <a:lnTo>
                    <a:pt x="6244818" y="608301"/>
                  </a:lnTo>
                  <a:lnTo>
                    <a:pt x="6245486" y="671364"/>
                  </a:lnTo>
                  <a:lnTo>
                    <a:pt x="6246154" y="691156"/>
                  </a:lnTo>
                  <a:lnTo>
                    <a:pt x="6246822" y="688481"/>
                  </a:lnTo>
                  <a:lnTo>
                    <a:pt x="6247490" y="681843"/>
                  </a:lnTo>
                  <a:lnTo>
                    <a:pt x="6248158" y="731399"/>
                  </a:lnTo>
                  <a:lnTo>
                    <a:pt x="6248826" y="701210"/>
                  </a:lnTo>
                  <a:lnTo>
                    <a:pt x="6249494" y="624577"/>
                  </a:lnTo>
                  <a:lnTo>
                    <a:pt x="6250162" y="603674"/>
                  </a:lnTo>
                  <a:lnTo>
                    <a:pt x="6250830" y="604684"/>
                  </a:lnTo>
                  <a:lnTo>
                    <a:pt x="6251498" y="542461"/>
                  </a:lnTo>
                  <a:lnTo>
                    <a:pt x="6252166" y="538115"/>
                  </a:lnTo>
                  <a:lnTo>
                    <a:pt x="6252834" y="556568"/>
                  </a:lnTo>
                  <a:lnTo>
                    <a:pt x="6253502" y="558354"/>
                  </a:lnTo>
                  <a:lnTo>
                    <a:pt x="6254171" y="614596"/>
                  </a:lnTo>
                  <a:lnTo>
                    <a:pt x="6254839" y="630701"/>
                  </a:lnTo>
                  <a:lnTo>
                    <a:pt x="6255507" y="606346"/>
                  </a:lnTo>
                  <a:lnTo>
                    <a:pt x="6256175" y="648923"/>
                  </a:lnTo>
                  <a:lnTo>
                    <a:pt x="6256843" y="608965"/>
                  </a:lnTo>
                  <a:lnTo>
                    <a:pt x="6257511" y="581577"/>
                  </a:lnTo>
                  <a:lnTo>
                    <a:pt x="6258179" y="595523"/>
                  </a:lnTo>
                  <a:lnTo>
                    <a:pt x="6258847" y="622010"/>
                  </a:lnTo>
                  <a:lnTo>
                    <a:pt x="6259515" y="690671"/>
                  </a:lnTo>
                  <a:lnTo>
                    <a:pt x="6260183" y="639048"/>
                  </a:lnTo>
                  <a:lnTo>
                    <a:pt x="6260851" y="610555"/>
                  </a:lnTo>
                  <a:lnTo>
                    <a:pt x="6261519" y="727968"/>
                  </a:lnTo>
                  <a:lnTo>
                    <a:pt x="6262187" y="749350"/>
                  </a:lnTo>
                  <a:lnTo>
                    <a:pt x="6262855" y="728627"/>
                  </a:lnTo>
                  <a:lnTo>
                    <a:pt x="6263523" y="715076"/>
                  </a:lnTo>
                  <a:lnTo>
                    <a:pt x="6264191" y="741831"/>
                  </a:lnTo>
                  <a:lnTo>
                    <a:pt x="6264859" y="684784"/>
                  </a:lnTo>
                  <a:lnTo>
                    <a:pt x="6265527" y="721068"/>
                  </a:lnTo>
                  <a:lnTo>
                    <a:pt x="6266195" y="732284"/>
                  </a:lnTo>
                  <a:lnTo>
                    <a:pt x="6266863" y="762885"/>
                  </a:lnTo>
                  <a:lnTo>
                    <a:pt x="6267531" y="702027"/>
                  </a:lnTo>
                  <a:lnTo>
                    <a:pt x="6268199" y="633172"/>
                  </a:lnTo>
                  <a:lnTo>
                    <a:pt x="6268867" y="581101"/>
                  </a:lnTo>
                  <a:lnTo>
                    <a:pt x="6269535" y="549476"/>
                  </a:lnTo>
                  <a:lnTo>
                    <a:pt x="6270203" y="518495"/>
                  </a:lnTo>
                  <a:lnTo>
                    <a:pt x="6270871" y="512534"/>
                  </a:lnTo>
                  <a:lnTo>
                    <a:pt x="6271539" y="459040"/>
                  </a:lnTo>
                  <a:lnTo>
                    <a:pt x="6272207" y="450315"/>
                  </a:lnTo>
                  <a:lnTo>
                    <a:pt x="6272875" y="379837"/>
                  </a:lnTo>
                  <a:lnTo>
                    <a:pt x="6273543" y="378189"/>
                  </a:lnTo>
                  <a:lnTo>
                    <a:pt x="6274211" y="373271"/>
                  </a:lnTo>
                  <a:lnTo>
                    <a:pt x="6274879" y="326813"/>
                  </a:lnTo>
                  <a:lnTo>
                    <a:pt x="6275547" y="259794"/>
                  </a:lnTo>
                  <a:lnTo>
                    <a:pt x="6276215" y="222575"/>
                  </a:lnTo>
                  <a:lnTo>
                    <a:pt x="6276883" y="208524"/>
                  </a:lnTo>
                  <a:lnTo>
                    <a:pt x="6277551" y="181917"/>
                  </a:lnTo>
                  <a:lnTo>
                    <a:pt x="6278219" y="196631"/>
                  </a:lnTo>
                  <a:lnTo>
                    <a:pt x="6278888" y="200363"/>
                  </a:lnTo>
                  <a:lnTo>
                    <a:pt x="6279556" y="197252"/>
                  </a:lnTo>
                  <a:lnTo>
                    <a:pt x="6280224" y="221929"/>
                  </a:lnTo>
                  <a:lnTo>
                    <a:pt x="6280892" y="240915"/>
                  </a:lnTo>
                  <a:lnTo>
                    <a:pt x="6281560" y="214872"/>
                  </a:lnTo>
                  <a:lnTo>
                    <a:pt x="6282228" y="178291"/>
                  </a:lnTo>
                  <a:lnTo>
                    <a:pt x="6282896" y="145971"/>
                  </a:lnTo>
                  <a:lnTo>
                    <a:pt x="6283564" y="131801"/>
                  </a:lnTo>
                  <a:lnTo>
                    <a:pt x="6284232" y="126776"/>
                  </a:lnTo>
                  <a:lnTo>
                    <a:pt x="6284900" y="174086"/>
                  </a:lnTo>
                  <a:lnTo>
                    <a:pt x="6285568" y="243578"/>
                  </a:lnTo>
                  <a:lnTo>
                    <a:pt x="6286236" y="282074"/>
                  </a:lnTo>
                  <a:lnTo>
                    <a:pt x="6286904" y="279952"/>
                  </a:lnTo>
                  <a:lnTo>
                    <a:pt x="6287572" y="302955"/>
                  </a:lnTo>
                  <a:lnTo>
                    <a:pt x="6288240" y="314028"/>
                  </a:lnTo>
                  <a:lnTo>
                    <a:pt x="6288908" y="292790"/>
                  </a:lnTo>
                  <a:lnTo>
                    <a:pt x="6289576" y="317762"/>
                  </a:lnTo>
                  <a:lnTo>
                    <a:pt x="6290244" y="315519"/>
                  </a:lnTo>
                  <a:lnTo>
                    <a:pt x="6290912" y="338310"/>
                  </a:lnTo>
                  <a:lnTo>
                    <a:pt x="6291580" y="383975"/>
                  </a:lnTo>
                  <a:lnTo>
                    <a:pt x="6292248" y="428675"/>
                  </a:lnTo>
                  <a:lnTo>
                    <a:pt x="6292916" y="476721"/>
                  </a:lnTo>
                  <a:lnTo>
                    <a:pt x="6293584" y="543389"/>
                  </a:lnTo>
                  <a:lnTo>
                    <a:pt x="6294252" y="590874"/>
                  </a:lnTo>
                  <a:lnTo>
                    <a:pt x="6294920" y="590874"/>
                  </a:lnTo>
                  <a:lnTo>
                    <a:pt x="6295588" y="590874"/>
                  </a:lnTo>
                  <a:lnTo>
                    <a:pt x="6296256" y="643397"/>
                  </a:lnTo>
                  <a:lnTo>
                    <a:pt x="6296924" y="732669"/>
                  </a:lnTo>
                  <a:lnTo>
                    <a:pt x="6297592" y="806842"/>
                  </a:lnTo>
                  <a:lnTo>
                    <a:pt x="6298260" y="808449"/>
                  </a:lnTo>
                  <a:lnTo>
                    <a:pt x="6298928" y="898075"/>
                  </a:lnTo>
                  <a:lnTo>
                    <a:pt x="6299596" y="883446"/>
                  </a:lnTo>
                  <a:lnTo>
                    <a:pt x="6300264" y="879840"/>
                  </a:lnTo>
                  <a:lnTo>
                    <a:pt x="6300932" y="874468"/>
                  </a:lnTo>
                  <a:lnTo>
                    <a:pt x="6301600" y="918752"/>
                  </a:lnTo>
                  <a:lnTo>
                    <a:pt x="6302268" y="1074852"/>
                  </a:lnTo>
                  <a:lnTo>
                    <a:pt x="6302937" y="1167392"/>
                  </a:lnTo>
                  <a:lnTo>
                    <a:pt x="6303605" y="1210346"/>
                  </a:lnTo>
                  <a:lnTo>
                    <a:pt x="6304273" y="1165076"/>
                  </a:lnTo>
                  <a:lnTo>
                    <a:pt x="6304941" y="1142473"/>
                  </a:lnTo>
                  <a:lnTo>
                    <a:pt x="6305609" y="1089220"/>
                  </a:lnTo>
                  <a:lnTo>
                    <a:pt x="6306277" y="992618"/>
                  </a:lnTo>
                  <a:lnTo>
                    <a:pt x="6306945" y="966768"/>
                  </a:lnTo>
                  <a:lnTo>
                    <a:pt x="6307613" y="966768"/>
                  </a:lnTo>
                  <a:lnTo>
                    <a:pt x="6308281" y="1028788"/>
                  </a:lnTo>
                  <a:lnTo>
                    <a:pt x="6308949" y="1063182"/>
                  </a:lnTo>
                  <a:lnTo>
                    <a:pt x="6309617" y="1077071"/>
                  </a:lnTo>
                  <a:lnTo>
                    <a:pt x="6310285" y="1065148"/>
                  </a:lnTo>
                  <a:lnTo>
                    <a:pt x="6310953" y="955051"/>
                  </a:lnTo>
                  <a:lnTo>
                    <a:pt x="6311621" y="914872"/>
                  </a:lnTo>
                  <a:lnTo>
                    <a:pt x="6312289" y="846766"/>
                  </a:lnTo>
                  <a:lnTo>
                    <a:pt x="6312957" y="846766"/>
                  </a:lnTo>
                  <a:lnTo>
                    <a:pt x="6313625" y="745666"/>
                  </a:lnTo>
                  <a:lnTo>
                    <a:pt x="6314293" y="773999"/>
                  </a:lnTo>
                  <a:lnTo>
                    <a:pt x="6314961" y="767929"/>
                  </a:lnTo>
                  <a:lnTo>
                    <a:pt x="6315629" y="761917"/>
                  </a:lnTo>
                  <a:lnTo>
                    <a:pt x="6316297" y="780127"/>
                  </a:lnTo>
                  <a:lnTo>
                    <a:pt x="6316965" y="691156"/>
                  </a:lnTo>
                  <a:lnTo>
                    <a:pt x="6317633" y="655959"/>
                  </a:lnTo>
                  <a:lnTo>
                    <a:pt x="6318301" y="616599"/>
                  </a:lnTo>
                  <a:lnTo>
                    <a:pt x="6318969" y="601273"/>
                  </a:lnTo>
                  <a:lnTo>
                    <a:pt x="6319637" y="684842"/>
                  </a:lnTo>
                  <a:lnTo>
                    <a:pt x="6320305" y="730862"/>
                  </a:lnTo>
                  <a:lnTo>
                    <a:pt x="6320973" y="830333"/>
                  </a:lnTo>
                  <a:lnTo>
                    <a:pt x="6321641" y="884446"/>
                  </a:lnTo>
                  <a:lnTo>
                    <a:pt x="6322309" y="901002"/>
                  </a:lnTo>
                  <a:lnTo>
                    <a:pt x="6322977" y="838580"/>
                  </a:lnTo>
                  <a:lnTo>
                    <a:pt x="6323645" y="797069"/>
                  </a:lnTo>
                  <a:lnTo>
                    <a:pt x="6324313" y="790618"/>
                  </a:lnTo>
                  <a:lnTo>
                    <a:pt x="6324981" y="789335"/>
                  </a:lnTo>
                  <a:lnTo>
                    <a:pt x="6325649" y="820844"/>
                  </a:lnTo>
                  <a:lnTo>
                    <a:pt x="6326317" y="823541"/>
                  </a:lnTo>
                  <a:lnTo>
                    <a:pt x="6326985" y="911380"/>
                  </a:lnTo>
                  <a:lnTo>
                    <a:pt x="6327654" y="874193"/>
                  </a:lnTo>
                  <a:lnTo>
                    <a:pt x="6328322" y="863921"/>
                  </a:lnTo>
                  <a:lnTo>
                    <a:pt x="6328990" y="760446"/>
                  </a:lnTo>
                  <a:lnTo>
                    <a:pt x="6329658" y="767566"/>
                  </a:lnTo>
                  <a:lnTo>
                    <a:pt x="6330326" y="704031"/>
                  </a:lnTo>
                  <a:lnTo>
                    <a:pt x="6330994" y="660595"/>
                  </a:lnTo>
                  <a:lnTo>
                    <a:pt x="6331662" y="632897"/>
                  </a:lnTo>
                  <a:lnTo>
                    <a:pt x="6332330" y="638166"/>
                  </a:lnTo>
                  <a:lnTo>
                    <a:pt x="6332998" y="641702"/>
                  </a:lnTo>
                  <a:lnTo>
                    <a:pt x="6333666" y="589781"/>
                  </a:lnTo>
                  <a:lnTo>
                    <a:pt x="6334334" y="501319"/>
                  </a:lnTo>
                  <a:lnTo>
                    <a:pt x="6335002" y="458604"/>
                  </a:lnTo>
                  <a:lnTo>
                    <a:pt x="6335670" y="440856"/>
                  </a:lnTo>
                  <a:lnTo>
                    <a:pt x="6336338" y="455944"/>
                  </a:lnTo>
                  <a:lnTo>
                    <a:pt x="6337006" y="458462"/>
                  </a:lnTo>
                  <a:lnTo>
                    <a:pt x="6337674" y="404137"/>
                  </a:lnTo>
                  <a:lnTo>
                    <a:pt x="6338342" y="395461"/>
                  </a:lnTo>
                  <a:lnTo>
                    <a:pt x="6339010" y="346873"/>
                  </a:lnTo>
                  <a:lnTo>
                    <a:pt x="6339678" y="299306"/>
                  </a:lnTo>
                  <a:lnTo>
                    <a:pt x="6340346" y="289915"/>
                  </a:lnTo>
                  <a:lnTo>
                    <a:pt x="6341014" y="317762"/>
                  </a:lnTo>
                  <a:lnTo>
                    <a:pt x="6341682" y="344526"/>
                  </a:lnTo>
                  <a:lnTo>
                    <a:pt x="6342350" y="339858"/>
                  </a:lnTo>
                  <a:lnTo>
                    <a:pt x="6343018" y="368390"/>
                  </a:lnTo>
                  <a:lnTo>
                    <a:pt x="6343686" y="447647"/>
                  </a:lnTo>
                  <a:lnTo>
                    <a:pt x="6344354" y="569458"/>
                  </a:lnTo>
                  <a:lnTo>
                    <a:pt x="6345022" y="661053"/>
                  </a:lnTo>
                  <a:lnTo>
                    <a:pt x="6345690" y="703330"/>
                  </a:lnTo>
                  <a:lnTo>
                    <a:pt x="6346358" y="722740"/>
                  </a:lnTo>
                  <a:lnTo>
                    <a:pt x="6347026" y="800455"/>
                  </a:lnTo>
                  <a:lnTo>
                    <a:pt x="6347694" y="844852"/>
                  </a:lnTo>
                  <a:lnTo>
                    <a:pt x="6348362" y="960177"/>
                  </a:lnTo>
                  <a:lnTo>
                    <a:pt x="6349030" y="1098329"/>
                  </a:lnTo>
                  <a:lnTo>
                    <a:pt x="6349698" y="1226570"/>
                  </a:lnTo>
                  <a:lnTo>
                    <a:pt x="6350366" y="1179785"/>
                  </a:lnTo>
                  <a:lnTo>
                    <a:pt x="6351034" y="1090648"/>
                  </a:lnTo>
                  <a:lnTo>
                    <a:pt x="6351702" y="949793"/>
                  </a:lnTo>
                  <a:lnTo>
                    <a:pt x="6352371" y="903541"/>
                  </a:lnTo>
                  <a:lnTo>
                    <a:pt x="6353039" y="854463"/>
                  </a:lnTo>
                  <a:lnTo>
                    <a:pt x="6353707" y="816274"/>
                  </a:lnTo>
                  <a:lnTo>
                    <a:pt x="6354375" y="731190"/>
                  </a:lnTo>
                  <a:lnTo>
                    <a:pt x="6355043" y="663913"/>
                  </a:lnTo>
                  <a:lnTo>
                    <a:pt x="6355711" y="669284"/>
                  </a:lnTo>
                  <a:lnTo>
                    <a:pt x="6356379" y="666857"/>
                  </a:lnTo>
                  <a:lnTo>
                    <a:pt x="6357047" y="710796"/>
                  </a:lnTo>
                  <a:lnTo>
                    <a:pt x="6357715" y="678146"/>
                  </a:lnTo>
                  <a:lnTo>
                    <a:pt x="6358383" y="665808"/>
                  </a:lnTo>
                  <a:lnTo>
                    <a:pt x="6359051" y="662761"/>
                  </a:lnTo>
                  <a:lnTo>
                    <a:pt x="6359719" y="672976"/>
                  </a:lnTo>
                  <a:lnTo>
                    <a:pt x="6360387" y="697821"/>
                  </a:lnTo>
                  <a:lnTo>
                    <a:pt x="6361055" y="695329"/>
                  </a:lnTo>
                  <a:lnTo>
                    <a:pt x="6361723" y="734908"/>
                  </a:lnTo>
                  <a:lnTo>
                    <a:pt x="6362391" y="740603"/>
                  </a:lnTo>
                  <a:lnTo>
                    <a:pt x="6363059" y="740430"/>
                  </a:lnTo>
                  <a:lnTo>
                    <a:pt x="6363727" y="744672"/>
                  </a:lnTo>
                  <a:lnTo>
                    <a:pt x="6364395" y="784681"/>
                  </a:lnTo>
                  <a:lnTo>
                    <a:pt x="6365063" y="933563"/>
                  </a:lnTo>
                  <a:lnTo>
                    <a:pt x="6365731" y="982417"/>
                  </a:lnTo>
                  <a:lnTo>
                    <a:pt x="6366399" y="1010745"/>
                  </a:lnTo>
                  <a:lnTo>
                    <a:pt x="6367067" y="982752"/>
                  </a:lnTo>
                  <a:lnTo>
                    <a:pt x="6367735" y="1022138"/>
                  </a:lnTo>
                  <a:lnTo>
                    <a:pt x="6368403" y="1076285"/>
                  </a:lnTo>
                  <a:lnTo>
                    <a:pt x="6369071" y="1088994"/>
                  </a:lnTo>
                  <a:lnTo>
                    <a:pt x="6369739" y="1062279"/>
                  </a:lnTo>
                  <a:lnTo>
                    <a:pt x="6370407" y="986650"/>
                  </a:lnTo>
                  <a:lnTo>
                    <a:pt x="6371075" y="1081020"/>
                  </a:lnTo>
                  <a:lnTo>
                    <a:pt x="6371743" y="1074712"/>
                  </a:lnTo>
                  <a:lnTo>
                    <a:pt x="6372411" y="1132202"/>
                  </a:lnTo>
                  <a:lnTo>
                    <a:pt x="6373079" y="1159091"/>
                  </a:lnTo>
                  <a:lnTo>
                    <a:pt x="6373747" y="1140485"/>
                  </a:lnTo>
                  <a:lnTo>
                    <a:pt x="6374415" y="1120919"/>
                  </a:lnTo>
                  <a:lnTo>
                    <a:pt x="6375083" y="1082094"/>
                  </a:lnTo>
                  <a:lnTo>
                    <a:pt x="6375751" y="1082094"/>
                  </a:lnTo>
                  <a:lnTo>
                    <a:pt x="6376419" y="1111343"/>
                  </a:lnTo>
                  <a:lnTo>
                    <a:pt x="6377088" y="1067518"/>
                  </a:lnTo>
                  <a:lnTo>
                    <a:pt x="6377756" y="1041111"/>
                  </a:lnTo>
                  <a:lnTo>
                    <a:pt x="6378424" y="976695"/>
                  </a:lnTo>
                  <a:lnTo>
                    <a:pt x="6379092" y="919177"/>
                  </a:lnTo>
                  <a:lnTo>
                    <a:pt x="6379760" y="877752"/>
                  </a:lnTo>
                  <a:lnTo>
                    <a:pt x="6380428" y="840640"/>
                  </a:lnTo>
                  <a:lnTo>
                    <a:pt x="6381096" y="797205"/>
                  </a:lnTo>
                  <a:lnTo>
                    <a:pt x="6381764" y="826510"/>
                  </a:lnTo>
                  <a:lnTo>
                    <a:pt x="6382432" y="840202"/>
                  </a:lnTo>
                  <a:lnTo>
                    <a:pt x="6383100" y="816557"/>
                  </a:lnTo>
                  <a:lnTo>
                    <a:pt x="6383768" y="819221"/>
                  </a:lnTo>
                  <a:lnTo>
                    <a:pt x="6384436" y="764295"/>
                  </a:lnTo>
                  <a:lnTo>
                    <a:pt x="6385104" y="764656"/>
                  </a:lnTo>
                  <a:lnTo>
                    <a:pt x="6385772" y="679120"/>
                  </a:lnTo>
                  <a:lnTo>
                    <a:pt x="6386440" y="644009"/>
                  </a:lnTo>
                  <a:lnTo>
                    <a:pt x="6387108" y="677121"/>
                  </a:lnTo>
                  <a:lnTo>
                    <a:pt x="6387776" y="654386"/>
                  </a:lnTo>
                  <a:lnTo>
                    <a:pt x="6388444" y="608539"/>
                  </a:lnTo>
                  <a:lnTo>
                    <a:pt x="6389112" y="662983"/>
                  </a:lnTo>
                  <a:lnTo>
                    <a:pt x="6389780" y="719024"/>
                  </a:lnTo>
                  <a:lnTo>
                    <a:pt x="6390448" y="771645"/>
                  </a:lnTo>
                  <a:lnTo>
                    <a:pt x="6391116" y="835819"/>
                  </a:lnTo>
                  <a:lnTo>
                    <a:pt x="6391784" y="807349"/>
                  </a:lnTo>
                  <a:lnTo>
                    <a:pt x="6392452" y="782944"/>
                  </a:lnTo>
                  <a:lnTo>
                    <a:pt x="6393120" y="809115"/>
                  </a:lnTo>
                  <a:lnTo>
                    <a:pt x="6393788" y="795706"/>
                  </a:lnTo>
                  <a:lnTo>
                    <a:pt x="6394456" y="790993"/>
                  </a:lnTo>
                  <a:lnTo>
                    <a:pt x="6395124" y="735535"/>
                  </a:lnTo>
                  <a:lnTo>
                    <a:pt x="6395792" y="670066"/>
                  </a:lnTo>
                  <a:lnTo>
                    <a:pt x="6396460" y="620188"/>
                  </a:lnTo>
                  <a:lnTo>
                    <a:pt x="6397128" y="592021"/>
                  </a:lnTo>
                  <a:lnTo>
                    <a:pt x="6397796" y="601273"/>
                  </a:lnTo>
                  <a:lnTo>
                    <a:pt x="6398464" y="638441"/>
                  </a:lnTo>
                  <a:lnTo>
                    <a:pt x="6399132" y="638441"/>
                  </a:lnTo>
                  <a:lnTo>
                    <a:pt x="6399800" y="648392"/>
                  </a:lnTo>
                  <a:lnTo>
                    <a:pt x="6400468" y="642155"/>
                  </a:lnTo>
                  <a:lnTo>
                    <a:pt x="6401137" y="733981"/>
                  </a:lnTo>
                  <a:lnTo>
                    <a:pt x="6401805" y="760876"/>
                  </a:lnTo>
                  <a:lnTo>
                    <a:pt x="6402473" y="856693"/>
                  </a:lnTo>
                  <a:lnTo>
                    <a:pt x="6403141" y="853023"/>
                  </a:lnTo>
                  <a:lnTo>
                    <a:pt x="6403809" y="834682"/>
                  </a:lnTo>
                  <a:lnTo>
                    <a:pt x="6404477" y="876745"/>
                  </a:lnTo>
                  <a:lnTo>
                    <a:pt x="6405145" y="976115"/>
                  </a:lnTo>
                  <a:lnTo>
                    <a:pt x="6405813" y="1079552"/>
                  </a:lnTo>
                  <a:lnTo>
                    <a:pt x="6406481" y="1171807"/>
                  </a:lnTo>
                  <a:lnTo>
                    <a:pt x="6407149" y="1205050"/>
                  </a:lnTo>
                  <a:lnTo>
                    <a:pt x="6407817" y="1228946"/>
                  </a:lnTo>
                  <a:lnTo>
                    <a:pt x="6408485" y="1177911"/>
                  </a:lnTo>
                  <a:lnTo>
                    <a:pt x="6409153" y="1093737"/>
                  </a:lnTo>
                  <a:lnTo>
                    <a:pt x="6409821" y="988169"/>
                  </a:lnTo>
                  <a:lnTo>
                    <a:pt x="6410489" y="908190"/>
                  </a:lnTo>
                  <a:lnTo>
                    <a:pt x="6411157" y="839509"/>
                  </a:lnTo>
                  <a:lnTo>
                    <a:pt x="6411825" y="780808"/>
                  </a:lnTo>
                  <a:lnTo>
                    <a:pt x="6412493" y="689686"/>
                  </a:lnTo>
                  <a:lnTo>
                    <a:pt x="6413161" y="669657"/>
                  </a:lnTo>
                  <a:lnTo>
                    <a:pt x="6413829" y="569458"/>
                  </a:lnTo>
                  <a:lnTo>
                    <a:pt x="6414497" y="546590"/>
                  </a:lnTo>
                  <a:lnTo>
                    <a:pt x="6415165" y="522445"/>
                  </a:lnTo>
                  <a:lnTo>
                    <a:pt x="6415833" y="492259"/>
                  </a:lnTo>
                  <a:lnTo>
                    <a:pt x="6416501" y="503163"/>
                  </a:lnTo>
                  <a:lnTo>
                    <a:pt x="6417169" y="513239"/>
                  </a:lnTo>
                  <a:lnTo>
                    <a:pt x="6417837" y="515274"/>
                  </a:lnTo>
                  <a:lnTo>
                    <a:pt x="6418505" y="512225"/>
                  </a:lnTo>
                  <a:lnTo>
                    <a:pt x="6419173" y="541263"/>
                  </a:lnTo>
                  <a:lnTo>
                    <a:pt x="6419841" y="579513"/>
                  </a:lnTo>
                  <a:lnTo>
                    <a:pt x="6420509" y="649647"/>
                  </a:lnTo>
                  <a:lnTo>
                    <a:pt x="6421177" y="680524"/>
                  </a:lnTo>
                  <a:lnTo>
                    <a:pt x="6421845" y="728395"/>
                  </a:lnTo>
                  <a:lnTo>
                    <a:pt x="6422513" y="741305"/>
                  </a:lnTo>
                  <a:lnTo>
                    <a:pt x="6423181" y="781668"/>
                  </a:lnTo>
                  <a:lnTo>
                    <a:pt x="6423849" y="831375"/>
                  </a:lnTo>
                  <a:lnTo>
                    <a:pt x="6424517" y="874468"/>
                  </a:lnTo>
                  <a:lnTo>
                    <a:pt x="6425185" y="881640"/>
                  </a:lnTo>
                  <a:lnTo>
                    <a:pt x="6425854" y="834718"/>
                  </a:lnTo>
                  <a:lnTo>
                    <a:pt x="6426522" y="795706"/>
                  </a:lnTo>
                  <a:lnTo>
                    <a:pt x="6427190" y="754479"/>
                  </a:lnTo>
                  <a:lnTo>
                    <a:pt x="6427858" y="657228"/>
                  </a:lnTo>
                  <a:lnTo>
                    <a:pt x="6428526" y="668771"/>
                  </a:lnTo>
                  <a:lnTo>
                    <a:pt x="6429194" y="644643"/>
                  </a:lnTo>
                  <a:lnTo>
                    <a:pt x="6429862" y="679208"/>
                  </a:lnTo>
                  <a:lnTo>
                    <a:pt x="6430530" y="697891"/>
                  </a:lnTo>
                  <a:lnTo>
                    <a:pt x="6431198" y="708816"/>
                  </a:lnTo>
                  <a:lnTo>
                    <a:pt x="6431866" y="692497"/>
                  </a:lnTo>
                  <a:lnTo>
                    <a:pt x="6432534" y="712962"/>
                  </a:lnTo>
                  <a:lnTo>
                    <a:pt x="6433202" y="667478"/>
                  </a:lnTo>
                  <a:lnTo>
                    <a:pt x="6433870" y="643397"/>
                  </a:lnTo>
                  <a:lnTo>
                    <a:pt x="6434538" y="622592"/>
                  </a:lnTo>
                  <a:lnTo>
                    <a:pt x="6435206" y="617793"/>
                  </a:lnTo>
                  <a:lnTo>
                    <a:pt x="6435874" y="637208"/>
                  </a:lnTo>
                  <a:lnTo>
                    <a:pt x="6436542" y="633522"/>
                  </a:lnTo>
                  <a:lnTo>
                    <a:pt x="6437210" y="637208"/>
                  </a:lnTo>
                  <a:lnTo>
                    <a:pt x="6437878" y="677893"/>
                  </a:lnTo>
                  <a:lnTo>
                    <a:pt x="6438546" y="687148"/>
                  </a:lnTo>
                  <a:lnTo>
                    <a:pt x="6439214" y="714350"/>
                  </a:lnTo>
                  <a:lnTo>
                    <a:pt x="6439882" y="639676"/>
                  </a:lnTo>
                  <a:lnTo>
                    <a:pt x="6440550" y="576144"/>
                  </a:lnTo>
                  <a:lnTo>
                    <a:pt x="6441218" y="543389"/>
                  </a:lnTo>
                  <a:lnTo>
                    <a:pt x="6441886" y="488339"/>
                  </a:lnTo>
                  <a:lnTo>
                    <a:pt x="6442554" y="459679"/>
                  </a:lnTo>
                  <a:lnTo>
                    <a:pt x="6443222" y="482504"/>
                  </a:lnTo>
                  <a:lnTo>
                    <a:pt x="6443890" y="501167"/>
                  </a:lnTo>
                  <a:lnTo>
                    <a:pt x="6444558" y="507175"/>
                  </a:lnTo>
                  <a:lnTo>
                    <a:pt x="6445226" y="511211"/>
                  </a:lnTo>
                  <a:lnTo>
                    <a:pt x="6445894" y="547661"/>
                  </a:lnTo>
                  <a:lnTo>
                    <a:pt x="6446562" y="602439"/>
                  </a:lnTo>
                  <a:lnTo>
                    <a:pt x="6447230" y="717699"/>
                  </a:lnTo>
                  <a:lnTo>
                    <a:pt x="6447898" y="741590"/>
                  </a:lnTo>
                  <a:lnTo>
                    <a:pt x="6448566" y="709903"/>
                  </a:lnTo>
                  <a:lnTo>
                    <a:pt x="6449234" y="717877"/>
                  </a:lnTo>
                  <a:lnTo>
                    <a:pt x="6449902" y="774143"/>
                  </a:lnTo>
                  <a:lnTo>
                    <a:pt x="6450571" y="807527"/>
                  </a:lnTo>
                  <a:lnTo>
                    <a:pt x="6451239" y="849743"/>
                  </a:lnTo>
                  <a:lnTo>
                    <a:pt x="6451907" y="916432"/>
                  </a:lnTo>
                  <a:lnTo>
                    <a:pt x="6452575" y="916432"/>
                  </a:lnTo>
                  <a:lnTo>
                    <a:pt x="6453243" y="838580"/>
                  </a:lnTo>
                  <a:lnTo>
                    <a:pt x="6453911" y="767917"/>
                  </a:lnTo>
                  <a:lnTo>
                    <a:pt x="6454579" y="754429"/>
                  </a:lnTo>
                  <a:lnTo>
                    <a:pt x="6455247" y="775395"/>
                  </a:lnTo>
                  <a:lnTo>
                    <a:pt x="6455915" y="747190"/>
                  </a:lnTo>
                  <a:lnTo>
                    <a:pt x="6456583" y="742409"/>
                  </a:lnTo>
                  <a:lnTo>
                    <a:pt x="6457251" y="707050"/>
                  </a:lnTo>
                  <a:lnTo>
                    <a:pt x="6457919" y="710553"/>
                  </a:lnTo>
                  <a:lnTo>
                    <a:pt x="6458587" y="679208"/>
                  </a:lnTo>
                  <a:lnTo>
                    <a:pt x="6459255" y="689817"/>
                  </a:lnTo>
                  <a:lnTo>
                    <a:pt x="6459923" y="706067"/>
                  </a:lnTo>
                  <a:lnTo>
                    <a:pt x="6460591" y="745666"/>
                  </a:lnTo>
                  <a:lnTo>
                    <a:pt x="6461259" y="775525"/>
                  </a:lnTo>
                  <a:lnTo>
                    <a:pt x="6461927" y="819809"/>
                  </a:lnTo>
                  <a:lnTo>
                    <a:pt x="6462595" y="876254"/>
                  </a:lnTo>
                  <a:lnTo>
                    <a:pt x="6463263" y="997944"/>
                  </a:lnTo>
                  <a:lnTo>
                    <a:pt x="6463931" y="1052027"/>
                  </a:lnTo>
                  <a:lnTo>
                    <a:pt x="6464599" y="1080880"/>
                  </a:lnTo>
                  <a:lnTo>
                    <a:pt x="6465267" y="1002281"/>
                  </a:lnTo>
                  <a:lnTo>
                    <a:pt x="6465935" y="980884"/>
                  </a:lnTo>
                  <a:lnTo>
                    <a:pt x="6466603" y="950068"/>
                  </a:lnTo>
                  <a:lnTo>
                    <a:pt x="6467271" y="976689"/>
                  </a:lnTo>
                  <a:lnTo>
                    <a:pt x="6467939" y="991493"/>
                  </a:lnTo>
                  <a:lnTo>
                    <a:pt x="6468607" y="991493"/>
                  </a:lnTo>
                  <a:lnTo>
                    <a:pt x="6469275" y="991493"/>
                  </a:lnTo>
                  <a:lnTo>
                    <a:pt x="6469943" y="991493"/>
                  </a:lnTo>
                  <a:lnTo>
                    <a:pt x="6470611" y="974601"/>
                  </a:lnTo>
                  <a:lnTo>
                    <a:pt x="6471279" y="950068"/>
                  </a:lnTo>
                  <a:lnTo>
                    <a:pt x="6471947" y="920665"/>
                  </a:lnTo>
                  <a:lnTo>
                    <a:pt x="6472615" y="874468"/>
                  </a:lnTo>
                  <a:lnTo>
                    <a:pt x="6473283" y="843152"/>
                  </a:lnTo>
                  <a:lnTo>
                    <a:pt x="6473951" y="894387"/>
                  </a:lnTo>
                  <a:lnTo>
                    <a:pt x="6474620" y="913047"/>
                  </a:lnTo>
                  <a:lnTo>
                    <a:pt x="6475288" y="985106"/>
                  </a:lnTo>
                  <a:lnTo>
                    <a:pt x="6475956" y="1083344"/>
                  </a:lnTo>
                  <a:lnTo>
                    <a:pt x="6476624" y="1134720"/>
                  </a:lnTo>
                  <a:lnTo>
                    <a:pt x="6477292" y="1187658"/>
                  </a:lnTo>
                  <a:lnTo>
                    <a:pt x="6477960" y="1211324"/>
                  </a:lnTo>
                  <a:lnTo>
                    <a:pt x="6478628" y="1190569"/>
                  </a:lnTo>
                  <a:lnTo>
                    <a:pt x="6479296" y="1190569"/>
                  </a:lnTo>
                  <a:lnTo>
                    <a:pt x="6479964" y="1190569"/>
                  </a:lnTo>
                  <a:lnTo>
                    <a:pt x="6480632" y="1214344"/>
                  </a:lnTo>
                  <a:lnTo>
                    <a:pt x="6481300" y="1251745"/>
                  </a:lnTo>
                  <a:lnTo>
                    <a:pt x="6481968" y="1193493"/>
                  </a:lnTo>
                  <a:lnTo>
                    <a:pt x="6482636" y="1251745"/>
                  </a:lnTo>
                  <a:lnTo>
                    <a:pt x="6483304" y="1315815"/>
                  </a:lnTo>
                  <a:lnTo>
                    <a:pt x="6483972" y="1308762"/>
                  </a:lnTo>
                  <a:lnTo>
                    <a:pt x="6484640" y="1343289"/>
                  </a:lnTo>
                  <a:lnTo>
                    <a:pt x="6485308" y="1217367"/>
                  </a:lnTo>
                  <a:lnTo>
                    <a:pt x="6485976" y="1153675"/>
                  </a:lnTo>
                  <a:lnTo>
                    <a:pt x="6486644" y="1065148"/>
                  </a:lnTo>
                  <a:lnTo>
                    <a:pt x="6487312" y="1038159"/>
                  </a:lnTo>
                  <a:lnTo>
                    <a:pt x="6487980" y="1026931"/>
                  </a:lnTo>
                  <a:lnTo>
                    <a:pt x="6488648" y="1038159"/>
                  </a:lnTo>
                  <a:lnTo>
                    <a:pt x="6489316" y="1038159"/>
                  </a:lnTo>
                  <a:lnTo>
                    <a:pt x="6489984" y="1038159"/>
                  </a:lnTo>
                  <a:lnTo>
                    <a:pt x="6490652" y="1015895"/>
                  </a:lnTo>
                  <a:lnTo>
                    <a:pt x="6491320" y="1001471"/>
                  </a:lnTo>
                  <a:lnTo>
                    <a:pt x="6491988" y="1065148"/>
                  </a:lnTo>
                  <a:lnTo>
                    <a:pt x="6492656" y="1014075"/>
                  </a:lnTo>
                  <a:lnTo>
                    <a:pt x="6493324" y="999691"/>
                  </a:lnTo>
                  <a:lnTo>
                    <a:pt x="6493992" y="971855"/>
                  </a:lnTo>
                  <a:lnTo>
                    <a:pt x="6494660" y="954522"/>
                  </a:lnTo>
                  <a:lnTo>
                    <a:pt x="6495328" y="1018477"/>
                  </a:lnTo>
                  <a:lnTo>
                    <a:pt x="6495996" y="960177"/>
                  </a:lnTo>
                  <a:lnTo>
                    <a:pt x="6496664" y="1000109"/>
                  </a:lnTo>
                  <a:lnTo>
                    <a:pt x="6497332" y="985106"/>
                  </a:lnTo>
                  <a:lnTo>
                    <a:pt x="6498000" y="1059243"/>
                  </a:lnTo>
                  <a:lnTo>
                    <a:pt x="6498668" y="915908"/>
                  </a:lnTo>
                  <a:lnTo>
                    <a:pt x="6499337" y="797069"/>
                  </a:lnTo>
                  <a:lnTo>
                    <a:pt x="6500005" y="819300"/>
                  </a:lnTo>
                  <a:lnTo>
                    <a:pt x="6500673" y="824155"/>
                  </a:lnTo>
                  <a:lnTo>
                    <a:pt x="6501341" y="897210"/>
                  </a:lnTo>
                  <a:lnTo>
                    <a:pt x="6502009" y="963380"/>
                  </a:lnTo>
                  <a:lnTo>
                    <a:pt x="6502677" y="982223"/>
                  </a:lnTo>
                  <a:lnTo>
                    <a:pt x="6503345" y="994064"/>
                  </a:lnTo>
                  <a:lnTo>
                    <a:pt x="6504013" y="1031935"/>
                  </a:lnTo>
                  <a:lnTo>
                    <a:pt x="6504681" y="995618"/>
                  </a:lnTo>
                  <a:lnTo>
                    <a:pt x="6505349" y="960052"/>
                  </a:lnTo>
                  <a:lnTo>
                    <a:pt x="6506017" y="906843"/>
                  </a:lnTo>
                  <a:lnTo>
                    <a:pt x="6506685" y="891114"/>
                  </a:lnTo>
                  <a:lnTo>
                    <a:pt x="6507353" y="867963"/>
                  </a:lnTo>
                  <a:lnTo>
                    <a:pt x="6508021" y="866414"/>
                  </a:lnTo>
                  <a:lnTo>
                    <a:pt x="6508689" y="910698"/>
                  </a:lnTo>
                  <a:lnTo>
                    <a:pt x="6509357" y="942982"/>
                  </a:lnTo>
                  <a:lnTo>
                    <a:pt x="6510025" y="965443"/>
                  </a:lnTo>
                  <a:lnTo>
                    <a:pt x="6510693" y="912407"/>
                  </a:lnTo>
                  <a:lnTo>
                    <a:pt x="6511361" y="897131"/>
                  </a:lnTo>
                  <a:lnTo>
                    <a:pt x="6512029" y="822960"/>
                  </a:lnTo>
                  <a:lnTo>
                    <a:pt x="6512697" y="858594"/>
                  </a:lnTo>
                  <a:lnTo>
                    <a:pt x="6513365" y="833836"/>
                  </a:lnTo>
                  <a:lnTo>
                    <a:pt x="6514033" y="873707"/>
                  </a:lnTo>
                  <a:lnTo>
                    <a:pt x="6514701" y="893880"/>
                  </a:lnTo>
                  <a:lnTo>
                    <a:pt x="6515369" y="910186"/>
                  </a:lnTo>
                  <a:lnTo>
                    <a:pt x="6516037" y="1015226"/>
                  </a:lnTo>
                  <a:lnTo>
                    <a:pt x="6516705" y="1000086"/>
                  </a:lnTo>
                  <a:lnTo>
                    <a:pt x="6517373" y="1005623"/>
                  </a:lnTo>
                  <a:lnTo>
                    <a:pt x="6518041" y="1071599"/>
                  </a:lnTo>
                  <a:lnTo>
                    <a:pt x="6518709" y="1039905"/>
                  </a:lnTo>
                  <a:lnTo>
                    <a:pt x="6519377" y="1048256"/>
                  </a:lnTo>
                  <a:lnTo>
                    <a:pt x="6520045" y="1060600"/>
                  </a:lnTo>
                  <a:lnTo>
                    <a:pt x="6520713" y="1115882"/>
                  </a:lnTo>
                  <a:lnTo>
                    <a:pt x="6521381" y="1165281"/>
                  </a:lnTo>
                  <a:lnTo>
                    <a:pt x="6522049" y="1138586"/>
                  </a:lnTo>
                  <a:lnTo>
                    <a:pt x="6522717" y="1167069"/>
                  </a:lnTo>
                  <a:lnTo>
                    <a:pt x="6523385" y="1150281"/>
                  </a:lnTo>
                  <a:lnTo>
                    <a:pt x="6524054" y="1069398"/>
                  </a:lnTo>
                  <a:lnTo>
                    <a:pt x="6524722" y="1123389"/>
                  </a:lnTo>
                  <a:lnTo>
                    <a:pt x="6525390" y="1179476"/>
                  </a:lnTo>
                  <a:lnTo>
                    <a:pt x="6526058" y="1215577"/>
                  </a:lnTo>
                  <a:lnTo>
                    <a:pt x="6526726" y="1266745"/>
                  </a:lnTo>
                  <a:lnTo>
                    <a:pt x="6527394" y="1266716"/>
                  </a:lnTo>
                  <a:lnTo>
                    <a:pt x="6528062" y="1204504"/>
                  </a:lnTo>
                  <a:lnTo>
                    <a:pt x="6528730" y="1174645"/>
                  </a:lnTo>
                  <a:lnTo>
                    <a:pt x="6529398" y="1184444"/>
                  </a:lnTo>
                  <a:lnTo>
                    <a:pt x="6530066" y="1210346"/>
                  </a:lnTo>
                  <a:lnTo>
                    <a:pt x="6530734" y="1311907"/>
                  </a:lnTo>
                  <a:lnTo>
                    <a:pt x="6531402" y="1345588"/>
                  </a:lnTo>
                  <a:lnTo>
                    <a:pt x="6532070" y="1350413"/>
                  </a:lnTo>
                  <a:lnTo>
                    <a:pt x="6532738" y="1260705"/>
                  </a:lnTo>
                  <a:lnTo>
                    <a:pt x="6533406" y="1267258"/>
                  </a:lnTo>
                  <a:lnTo>
                    <a:pt x="6534074" y="1208591"/>
                  </a:lnTo>
                  <a:lnTo>
                    <a:pt x="6534742" y="1193308"/>
                  </a:lnTo>
                  <a:lnTo>
                    <a:pt x="6535410" y="1163792"/>
                  </a:lnTo>
                  <a:lnTo>
                    <a:pt x="6536078" y="1100326"/>
                  </a:lnTo>
                  <a:lnTo>
                    <a:pt x="6536746" y="1121917"/>
                  </a:lnTo>
                  <a:lnTo>
                    <a:pt x="6537414" y="1079431"/>
                  </a:lnTo>
                  <a:lnTo>
                    <a:pt x="6538082" y="1027934"/>
                  </a:lnTo>
                  <a:lnTo>
                    <a:pt x="6538750" y="1049703"/>
                  </a:lnTo>
                  <a:lnTo>
                    <a:pt x="6539418" y="1010702"/>
                  </a:lnTo>
                  <a:lnTo>
                    <a:pt x="6540086" y="999286"/>
                  </a:lnTo>
                  <a:lnTo>
                    <a:pt x="6540754" y="934224"/>
                  </a:lnTo>
                  <a:lnTo>
                    <a:pt x="6541422" y="956997"/>
                  </a:lnTo>
                  <a:lnTo>
                    <a:pt x="6542090" y="928002"/>
                  </a:lnTo>
                  <a:lnTo>
                    <a:pt x="6542758" y="896444"/>
                  </a:lnTo>
                  <a:lnTo>
                    <a:pt x="6543426" y="907129"/>
                  </a:lnTo>
                  <a:lnTo>
                    <a:pt x="6544094" y="953395"/>
                  </a:lnTo>
                  <a:lnTo>
                    <a:pt x="6544762" y="966768"/>
                  </a:lnTo>
                  <a:lnTo>
                    <a:pt x="6545430" y="994379"/>
                  </a:lnTo>
                  <a:lnTo>
                    <a:pt x="6546098" y="1057320"/>
                  </a:lnTo>
                  <a:lnTo>
                    <a:pt x="6546766" y="1019553"/>
                  </a:lnTo>
                  <a:lnTo>
                    <a:pt x="6547434" y="1017945"/>
                  </a:lnTo>
                  <a:lnTo>
                    <a:pt x="6548102" y="1122482"/>
                  </a:lnTo>
                  <a:lnTo>
                    <a:pt x="6548771" y="1111694"/>
                  </a:lnTo>
                  <a:lnTo>
                    <a:pt x="6549439" y="1146930"/>
                  </a:lnTo>
                  <a:lnTo>
                    <a:pt x="6550107" y="1162780"/>
                  </a:lnTo>
                  <a:lnTo>
                    <a:pt x="6550775" y="1162780"/>
                  </a:lnTo>
                  <a:lnTo>
                    <a:pt x="6551443" y="1103691"/>
                  </a:lnTo>
                  <a:lnTo>
                    <a:pt x="6552111" y="1105785"/>
                  </a:lnTo>
                  <a:lnTo>
                    <a:pt x="6552779" y="1077071"/>
                  </a:lnTo>
                  <a:lnTo>
                    <a:pt x="6553447" y="1073072"/>
                  </a:lnTo>
                  <a:lnTo>
                    <a:pt x="6554115" y="1038159"/>
                  </a:lnTo>
                  <a:lnTo>
                    <a:pt x="6554783" y="1038159"/>
                  </a:lnTo>
                  <a:lnTo>
                    <a:pt x="6555451" y="1038159"/>
                  </a:lnTo>
                  <a:lnTo>
                    <a:pt x="6556119" y="1045755"/>
                  </a:lnTo>
                  <a:lnTo>
                    <a:pt x="6556787" y="1079080"/>
                  </a:lnTo>
                  <a:lnTo>
                    <a:pt x="6557455" y="1107886"/>
                  </a:lnTo>
                  <a:lnTo>
                    <a:pt x="6558123" y="1122482"/>
                  </a:lnTo>
                  <a:lnTo>
                    <a:pt x="6558791" y="1193294"/>
                  </a:lnTo>
                  <a:lnTo>
                    <a:pt x="6559459" y="1156937"/>
                  </a:lnTo>
                  <a:lnTo>
                    <a:pt x="6560127" y="1126849"/>
                  </a:lnTo>
                  <a:lnTo>
                    <a:pt x="6560795" y="1097333"/>
                  </a:lnTo>
                  <a:lnTo>
                    <a:pt x="6561463" y="1086605"/>
                  </a:lnTo>
                  <a:lnTo>
                    <a:pt x="6562131" y="1100949"/>
                  </a:lnTo>
                  <a:lnTo>
                    <a:pt x="6562799" y="1074312"/>
                  </a:lnTo>
                  <a:lnTo>
                    <a:pt x="6563467" y="1058845"/>
                  </a:lnTo>
                  <a:lnTo>
                    <a:pt x="6564135" y="1067392"/>
                  </a:lnTo>
                  <a:lnTo>
                    <a:pt x="6564803" y="1055458"/>
                  </a:lnTo>
                  <a:lnTo>
                    <a:pt x="6565471" y="1055458"/>
                  </a:lnTo>
                  <a:lnTo>
                    <a:pt x="6566139" y="1055458"/>
                  </a:lnTo>
                  <a:lnTo>
                    <a:pt x="6566807" y="1070842"/>
                  </a:lnTo>
                  <a:lnTo>
                    <a:pt x="6567475" y="1067392"/>
                  </a:lnTo>
                  <a:lnTo>
                    <a:pt x="6568143" y="1085336"/>
                  </a:lnTo>
                  <a:lnTo>
                    <a:pt x="6568811" y="1082712"/>
                  </a:lnTo>
                  <a:lnTo>
                    <a:pt x="6569479" y="1051021"/>
                  </a:lnTo>
                  <a:lnTo>
                    <a:pt x="6570147" y="991493"/>
                  </a:lnTo>
                  <a:lnTo>
                    <a:pt x="6570815" y="1026672"/>
                  </a:lnTo>
                  <a:lnTo>
                    <a:pt x="6571483" y="1113673"/>
                  </a:lnTo>
                  <a:lnTo>
                    <a:pt x="6572151" y="1134720"/>
                  </a:lnTo>
                  <a:lnTo>
                    <a:pt x="6572820" y="1217379"/>
                  </a:lnTo>
                  <a:lnTo>
                    <a:pt x="6573488" y="1271295"/>
                  </a:lnTo>
                  <a:lnTo>
                    <a:pt x="6574156" y="1294883"/>
                  </a:lnTo>
                  <a:lnTo>
                    <a:pt x="6574824" y="1319371"/>
                  </a:lnTo>
                  <a:lnTo>
                    <a:pt x="6575492" y="1319371"/>
                  </a:lnTo>
                  <a:lnTo>
                    <a:pt x="6576160" y="1319371"/>
                  </a:lnTo>
                  <a:lnTo>
                    <a:pt x="6576828" y="1319371"/>
                  </a:lnTo>
                  <a:lnTo>
                    <a:pt x="6577496" y="1344831"/>
                  </a:lnTo>
                  <a:lnTo>
                    <a:pt x="6578164" y="1271295"/>
                  </a:lnTo>
                  <a:lnTo>
                    <a:pt x="6578832" y="1251745"/>
                  </a:lnTo>
                  <a:lnTo>
                    <a:pt x="6579500" y="1301785"/>
                  </a:lnTo>
                  <a:lnTo>
                    <a:pt x="6580168" y="1319371"/>
                  </a:lnTo>
                  <a:lnTo>
                    <a:pt x="6580836" y="1319371"/>
                  </a:lnTo>
                  <a:lnTo>
                    <a:pt x="6581504" y="1319371"/>
                  </a:lnTo>
                  <a:lnTo>
                    <a:pt x="6582172" y="1319371"/>
                  </a:lnTo>
                  <a:lnTo>
                    <a:pt x="6582840" y="1281298"/>
                  </a:lnTo>
                  <a:lnTo>
                    <a:pt x="6583508" y="1264712"/>
                  </a:lnTo>
                  <a:lnTo>
                    <a:pt x="6584176" y="1126746"/>
                  </a:lnTo>
                  <a:lnTo>
                    <a:pt x="6584844" y="1083344"/>
                  </a:lnTo>
                  <a:lnTo>
                    <a:pt x="6585512" y="1083344"/>
                  </a:lnTo>
                  <a:lnTo>
                    <a:pt x="6586180" y="1083344"/>
                  </a:lnTo>
                  <a:lnTo>
                    <a:pt x="6586848" y="1083344"/>
                  </a:lnTo>
                  <a:lnTo>
                    <a:pt x="6587516" y="1100862"/>
                  </a:lnTo>
                  <a:lnTo>
                    <a:pt x="6588184" y="1118871"/>
                  </a:lnTo>
                  <a:lnTo>
                    <a:pt x="6588852" y="1116267"/>
                  </a:lnTo>
                  <a:lnTo>
                    <a:pt x="6589520" y="987228"/>
                  </a:lnTo>
                  <a:lnTo>
                    <a:pt x="6590188" y="950068"/>
                  </a:lnTo>
                  <a:lnTo>
                    <a:pt x="6590856" y="950068"/>
                  </a:lnTo>
                  <a:lnTo>
                    <a:pt x="6591524" y="911156"/>
                  </a:lnTo>
                  <a:lnTo>
                    <a:pt x="6592192" y="911156"/>
                  </a:lnTo>
                  <a:lnTo>
                    <a:pt x="6592860" y="932265"/>
                  </a:lnTo>
                  <a:lnTo>
                    <a:pt x="6593528" y="944079"/>
                  </a:lnTo>
                  <a:lnTo>
                    <a:pt x="6594196" y="1042691"/>
                  </a:lnTo>
                  <a:lnTo>
                    <a:pt x="6594864" y="1083344"/>
                  </a:lnTo>
                  <a:lnTo>
                    <a:pt x="6595532" y="1063892"/>
                  </a:lnTo>
                  <a:lnTo>
                    <a:pt x="6596200" y="954093"/>
                  </a:lnTo>
                  <a:lnTo>
                    <a:pt x="6596868" y="883446"/>
                  </a:lnTo>
                  <a:lnTo>
                    <a:pt x="6597537" y="838078"/>
                  </a:lnTo>
                  <a:lnTo>
                    <a:pt x="6598205" y="833044"/>
                  </a:lnTo>
                  <a:lnTo>
                    <a:pt x="6598873" y="745666"/>
                  </a:lnTo>
                  <a:lnTo>
                    <a:pt x="6599541" y="810059"/>
                  </a:lnTo>
                  <a:lnTo>
                    <a:pt x="6600209" y="821449"/>
                  </a:lnTo>
                  <a:lnTo>
                    <a:pt x="6600877" y="764916"/>
                  </a:lnTo>
                  <a:lnTo>
                    <a:pt x="6601545" y="775525"/>
                  </a:lnTo>
                  <a:lnTo>
                    <a:pt x="6602213" y="757444"/>
                  </a:lnTo>
                  <a:lnTo>
                    <a:pt x="6602881" y="691156"/>
                  </a:lnTo>
                  <a:lnTo>
                    <a:pt x="6603549" y="683166"/>
                  </a:lnTo>
                  <a:lnTo>
                    <a:pt x="6604217" y="647140"/>
                  </a:lnTo>
                  <a:lnTo>
                    <a:pt x="6604885" y="593170"/>
                  </a:lnTo>
                  <a:lnTo>
                    <a:pt x="6605553" y="537034"/>
                  </a:lnTo>
                  <a:lnTo>
                    <a:pt x="6606221" y="562841"/>
                  </a:lnTo>
                  <a:lnTo>
                    <a:pt x="6606889" y="562841"/>
                  </a:lnTo>
                  <a:lnTo>
                    <a:pt x="6607557" y="545521"/>
                  </a:lnTo>
                  <a:lnTo>
                    <a:pt x="6608225" y="529698"/>
                  </a:lnTo>
                  <a:lnTo>
                    <a:pt x="6608893" y="578388"/>
                  </a:lnTo>
                  <a:lnTo>
                    <a:pt x="6609561" y="505166"/>
                  </a:lnTo>
                  <a:lnTo>
                    <a:pt x="6610229" y="440353"/>
                  </a:lnTo>
                  <a:lnTo>
                    <a:pt x="6610897" y="443079"/>
                  </a:lnTo>
                  <a:lnTo>
                    <a:pt x="6611565" y="425124"/>
                  </a:lnTo>
                  <a:lnTo>
                    <a:pt x="6612233" y="405936"/>
                  </a:lnTo>
                  <a:lnTo>
                    <a:pt x="6612901" y="478775"/>
                  </a:lnTo>
                  <a:lnTo>
                    <a:pt x="6613569" y="488591"/>
                  </a:lnTo>
                  <a:lnTo>
                    <a:pt x="6614237" y="612774"/>
                  </a:lnTo>
                  <a:lnTo>
                    <a:pt x="6614905" y="626997"/>
                  </a:lnTo>
                  <a:lnTo>
                    <a:pt x="6615573" y="597294"/>
                  </a:lnTo>
                  <a:lnTo>
                    <a:pt x="6616241" y="560856"/>
                  </a:lnTo>
                  <a:lnTo>
                    <a:pt x="6616909" y="523320"/>
                  </a:lnTo>
                  <a:lnTo>
                    <a:pt x="6617577" y="518192"/>
                  </a:lnTo>
                  <a:lnTo>
                    <a:pt x="6618245" y="517331"/>
                  </a:lnTo>
                  <a:lnTo>
                    <a:pt x="6618913" y="542152"/>
                  </a:lnTo>
                  <a:lnTo>
                    <a:pt x="6619581" y="554972"/>
                  </a:lnTo>
                  <a:lnTo>
                    <a:pt x="6620249" y="554972"/>
                  </a:lnTo>
                  <a:lnTo>
                    <a:pt x="6620917" y="560173"/>
                  </a:lnTo>
                  <a:lnTo>
                    <a:pt x="6621585" y="524211"/>
                  </a:lnTo>
                  <a:lnTo>
                    <a:pt x="6622254" y="485105"/>
                  </a:lnTo>
                  <a:lnTo>
                    <a:pt x="6622922" y="531601"/>
                  </a:lnTo>
                  <a:lnTo>
                    <a:pt x="6623590" y="506660"/>
                  </a:lnTo>
                  <a:lnTo>
                    <a:pt x="6624258" y="504837"/>
                  </a:lnTo>
                  <a:lnTo>
                    <a:pt x="6624926" y="438451"/>
                  </a:lnTo>
                  <a:lnTo>
                    <a:pt x="6625594" y="496158"/>
                  </a:lnTo>
                  <a:lnTo>
                    <a:pt x="6626262" y="527062"/>
                  </a:lnTo>
                  <a:lnTo>
                    <a:pt x="6626930" y="486655"/>
                  </a:lnTo>
                  <a:lnTo>
                    <a:pt x="6627598" y="464908"/>
                  </a:lnTo>
                  <a:lnTo>
                    <a:pt x="6628266" y="448611"/>
                  </a:lnTo>
                  <a:lnTo>
                    <a:pt x="6628934" y="440615"/>
                  </a:lnTo>
                  <a:lnTo>
                    <a:pt x="6629602" y="478796"/>
                  </a:lnTo>
                  <a:lnTo>
                    <a:pt x="6630270" y="454442"/>
                  </a:lnTo>
                  <a:lnTo>
                    <a:pt x="6630938" y="422277"/>
                  </a:lnTo>
                  <a:lnTo>
                    <a:pt x="6631606" y="454779"/>
                  </a:lnTo>
                  <a:lnTo>
                    <a:pt x="6632274" y="469770"/>
                  </a:lnTo>
                  <a:lnTo>
                    <a:pt x="6632942" y="433074"/>
                  </a:lnTo>
                  <a:lnTo>
                    <a:pt x="6633610" y="472076"/>
                  </a:lnTo>
                  <a:lnTo>
                    <a:pt x="6634278" y="440799"/>
                  </a:lnTo>
                  <a:lnTo>
                    <a:pt x="6634946" y="441584"/>
                  </a:lnTo>
                  <a:lnTo>
                    <a:pt x="6635614" y="474197"/>
                  </a:lnTo>
                  <a:lnTo>
                    <a:pt x="6636282" y="448689"/>
                  </a:lnTo>
                  <a:lnTo>
                    <a:pt x="6636950" y="459901"/>
                  </a:lnTo>
                  <a:lnTo>
                    <a:pt x="6637618" y="484607"/>
                  </a:lnTo>
                  <a:lnTo>
                    <a:pt x="6638286" y="486576"/>
                  </a:lnTo>
                  <a:lnTo>
                    <a:pt x="6638954" y="466272"/>
                  </a:lnTo>
                  <a:lnTo>
                    <a:pt x="6639622" y="427618"/>
                  </a:lnTo>
                  <a:lnTo>
                    <a:pt x="6640290" y="460650"/>
                  </a:lnTo>
                  <a:lnTo>
                    <a:pt x="6640958" y="469101"/>
                  </a:lnTo>
                  <a:lnTo>
                    <a:pt x="6641626" y="453690"/>
                  </a:lnTo>
                  <a:lnTo>
                    <a:pt x="6642294" y="469761"/>
                  </a:lnTo>
                  <a:lnTo>
                    <a:pt x="6642962" y="420147"/>
                  </a:lnTo>
                  <a:lnTo>
                    <a:pt x="6643630" y="356937"/>
                  </a:lnTo>
                  <a:lnTo>
                    <a:pt x="6644298" y="408903"/>
                  </a:lnTo>
                  <a:lnTo>
                    <a:pt x="6644966" y="442108"/>
                  </a:lnTo>
                  <a:lnTo>
                    <a:pt x="6645634" y="461044"/>
                  </a:lnTo>
                  <a:lnTo>
                    <a:pt x="6646302" y="528713"/>
                  </a:lnTo>
                  <a:lnTo>
                    <a:pt x="6646971" y="533299"/>
                  </a:lnTo>
                  <a:lnTo>
                    <a:pt x="6647639" y="591227"/>
                  </a:lnTo>
                  <a:lnTo>
                    <a:pt x="6648307" y="630928"/>
                  </a:lnTo>
                  <a:lnTo>
                    <a:pt x="6648975" y="605307"/>
                  </a:lnTo>
                  <a:lnTo>
                    <a:pt x="6649643" y="650264"/>
                  </a:lnTo>
                  <a:lnTo>
                    <a:pt x="6650311" y="654019"/>
                  </a:lnTo>
                  <a:lnTo>
                    <a:pt x="6650979" y="680555"/>
                  </a:lnTo>
                  <a:lnTo>
                    <a:pt x="6651647" y="641028"/>
                  </a:lnTo>
                  <a:lnTo>
                    <a:pt x="6652315" y="628924"/>
                  </a:lnTo>
                  <a:lnTo>
                    <a:pt x="6652983" y="680900"/>
                  </a:lnTo>
                  <a:lnTo>
                    <a:pt x="6653651" y="674927"/>
                  </a:lnTo>
                  <a:lnTo>
                    <a:pt x="6654319" y="684836"/>
                  </a:lnTo>
                  <a:lnTo>
                    <a:pt x="6654987" y="689965"/>
                  </a:lnTo>
                  <a:lnTo>
                    <a:pt x="6655655" y="714054"/>
                  </a:lnTo>
                  <a:lnTo>
                    <a:pt x="6656323" y="649712"/>
                  </a:lnTo>
                  <a:lnTo>
                    <a:pt x="6656991" y="630100"/>
                  </a:lnTo>
                  <a:lnTo>
                    <a:pt x="6657659" y="618661"/>
                  </a:lnTo>
                  <a:lnTo>
                    <a:pt x="6658327" y="639114"/>
                  </a:lnTo>
                  <a:lnTo>
                    <a:pt x="6658995" y="584244"/>
                  </a:lnTo>
                  <a:lnTo>
                    <a:pt x="6659663" y="598641"/>
                  </a:lnTo>
                  <a:lnTo>
                    <a:pt x="6660331" y="601609"/>
                  </a:lnTo>
                  <a:lnTo>
                    <a:pt x="6660999" y="562662"/>
                  </a:lnTo>
                  <a:lnTo>
                    <a:pt x="6661667" y="574788"/>
                  </a:lnTo>
                  <a:lnTo>
                    <a:pt x="6662335" y="558498"/>
                  </a:lnTo>
                  <a:lnTo>
                    <a:pt x="6663003" y="565017"/>
                  </a:lnTo>
                  <a:lnTo>
                    <a:pt x="6663671" y="560056"/>
                  </a:lnTo>
                  <a:lnTo>
                    <a:pt x="6664339" y="473900"/>
                  </a:lnTo>
                  <a:lnTo>
                    <a:pt x="6665007" y="469886"/>
                  </a:lnTo>
                  <a:lnTo>
                    <a:pt x="6665675" y="461190"/>
                  </a:lnTo>
                  <a:lnTo>
                    <a:pt x="6666343" y="458973"/>
                  </a:lnTo>
                  <a:lnTo>
                    <a:pt x="6667011" y="411282"/>
                  </a:lnTo>
                  <a:lnTo>
                    <a:pt x="6667679" y="434268"/>
                  </a:lnTo>
                  <a:lnTo>
                    <a:pt x="6668347" y="436639"/>
                  </a:lnTo>
                  <a:lnTo>
                    <a:pt x="6669015" y="439019"/>
                  </a:lnTo>
                  <a:lnTo>
                    <a:pt x="6669683" y="427988"/>
                  </a:lnTo>
                  <a:lnTo>
                    <a:pt x="6670351" y="351046"/>
                  </a:lnTo>
                  <a:lnTo>
                    <a:pt x="6671020" y="328745"/>
                  </a:lnTo>
                  <a:lnTo>
                    <a:pt x="6671688" y="320086"/>
                  </a:lnTo>
                  <a:lnTo>
                    <a:pt x="6672356" y="340306"/>
                  </a:lnTo>
                  <a:lnTo>
                    <a:pt x="6673024" y="241852"/>
                  </a:lnTo>
                  <a:lnTo>
                    <a:pt x="6673692" y="277823"/>
                  </a:lnTo>
                  <a:lnTo>
                    <a:pt x="6674360" y="246709"/>
                  </a:lnTo>
                  <a:lnTo>
                    <a:pt x="6675028" y="178428"/>
                  </a:lnTo>
                  <a:lnTo>
                    <a:pt x="6675696" y="149884"/>
                  </a:lnTo>
                  <a:lnTo>
                    <a:pt x="6676364" y="157401"/>
                  </a:lnTo>
                  <a:lnTo>
                    <a:pt x="6677032" y="158857"/>
                  </a:lnTo>
                  <a:lnTo>
                    <a:pt x="6677700" y="181401"/>
                  </a:lnTo>
                  <a:lnTo>
                    <a:pt x="6678368" y="176589"/>
                  </a:lnTo>
                  <a:lnTo>
                    <a:pt x="6679036" y="143042"/>
                  </a:lnTo>
                  <a:lnTo>
                    <a:pt x="6679704" y="135567"/>
                  </a:lnTo>
                  <a:lnTo>
                    <a:pt x="6680372" y="169331"/>
                  </a:lnTo>
                  <a:lnTo>
                    <a:pt x="6681040" y="197894"/>
                  </a:lnTo>
                  <a:lnTo>
                    <a:pt x="6681708" y="231484"/>
                  </a:lnTo>
                  <a:lnTo>
                    <a:pt x="6682376" y="233340"/>
                  </a:lnTo>
                  <a:lnTo>
                    <a:pt x="6683044" y="217908"/>
                  </a:lnTo>
                  <a:lnTo>
                    <a:pt x="6683712" y="218999"/>
                  </a:lnTo>
                  <a:lnTo>
                    <a:pt x="6684380" y="241951"/>
                  </a:lnTo>
                  <a:lnTo>
                    <a:pt x="6685048" y="286019"/>
                  </a:lnTo>
                  <a:lnTo>
                    <a:pt x="6685716" y="325563"/>
                  </a:lnTo>
                  <a:lnTo>
                    <a:pt x="6686384" y="311180"/>
                  </a:lnTo>
                  <a:lnTo>
                    <a:pt x="6687052" y="294907"/>
                  </a:lnTo>
                  <a:lnTo>
                    <a:pt x="6687720" y="218825"/>
                  </a:lnTo>
                  <a:lnTo>
                    <a:pt x="6688388" y="230372"/>
                  </a:lnTo>
                  <a:lnTo>
                    <a:pt x="6689056" y="235949"/>
                  </a:lnTo>
                  <a:lnTo>
                    <a:pt x="6689724" y="244973"/>
                  </a:lnTo>
                  <a:lnTo>
                    <a:pt x="6690392" y="228893"/>
                  </a:lnTo>
                  <a:lnTo>
                    <a:pt x="6691060" y="223011"/>
                  </a:lnTo>
                  <a:lnTo>
                    <a:pt x="6691728" y="201422"/>
                  </a:lnTo>
                  <a:lnTo>
                    <a:pt x="6692396" y="159545"/>
                  </a:lnTo>
                  <a:lnTo>
                    <a:pt x="6693064" y="183970"/>
                  </a:lnTo>
                  <a:lnTo>
                    <a:pt x="6693732" y="116036"/>
                  </a:lnTo>
                  <a:lnTo>
                    <a:pt x="6694400" y="156007"/>
                  </a:lnTo>
                  <a:lnTo>
                    <a:pt x="6695068" y="156997"/>
                  </a:lnTo>
                  <a:lnTo>
                    <a:pt x="6695737" y="156337"/>
                  </a:lnTo>
                  <a:lnTo>
                    <a:pt x="6696405" y="164971"/>
                  </a:lnTo>
                  <a:lnTo>
                    <a:pt x="6697073" y="138102"/>
                  </a:lnTo>
                  <a:lnTo>
                    <a:pt x="6697741" y="165908"/>
                  </a:lnTo>
                  <a:lnTo>
                    <a:pt x="6698409" y="176653"/>
                  </a:lnTo>
                  <a:lnTo>
                    <a:pt x="6699077" y="207823"/>
                  </a:lnTo>
                  <a:lnTo>
                    <a:pt x="6699745" y="226366"/>
                  </a:lnTo>
                  <a:lnTo>
                    <a:pt x="6700413" y="220851"/>
                  </a:lnTo>
                  <a:lnTo>
                    <a:pt x="6701081" y="219822"/>
                  </a:lnTo>
                  <a:lnTo>
                    <a:pt x="6701749" y="247124"/>
                  </a:lnTo>
                  <a:lnTo>
                    <a:pt x="6702417" y="280142"/>
                  </a:lnTo>
                  <a:lnTo>
                    <a:pt x="6703085" y="272439"/>
                  </a:lnTo>
                  <a:lnTo>
                    <a:pt x="6703753" y="321711"/>
                  </a:lnTo>
                  <a:lnTo>
                    <a:pt x="6704421" y="282435"/>
                  </a:lnTo>
                  <a:lnTo>
                    <a:pt x="6705089" y="273133"/>
                  </a:lnTo>
                  <a:lnTo>
                    <a:pt x="6705757" y="234838"/>
                  </a:lnTo>
                  <a:lnTo>
                    <a:pt x="6706425" y="220370"/>
                  </a:lnTo>
                  <a:lnTo>
                    <a:pt x="6707093" y="214596"/>
                  </a:lnTo>
                  <a:lnTo>
                    <a:pt x="6707761" y="235629"/>
                  </a:lnTo>
                  <a:lnTo>
                    <a:pt x="6708429" y="217834"/>
                  </a:lnTo>
                  <a:lnTo>
                    <a:pt x="6709097" y="221139"/>
                  </a:lnTo>
                  <a:lnTo>
                    <a:pt x="6709765" y="177586"/>
                  </a:lnTo>
                  <a:lnTo>
                    <a:pt x="6710433" y="132044"/>
                  </a:lnTo>
                  <a:lnTo>
                    <a:pt x="6711101" y="158861"/>
                  </a:lnTo>
                  <a:lnTo>
                    <a:pt x="6711769" y="198523"/>
                  </a:lnTo>
                  <a:lnTo>
                    <a:pt x="6712437" y="219038"/>
                  </a:lnTo>
                  <a:lnTo>
                    <a:pt x="6713105" y="252828"/>
                  </a:lnTo>
                  <a:lnTo>
                    <a:pt x="6713773" y="265677"/>
                  </a:lnTo>
                  <a:lnTo>
                    <a:pt x="6714441" y="293405"/>
                  </a:lnTo>
                  <a:lnTo>
                    <a:pt x="6715109" y="333435"/>
                  </a:lnTo>
                  <a:lnTo>
                    <a:pt x="6715777" y="398227"/>
                  </a:lnTo>
                  <a:lnTo>
                    <a:pt x="6716445" y="440966"/>
                  </a:lnTo>
                  <a:lnTo>
                    <a:pt x="6717113" y="515144"/>
                  </a:lnTo>
                  <a:lnTo>
                    <a:pt x="6717781" y="531558"/>
                  </a:lnTo>
                  <a:lnTo>
                    <a:pt x="6718449" y="527110"/>
                  </a:lnTo>
                  <a:lnTo>
                    <a:pt x="6719117" y="574299"/>
                  </a:lnTo>
                  <a:lnTo>
                    <a:pt x="6719785" y="561939"/>
                  </a:lnTo>
                  <a:lnTo>
                    <a:pt x="6720454" y="548595"/>
                  </a:lnTo>
                  <a:lnTo>
                    <a:pt x="6721122" y="484146"/>
                  </a:lnTo>
                  <a:lnTo>
                    <a:pt x="6721790" y="380668"/>
                  </a:lnTo>
                  <a:lnTo>
                    <a:pt x="6722458" y="336158"/>
                  </a:lnTo>
                  <a:lnTo>
                    <a:pt x="6723126" y="298698"/>
                  </a:lnTo>
                  <a:lnTo>
                    <a:pt x="6723794" y="246039"/>
                  </a:lnTo>
                  <a:lnTo>
                    <a:pt x="6724462" y="202488"/>
                  </a:lnTo>
                  <a:lnTo>
                    <a:pt x="6725130" y="204545"/>
                  </a:lnTo>
                  <a:lnTo>
                    <a:pt x="6725798" y="208680"/>
                  </a:lnTo>
                  <a:lnTo>
                    <a:pt x="6726466" y="179462"/>
                  </a:lnTo>
                  <a:lnTo>
                    <a:pt x="6727134" y="134840"/>
                  </a:lnTo>
                  <a:lnTo>
                    <a:pt x="6727802" y="131481"/>
                  </a:lnTo>
                  <a:lnTo>
                    <a:pt x="6728470" y="133879"/>
                  </a:lnTo>
                  <a:lnTo>
                    <a:pt x="6729138" y="114272"/>
                  </a:lnTo>
                  <a:lnTo>
                    <a:pt x="6729806" y="44414"/>
                  </a:lnTo>
                  <a:lnTo>
                    <a:pt x="6730474" y="0"/>
                  </a:lnTo>
                  <a:lnTo>
                    <a:pt x="6731142" y="23714"/>
                  </a:lnTo>
                  <a:lnTo>
                    <a:pt x="6731810" y="73947"/>
                  </a:lnTo>
                  <a:lnTo>
                    <a:pt x="6732478" y="107059"/>
                  </a:lnTo>
                  <a:lnTo>
                    <a:pt x="6733146" y="88453"/>
                  </a:lnTo>
                  <a:lnTo>
                    <a:pt x="6733814" y="221354"/>
                  </a:lnTo>
                  <a:lnTo>
                    <a:pt x="6734482" y="265000"/>
                  </a:lnTo>
                  <a:lnTo>
                    <a:pt x="6735150" y="356839"/>
                  </a:lnTo>
                  <a:lnTo>
                    <a:pt x="6735818" y="397899"/>
                  </a:lnTo>
                  <a:lnTo>
                    <a:pt x="6736486" y="386483"/>
                  </a:lnTo>
                  <a:lnTo>
                    <a:pt x="6737154" y="398925"/>
                  </a:lnTo>
                  <a:lnTo>
                    <a:pt x="6737822" y="375329"/>
                  </a:lnTo>
                  <a:lnTo>
                    <a:pt x="6738490" y="354096"/>
                  </a:lnTo>
                  <a:lnTo>
                    <a:pt x="6739158" y="351046"/>
                  </a:lnTo>
                  <a:lnTo>
                    <a:pt x="6739826" y="335519"/>
                  </a:lnTo>
                  <a:lnTo>
                    <a:pt x="6740494" y="375856"/>
                  </a:lnTo>
                  <a:lnTo>
                    <a:pt x="6741162" y="365920"/>
                  </a:lnTo>
                  <a:lnTo>
                    <a:pt x="6741830" y="365402"/>
                  </a:lnTo>
                  <a:lnTo>
                    <a:pt x="6742498" y="359724"/>
                  </a:lnTo>
                  <a:lnTo>
                    <a:pt x="6743166" y="398379"/>
                  </a:lnTo>
                  <a:lnTo>
                    <a:pt x="6743834" y="331987"/>
                  </a:lnTo>
                  <a:lnTo>
                    <a:pt x="6744502" y="352270"/>
                  </a:lnTo>
                  <a:lnTo>
                    <a:pt x="6745171" y="347946"/>
                  </a:lnTo>
                  <a:lnTo>
                    <a:pt x="6745839" y="289720"/>
                  </a:lnTo>
                  <a:lnTo>
                    <a:pt x="6746507" y="240251"/>
                  </a:lnTo>
                  <a:lnTo>
                    <a:pt x="6747175" y="270142"/>
                  </a:lnTo>
                  <a:lnTo>
                    <a:pt x="6747843" y="304420"/>
                  </a:lnTo>
                  <a:lnTo>
                    <a:pt x="6748511" y="349228"/>
                  </a:lnTo>
                  <a:lnTo>
                    <a:pt x="6749179" y="399099"/>
                  </a:lnTo>
                  <a:lnTo>
                    <a:pt x="6749847" y="415458"/>
                  </a:lnTo>
                  <a:lnTo>
                    <a:pt x="6750515" y="444902"/>
                  </a:lnTo>
                  <a:lnTo>
                    <a:pt x="6751183" y="466253"/>
                  </a:lnTo>
                  <a:lnTo>
                    <a:pt x="6751851" y="509190"/>
                  </a:lnTo>
                  <a:lnTo>
                    <a:pt x="6752519" y="544454"/>
                  </a:lnTo>
                  <a:lnTo>
                    <a:pt x="6753187" y="525544"/>
                  </a:lnTo>
                  <a:lnTo>
                    <a:pt x="6753855" y="572792"/>
                  </a:lnTo>
                  <a:lnTo>
                    <a:pt x="6754523" y="568350"/>
                  </a:lnTo>
                  <a:lnTo>
                    <a:pt x="6755191" y="567245"/>
                  </a:lnTo>
                  <a:lnTo>
                    <a:pt x="6755859" y="557378"/>
                  </a:lnTo>
                  <a:lnTo>
                    <a:pt x="6756527" y="570567"/>
                  </a:lnTo>
                  <a:lnTo>
                    <a:pt x="6757195" y="532832"/>
                  </a:lnTo>
                  <a:lnTo>
                    <a:pt x="6757863" y="523476"/>
                  </a:lnTo>
                  <a:lnTo>
                    <a:pt x="6758531" y="518338"/>
                  </a:lnTo>
                  <a:lnTo>
                    <a:pt x="6759199" y="609946"/>
                  </a:lnTo>
                  <a:lnTo>
                    <a:pt x="6759867" y="644489"/>
                  </a:lnTo>
                  <a:lnTo>
                    <a:pt x="6760535" y="582956"/>
                  </a:lnTo>
                  <a:lnTo>
                    <a:pt x="6761203" y="528657"/>
                  </a:lnTo>
                  <a:lnTo>
                    <a:pt x="6761871" y="492159"/>
                  </a:lnTo>
                  <a:lnTo>
                    <a:pt x="6762539" y="441031"/>
                  </a:lnTo>
                  <a:lnTo>
                    <a:pt x="6763207" y="437319"/>
                  </a:lnTo>
                  <a:lnTo>
                    <a:pt x="6763875" y="456862"/>
                  </a:lnTo>
                  <a:lnTo>
                    <a:pt x="6764543" y="473092"/>
                  </a:lnTo>
                  <a:lnTo>
                    <a:pt x="6765211" y="555976"/>
                  </a:lnTo>
                  <a:lnTo>
                    <a:pt x="6765879" y="594844"/>
                  </a:lnTo>
                  <a:lnTo>
                    <a:pt x="6766547" y="583323"/>
                  </a:lnTo>
                  <a:lnTo>
                    <a:pt x="6767215" y="612246"/>
                  </a:lnTo>
                  <a:lnTo>
                    <a:pt x="6767883" y="588148"/>
                  </a:lnTo>
                  <a:lnTo>
                    <a:pt x="6768551" y="537211"/>
                  </a:lnTo>
                  <a:lnTo>
                    <a:pt x="6769220" y="511631"/>
                  </a:lnTo>
                  <a:lnTo>
                    <a:pt x="6769888" y="502265"/>
                  </a:lnTo>
                  <a:lnTo>
                    <a:pt x="6770556" y="455337"/>
                  </a:lnTo>
                  <a:lnTo>
                    <a:pt x="6771224" y="480176"/>
                  </a:lnTo>
                  <a:lnTo>
                    <a:pt x="6771892" y="449275"/>
                  </a:lnTo>
                  <a:lnTo>
                    <a:pt x="6772560" y="473876"/>
                  </a:lnTo>
                  <a:lnTo>
                    <a:pt x="6773228" y="473092"/>
                  </a:lnTo>
                  <a:lnTo>
                    <a:pt x="6773896" y="462314"/>
                  </a:lnTo>
                  <a:lnTo>
                    <a:pt x="6774564" y="380270"/>
                  </a:lnTo>
                  <a:lnTo>
                    <a:pt x="6775232" y="387056"/>
                  </a:lnTo>
                  <a:lnTo>
                    <a:pt x="6775900" y="356611"/>
                  </a:lnTo>
                  <a:lnTo>
                    <a:pt x="6776568" y="344927"/>
                  </a:lnTo>
                  <a:lnTo>
                    <a:pt x="6777236" y="316984"/>
                  </a:lnTo>
                  <a:lnTo>
                    <a:pt x="6777904" y="328138"/>
                  </a:lnTo>
                  <a:lnTo>
                    <a:pt x="6778572" y="389738"/>
                  </a:lnTo>
                  <a:lnTo>
                    <a:pt x="6779240" y="426226"/>
                  </a:lnTo>
                  <a:lnTo>
                    <a:pt x="6779908" y="426728"/>
                  </a:lnTo>
                  <a:lnTo>
                    <a:pt x="6780576" y="438394"/>
                  </a:lnTo>
                  <a:lnTo>
                    <a:pt x="6781244" y="446118"/>
                  </a:lnTo>
                  <a:lnTo>
                    <a:pt x="6781912" y="452365"/>
                  </a:lnTo>
                  <a:lnTo>
                    <a:pt x="6782580" y="455511"/>
                  </a:lnTo>
                  <a:lnTo>
                    <a:pt x="6783248" y="450797"/>
                  </a:lnTo>
                  <a:lnTo>
                    <a:pt x="6783916" y="469327"/>
                  </a:lnTo>
                  <a:lnTo>
                    <a:pt x="6784584" y="478691"/>
                  </a:lnTo>
                  <a:lnTo>
                    <a:pt x="6785252" y="487214"/>
                  </a:lnTo>
                  <a:lnTo>
                    <a:pt x="6785920" y="525304"/>
                  </a:lnTo>
                  <a:lnTo>
                    <a:pt x="6786588" y="562811"/>
                  </a:lnTo>
                  <a:lnTo>
                    <a:pt x="6787256" y="533455"/>
                  </a:lnTo>
                  <a:lnTo>
                    <a:pt x="6787924" y="548405"/>
                  </a:lnTo>
                  <a:lnTo>
                    <a:pt x="6788592" y="472310"/>
                  </a:lnTo>
                  <a:lnTo>
                    <a:pt x="6789260" y="456195"/>
                  </a:lnTo>
                  <a:lnTo>
                    <a:pt x="6789928" y="392451"/>
                  </a:lnTo>
                  <a:lnTo>
                    <a:pt x="6790596" y="388153"/>
                  </a:lnTo>
                  <a:lnTo>
                    <a:pt x="6791264" y="395930"/>
                  </a:lnTo>
                  <a:lnTo>
                    <a:pt x="6791932" y="444016"/>
                  </a:lnTo>
                  <a:lnTo>
                    <a:pt x="6792600" y="453816"/>
                  </a:lnTo>
                  <a:lnTo>
                    <a:pt x="6793268" y="469190"/>
                  </a:lnTo>
                  <a:lnTo>
                    <a:pt x="6793937" y="495392"/>
                  </a:lnTo>
                  <a:lnTo>
                    <a:pt x="6794605" y="538115"/>
                  </a:lnTo>
                  <a:lnTo>
                    <a:pt x="6795273" y="450029"/>
                  </a:lnTo>
                  <a:lnTo>
                    <a:pt x="6795941" y="500782"/>
                  </a:lnTo>
                  <a:lnTo>
                    <a:pt x="6796609" y="448469"/>
                  </a:lnTo>
                  <a:lnTo>
                    <a:pt x="6797277" y="431508"/>
                  </a:lnTo>
                  <a:lnTo>
                    <a:pt x="6797945" y="417930"/>
                  </a:lnTo>
                  <a:lnTo>
                    <a:pt x="6798613" y="401257"/>
                  </a:lnTo>
                  <a:lnTo>
                    <a:pt x="6799281" y="389762"/>
                  </a:lnTo>
                  <a:lnTo>
                    <a:pt x="6799949" y="429580"/>
                  </a:lnTo>
                  <a:lnTo>
                    <a:pt x="6800617" y="457791"/>
                  </a:lnTo>
                  <a:lnTo>
                    <a:pt x="6801285" y="379314"/>
                  </a:lnTo>
                  <a:lnTo>
                    <a:pt x="6801953" y="358027"/>
                  </a:lnTo>
                  <a:lnTo>
                    <a:pt x="6802621" y="371249"/>
                  </a:lnTo>
                  <a:lnTo>
                    <a:pt x="6803289" y="365927"/>
                  </a:lnTo>
                  <a:lnTo>
                    <a:pt x="6803957" y="431261"/>
                  </a:lnTo>
                  <a:lnTo>
                    <a:pt x="6804625" y="439281"/>
                  </a:lnTo>
                  <a:lnTo>
                    <a:pt x="6805293" y="505100"/>
                  </a:lnTo>
                  <a:lnTo>
                    <a:pt x="6805961" y="547633"/>
                  </a:lnTo>
                  <a:lnTo>
                    <a:pt x="6806629" y="580881"/>
                  </a:lnTo>
                  <a:lnTo>
                    <a:pt x="6807297" y="543297"/>
                  </a:lnTo>
                  <a:lnTo>
                    <a:pt x="6807965" y="462996"/>
                  </a:lnTo>
                  <a:lnTo>
                    <a:pt x="6808633" y="480968"/>
                  </a:lnTo>
                  <a:lnTo>
                    <a:pt x="6809301" y="524403"/>
                  </a:lnTo>
                  <a:lnTo>
                    <a:pt x="6809969" y="538115"/>
                  </a:lnTo>
                  <a:lnTo>
                    <a:pt x="6810637" y="545959"/>
                  </a:lnTo>
                  <a:lnTo>
                    <a:pt x="6811305" y="566450"/>
                  </a:lnTo>
                  <a:lnTo>
                    <a:pt x="6811973" y="612417"/>
                  </a:lnTo>
                  <a:lnTo>
                    <a:pt x="6812641" y="603724"/>
                  </a:lnTo>
                  <a:lnTo>
                    <a:pt x="6813309" y="612417"/>
                  </a:lnTo>
                  <a:lnTo>
                    <a:pt x="6813977" y="616374"/>
                  </a:lnTo>
                  <a:lnTo>
                    <a:pt x="6814645" y="614374"/>
                  </a:lnTo>
                  <a:lnTo>
                    <a:pt x="6815313" y="524509"/>
                  </a:lnTo>
                  <a:lnTo>
                    <a:pt x="6815981" y="505166"/>
                  </a:lnTo>
                  <a:lnTo>
                    <a:pt x="6816649" y="507175"/>
                  </a:lnTo>
                  <a:lnTo>
                    <a:pt x="6817317" y="566141"/>
                  </a:lnTo>
                  <a:lnTo>
                    <a:pt x="6817985" y="633522"/>
                  </a:lnTo>
                  <a:lnTo>
                    <a:pt x="6818654" y="670066"/>
                  </a:lnTo>
                  <a:lnTo>
                    <a:pt x="6819322" y="601273"/>
                  </a:lnTo>
                  <a:lnTo>
                    <a:pt x="6819990" y="568350"/>
                  </a:lnTo>
                  <a:lnTo>
                    <a:pt x="6820658" y="555206"/>
                  </a:lnTo>
                  <a:lnTo>
                    <a:pt x="6821326" y="537034"/>
                  </a:lnTo>
                  <a:lnTo>
                    <a:pt x="6821994" y="491276"/>
                  </a:lnTo>
                  <a:lnTo>
                    <a:pt x="6822662" y="576073"/>
                  </a:lnTo>
                  <a:lnTo>
                    <a:pt x="6823330" y="639189"/>
                  </a:lnTo>
                  <a:lnTo>
                    <a:pt x="6823998" y="694247"/>
                  </a:lnTo>
                  <a:lnTo>
                    <a:pt x="6824666" y="697570"/>
                  </a:lnTo>
                  <a:lnTo>
                    <a:pt x="6825334" y="685470"/>
                  </a:lnTo>
                  <a:lnTo>
                    <a:pt x="6826002" y="671457"/>
                  </a:lnTo>
                  <a:lnTo>
                    <a:pt x="6826670" y="676810"/>
                  </a:lnTo>
                  <a:lnTo>
                    <a:pt x="6827338" y="653583"/>
                  </a:lnTo>
                  <a:lnTo>
                    <a:pt x="6828006" y="652546"/>
                  </a:lnTo>
                  <a:lnTo>
                    <a:pt x="6828674" y="685470"/>
                  </a:lnTo>
                  <a:lnTo>
                    <a:pt x="6829342" y="755644"/>
                  </a:lnTo>
                  <a:lnTo>
                    <a:pt x="6830010" y="771645"/>
                  </a:lnTo>
                  <a:lnTo>
                    <a:pt x="6830678" y="775395"/>
                  </a:lnTo>
                  <a:lnTo>
                    <a:pt x="6831346" y="819500"/>
                  </a:lnTo>
                  <a:lnTo>
                    <a:pt x="6832014" y="893423"/>
                  </a:lnTo>
                  <a:lnTo>
                    <a:pt x="6832682" y="927043"/>
                  </a:lnTo>
                  <a:lnTo>
                    <a:pt x="6833350" y="819530"/>
                  </a:lnTo>
                  <a:lnTo>
                    <a:pt x="6834018" y="717134"/>
                  </a:lnTo>
                  <a:lnTo>
                    <a:pt x="6834686" y="732669"/>
                  </a:lnTo>
                  <a:lnTo>
                    <a:pt x="6835354" y="751528"/>
                  </a:lnTo>
                  <a:lnTo>
                    <a:pt x="6836022" y="761917"/>
                  </a:lnTo>
                  <a:lnTo>
                    <a:pt x="6836690" y="769441"/>
                  </a:lnTo>
                  <a:lnTo>
                    <a:pt x="6837358" y="838078"/>
                  </a:lnTo>
                  <a:lnTo>
                    <a:pt x="6838026" y="874468"/>
                  </a:lnTo>
                  <a:lnTo>
                    <a:pt x="6838694" y="872688"/>
                  </a:lnTo>
                  <a:lnTo>
                    <a:pt x="6839362" y="862107"/>
                  </a:lnTo>
                  <a:lnTo>
                    <a:pt x="6840030" y="821449"/>
                  </a:lnTo>
                  <a:lnTo>
                    <a:pt x="6840698" y="797285"/>
                  </a:lnTo>
                  <a:lnTo>
                    <a:pt x="6841366" y="699246"/>
                  </a:lnTo>
                  <a:lnTo>
                    <a:pt x="6842034" y="628641"/>
                  </a:lnTo>
                  <a:lnTo>
                    <a:pt x="6842702" y="614217"/>
                  </a:lnTo>
                  <a:lnTo>
                    <a:pt x="6843371" y="664900"/>
                  </a:lnTo>
                  <a:lnTo>
                    <a:pt x="6844039" y="663615"/>
                  </a:lnTo>
                  <a:lnTo>
                    <a:pt x="6844707" y="670066"/>
                  </a:lnTo>
                  <a:lnTo>
                    <a:pt x="6845375" y="679208"/>
                  </a:lnTo>
                  <a:lnTo>
                    <a:pt x="6846043" y="632299"/>
                  </a:lnTo>
                  <a:lnTo>
                    <a:pt x="6846711" y="578388"/>
                  </a:lnTo>
                  <a:lnTo>
                    <a:pt x="6847379" y="612306"/>
                  </a:lnTo>
                  <a:lnTo>
                    <a:pt x="6848047" y="569244"/>
                  </a:lnTo>
                  <a:lnTo>
                    <a:pt x="6848715" y="533917"/>
                  </a:lnTo>
                  <a:lnTo>
                    <a:pt x="6849383" y="484146"/>
                  </a:lnTo>
                  <a:lnTo>
                    <a:pt x="6850051" y="482555"/>
                  </a:lnTo>
                  <a:lnTo>
                    <a:pt x="6850719" y="469191"/>
                  </a:lnTo>
                  <a:lnTo>
                    <a:pt x="6851387" y="483350"/>
                  </a:lnTo>
                  <a:lnTo>
                    <a:pt x="6852055" y="479385"/>
                  </a:lnTo>
                  <a:lnTo>
                    <a:pt x="6852723" y="459155"/>
                  </a:lnTo>
                  <a:lnTo>
                    <a:pt x="6853391" y="397840"/>
                  </a:lnTo>
                  <a:lnTo>
                    <a:pt x="6854059" y="369914"/>
                  </a:lnTo>
                  <a:lnTo>
                    <a:pt x="6854727" y="403088"/>
                  </a:lnTo>
                  <a:lnTo>
                    <a:pt x="6855395" y="386196"/>
                  </a:lnTo>
                  <a:lnTo>
                    <a:pt x="6856063" y="459009"/>
                  </a:lnTo>
                  <a:lnTo>
                    <a:pt x="6856731" y="472957"/>
                  </a:lnTo>
                  <a:lnTo>
                    <a:pt x="6857399" y="470159"/>
                  </a:lnTo>
                  <a:lnTo>
                    <a:pt x="6858067" y="476307"/>
                  </a:lnTo>
                  <a:lnTo>
                    <a:pt x="6858735" y="409848"/>
                  </a:lnTo>
                  <a:lnTo>
                    <a:pt x="6859403" y="438268"/>
                  </a:lnTo>
                  <a:lnTo>
                    <a:pt x="6860071" y="453294"/>
                  </a:lnTo>
                  <a:lnTo>
                    <a:pt x="6860739" y="539897"/>
                  </a:lnTo>
                  <a:lnTo>
                    <a:pt x="6861407" y="541947"/>
                  </a:lnTo>
                  <a:lnTo>
                    <a:pt x="6862075" y="552294"/>
                  </a:lnTo>
                  <a:lnTo>
                    <a:pt x="6862743" y="567066"/>
                  </a:lnTo>
                  <a:lnTo>
                    <a:pt x="6863411" y="620489"/>
                  </a:lnTo>
                  <a:lnTo>
                    <a:pt x="6864079" y="632167"/>
                  </a:lnTo>
                  <a:lnTo>
                    <a:pt x="6864747" y="608026"/>
                  </a:lnTo>
                  <a:lnTo>
                    <a:pt x="6865415" y="603201"/>
                  </a:lnTo>
                  <a:lnTo>
                    <a:pt x="6866083" y="542461"/>
                  </a:lnTo>
                  <a:lnTo>
                    <a:pt x="6866751" y="505192"/>
                  </a:lnTo>
                  <a:lnTo>
                    <a:pt x="6867420" y="483350"/>
                  </a:lnTo>
                  <a:lnTo>
                    <a:pt x="6868088" y="525641"/>
                  </a:lnTo>
                  <a:lnTo>
                    <a:pt x="6868756" y="540727"/>
                  </a:lnTo>
                  <a:lnTo>
                    <a:pt x="6869424" y="548612"/>
                  </a:lnTo>
                  <a:lnTo>
                    <a:pt x="6870092" y="535706"/>
                  </a:lnTo>
                  <a:lnTo>
                    <a:pt x="6870760" y="489409"/>
                  </a:lnTo>
                  <a:lnTo>
                    <a:pt x="6871428" y="524896"/>
                  </a:lnTo>
                  <a:lnTo>
                    <a:pt x="6872096" y="539964"/>
                  </a:lnTo>
                  <a:lnTo>
                    <a:pt x="6872764" y="453816"/>
                  </a:lnTo>
                  <a:lnTo>
                    <a:pt x="6873432" y="462996"/>
                  </a:lnTo>
                  <a:lnTo>
                    <a:pt x="6874100" y="483350"/>
                  </a:lnTo>
                  <a:lnTo>
                    <a:pt x="6874768" y="502728"/>
                  </a:lnTo>
                  <a:lnTo>
                    <a:pt x="6875436" y="551242"/>
                  </a:lnTo>
                  <a:lnTo>
                    <a:pt x="6876104" y="571905"/>
                  </a:lnTo>
                  <a:lnTo>
                    <a:pt x="6876772" y="650479"/>
                  </a:lnTo>
                  <a:lnTo>
                    <a:pt x="6877440" y="744796"/>
                  </a:lnTo>
                  <a:lnTo>
                    <a:pt x="6878108" y="840958"/>
                  </a:lnTo>
                  <a:lnTo>
                    <a:pt x="6878776" y="842559"/>
                  </a:lnTo>
                  <a:lnTo>
                    <a:pt x="6879444" y="780127"/>
                  </a:lnTo>
                  <a:lnTo>
                    <a:pt x="6880112" y="819809"/>
                  </a:lnTo>
                  <a:lnTo>
                    <a:pt x="6880780" y="954093"/>
                  </a:lnTo>
                  <a:lnTo>
                    <a:pt x="6881448" y="991493"/>
                  </a:lnTo>
                  <a:lnTo>
                    <a:pt x="6882116" y="1008842"/>
                  </a:lnTo>
                  <a:lnTo>
                    <a:pt x="6882784" y="978783"/>
                  </a:lnTo>
                  <a:lnTo>
                    <a:pt x="6883452" y="991493"/>
                  </a:lnTo>
                  <a:lnTo>
                    <a:pt x="6884120" y="964265"/>
                  </a:lnTo>
                  <a:lnTo>
                    <a:pt x="6884788" y="950069"/>
                  </a:lnTo>
                  <a:lnTo>
                    <a:pt x="6885456" y="922584"/>
                  </a:lnTo>
                  <a:lnTo>
                    <a:pt x="6886124" y="907392"/>
                  </a:lnTo>
                  <a:lnTo>
                    <a:pt x="6886792" y="909271"/>
                  </a:lnTo>
                  <a:lnTo>
                    <a:pt x="6887460" y="874468"/>
                  </a:lnTo>
                  <a:lnTo>
                    <a:pt x="6888128" y="878044"/>
                  </a:lnTo>
                  <a:lnTo>
                    <a:pt x="6888796" y="944079"/>
                  </a:lnTo>
                  <a:lnTo>
                    <a:pt x="6889464" y="978783"/>
                  </a:lnTo>
                  <a:lnTo>
                    <a:pt x="6890132" y="1015470"/>
                  </a:lnTo>
                  <a:lnTo>
                    <a:pt x="6890800" y="1015470"/>
                  </a:lnTo>
                  <a:lnTo>
                    <a:pt x="6891468" y="989357"/>
                  </a:lnTo>
                  <a:lnTo>
                    <a:pt x="6892137" y="985106"/>
                  </a:lnTo>
                  <a:lnTo>
                    <a:pt x="6892805" y="993636"/>
                  </a:lnTo>
                  <a:lnTo>
                    <a:pt x="6893473" y="1085461"/>
                  </a:lnTo>
                  <a:lnTo>
                    <a:pt x="6894141" y="1136877"/>
                  </a:lnTo>
                  <a:lnTo>
                    <a:pt x="6894809" y="1210346"/>
                  </a:lnTo>
                  <a:lnTo>
                    <a:pt x="6895477" y="1279568"/>
                  </a:lnTo>
                  <a:lnTo>
                    <a:pt x="6896145" y="1272369"/>
                  </a:lnTo>
                  <a:lnTo>
                    <a:pt x="6896813" y="1248941"/>
                  </a:lnTo>
                  <a:lnTo>
                    <a:pt x="6897481" y="1256071"/>
                  </a:lnTo>
                  <a:lnTo>
                    <a:pt x="6898149" y="1055458"/>
                  </a:lnTo>
                  <a:lnTo>
                    <a:pt x="6898817" y="942670"/>
                  </a:lnTo>
                  <a:lnTo>
                    <a:pt x="6899485" y="901511"/>
                  </a:lnTo>
                  <a:lnTo>
                    <a:pt x="6900153" y="861583"/>
                  </a:lnTo>
                  <a:lnTo>
                    <a:pt x="6900821" y="844334"/>
                  </a:lnTo>
                  <a:lnTo>
                    <a:pt x="6901489" y="821643"/>
                  </a:lnTo>
                  <a:lnTo>
                    <a:pt x="6902157" y="821643"/>
                  </a:lnTo>
                  <a:lnTo>
                    <a:pt x="6902825" y="825173"/>
                  </a:lnTo>
                  <a:lnTo>
                    <a:pt x="6903493" y="751071"/>
                  </a:lnTo>
                  <a:lnTo>
                    <a:pt x="6904161" y="646704"/>
                  </a:lnTo>
                  <a:lnTo>
                    <a:pt x="6904829" y="547986"/>
                  </a:lnTo>
                  <a:lnTo>
                    <a:pt x="6905497" y="495962"/>
                  </a:lnTo>
                  <a:lnTo>
                    <a:pt x="6906165" y="496807"/>
                  </a:lnTo>
                  <a:lnTo>
                    <a:pt x="6906833" y="480774"/>
                  </a:lnTo>
                  <a:lnTo>
                    <a:pt x="6907501" y="390653"/>
                  </a:lnTo>
                  <a:lnTo>
                    <a:pt x="6908169" y="435836"/>
                  </a:lnTo>
                  <a:lnTo>
                    <a:pt x="6908837" y="498183"/>
                  </a:lnTo>
                  <a:lnTo>
                    <a:pt x="6909505" y="528657"/>
                  </a:lnTo>
                  <a:lnTo>
                    <a:pt x="6910173" y="545521"/>
                  </a:lnTo>
                  <a:lnTo>
                    <a:pt x="6910841" y="551961"/>
                  </a:lnTo>
                  <a:lnTo>
                    <a:pt x="6911509" y="551961"/>
                  </a:lnTo>
                  <a:lnTo>
                    <a:pt x="6912177" y="541263"/>
                  </a:lnTo>
                  <a:lnTo>
                    <a:pt x="6912845" y="534929"/>
                  </a:lnTo>
                  <a:lnTo>
                    <a:pt x="6913513" y="565039"/>
                  </a:lnTo>
                  <a:lnTo>
                    <a:pt x="6914181" y="629858"/>
                  </a:lnTo>
                  <a:lnTo>
                    <a:pt x="6914849" y="615407"/>
                  </a:lnTo>
                  <a:lnTo>
                    <a:pt x="6915517" y="644642"/>
                  </a:lnTo>
                  <a:lnTo>
                    <a:pt x="6916185" y="652164"/>
                  </a:lnTo>
                  <a:lnTo>
                    <a:pt x="6916854" y="664900"/>
                  </a:lnTo>
                  <a:lnTo>
                    <a:pt x="6917522" y="693841"/>
                  </a:lnTo>
                  <a:lnTo>
                    <a:pt x="6918190" y="728395"/>
                  </a:lnTo>
                  <a:lnTo>
                    <a:pt x="6918858" y="617793"/>
                  </a:lnTo>
                  <a:lnTo>
                    <a:pt x="6919526" y="568350"/>
                  </a:lnTo>
                  <a:lnTo>
                    <a:pt x="6920194" y="585168"/>
                  </a:lnTo>
                  <a:lnTo>
                    <a:pt x="6920862" y="604778"/>
                  </a:lnTo>
                  <a:lnTo>
                    <a:pt x="6921530" y="627427"/>
                  </a:lnTo>
                  <a:lnTo>
                    <a:pt x="6922198" y="604778"/>
                  </a:lnTo>
                  <a:lnTo>
                    <a:pt x="6922866" y="589729"/>
                  </a:lnTo>
                  <a:lnTo>
                    <a:pt x="6923534" y="605950"/>
                  </a:lnTo>
                  <a:lnTo>
                    <a:pt x="6924202" y="632299"/>
                  </a:lnTo>
                  <a:lnTo>
                    <a:pt x="6924870" y="616599"/>
                  </a:lnTo>
                  <a:lnTo>
                    <a:pt x="6925538" y="634748"/>
                  </a:lnTo>
                  <a:lnTo>
                    <a:pt x="6926206" y="615406"/>
                  </a:lnTo>
                  <a:lnTo>
                    <a:pt x="6926874" y="677630"/>
                  </a:lnTo>
                  <a:lnTo>
                    <a:pt x="6927542" y="679489"/>
                  </a:lnTo>
                  <a:lnTo>
                    <a:pt x="6928210" y="680614"/>
                  </a:lnTo>
                  <a:lnTo>
                    <a:pt x="6928878" y="791903"/>
                  </a:lnTo>
                  <a:lnTo>
                    <a:pt x="6929546" y="844137"/>
                  </a:lnTo>
                  <a:lnTo>
                    <a:pt x="6930214" y="844137"/>
                  </a:lnTo>
                  <a:lnTo>
                    <a:pt x="6930882" y="838580"/>
                  </a:lnTo>
                  <a:lnTo>
                    <a:pt x="6931550" y="833070"/>
                  </a:lnTo>
                  <a:lnTo>
                    <a:pt x="6932218" y="888919"/>
                  </a:lnTo>
                  <a:lnTo>
                    <a:pt x="6932886" y="927458"/>
                  </a:lnTo>
                  <a:lnTo>
                    <a:pt x="6933554" y="919563"/>
                  </a:lnTo>
                  <a:lnTo>
                    <a:pt x="6934222" y="941918"/>
                  </a:lnTo>
                  <a:lnTo>
                    <a:pt x="6934890" y="973560"/>
                  </a:lnTo>
                  <a:lnTo>
                    <a:pt x="6935558" y="997915"/>
                  </a:lnTo>
                  <a:lnTo>
                    <a:pt x="6936226" y="1053442"/>
                  </a:lnTo>
                  <a:lnTo>
                    <a:pt x="6936894" y="1111694"/>
                  </a:lnTo>
                  <a:lnTo>
                    <a:pt x="6937562" y="1116571"/>
                  </a:lnTo>
                  <a:lnTo>
                    <a:pt x="6938230" y="1172218"/>
                  </a:lnTo>
                  <a:lnTo>
                    <a:pt x="6938898" y="1124110"/>
                  </a:lnTo>
                  <a:lnTo>
                    <a:pt x="6939566" y="1132051"/>
                  </a:lnTo>
                  <a:lnTo>
                    <a:pt x="6940234" y="1042691"/>
                  </a:lnTo>
                  <a:lnTo>
                    <a:pt x="6940902" y="1011044"/>
                  </a:lnTo>
                  <a:lnTo>
                    <a:pt x="6941571" y="970447"/>
                  </a:lnTo>
                  <a:lnTo>
                    <a:pt x="6942239" y="950068"/>
                  </a:lnTo>
                  <a:lnTo>
                    <a:pt x="6942907" y="930317"/>
                  </a:lnTo>
                  <a:lnTo>
                    <a:pt x="6943575" y="995787"/>
                  </a:lnTo>
                  <a:lnTo>
                    <a:pt x="6944243" y="940117"/>
                  </a:lnTo>
                  <a:lnTo>
                    <a:pt x="6944911" y="940117"/>
                  </a:lnTo>
                  <a:lnTo>
                    <a:pt x="6945579" y="950068"/>
                  </a:lnTo>
                  <a:lnTo>
                    <a:pt x="6946247" y="950068"/>
                  </a:lnTo>
                  <a:lnTo>
                    <a:pt x="6946915" y="950068"/>
                  </a:lnTo>
                  <a:lnTo>
                    <a:pt x="6947583" y="950068"/>
                  </a:lnTo>
                  <a:lnTo>
                    <a:pt x="6948251" y="911156"/>
                  </a:lnTo>
                  <a:lnTo>
                    <a:pt x="6948919" y="869142"/>
                  </a:lnTo>
                  <a:lnTo>
                    <a:pt x="6949587" y="810059"/>
                  </a:lnTo>
                  <a:lnTo>
                    <a:pt x="6950255" y="826392"/>
                  </a:lnTo>
                  <a:lnTo>
                    <a:pt x="6950923" y="794131"/>
                  </a:lnTo>
                  <a:lnTo>
                    <a:pt x="6951591" y="781668"/>
                  </a:lnTo>
                  <a:lnTo>
                    <a:pt x="6952259" y="787869"/>
                  </a:lnTo>
                  <a:lnTo>
                    <a:pt x="6952927" y="805239"/>
                  </a:lnTo>
                  <a:lnTo>
                    <a:pt x="6953595" y="704698"/>
                  </a:lnTo>
                  <a:lnTo>
                    <a:pt x="6954263" y="693841"/>
                  </a:lnTo>
                  <a:lnTo>
                    <a:pt x="6954931" y="780401"/>
                  </a:lnTo>
                  <a:lnTo>
                    <a:pt x="6955599" y="785101"/>
                  </a:lnTo>
                  <a:lnTo>
                    <a:pt x="6956267" y="849309"/>
                  </a:lnTo>
                  <a:lnTo>
                    <a:pt x="6956935" y="854134"/>
                  </a:lnTo>
                  <a:lnTo>
                    <a:pt x="6957603" y="854134"/>
                  </a:lnTo>
                  <a:lnTo>
                    <a:pt x="6958271" y="859090"/>
                  </a:lnTo>
                  <a:lnTo>
                    <a:pt x="6958939" y="883171"/>
                  </a:lnTo>
                  <a:lnTo>
                    <a:pt x="6959607" y="931433"/>
                  </a:lnTo>
                  <a:lnTo>
                    <a:pt x="6960275" y="1004892"/>
                  </a:lnTo>
                  <a:lnTo>
                    <a:pt x="6960943" y="990968"/>
                  </a:lnTo>
                  <a:lnTo>
                    <a:pt x="6961611" y="1026361"/>
                  </a:lnTo>
                  <a:lnTo>
                    <a:pt x="6962279" y="988422"/>
                  </a:lnTo>
                  <a:lnTo>
                    <a:pt x="6962947" y="1045494"/>
                  </a:lnTo>
                  <a:lnTo>
                    <a:pt x="6963615" y="1145137"/>
                  </a:lnTo>
                  <a:lnTo>
                    <a:pt x="6964283" y="1189070"/>
                  </a:lnTo>
                  <a:lnTo>
                    <a:pt x="6964951" y="1201431"/>
                  </a:lnTo>
                  <a:lnTo>
                    <a:pt x="6965620" y="1165365"/>
                  </a:lnTo>
                  <a:lnTo>
                    <a:pt x="6966288" y="1156620"/>
                  </a:lnTo>
                  <a:lnTo>
                    <a:pt x="6966956" y="1084198"/>
                  </a:lnTo>
                  <a:lnTo>
                    <a:pt x="6967624" y="1090377"/>
                  </a:lnTo>
                  <a:lnTo>
                    <a:pt x="6968292" y="1012781"/>
                  </a:lnTo>
                  <a:lnTo>
                    <a:pt x="6968960" y="1016780"/>
                  </a:lnTo>
                  <a:lnTo>
                    <a:pt x="6969628" y="991863"/>
                  </a:lnTo>
                  <a:lnTo>
                    <a:pt x="6970296" y="1018119"/>
                  </a:lnTo>
                  <a:lnTo>
                    <a:pt x="6970964" y="1085894"/>
                  </a:lnTo>
                  <a:lnTo>
                    <a:pt x="6971632" y="1105552"/>
                  </a:lnTo>
                  <a:lnTo>
                    <a:pt x="6972300" y="1074717"/>
                  </a:lnTo>
                  <a:lnTo>
                    <a:pt x="6972968" y="997892"/>
                  </a:lnTo>
                  <a:lnTo>
                    <a:pt x="6973636" y="885759"/>
                  </a:lnTo>
                  <a:lnTo>
                    <a:pt x="6974304" y="917659"/>
                  </a:lnTo>
                  <a:lnTo>
                    <a:pt x="6974972" y="932827"/>
                  </a:lnTo>
                  <a:lnTo>
                    <a:pt x="6975640" y="944088"/>
                  </a:lnTo>
                  <a:lnTo>
                    <a:pt x="6976308" y="956997"/>
                  </a:lnTo>
                  <a:lnTo>
                    <a:pt x="6976976" y="893423"/>
                  </a:lnTo>
                  <a:lnTo>
                    <a:pt x="6977644" y="819530"/>
                  </a:lnTo>
                  <a:lnTo>
                    <a:pt x="6978312" y="677893"/>
                  </a:lnTo>
                  <a:lnTo>
                    <a:pt x="6978980" y="613029"/>
                  </a:lnTo>
                  <a:lnTo>
                    <a:pt x="6979648" y="613029"/>
                  </a:lnTo>
                  <a:lnTo>
                    <a:pt x="6980316" y="614217"/>
                  </a:lnTo>
                  <a:lnTo>
                    <a:pt x="6980984" y="614217"/>
                  </a:lnTo>
                  <a:lnTo>
                    <a:pt x="6981652" y="620188"/>
                  </a:lnTo>
                  <a:lnTo>
                    <a:pt x="6982320" y="663615"/>
                  </a:lnTo>
                  <a:lnTo>
                    <a:pt x="6982988" y="747127"/>
                  </a:lnTo>
                  <a:lnTo>
                    <a:pt x="6983656" y="767929"/>
                  </a:lnTo>
                  <a:lnTo>
                    <a:pt x="6984324" y="718531"/>
                  </a:lnTo>
                  <a:lnTo>
                    <a:pt x="6984992" y="675274"/>
                  </a:lnTo>
                  <a:lnTo>
                    <a:pt x="6985660" y="672665"/>
                  </a:lnTo>
                  <a:lnTo>
                    <a:pt x="6986328" y="693841"/>
                  </a:lnTo>
                  <a:lnTo>
                    <a:pt x="6986996" y="714350"/>
                  </a:lnTo>
                  <a:lnTo>
                    <a:pt x="6987664" y="778589"/>
                  </a:lnTo>
                  <a:lnTo>
                    <a:pt x="6988332" y="1013196"/>
                  </a:lnTo>
                  <a:lnTo>
                    <a:pt x="6989000" y="1049166"/>
                  </a:lnTo>
                  <a:lnTo>
                    <a:pt x="6989668" y="1127905"/>
                  </a:lnTo>
                  <a:lnTo>
                    <a:pt x="6990337" y="1093737"/>
                  </a:lnTo>
                  <a:lnTo>
                    <a:pt x="6991005" y="1062314"/>
                  </a:lnTo>
                  <a:lnTo>
                    <a:pt x="6991673" y="1009286"/>
                  </a:lnTo>
                  <a:lnTo>
                    <a:pt x="6992341" y="1041313"/>
                  </a:lnTo>
                  <a:lnTo>
                    <a:pt x="6993009" y="1016780"/>
                  </a:lnTo>
                  <a:lnTo>
                    <a:pt x="6993677" y="1028929"/>
                  </a:lnTo>
                  <a:lnTo>
                    <a:pt x="6994345" y="1071172"/>
                  </a:lnTo>
                  <a:lnTo>
                    <a:pt x="6995013" y="1085894"/>
                  </a:lnTo>
                  <a:lnTo>
                    <a:pt x="6995681" y="1049703"/>
                  </a:lnTo>
                  <a:lnTo>
                    <a:pt x="6996349" y="1028929"/>
                  </a:lnTo>
                  <a:lnTo>
                    <a:pt x="6997017" y="945952"/>
                  </a:lnTo>
                  <a:lnTo>
                    <a:pt x="6997685" y="947860"/>
                  </a:lnTo>
                  <a:lnTo>
                    <a:pt x="6998353" y="955833"/>
                  </a:lnTo>
                  <a:lnTo>
                    <a:pt x="6999021" y="967877"/>
                  </a:lnTo>
                  <a:lnTo>
                    <a:pt x="6999689" y="977867"/>
                  </a:lnTo>
                  <a:lnTo>
                    <a:pt x="7000357" y="956389"/>
                  </a:lnTo>
                  <a:lnTo>
                    <a:pt x="7001025" y="948362"/>
                  </a:lnTo>
                  <a:lnTo>
                    <a:pt x="7001693" y="982114"/>
                  </a:lnTo>
                  <a:lnTo>
                    <a:pt x="7002361" y="971652"/>
                  </a:lnTo>
                  <a:lnTo>
                    <a:pt x="7003029" y="1038111"/>
                  </a:lnTo>
                  <a:lnTo>
                    <a:pt x="7003697" y="1007713"/>
                  </a:lnTo>
                  <a:lnTo>
                    <a:pt x="7004365" y="975993"/>
                  </a:lnTo>
                  <a:lnTo>
                    <a:pt x="7005033" y="974649"/>
                  </a:lnTo>
                  <a:lnTo>
                    <a:pt x="7005701" y="1019125"/>
                  </a:lnTo>
                  <a:lnTo>
                    <a:pt x="7006369" y="1014822"/>
                  </a:lnTo>
                  <a:lnTo>
                    <a:pt x="7007037" y="1037141"/>
                  </a:lnTo>
                  <a:lnTo>
                    <a:pt x="7007705" y="1097940"/>
                  </a:lnTo>
                  <a:lnTo>
                    <a:pt x="7008373" y="1096124"/>
                  </a:lnTo>
                  <a:lnTo>
                    <a:pt x="7009041" y="1070108"/>
                  </a:lnTo>
                  <a:lnTo>
                    <a:pt x="7009709" y="1036274"/>
                  </a:lnTo>
                  <a:lnTo>
                    <a:pt x="7010377" y="1059268"/>
                  </a:lnTo>
                  <a:lnTo>
                    <a:pt x="7011045" y="1091268"/>
                  </a:lnTo>
                  <a:lnTo>
                    <a:pt x="7011713" y="1092594"/>
                  </a:lnTo>
                  <a:lnTo>
                    <a:pt x="7012381" y="1118385"/>
                  </a:lnTo>
                  <a:lnTo>
                    <a:pt x="7013049" y="1066291"/>
                  </a:lnTo>
                  <a:lnTo>
                    <a:pt x="7013717" y="1156480"/>
                  </a:lnTo>
                  <a:lnTo>
                    <a:pt x="7014385" y="1181876"/>
                  </a:lnTo>
                  <a:lnTo>
                    <a:pt x="7015054" y="1142794"/>
                  </a:lnTo>
                  <a:lnTo>
                    <a:pt x="7015722" y="997944"/>
                  </a:lnTo>
                  <a:lnTo>
                    <a:pt x="7016390" y="1035777"/>
                  </a:lnTo>
                  <a:lnTo>
                    <a:pt x="7017058" y="1078425"/>
                  </a:lnTo>
                  <a:lnTo>
                    <a:pt x="7017726" y="1073544"/>
                  </a:lnTo>
                  <a:lnTo>
                    <a:pt x="7018394" y="1068700"/>
                  </a:lnTo>
                  <a:lnTo>
                    <a:pt x="7019062" y="1177312"/>
                  </a:lnTo>
                  <a:lnTo>
                    <a:pt x="7019730" y="1264340"/>
                  </a:lnTo>
                  <a:lnTo>
                    <a:pt x="7020398" y="1221912"/>
                  </a:lnTo>
                  <a:lnTo>
                    <a:pt x="7021066" y="1232220"/>
                  </a:lnTo>
                  <a:lnTo>
                    <a:pt x="7021734" y="1169224"/>
                  </a:lnTo>
                  <a:lnTo>
                    <a:pt x="7022402" y="1120120"/>
                  </a:lnTo>
                  <a:lnTo>
                    <a:pt x="7023070" y="1079431"/>
                  </a:lnTo>
                  <a:lnTo>
                    <a:pt x="7023738" y="1062314"/>
                  </a:lnTo>
                  <a:lnTo>
                    <a:pt x="7024406" y="1090567"/>
                  </a:lnTo>
                  <a:lnTo>
                    <a:pt x="7025074" y="1152866"/>
                  </a:lnTo>
                  <a:lnTo>
                    <a:pt x="7025742" y="1260413"/>
                  </a:lnTo>
                  <a:lnTo>
                    <a:pt x="7026410" y="1233793"/>
                  </a:lnTo>
                  <a:lnTo>
                    <a:pt x="7027078" y="1233793"/>
                  </a:lnTo>
                  <a:lnTo>
                    <a:pt x="7027746" y="1241867"/>
                  </a:lnTo>
                  <a:lnTo>
                    <a:pt x="7028414" y="1266716"/>
                  </a:lnTo>
                  <a:lnTo>
                    <a:pt x="7029082" y="1233793"/>
                  </a:lnTo>
                  <a:lnTo>
                    <a:pt x="7029750" y="1244370"/>
                  </a:lnTo>
                  <a:lnTo>
                    <a:pt x="7030418" y="1231163"/>
                  </a:lnTo>
                  <a:lnTo>
                    <a:pt x="7031086" y="1294212"/>
                  </a:lnTo>
                  <a:lnTo>
                    <a:pt x="7031754" y="1366104"/>
                  </a:lnTo>
                  <a:lnTo>
                    <a:pt x="7032422" y="1359775"/>
                  </a:lnTo>
                  <a:lnTo>
                    <a:pt x="7033090" y="1401615"/>
                  </a:lnTo>
                  <a:lnTo>
                    <a:pt x="7033758" y="1401615"/>
                  </a:lnTo>
                  <a:lnTo>
                    <a:pt x="7034426" y="1378747"/>
                  </a:lnTo>
                  <a:lnTo>
                    <a:pt x="7035094" y="1323433"/>
                  </a:lnTo>
                  <a:lnTo>
                    <a:pt x="7035762" y="1277973"/>
                  </a:lnTo>
                  <a:lnTo>
                    <a:pt x="7036430" y="1264403"/>
                  </a:lnTo>
                  <a:lnTo>
                    <a:pt x="7037098" y="1210346"/>
                  </a:lnTo>
                  <a:lnTo>
                    <a:pt x="7037766" y="1160579"/>
                  </a:lnTo>
                  <a:lnTo>
                    <a:pt x="7038434" y="1121028"/>
                  </a:lnTo>
                  <a:lnTo>
                    <a:pt x="7039102" y="968379"/>
                  </a:lnTo>
                  <a:lnTo>
                    <a:pt x="7039771" y="991819"/>
                  </a:lnTo>
                  <a:lnTo>
                    <a:pt x="7040439" y="939178"/>
                  </a:lnTo>
                  <a:lnTo>
                    <a:pt x="7041107" y="895727"/>
                  </a:lnTo>
                  <a:lnTo>
                    <a:pt x="7041775" y="974282"/>
                  </a:lnTo>
                  <a:lnTo>
                    <a:pt x="7042443" y="928655"/>
                  </a:lnTo>
                  <a:lnTo>
                    <a:pt x="7043111" y="1000859"/>
                  </a:lnTo>
                  <a:lnTo>
                    <a:pt x="7043779" y="1019260"/>
                  </a:lnTo>
                  <a:lnTo>
                    <a:pt x="7044447" y="1029391"/>
                  </a:lnTo>
                  <a:lnTo>
                    <a:pt x="7045115" y="1033031"/>
                  </a:lnTo>
                  <a:lnTo>
                    <a:pt x="7045783" y="1026209"/>
                  </a:lnTo>
                  <a:lnTo>
                    <a:pt x="7046451" y="1042703"/>
                  </a:lnTo>
                  <a:lnTo>
                    <a:pt x="7047119" y="1062498"/>
                  </a:lnTo>
                  <a:lnTo>
                    <a:pt x="7047787" y="1069718"/>
                  </a:lnTo>
                  <a:lnTo>
                    <a:pt x="7048455" y="1088880"/>
                  </a:lnTo>
                  <a:lnTo>
                    <a:pt x="7049123" y="1151703"/>
                  </a:lnTo>
                  <a:lnTo>
                    <a:pt x="7049791" y="1221350"/>
                  </a:lnTo>
                  <a:lnTo>
                    <a:pt x="7050459" y="1279040"/>
                  </a:lnTo>
                  <a:lnTo>
                    <a:pt x="7051127" y="1277361"/>
                  </a:lnTo>
                  <a:lnTo>
                    <a:pt x="7051795" y="1290994"/>
                  </a:lnTo>
                  <a:lnTo>
                    <a:pt x="7052463" y="1289293"/>
                  </a:lnTo>
                  <a:lnTo>
                    <a:pt x="7053131" y="1210346"/>
                  </a:lnTo>
                  <a:lnTo>
                    <a:pt x="7053799" y="1210346"/>
                  </a:lnTo>
                  <a:lnTo>
                    <a:pt x="7054467" y="1184444"/>
                  </a:lnTo>
                  <a:lnTo>
                    <a:pt x="7055135" y="1295074"/>
                  </a:lnTo>
                  <a:lnTo>
                    <a:pt x="7055803" y="1294883"/>
                  </a:lnTo>
                  <a:lnTo>
                    <a:pt x="7056471" y="1281298"/>
                  </a:lnTo>
                  <a:lnTo>
                    <a:pt x="7057139" y="1274612"/>
                  </a:lnTo>
                  <a:lnTo>
                    <a:pt x="7057807" y="1254962"/>
                  </a:lnTo>
                  <a:lnTo>
                    <a:pt x="7058475" y="1251745"/>
                  </a:lnTo>
                  <a:lnTo>
                    <a:pt x="7059143" y="1338501"/>
                  </a:lnTo>
                  <a:lnTo>
                    <a:pt x="7059811" y="1352845"/>
                  </a:lnTo>
                  <a:lnTo>
                    <a:pt x="7060479" y="1338326"/>
                  </a:lnTo>
                  <a:lnTo>
                    <a:pt x="7061147" y="1332328"/>
                  </a:lnTo>
                  <a:lnTo>
                    <a:pt x="7061815" y="1317572"/>
                  </a:lnTo>
                  <a:lnTo>
                    <a:pt x="7062483" y="1272510"/>
                  </a:lnTo>
                  <a:lnTo>
                    <a:pt x="7063151" y="1261723"/>
                  </a:lnTo>
                  <a:lnTo>
                    <a:pt x="7063820" y="1261723"/>
                  </a:lnTo>
                  <a:lnTo>
                    <a:pt x="7064488" y="1261723"/>
                  </a:lnTo>
                  <a:lnTo>
                    <a:pt x="7065156" y="1261723"/>
                  </a:lnTo>
                  <a:lnTo>
                    <a:pt x="7065824" y="1261723"/>
                  </a:lnTo>
                  <a:lnTo>
                    <a:pt x="7066492" y="1291837"/>
                  </a:lnTo>
                  <a:lnTo>
                    <a:pt x="7067160" y="1401437"/>
                  </a:lnTo>
                  <a:lnTo>
                    <a:pt x="7067828" y="1361838"/>
                  </a:lnTo>
                  <a:lnTo>
                    <a:pt x="7068496" y="1265373"/>
                  </a:lnTo>
                  <a:lnTo>
                    <a:pt x="7069164" y="1191752"/>
                  </a:lnTo>
                  <a:lnTo>
                    <a:pt x="7069832" y="1145708"/>
                  </a:lnTo>
                  <a:lnTo>
                    <a:pt x="7070500" y="1101604"/>
                  </a:lnTo>
                  <a:lnTo>
                    <a:pt x="7071168" y="1075069"/>
                  </a:lnTo>
                  <a:lnTo>
                    <a:pt x="7071836" y="1059268"/>
                  </a:lnTo>
                  <a:lnTo>
                    <a:pt x="7072504" y="1014075"/>
                  </a:lnTo>
                  <a:lnTo>
                    <a:pt x="7073172" y="922709"/>
                  </a:lnTo>
                  <a:lnTo>
                    <a:pt x="7073840" y="826249"/>
                  </a:lnTo>
                  <a:lnTo>
                    <a:pt x="7074508" y="743601"/>
                  </a:lnTo>
                  <a:lnTo>
                    <a:pt x="7075176" y="688747"/>
                  </a:lnTo>
                  <a:lnTo>
                    <a:pt x="7075844" y="652546"/>
                  </a:lnTo>
                  <a:lnTo>
                    <a:pt x="7076512" y="620245"/>
                  </a:lnTo>
                  <a:lnTo>
                    <a:pt x="7077180" y="538740"/>
                  </a:lnTo>
                  <a:lnTo>
                    <a:pt x="7077848" y="505081"/>
                  </a:lnTo>
                  <a:lnTo>
                    <a:pt x="7078516" y="434038"/>
                  </a:lnTo>
                  <a:lnTo>
                    <a:pt x="7079184" y="442169"/>
                  </a:lnTo>
                  <a:lnTo>
                    <a:pt x="7079852" y="430458"/>
                  </a:lnTo>
                  <a:lnTo>
                    <a:pt x="7080520" y="427785"/>
                  </a:lnTo>
                  <a:lnTo>
                    <a:pt x="7081188" y="505712"/>
                  </a:lnTo>
                  <a:lnTo>
                    <a:pt x="7081856" y="482590"/>
                  </a:lnTo>
                  <a:lnTo>
                    <a:pt x="7082524" y="502754"/>
                  </a:lnTo>
                  <a:lnTo>
                    <a:pt x="7083192" y="555199"/>
                  </a:lnTo>
                  <a:lnTo>
                    <a:pt x="7083860" y="619438"/>
                  </a:lnTo>
                  <a:lnTo>
                    <a:pt x="7084528" y="684001"/>
                  </a:lnTo>
                  <a:lnTo>
                    <a:pt x="7085196" y="722489"/>
                  </a:lnTo>
                  <a:lnTo>
                    <a:pt x="7085864" y="764715"/>
                  </a:lnTo>
                  <a:lnTo>
                    <a:pt x="7086532" y="833070"/>
                  </a:lnTo>
                  <a:lnTo>
                    <a:pt x="7087200" y="919563"/>
                  </a:lnTo>
                  <a:lnTo>
                    <a:pt x="7087868" y="1026931"/>
                  </a:lnTo>
                  <a:lnTo>
                    <a:pt x="7088537" y="1055378"/>
                  </a:lnTo>
                  <a:lnTo>
                    <a:pt x="7089205" y="1099523"/>
                  </a:lnTo>
                  <a:lnTo>
                    <a:pt x="7089873" y="1160491"/>
                  </a:lnTo>
                  <a:lnTo>
                    <a:pt x="7090541" y="1144698"/>
                  </a:lnTo>
                  <a:lnTo>
                    <a:pt x="7091209" y="1221063"/>
                  </a:lnTo>
                  <a:lnTo>
                    <a:pt x="7091877" y="1336996"/>
                  </a:lnTo>
                  <a:lnTo>
                    <a:pt x="7092545" y="1399425"/>
                  </a:lnTo>
                  <a:lnTo>
                    <a:pt x="7093213" y="1420472"/>
                  </a:lnTo>
                  <a:lnTo>
                    <a:pt x="7093881" y="1420472"/>
                  </a:lnTo>
                  <a:lnTo>
                    <a:pt x="7094549" y="1438553"/>
                  </a:lnTo>
                  <a:lnTo>
                    <a:pt x="7095217" y="1438553"/>
                  </a:lnTo>
                  <a:lnTo>
                    <a:pt x="7095885" y="1420472"/>
                  </a:lnTo>
                  <a:lnTo>
                    <a:pt x="7096553" y="1179004"/>
                  </a:lnTo>
                  <a:lnTo>
                    <a:pt x="7097221" y="1134720"/>
                  </a:lnTo>
                  <a:lnTo>
                    <a:pt x="7097889" y="1134720"/>
                  </a:lnTo>
                  <a:lnTo>
                    <a:pt x="7098557" y="1134720"/>
                  </a:lnTo>
                  <a:lnTo>
                    <a:pt x="7099225" y="1134720"/>
                  </a:lnTo>
                  <a:lnTo>
                    <a:pt x="7099893" y="1134720"/>
                  </a:lnTo>
                  <a:lnTo>
                    <a:pt x="7100561" y="1164834"/>
                  </a:lnTo>
                  <a:lnTo>
                    <a:pt x="7101229" y="1190569"/>
                  </a:lnTo>
                  <a:lnTo>
                    <a:pt x="7101897" y="1153719"/>
                  </a:lnTo>
                  <a:lnTo>
                    <a:pt x="7102565" y="1124110"/>
                  </a:lnTo>
                  <a:lnTo>
                    <a:pt x="7103233" y="1080880"/>
                  </a:lnTo>
                  <a:lnTo>
                    <a:pt x="7103901" y="980884"/>
                  </a:lnTo>
                  <a:lnTo>
                    <a:pt x="7104569" y="916845"/>
                  </a:lnTo>
                  <a:lnTo>
                    <a:pt x="7105237" y="901786"/>
                  </a:lnTo>
                  <a:lnTo>
                    <a:pt x="7105905" y="911156"/>
                  </a:lnTo>
                  <a:lnTo>
                    <a:pt x="7106573" y="987228"/>
                  </a:lnTo>
                  <a:lnTo>
                    <a:pt x="7107241" y="958142"/>
                  </a:lnTo>
                  <a:lnTo>
                    <a:pt x="7107909" y="872688"/>
                  </a:lnTo>
                  <a:lnTo>
                    <a:pt x="7108577" y="839765"/>
                  </a:lnTo>
                  <a:lnTo>
                    <a:pt x="7109245" y="824740"/>
                  </a:lnTo>
                  <a:lnTo>
                    <a:pt x="7109913" y="806842"/>
                  </a:lnTo>
                  <a:lnTo>
                    <a:pt x="7110581" y="806842"/>
                  </a:lnTo>
                  <a:lnTo>
                    <a:pt x="7111249" y="778589"/>
                  </a:lnTo>
                  <a:lnTo>
                    <a:pt x="7111917" y="811674"/>
                  </a:lnTo>
                  <a:lnTo>
                    <a:pt x="7112585" y="811674"/>
                  </a:lnTo>
                  <a:lnTo>
                    <a:pt x="7113254" y="777055"/>
                  </a:lnTo>
                  <a:lnTo>
                    <a:pt x="7113922" y="848266"/>
                  </a:lnTo>
                  <a:lnTo>
                    <a:pt x="7114590" y="890719"/>
                  </a:lnTo>
                  <a:lnTo>
                    <a:pt x="7115258" y="858619"/>
                  </a:lnTo>
                  <a:lnTo>
                    <a:pt x="7115926" y="839765"/>
                  </a:lnTo>
                  <a:lnTo>
                    <a:pt x="7116594" y="849980"/>
                  </a:lnTo>
                  <a:lnTo>
                    <a:pt x="7117262" y="903649"/>
                  </a:lnTo>
                  <a:lnTo>
                    <a:pt x="7117930" y="993636"/>
                  </a:lnTo>
                  <a:lnTo>
                    <a:pt x="7118598" y="1035777"/>
                  </a:lnTo>
                  <a:lnTo>
                    <a:pt x="7119266" y="1028936"/>
                  </a:lnTo>
                  <a:lnTo>
                    <a:pt x="7119934" y="1035777"/>
                  </a:lnTo>
                  <a:lnTo>
                    <a:pt x="7120602" y="1035777"/>
                  </a:lnTo>
                  <a:lnTo>
                    <a:pt x="7121270" y="1078425"/>
                  </a:lnTo>
                  <a:lnTo>
                    <a:pt x="7121938" y="1083344"/>
                  </a:lnTo>
                  <a:lnTo>
                    <a:pt x="7122606" y="1137400"/>
                  </a:lnTo>
                  <a:lnTo>
                    <a:pt x="7123274" y="1251745"/>
                  </a:lnTo>
                  <a:lnTo>
                    <a:pt x="7123942" y="1251745"/>
                  </a:lnTo>
                  <a:lnTo>
                    <a:pt x="7124610" y="1277947"/>
                  </a:lnTo>
                  <a:lnTo>
                    <a:pt x="7125278" y="1432131"/>
                  </a:lnTo>
                  <a:lnTo>
                    <a:pt x="7125946" y="1480680"/>
                  </a:lnTo>
                  <a:lnTo>
                    <a:pt x="7126614" y="1480680"/>
                  </a:lnTo>
                  <a:lnTo>
                    <a:pt x="7127282" y="1480680"/>
                  </a:lnTo>
                  <a:lnTo>
                    <a:pt x="7127950" y="1480680"/>
                  </a:lnTo>
                  <a:lnTo>
                    <a:pt x="7128618" y="1480680"/>
                  </a:lnTo>
                  <a:lnTo>
                    <a:pt x="7129286" y="1579762"/>
                  </a:lnTo>
                  <a:lnTo>
                    <a:pt x="7129954" y="1579762"/>
                  </a:lnTo>
                  <a:lnTo>
                    <a:pt x="7130622" y="1579762"/>
                  </a:lnTo>
                  <a:lnTo>
                    <a:pt x="7131290" y="1579762"/>
                  </a:lnTo>
                  <a:lnTo>
                    <a:pt x="7131958" y="1579762"/>
                  </a:lnTo>
                  <a:lnTo>
                    <a:pt x="7132626" y="1579762"/>
                  </a:lnTo>
                  <a:lnTo>
                    <a:pt x="7133294" y="1579762"/>
                  </a:lnTo>
                  <a:lnTo>
                    <a:pt x="7133962" y="1579762"/>
                  </a:lnTo>
                  <a:lnTo>
                    <a:pt x="7134630" y="1579762"/>
                  </a:lnTo>
                  <a:lnTo>
                    <a:pt x="7135298" y="1579762"/>
                  </a:lnTo>
                  <a:lnTo>
                    <a:pt x="7135966" y="1579762"/>
                  </a:lnTo>
                  <a:lnTo>
                    <a:pt x="7136634" y="1579762"/>
                  </a:lnTo>
                  <a:lnTo>
                    <a:pt x="7137303" y="1579762"/>
                  </a:lnTo>
                  <a:lnTo>
                    <a:pt x="7137971" y="1579762"/>
                  </a:lnTo>
                  <a:lnTo>
                    <a:pt x="7138639" y="1579762"/>
                  </a:lnTo>
                  <a:lnTo>
                    <a:pt x="7139307" y="1579762"/>
                  </a:lnTo>
                  <a:lnTo>
                    <a:pt x="7139975" y="1579762"/>
                  </a:lnTo>
                  <a:lnTo>
                    <a:pt x="7140643" y="1574648"/>
                  </a:lnTo>
                  <a:lnTo>
                    <a:pt x="7141311" y="1480680"/>
                  </a:lnTo>
                  <a:lnTo>
                    <a:pt x="7141979" y="1480680"/>
                  </a:lnTo>
                  <a:lnTo>
                    <a:pt x="7142647" y="1574648"/>
                  </a:lnTo>
                  <a:lnTo>
                    <a:pt x="7143315" y="1579762"/>
                  </a:lnTo>
                  <a:lnTo>
                    <a:pt x="7143983" y="1538225"/>
                  </a:lnTo>
                  <a:lnTo>
                    <a:pt x="7144651" y="1394998"/>
                  </a:lnTo>
                  <a:lnTo>
                    <a:pt x="7145319" y="1378747"/>
                  </a:lnTo>
                  <a:lnTo>
                    <a:pt x="7145987" y="1378747"/>
                  </a:lnTo>
                  <a:lnTo>
                    <a:pt x="7146655" y="1378747"/>
                  </a:lnTo>
                  <a:lnTo>
                    <a:pt x="7147323" y="1378747"/>
                  </a:lnTo>
                  <a:lnTo>
                    <a:pt x="7147991" y="1378747"/>
                  </a:lnTo>
                  <a:lnTo>
                    <a:pt x="7148659" y="1415058"/>
                  </a:lnTo>
                  <a:lnTo>
                    <a:pt x="7149327" y="1385198"/>
                  </a:lnTo>
                  <a:lnTo>
                    <a:pt x="7149995" y="1317572"/>
                  </a:lnTo>
                  <a:lnTo>
                    <a:pt x="7150663" y="1317572"/>
                  </a:lnTo>
                  <a:lnTo>
                    <a:pt x="7151331" y="1317572"/>
                  </a:lnTo>
                  <a:lnTo>
                    <a:pt x="7151999" y="1269796"/>
                  </a:lnTo>
                  <a:lnTo>
                    <a:pt x="7152667" y="1235820"/>
                  </a:lnTo>
                  <a:lnTo>
                    <a:pt x="7153335" y="1228688"/>
                  </a:lnTo>
                  <a:lnTo>
                    <a:pt x="7154003" y="1179004"/>
                  </a:lnTo>
                  <a:lnTo>
                    <a:pt x="7154671" y="1301785"/>
                  </a:lnTo>
                  <a:lnTo>
                    <a:pt x="7155339" y="1298325"/>
                  </a:lnTo>
                  <a:lnTo>
                    <a:pt x="7156007" y="1251745"/>
                  </a:lnTo>
                  <a:lnTo>
                    <a:pt x="7156675" y="1251745"/>
                  </a:lnTo>
                  <a:lnTo>
                    <a:pt x="7157343" y="1251745"/>
                  </a:lnTo>
                  <a:lnTo>
                    <a:pt x="7158011" y="1251745"/>
                  </a:lnTo>
                  <a:lnTo>
                    <a:pt x="7158679" y="1251745"/>
                  </a:lnTo>
                  <a:lnTo>
                    <a:pt x="7159347" y="1312279"/>
                  </a:lnTo>
                  <a:lnTo>
                    <a:pt x="7160015" y="1394971"/>
                  </a:lnTo>
                  <a:lnTo>
                    <a:pt x="7160683" y="1394971"/>
                  </a:lnTo>
                  <a:lnTo>
                    <a:pt x="7161351" y="1488940"/>
                  </a:lnTo>
                  <a:lnTo>
                    <a:pt x="7162020" y="1568171"/>
                  </a:lnTo>
                  <a:lnTo>
                    <a:pt x="7162688" y="1579762"/>
                  </a:lnTo>
                  <a:lnTo>
                    <a:pt x="7163356" y="1579762"/>
                  </a:lnTo>
                  <a:lnTo>
                    <a:pt x="7164024" y="1579762"/>
                  </a:lnTo>
                  <a:lnTo>
                    <a:pt x="7164692" y="1579762"/>
                  </a:lnTo>
                  <a:lnTo>
                    <a:pt x="7165360" y="1579762"/>
                  </a:lnTo>
                  <a:lnTo>
                    <a:pt x="7166028" y="1579762"/>
                  </a:lnTo>
                  <a:lnTo>
                    <a:pt x="7166696" y="1579762"/>
                  </a:lnTo>
                  <a:lnTo>
                    <a:pt x="7167364" y="1579762"/>
                  </a:lnTo>
                  <a:lnTo>
                    <a:pt x="7168032" y="1579762"/>
                  </a:lnTo>
                  <a:lnTo>
                    <a:pt x="7168700" y="1579762"/>
                  </a:lnTo>
                  <a:lnTo>
                    <a:pt x="7169368" y="1579762"/>
                  </a:lnTo>
                  <a:lnTo>
                    <a:pt x="7170036" y="1579762"/>
                  </a:lnTo>
                  <a:lnTo>
                    <a:pt x="7170704" y="1579762"/>
                  </a:lnTo>
                  <a:lnTo>
                    <a:pt x="7171372" y="1579762"/>
                  </a:lnTo>
                  <a:lnTo>
                    <a:pt x="7172040" y="1579762"/>
                  </a:lnTo>
                  <a:lnTo>
                    <a:pt x="7172708" y="1579623"/>
                  </a:lnTo>
                  <a:lnTo>
                    <a:pt x="7173376" y="1579623"/>
                  </a:lnTo>
                  <a:lnTo>
                    <a:pt x="7174044" y="1579623"/>
                  </a:lnTo>
                  <a:lnTo>
                    <a:pt x="7174712" y="1579623"/>
                  </a:lnTo>
                  <a:lnTo>
                    <a:pt x="7175380" y="1579623"/>
                  </a:lnTo>
                  <a:lnTo>
                    <a:pt x="7176048" y="1579623"/>
                  </a:lnTo>
                  <a:lnTo>
                    <a:pt x="7176716" y="1579623"/>
                  </a:lnTo>
                  <a:lnTo>
                    <a:pt x="7177384" y="1579623"/>
                  </a:lnTo>
                  <a:lnTo>
                    <a:pt x="7178052" y="1579623"/>
                  </a:lnTo>
                  <a:lnTo>
                    <a:pt x="7178720" y="1579623"/>
                  </a:lnTo>
                  <a:lnTo>
                    <a:pt x="7179388" y="1579623"/>
                  </a:lnTo>
                  <a:lnTo>
                    <a:pt x="7180056" y="1579623"/>
                  </a:lnTo>
                  <a:lnTo>
                    <a:pt x="7180724" y="1579623"/>
                  </a:lnTo>
                  <a:lnTo>
                    <a:pt x="7181392" y="1579623"/>
                  </a:lnTo>
                  <a:lnTo>
                    <a:pt x="7182060" y="1579623"/>
                  </a:lnTo>
                  <a:lnTo>
                    <a:pt x="7182728" y="1579623"/>
                  </a:lnTo>
                  <a:lnTo>
                    <a:pt x="7183396" y="1579623"/>
                  </a:lnTo>
                  <a:lnTo>
                    <a:pt x="7184064" y="1579623"/>
                  </a:lnTo>
                  <a:lnTo>
                    <a:pt x="7184732" y="1579623"/>
                  </a:lnTo>
                  <a:lnTo>
                    <a:pt x="7185400" y="1579623"/>
                  </a:lnTo>
                  <a:lnTo>
                    <a:pt x="7186068" y="1579623"/>
                  </a:lnTo>
                  <a:lnTo>
                    <a:pt x="7186737" y="1579623"/>
                  </a:lnTo>
                  <a:lnTo>
                    <a:pt x="7187405" y="1579623"/>
                  </a:lnTo>
                  <a:lnTo>
                    <a:pt x="7188073" y="1579623"/>
                  </a:lnTo>
                  <a:lnTo>
                    <a:pt x="7188741" y="1579623"/>
                  </a:lnTo>
                  <a:lnTo>
                    <a:pt x="7189409" y="1579623"/>
                  </a:lnTo>
                  <a:lnTo>
                    <a:pt x="7190077" y="1579623"/>
                  </a:lnTo>
                  <a:lnTo>
                    <a:pt x="7190745" y="1579623"/>
                  </a:lnTo>
                  <a:lnTo>
                    <a:pt x="7191413" y="1579623"/>
                  </a:lnTo>
                  <a:lnTo>
                    <a:pt x="7192081" y="1579623"/>
                  </a:lnTo>
                  <a:lnTo>
                    <a:pt x="7192749" y="1523328"/>
                  </a:lnTo>
                  <a:lnTo>
                    <a:pt x="7193417" y="1480680"/>
                  </a:lnTo>
                  <a:lnTo>
                    <a:pt x="7194085" y="1480680"/>
                  </a:lnTo>
                  <a:lnTo>
                    <a:pt x="7194753" y="1480680"/>
                  </a:lnTo>
                  <a:lnTo>
                    <a:pt x="7195421" y="1480680"/>
                  </a:lnTo>
                  <a:lnTo>
                    <a:pt x="7196089" y="1480680"/>
                  </a:lnTo>
                  <a:lnTo>
                    <a:pt x="7196757" y="1480680"/>
                  </a:lnTo>
                  <a:lnTo>
                    <a:pt x="7197425" y="1462598"/>
                  </a:lnTo>
                  <a:lnTo>
                    <a:pt x="7198093" y="1413531"/>
                  </a:lnTo>
                  <a:lnTo>
                    <a:pt x="7198761" y="1330764"/>
                  </a:lnTo>
                  <a:lnTo>
                    <a:pt x="7199429" y="1251113"/>
                  </a:lnTo>
                  <a:lnTo>
                    <a:pt x="7200097" y="1162780"/>
                  </a:lnTo>
                  <a:lnTo>
                    <a:pt x="7200765" y="1118496"/>
                  </a:lnTo>
                  <a:lnTo>
                    <a:pt x="7201433" y="1085145"/>
                  </a:lnTo>
                  <a:lnTo>
                    <a:pt x="7202101" y="1077071"/>
                  </a:lnTo>
                  <a:lnTo>
                    <a:pt x="7202769" y="1099523"/>
                  </a:lnTo>
                  <a:lnTo>
                    <a:pt x="7203437" y="1118496"/>
                  </a:lnTo>
                  <a:lnTo>
                    <a:pt x="7204105" y="1118496"/>
                  </a:lnTo>
                  <a:lnTo>
                    <a:pt x="7204773" y="1105785"/>
                  </a:lnTo>
                  <a:lnTo>
                    <a:pt x="7205441" y="1077071"/>
                  </a:lnTo>
                  <a:lnTo>
                    <a:pt x="7206109" y="1053442"/>
                  </a:lnTo>
                  <a:lnTo>
                    <a:pt x="7206777" y="1038159"/>
                  </a:lnTo>
                  <a:lnTo>
                    <a:pt x="7207445" y="1045755"/>
                  </a:lnTo>
                  <a:lnTo>
                    <a:pt x="7208113" y="1109558"/>
                  </a:lnTo>
                  <a:lnTo>
                    <a:pt x="7208781" y="1153128"/>
                  </a:lnTo>
                  <a:lnTo>
                    <a:pt x="7209449" y="1145508"/>
                  </a:lnTo>
                  <a:lnTo>
                    <a:pt x="7210117" y="1251745"/>
                  </a:lnTo>
                  <a:lnTo>
                    <a:pt x="7210785" y="1319371"/>
                  </a:lnTo>
                  <a:lnTo>
                    <a:pt x="7211454" y="1308762"/>
                  </a:lnTo>
                  <a:lnTo>
                    <a:pt x="7212122" y="1319371"/>
                  </a:lnTo>
                  <a:lnTo>
                    <a:pt x="7212790" y="1319371"/>
                  </a:lnTo>
                  <a:lnTo>
                    <a:pt x="7213458" y="1319371"/>
                  </a:lnTo>
                  <a:lnTo>
                    <a:pt x="7214126" y="1319371"/>
                  </a:lnTo>
                  <a:lnTo>
                    <a:pt x="7214794" y="1341131"/>
                  </a:lnTo>
                  <a:lnTo>
                    <a:pt x="7215462" y="1394971"/>
                  </a:lnTo>
                  <a:lnTo>
                    <a:pt x="7216130" y="1398996"/>
                  </a:lnTo>
                  <a:lnTo>
                    <a:pt x="7216798" y="1319371"/>
                  </a:lnTo>
                  <a:lnTo>
                    <a:pt x="7217466" y="1319371"/>
                  </a:lnTo>
                  <a:lnTo>
                    <a:pt x="7218134" y="1319371"/>
                  </a:lnTo>
                  <a:lnTo>
                    <a:pt x="7218802" y="1319371"/>
                  </a:lnTo>
                  <a:lnTo>
                    <a:pt x="7219470" y="1319371"/>
                  </a:lnTo>
                  <a:lnTo>
                    <a:pt x="7220138" y="1301785"/>
                  </a:lnTo>
                  <a:lnTo>
                    <a:pt x="7220806" y="1239034"/>
                  </a:lnTo>
                  <a:lnTo>
                    <a:pt x="7221474" y="1159252"/>
                  </a:lnTo>
                  <a:lnTo>
                    <a:pt x="7222142" y="1254921"/>
                  </a:lnTo>
                  <a:lnTo>
                    <a:pt x="7222810" y="1261723"/>
                  </a:lnTo>
                  <a:lnTo>
                    <a:pt x="7223478" y="1350413"/>
                  </a:lnTo>
                  <a:lnTo>
                    <a:pt x="7224146" y="1370452"/>
                  </a:lnTo>
                  <a:lnTo>
                    <a:pt x="7224814" y="1338107"/>
                  </a:lnTo>
                  <a:lnTo>
                    <a:pt x="7225482" y="1217682"/>
                  </a:lnTo>
                  <a:lnTo>
                    <a:pt x="7226150" y="1210409"/>
                  </a:lnTo>
                  <a:lnTo>
                    <a:pt x="7226818" y="1261188"/>
                  </a:lnTo>
                  <a:lnTo>
                    <a:pt x="7227486" y="1239428"/>
                  </a:lnTo>
                  <a:lnTo>
                    <a:pt x="7228154" y="1239428"/>
                  </a:lnTo>
                  <a:lnTo>
                    <a:pt x="7228822" y="1239428"/>
                  </a:lnTo>
                  <a:lnTo>
                    <a:pt x="7229490" y="1216658"/>
                  </a:lnTo>
                  <a:lnTo>
                    <a:pt x="7230158" y="1213226"/>
                  </a:lnTo>
                  <a:lnTo>
                    <a:pt x="7230826" y="1230574"/>
                  </a:lnTo>
                  <a:lnTo>
                    <a:pt x="7231494" y="1295277"/>
                  </a:lnTo>
                  <a:lnTo>
                    <a:pt x="7232162" y="1315028"/>
                  </a:lnTo>
                  <a:lnTo>
                    <a:pt x="7232830" y="1278006"/>
                  </a:lnTo>
                  <a:lnTo>
                    <a:pt x="7233498" y="1238119"/>
                  </a:lnTo>
                  <a:lnTo>
                    <a:pt x="7234166" y="1229794"/>
                  </a:lnTo>
                  <a:lnTo>
                    <a:pt x="7234834" y="1258326"/>
                  </a:lnTo>
                  <a:lnTo>
                    <a:pt x="7235503" y="1446986"/>
                  </a:lnTo>
                  <a:lnTo>
                    <a:pt x="7236171" y="1424010"/>
                  </a:lnTo>
                  <a:lnTo>
                    <a:pt x="7236839" y="1341347"/>
                  </a:lnTo>
                  <a:lnTo>
                    <a:pt x="7237507" y="1378747"/>
                  </a:lnTo>
                  <a:lnTo>
                    <a:pt x="7238175" y="1341347"/>
                  </a:lnTo>
                  <a:lnTo>
                    <a:pt x="7238843" y="1261723"/>
                  </a:lnTo>
                  <a:lnTo>
                    <a:pt x="7239511" y="1297467"/>
                  </a:lnTo>
                  <a:lnTo>
                    <a:pt x="7240179" y="1317572"/>
                  </a:lnTo>
                  <a:lnTo>
                    <a:pt x="7240847" y="1344382"/>
                  </a:lnTo>
                  <a:lnTo>
                    <a:pt x="7241515" y="1378747"/>
                  </a:lnTo>
                  <a:lnTo>
                    <a:pt x="7242183" y="1352845"/>
                  </a:lnTo>
                  <a:lnTo>
                    <a:pt x="7242851" y="1278242"/>
                  </a:lnTo>
                  <a:lnTo>
                    <a:pt x="7243519" y="1090793"/>
                  </a:lnTo>
                  <a:lnTo>
                    <a:pt x="7244187" y="1083344"/>
                  </a:lnTo>
                  <a:lnTo>
                    <a:pt x="7244855" y="1083344"/>
                  </a:lnTo>
                  <a:lnTo>
                    <a:pt x="7245523" y="1083344"/>
                  </a:lnTo>
                  <a:lnTo>
                    <a:pt x="7246191" y="1083344"/>
                  </a:lnTo>
                  <a:lnTo>
                    <a:pt x="7246859" y="1134720"/>
                  </a:lnTo>
                  <a:lnTo>
                    <a:pt x="7247527" y="1134720"/>
                  </a:lnTo>
                  <a:lnTo>
                    <a:pt x="7248195" y="1167643"/>
                  </a:lnTo>
                  <a:lnTo>
                    <a:pt x="7248863" y="1251745"/>
                  </a:lnTo>
                  <a:lnTo>
                    <a:pt x="7249531" y="1251745"/>
                  </a:lnTo>
                  <a:lnTo>
                    <a:pt x="7250199" y="1223492"/>
                  </a:lnTo>
                  <a:lnTo>
                    <a:pt x="7250867" y="1179004"/>
                  </a:lnTo>
                  <a:lnTo>
                    <a:pt x="7251535" y="1134720"/>
                  </a:lnTo>
                  <a:lnTo>
                    <a:pt x="7252203" y="1134720"/>
                  </a:lnTo>
                  <a:lnTo>
                    <a:pt x="7252871" y="1199382"/>
                  </a:lnTo>
                  <a:lnTo>
                    <a:pt x="7253539" y="1156480"/>
                  </a:lnTo>
                  <a:lnTo>
                    <a:pt x="7254207" y="1083344"/>
                  </a:lnTo>
                  <a:lnTo>
                    <a:pt x="7254875" y="1024416"/>
                  </a:lnTo>
                  <a:lnTo>
                    <a:pt x="7255543" y="930317"/>
                  </a:lnTo>
                  <a:lnTo>
                    <a:pt x="7256211" y="911156"/>
                  </a:lnTo>
                  <a:lnTo>
                    <a:pt x="7256879" y="911156"/>
                  </a:lnTo>
                  <a:lnTo>
                    <a:pt x="7257547" y="911156"/>
                  </a:lnTo>
                  <a:lnTo>
                    <a:pt x="7258215" y="911156"/>
                  </a:lnTo>
                  <a:lnTo>
                    <a:pt x="7258883" y="911156"/>
                  </a:lnTo>
                  <a:lnTo>
                    <a:pt x="7259551" y="911156"/>
                  </a:lnTo>
                  <a:lnTo>
                    <a:pt x="7260220" y="926439"/>
                  </a:lnTo>
                  <a:lnTo>
                    <a:pt x="7260888" y="890719"/>
                  </a:lnTo>
                  <a:lnTo>
                    <a:pt x="7261556" y="869142"/>
                  </a:lnTo>
                  <a:lnTo>
                    <a:pt x="7262224" y="839765"/>
                  </a:lnTo>
                  <a:lnTo>
                    <a:pt x="7262892" y="844852"/>
                  </a:lnTo>
                  <a:lnTo>
                    <a:pt x="7263560" y="990405"/>
                  </a:lnTo>
                  <a:lnTo>
                    <a:pt x="7264228" y="1051169"/>
                  </a:lnTo>
                  <a:lnTo>
                    <a:pt x="7264896" y="1122482"/>
                  </a:lnTo>
                  <a:lnTo>
                    <a:pt x="7265564" y="1235521"/>
                  </a:lnTo>
                  <a:lnTo>
                    <a:pt x="7266232" y="1261723"/>
                  </a:lnTo>
                  <a:lnTo>
                    <a:pt x="7266900" y="1261723"/>
                  </a:lnTo>
                  <a:lnTo>
                    <a:pt x="7267568" y="1330360"/>
                  </a:lnTo>
                  <a:lnTo>
                    <a:pt x="7268236" y="1345588"/>
                  </a:lnTo>
                  <a:lnTo>
                    <a:pt x="7268904" y="1350413"/>
                  </a:lnTo>
                  <a:lnTo>
                    <a:pt x="7269572" y="1308988"/>
                  </a:lnTo>
                  <a:lnTo>
                    <a:pt x="7270240" y="1301510"/>
                  </a:lnTo>
                  <a:lnTo>
                    <a:pt x="7270908" y="1391837"/>
                  </a:lnTo>
                  <a:lnTo>
                    <a:pt x="7271576" y="1477138"/>
                  </a:lnTo>
                  <a:lnTo>
                    <a:pt x="7272244" y="1535064"/>
                  </a:lnTo>
                  <a:lnTo>
                    <a:pt x="7272912" y="1579762"/>
                  </a:lnTo>
                  <a:lnTo>
                    <a:pt x="7273580" y="1579762"/>
                  </a:lnTo>
                  <a:lnTo>
                    <a:pt x="7274248" y="1579762"/>
                  </a:lnTo>
                  <a:lnTo>
                    <a:pt x="7274916" y="1579762"/>
                  </a:lnTo>
                  <a:lnTo>
                    <a:pt x="7275584" y="1538225"/>
                  </a:lnTo>
                  <a:lnTo>
                    <a:pt x="7276252" y="1521974"/>
                  </a:lnTo>
                  <a:lnTo>
                    <a:pt x="7276920" y="1521974"/>
                  </a:lnTo>
                  <a:lnTo>
                    <a:pt x="7277588" y="1476321"/>
                  </a:lnTo>
                  <a:lnTo>
                    <a:pt x="7278256" y="1409955"/>
                  </a:lnTo>
                  <a:lnTo>
                    <a:pt x="7278924" y="1315815"/>
                  </a:lnTo>
                  <a:lnTo>
                    <a:pt x="7279592" y="1395847"/>
                  </a:lnTo>
                  <a:lnTo>
                    <a:pt x="7280260" y="1420472"/>
                  </a:lnTo>
                  <a:lnTo>
                    <a:pt x="7280928" y="1329349"/>
                  </a:lnTo>
                  <a:lnTo>
                    <a:pt x="7281596" y="1256396"/>
                  </a:lnTo>
                  <a:lnTo>
                    <a:pt x="7282264" y="1210346"/>
                  </a:lnTo>
                  <a:lnTo>
                    <a:pt x="7282932" y="1294212"/>
                  </a:lnTo>
                  <a:lnTo>
                    <a:pt x="7283600" y="1258210"/>
                  </a:lnTo>
                  <a:lnTo>
                    <a:pt x="7284268" y="1246645"/>
                  </a:lnTo>
                  <a:lnTo>
                    <a:pt x="7284937" y="1246645"/>
                  </a:lnTo>
                  <a:lnTo>
                    <a:pt x="7285605" y="1284412"/>
                  </a:lnTo>
                  <a:lnTo>
                    <a:pt x="7286273" y="1294212"/>
                  </a:lnTo>
                  <a:lnTo>
                    <a:pt x="7286941" y="1260548"/>
                  </a:lnTo>
                  <a:lnTo>
                    <a:pt x="7287609" y="1258210"/>
                  </a:lnTo>
                  <a:lnTo>
                    <a:pt x="7288277" y="1294212"/>
                  </a:lnTo>
                  <a:lnTo>
                    <a:pt x="7288945" y="1301510"/>
                  </a:lnTo>
                  <a:lnTo>
                    <a:pt x="7289613" y="1345588"/>
                  </a:lnTo>
                  <a:lnTo>
                    <a:pt x="7290281" y="1345588"/>
                  </a:lnTo>
                  <a:lnTo>
                    <a:pt x="7290949" y="1366037"/>
                  </a:lnTo>
                  <a:lnTo>
                    <a:pt x="7291617" y="1453546"/>
                  </a:lnTo>
                  <a:lnTo>
                    <a:pt x="7292285" y="1515173"/>
                  </a:lnTo>
                  <a:lnTo>
                    <a:pt x="7292953" y="1496072"/>
                  </a:lnTo>
                  <a:lnTo>
                    <a:pt x="7293621" y="1559257"/>
                  </a:lnTo>
                  <a:lnTo>
                    <a:pt x="7294289" y="1579762"/>
                  </a:lnTo>
                  <a:lnTo>
                    <a:pt x="7294957" y="1579762"/>
                  </a:lnTo>
                  <a:lnTo>
                    <a:pt x="7295625" y="1579762"/>
                  </a:lnTo>
                  <a:lnTo>
                    <a:pt x="7296293" y="1579762"/>
                  </a:lnTo>
                  <a:lnTo>
                    <a:pt x="7296961" y="1579762"/>
                  </a:lnTo>
                  <a:lnTo>
                    <a:pt x="7297629" y="1579762"/>
                  </a:lnTo>
                  <a:lnTo>
                    <a:pt x="7298297" y="1579762"/>
                  </a:lnTo>
                  <a:lnTo>
                    <a:pt x="7298965" y="1579623"/>
                  </a:lnTo>
                  <a:lnTo>
                    <a:pt x="7299633" y="1579762"/>
                  </a:lnTo>
                  <a:lnTo>
                    <a:pt x="7300301" y="1568171"/>
                  </a:lnTo>
                  <a:lnTo>
                    <a:pt x="7300969" y="1521974"/>
                  </a:lnTo>
                  <a:lnTo>
                    <a:pt x="7301637" y="1521974"/>
                  </a:lnTo>
                  <a:lnTo>
                    <a:pt x="7302305" y="1521974"/>
                  </a:lnTo>
                  <a:lnTo>
                    <a:pt x="7302973" y="1521974"/>
                  </a:lnTo>
                  <a:lnTo>
                    <a:pt x="7303641" y="1521974"/>
                  </a:lnTo>
                  <a:lnTo>
                    <a:pt x="7304309" y="1521974"/>
                  </a:lnTo>
                  <a:lnTo>
                    <a:pt x="7304977" y="1521974"/>
                  </a:lnTo>
                  <a:lnTo>
                    <a:pt x="7305645" y="1521974"/>
                  </a:lnTo>
                  <a:lnTo>
                    <a:pt x="7306313" y="1521974"/>
                  </a:lnTo>
                  <a:lnTo>
                    <a:pt x="7306981" y="1521974"/>
                  </a:lnTo>
                  <a:lnTo>
                    <a:pt x="7307649" y="1521974"/>
                  </a:lnTo>
                  <a:lnTo>
                    <a:pt x="7308317" y="1521974"/>
                  </a:lnTo>
                  <a:lnTo>
                    <a:pt x="7308985" y="1521974"/>
                  </a:lnTo>
                  <a:lnTo>
                    <a:pt x="7309654" y="1531423"/>
                  </a:lnTo>
                  <a:lnTo>
                    <a:pt x="7310322" y="1579762"/>
                  </a:lnTo>
                  <a:lnTo>
                    <a:pt x="7310990" y="1579623"/>
                  </a:lnTo>
                  <a:lnTo>
                    <a:pt x="7311658" y="1579623"/>
                  </a:lnTo>
                  <a:lnTo>
                    <a:pt x="7312326" y="1579623"/>
                  </a:lnTo>
                  <a:lnTo>
                    <a:pt x="7312994" y="1579623"/>
                  </a:lnTo>
                  <a:lnTo>
                    <a:pt x="7313662" y="1579623"/>
                  </a:lnTo>
                  <a:lnTo>
                    <a:pt x="7314330" y="1579623"/>
                  </a:lnTo>
                  <a:lnTo>
                    <a:pt x="7314998" y="1579623"/>
                  </a:lnTo>
                  <a:lnTo>
                    <a:pt x="7315666" y="1579623"/>
                  </a:lnTo>
                  <a:lnTo>
                    <a:pt x="7316334" y="1579623"/>
                  </a:lnTo>
                  <a:lnTo>
                    <a:pt x="7317002" y="1579623"/>
                  </a:lnTo>
                  <a:lnTo>
                    <a:pt x="7317670" y="1579623"/>
                  </a:lnTo>
                  <a:lnTo>
                    <a:pt x="7318338" y="1579623"/>
                  </a:lnTo>
                  <a:lnTo>
                    <a:pt x="7319006" y="1579623"/>
                  </a:lnTo>
                  <a:lnTo>
                    <a:pt x="7319674" y="1579623"/>
                  </a:lnTo>
                  <a:lnTo>
                    <a:pt x="7320342" y="1579623"/>
                  </a:lnTo>
                  <a:lnTo>
                    <a:pt x="7321010" y="1579623"/>
                  </a:lnTo>
                  <a:lnTo>
                    <a:pt x="7321678" y="1579623"/>
                  </a:lnTo>
                  <a:lnTo>
                    <a:pt x="7322346" y="1579623"/>
                  </a:lnTo>
                  <a:lnTo>
                    <a:pt x="7323014" y="1579623"/>
                  </a:lnTo>
                  <a:lnTo>
                    <a:pt x="7323682" y="1579623"/>
                  </a:lnTo>
                  <a:lnTo>
                    <a:pt x="7324350" y="1579623"/>
                  </a:lnTo>
                  <a:lnTo>
                    <a:pt x="7325018" y="1579623"/>
                  </a:lnTo>
                  <a:lnTo>
                    <a:pt x="7325686" y="1579623"/>
                  </a:lnTo>
                  <a:lnTo>
                    <a:pt x="7326354" y="1494583"/>
                  </a:lnTo>
                  <a:lnTo>
                    <a:pt x="7327022" y="1480680"/>
                  </a:lnTo>
                  <a:lnTo>
                    <a:pt x="7327690" y="1476111"/>
                  </a:lnTo>
                  <a:lnTo>
                    <a:pt x="7328358" y="1390972"/>
                  </a:lnTo>
                  <a:lnTo>
                    <a:pt x="7329026" y="1308762"/>
                  </a:lnTo>
                  <a:lnTo>
                    <a:pt x="7329694" y="1248543"/>
                  </a:lnTo>
                  <a:lnTo>
                    <a:pt x="7330362" y="1190569"/>
                  </a:lnTo>
                  <a:lnTo>
                    <a:pt x="7331030" y="1190569"/>
                  </a:lnTo>
                  <a:lnTo>
                    <a:pt x="7331698" y="1190569"/>
                  </a:lnTo>
                  <a:lnTo>
                    <a:pt x="7332366" y="1190569"/>
                  </a:lnTo>
                  <a:lnTo>
                    <a:pt x="7333034" y="1137400"/>
                  </a:lnTo>
                  <a:lnTo>
                    <a:pt x="7333703" y="1134720"/>
                  </a:lnTo>
                  <a:lnTo>
                    <a:pt x="7334371" y="1134720"/>
                  </a:lnTo>
                  <a:lnTo>
                    <a:pt x="7335039" y="1134720"/>
                  </a:lnTo>
                  <a:lnTo>
                    <a:pt x="7335707" y="1134720"/>
                  </a:lnTo>
                  <a:lnTo>
                    <a:pt x="7336375" y="1181876"/>
                  </a:lnTo>
                  <a:lnTo>
                    <a:pt x="7337043" y="1190569"/>
                  </a:lnTo>
                  <a:lnTo>
                    <a:pt x="7337711" y="1179003"/>
                  </a:lnTo>
                  <a:lnTo>
                    <a:pt x="7338379" y="1193493"/>
                  </a:lnTo>
                  <a:lnTo>
                    <a:pt x="7339047" y="1261445"/>
                  </a:lnTo>
                  <a:lnTo>
                    <a:pt x="7339715" y="1322947"/>
                  </a:lnTo>
                  <a:lnTo>
                    <a:pt x="7340383" y="1394971"/>
                  </a:lnTo>
                  <a:lnTo>
                    <a:pt x="7341051" y="1394971"/>
                  </a:lnTo>
                  <a:lnTo>
                    <a:pt x="7341719" y="1394971"/>
                  </a:lnTo>
                  <a:lnTo>
                    <a:pt x="7342387" y="1394971"/>
                  </a:lnTo>
                  <a:lnTo>
                    <a:pt x="7343055" y="1453745"/>
                  </a:lnTo>
                  <a:lnTo>
                    <a:pt x="7343723" y="1341131"/>
                  </a:lnTo>
                  <a:lnTo>
                    <a:pt x="7344391" y="1319371"/>
                  </a:lnTo>
                  <a:lnTo>
                    <a:pt x="7345059" y="1319371"/>
                  </a:lnTo>
                  <a:lnTo>
                    <a:pt x="7345727" y="1319371"/>
                  </a:lnTo>
                  <a:lnTo>
                    <a:pt x="7346395" y="1319371"/>
                  </a:lnTo>
                  <a:lnTo>
                    <a:pt x="7347063" y="1305264"/>
                  </a:lnTo>
                  <a:lnTo>
                    <a:pt x="7347731" y="1264712"/>
                  </a:lnTo>
                  <a:lnTo>
                    <a:pt x="7348399" y="1251745"/>
                  </a:lnTo>
                  <a:lnTo>
                    <a:pt x="7349067" y="1251745"/>
                  </a:lnTo>
                  <a:lnTo>
                    <a:pt x="7349735" y="1251745"/>
                  </a:lnTo>
                  <a:lnTo>
                    <a:pt x="7350403" y="1251745"/>
                  </a:lnTo>
                  <a:lnTo>
                    <a:pt x="7351071" y="1235895"/>
                  </a:lnTo>
                  <a:lnTo>
                    <a:pt x="7351739" y="1181876"/>
                  </a:lnTo>
                  <a:lnTo>
                    <a:pt x="7352407" y="1085817"/>
                  </a:lnTo>
                  <a:lnTo>
                    <a:pt x="7353075" y="1095807"/>
                  </a:lnTo>
                  <a:lnTo>
                    <a:pt x="7353743" y="1132051"/>
                  </a:lnTo>
                  <a:lnTo>
                    <a:pt x="7354411" y="1134720"/>
                  </a:lnTo>
                  <a:lnTo>
                    <a:pt x="7355079" y="1228688"/>
                  </a:lnTo>
                  <a:lnTo>
                    <a:pt x="7355747" y="1235820"/>
                  </a:lnTo>
                  <a:lnTo>
                    <a:pt x="7356415" y="1261722"/>
                  </a:lnTo>
                  <a:lnTo>
                    <a:pt x="7357083" y="1248488"/>
                  </a:lnTo>
                  <a:lnTo>
                    <a:pt x="7357751" y="1212820"/>
                  </a:lnTo>
                  <a:lnTo>
                    <a:pt x="7358420" y="1261723"/>
                  </a:lnTo>
                  <a:lnTo>
                    <a:pt x="7359088" y="1212820"/>
                  </a:lnTo>
                  <a:lnTo>
                    <a:pt x="7359756" y="1210346"/>
                  </a:lnTo>
                  <a:lnTo>
                    <a:pt x="7360424" y="1210346"/>
                  </a:lnTo>
                  <a:lnTo>
                    <a:pt x="7361092" y="1222810"/>
                  </a:lnTo>
                  <a:lnTo>
                    <a:pt x="7361760" y="1269796"/>
                  </a:lnTo>
                  <a:lnTo>
                    <a:pt x="7362428" y="1444183"/>
                  </a:lnTo>
                  <a:lnTo>
                    <a:pt x="7363096" y="1462612"/>
                  </a:lnTo>
                  <a:lnTo>
                    <a:pt x="7363764" y="1482163"/>
                  </a:lnTo>
                  <a:lnTo>
                    <a:pt x="7364432" y="1467438"/>
                  </a:lnTo>
                  <a:lnTo>
                    <a:pt x="7365100" y="1416193"/>
                  </a:lnTo>
                  <a:lnTo>
                    <a:pt x="7365768" y="1386209"/>
                  </a:lnTo>
                  <a:lnTo>
                    <a:pt x="7366436" y="1317572"/>
                  </a:lnTo>
                  <a:lnTo>
                    <a:pt x="7367104" y="1344382"/>
                  </a:lnTo>
                  <a:lnTo>
                    <a:pt x="7367772" y="1446374"/>
                  </a:lnTo>
                  <a:lnTo>
                    <a:pt x="7368440" y="1446374"/>
                  </a:lnTo>
                  <a:lnTo>
                    <a:pt x="7369108" y="1517975"/>
                  </a:lnTo>
                  <a:lnTo>
                    <a:pt x="7369776" y="1521974"/>
                  </a:lnTo>
                  <a:lnTo>
                    <a:pt x="7370444" y="1521974"/>
                  </a:lnTo>
                  <a:lnTo>
                    <a:pt x="7371112" y="1521974"/>
                  </a:lnTo>
                  <a:lnTo>
                    <a:pt x="7371780" y="1494490"/>
                  </a:lnTo>
                  <a:lnTo>
                    <a:pt x="7372448" y="1375713"/>
                  </a:lnTo>
                  <a:lnTo>
                    <a:pt x="7373116" y="1263138"/>
                  </a:lnTo>
                  <a:lnTo>
                    <a:pt x="7373784" y="1246009"/>
                  </a:lnTo>
                  <a:lnTo>
                    <a:pt x="7374452" y="1159252"/>
                  </a:lnTo>
                  <a:lnTo>
                    <a:pt x="7375120" y="1176145"/>
                  </a:lnTo>
                  <a:lnTo>
                    <a:pt x="7375788" y="1190569"/>
                  </a:lnTo>
                  <a:lnTo>
                    <a:pt x="7376456" y="1190569"/>
                  </a:lnTo>
                  <a:lnTo>
                    <a:pt x="7377124" y="1190569"/>
                  </a:lnTo>
                  <a:lnTo>
                    <a:pt x="7377792" y="1176145"/>
                  </a:lnTo>
                  <a:lnTo>
                    <a:pt x="7378460" y="1052027"/>
                  </a:lnTo>
                  <a:lnTo>
                    <a:pt x="7379128" y="936179"/>
                  </a:lnTo>
                  <a:lnTo>
                    <a:pt x="7379796" y="911156"/>
                  </a:lnTo>
                  <a:lnTo>
                    <a:pt x="7380464" y="911156"/>
                  </a:lnTo>
                  <a:lnTo>
                    <a:pt x="7381132" y="905517"/>
                  </a:lnTo>
                  <a:lnTo>
                    <a:pt x="7381800" y="863859"/>
                  </a:lnTo>
                  <a:lnTo>
                    <a:pt x="7382468" y="898075"/>
                  </a:lnTo>
                  <a:lnTo>
                    <a:pt x="7383137" y="960177"/>
                  </a:lnTo>
                  <a:lnTo>
                    <a:pt x="7383805" y="869142"/>
                  </a:lnTo>
                  <a:lnTo>
                    <a:pt x="7384473" y="795706"/>
                  </a:lnTo>
                  <a:lnTo>
                    <a:pt x="7385141" y="775525"/>
                  </a:lnTo>
                  <a:lnTo>
                    <a:pt x="7385809" y="736973"/>
                  </a:lnTo>
                  <a:lnTo>
                    <a:pt x="7386477" y="738308"/>
                  </a:lnTo>
                  <a:lnTo>
                    <a:pt x="7387145" y="693143"/>
                  </a:lnTo>
                  <a:lnTo>
                    <a:pt x="7387813" y="618279"/>
                  </a:lnTo>
                  <a:lnTo>
                    <a:pt x="7388481" y="630166"/>
                  </a:lnTo>
                  <a:lnTo>
                    <a:pt x="7389149" y="634177"/>
                  </a:lnTo>
                  <a:lnTo>
                    <a:pt x="7389817" y="619261"/>
                  </a:lnTo>
                  <a:lnTo>
                    <a:pt x="7390485" y="593256"/>
                  </a:lnTo>
                  <a:lnTo>
                    <a:pt x="7391153" y="679959"/>
                  </a:lnTo>
                  <a:lnTo>
                    <a:pt x="7391821" y="708060"/>
                  </a:lnTo>
                  <a:lnTo>
                    <a:pt x="7392489" y="682891"/>
                  </a:lnTo>
                  <a:lnTo>
                    <a:pt x="7393157" y="710827"/>
                  </a:lnTo>
                  <a:lnTo>
                    <a:pt x="7393825" y="752816"/>
                  </a:lnTo>
                  <a:lnTo>
                    <a:pt x="7394493" y="778939"/>
                  </a:lnTo>
                  <a:lnTo>
                    <a:pt x="7395161" y="752816"/>
                  </a:lnTo>
                  <a:lnTo>
                    <a:pt x="7395829" y="774020"/>
                  </a:lnTo>
                  <a:lnTo>
                    <a:pt x="7396497" y="829813"/>
                  </a:lnTo>
                  <a:lnTo>
                    <a:pt x="7397165" y="832291"/>
                  </a:lnTo>
                  <a:lnTo>
                    <a:pt x="7397833" y="931433"/>
                  </a:lnTo>
                  <a:lnTo>
                    <a:pt x="7398501" y="927270"/>
                  </a:lnTo>
                  <a:lnTo>
                    <a:pt x="7399169" y="954106"/>
                  </a:lnTo>
                  <a:lnTo>
                    <a:pt x="7399837" y="1017687"/>
                  </a:lnTo>
                  <a:lnTo>
                    <a:pt x="7400505" y="1059250"/>
                  </a:lnTo>
                  <a:lnTo>
                    <a:pt x="7401173" y="1033680"/>
                  </a:lnTo>
                  <a:lnTo>
                    <a:pt x="7401841" y="941254"/>
                  </a:lnTo>
                  <a:lnTo>
                    <a:pt x="7402509" y="983622"/>
                  </a:lnTo>
                  <a:lnTo>
                    <a:pt x="7403177" y="1027410"/>
                  </a:lnTo>
                  <a:lnTo>
                    <a:pt x="7403845" y="966768"/>
                  </a:lnTo>
                  <a:lnTo>
                    <a:pt x="7404513" y="1015895"/>
                  </a:lnTo>
                  <a:lnTo>
                    <a:pt x="7405181" y="1081095"/>
                  </a:lnTo>
                  <a:lnTo>
                    <a:pt x="7405849" y="1047668"/>
                  </a:lnTo>
                  <a:lnTo>
                    <a:pt x="7406517" y="1077071"/>
                  </a:lnTo>
                  <a:lnTo>
                    <a:pt x="7407185" y="1059268"/>
                  </a:lnTo>
                  <a:lnTo>
                    <a:pt x="7407854" y="1028788"/>
                  </a:lnTo>
                  <a:lnTo>
                    <a:pt x="7408522" y="1075069"/>
                  </a:lnTo>
                  <a:lnTo>
                    <a:pt x="7409190" y="1133454"/>
                  </a:lnTo>
                  <a:lnTo>
                    <a:pt x="7409858" y="1210346"/>
                  </a:lnTo>
                  <a:lnTo>
                    <a:pt x="7410526" y="1203545"/>
                  </a:lnTo>
                  <a:lnTo>
                    <a:pt x="7411194" y="1329739"/>
                  </a:lnTo>
                  <a:lnTo>
                    <a:pt x="7411862" y="1242365"/>
                  </a:lnTo>
                  <a:lnTo>
                    <a:pt x="7412530" y="1320225"/>
                  </a:lnTo>
                  <a:lnTo>
                    <a:pt x="7413198" y="1362740"/>
                  </a:lnTo>
                  <a:lnTo>
                    <a:pt x="7413866" y="1322750"/>
                  </a:lnTo>
                  <a:lnTo>
                    <a:pt x="7414534" y="1249547"/>
                  </a:lnTo>
                  <a:lnTo>
                    <a:pt x="7415202" y="1251472"/>
                  </a:lnTo>
                  <a:lnTo>
                    <a:pt x="7415870" y="1300132"/>
                  </a:lnTo>
                  <a:lnTo>
                    <a:pt x="7416538" y="1255602"/>
                  </a:lnTo>
                  <a:lnTo>
                    <a:pt x="7417206" y="1271547"/>
                  </a:lnTo>
                  <a:lnTo>
                    <a:pt x="7417874" y="1261722"/>
                  </a:lnTo>
                  <a:lnTo>
                    <a:pt x="7418542" y="1286571"/>
                  </a:lnTo>
                  <a:lnTo>
                    <a:pt x="7419210" y="1261722"/>
                  </a:lnTo>
                  <a:lnTo>
                    <a:pt x="7419878" y="1202766"/>
                  </a:lnTo>
                  <a:lnTo>
                    <a:pt x="7420546" y="1149569"/>
                  </a:lnTo>
                  <a:lnTo>
                    <a:pt x="7421214" y="1152493"/>
                  </a:lnTo>
                  <a:lnTo>
                    <a:pt x="7421882" y="1159091"/>
                  </a:lnTo>
                  <a:lnTo>
                    <a:pt x="7422550" y="1145086"/>
                  </a:lnTo>
                  <a:lnTo>
                    <a:pt x="7423218" y="1133805"/>
                  </a:lnTo>
                  <a:lnTo>
                    <a:pt x="7423886" y="1072629"/>
                  </a:lnTo>
                  <a:lnTo>
                    <a:pt x="7424554" y="1007487"/>
                  </a:lnTo>
                  <a:lnTo>
                    <a:pt x="7425222" y="956120"/>
                  </a:lnTo>
                  <a:lnTo>
                    <a:pt x="7425890" y="918380"/>
                  </a:lnTo>
                  <a:lnTo>
                    <a:pt x="7426558" y="873203"/>
                  </a:lnTo>
                  <a:lnTo>
                    <a:pt x="7427226" y="866016"/>
                  </a:lnTo>
                  <a:lnTo>
                    <a:pt x="7427894" y="876626"/>
                  </a:lnTo>
                  <a:lnTo>
                    <a:pt x="7428562" y="876626"/>
                  </a:lnTo>
                  <a:lnTo>
                    <a:pt x="7429230" y="798868"/>
                  </a:lnTo>
                  <a:lnTo>
                    <a:pt x="7429898" y="862107"/>
                  </a:lnTo>
                  <a:lnTo>
                    <a:pt x="7430566" y="874468"/>
                  </a:lnTo>
                  <a:lnTo>
                    <a:pt x="7431234" y="874468"/>
                  </a:lnTo>
                  <a:lnTo>
                    <a:pt x="7431903" y="924509"/>
                  </a:lnTo>
                  <a:lnTo>
                    <a:pt x="7432571" y="950068"/>
                  </a:lnTo>
                  <a:lnTo>
                    <a:pt x="7433239" y="948066"/>
                  </a:lnTo>
                  <a:lnTo>
                    <a:pt x="7433907" y="1031208"/>
                  </a:lnTo>
                  <a:lnTo>
                    <a:pt x="7434575" y="1254962"/>
                  </a:lnTo>
                  <a:lnTo>
                    <a:pt x="7435243" y="1245358"/>
                  </a:lnTo>
                  <a:lnTo>
                    <a:pt x="7435911" y="1187658"/>
                  </a:lnTo>
                  <a:lnTo>
                    <a:pt x="7436579" y="1156480"/>
                  </a:lnTo>
                  <a:lnTo>
                    <a:pt x="7437247" y="1150970"/>
                  </a:lnTo>
                  <a:lnTo>
                    <a:pt x="7437915" y="1190569"/>
                  </a:lnTo>
                  <a:lnTo>
                    <a:pt x="7438583" y="1190569"/>
                  </a:lnTo>
                  <a:lnTo>
                    <a:pt x="7439251" y="1190569"/>
                  </a:lnTo>
                  <a:lnTo>
                    <a:pt x="7439919" y="1137400"/>
                  </a:lnTo>
                  <a:lnTo>
                    <a:pt x="7440587" y="1134720"/>
                  </a:lnTo>
                  <a:lnTo>
                    <a:pt x="7441255" y="1134720"/>
                  </a:lnTo>
                  <a:lnTo>
                    <a:pt x="7441923" y="1066291"/>
                  </a:lnTo>
                  <a:lnTo>
                    <a:pt x="7442591" y="991493"/>
                  </a:lnTo>
                  <a:lnTo>
                    <a:pt x="7443259" y="978783"/>
                  </a:lnTo>
                  <a:lnTo>
                    <a:pt x="7443927" y="991493"/>
                  </a:lnTo>
                  <a:lnTo>
                    <a:pt x="7444595" y="985106"/>
                  </a:lnTo>
                  <a:lnTo>
                    <a:pt x="7445263" y="995787"/>
                  </a:lnTo>
                  <a:lnTo>
                    <a:pt x="7445931" y="1099426"/>
                  </a:lnTo>
                  <a:lnTo>
                    <a:pt x="7446599" y="1079080"/>
                  </a:lnTo>
                  <a:lnTo>
                    <a:pt x="7447267" y="1108687"/>
                  </a:lnTo>
                  <a:lnTo>
                    <a:pt x="7447935" y="1070842"/>
                  </a:lnTo>
                  <a:lnTo>
                    <a:pt x="7448603" y="1038785"/>
                  </a:lnTo>
                  <a:lnTo>
                    <a:pt x="7449271" y="1022535"/>
                  </a:lnTo>
                  <a:lnTo>
                    <a:pt x="7449939" y="1053771"/>
                  </a:lnTo>
                  <a:lnTo>
                    <a:pt x="7450607" y="1055458"/>
                  </a:lnTo>
                  <a:lnTo>
                    <a:pt x="7451275" y="1035502"/>
                  </a:lnTo>
                  <a:lnTo>
                    <a:pt x="7451943" y="1045402"/>
                  </a:lnTo>
                  <a:lnTo>
                    <a:pt x="7452611" y="1090161"/>
                  </a:lnTo>
                  <a:lnTo>
                    <a:pt x="7453279" y="1102765"/>
                  </a:lnTo>
                  <a:lnTo>
                    <a:pt x="7453947" y="1126849"/>
                  </a:lnTo>
                  <a:lnTo>
                    <a:pt x="7454615" y="1132537"/>
                  </a:lnTo>
                  <a:lnTo>
                    <a:pt x="7455283" y="1165761"/>
                  </a:lnTo>
                  <a:lnTo>
                    <a:pt x="7455951" y="1187556"/>
                  </a:lnTo>
                  <a:lnTo>
                    <a:pt x="7456620" y="1207883"/>
                  </a:lnTo>
                  <a:lnTo>
                    <a:pt x="7457288" y="1285861"/>
                  </a:lnTo>
                  <a:lnTo>
                    <a:pt x="7457956" y="1288055"/>
                  </a:lnTo>
                  <a:lnTo>
                    <a:pt x="7458624" y="1356059"/>
                  </a:lnTo>
                  <a:lnTo>
                    <a:pt x="7459292" y="1394971"/>
                  </a:lnTo>
                  <a:lnTo>
                    <a:pt x="7459960" y="1352294"/>
                  </a:lnTo>
                  <a:lnTo>
                    <a:pt x="7460628" y="1251745"/>
                  </a:lnTo>
                  <a:lnTo>
                    <a:pt x="7461296" y="1281298"/>
                  </a:lnTo>
                  <a:lnTo>
                    <a:pt x="7461964" y="1281298"/>
                  </a:lnTo>
                  <a:lnTo>
                    <a:pt x="7462632" y="1214344"/>
                  </a:lnTo>
                  <a:lnTo>
                    <a:pt x="7463300" y="1190569"/>
                  </a:lnTo>
                  <a:lnTo>
                    <a:pt x="7463968" y="1190569"/>
                  </a:lnTo>
                  <a:lnTo>
                    <a:pt x="7464636" y="1167643"/>
                  </a:lnTo>
                  <a:lnTo>
                    <a:pt x="7465304" y="1088300"/>
                  </a:lnTo>
                  <a:lnTo>
                    <a:pt x="7465972" y="1035777"/>
                  </a:lnTo>
                  <a:lnTo>
                    <a:pt x="7466640" y="1035777"/>
                  </a:lnTo>
                  <a:lnTo>
                    <a:pt x="7467308" y="1073575"/>
                  </a:lnTo>
                  <a:lnTo>
                    <a:pt x="7467976" y="1051169"/>
                  </a:lnTo>
                  <a:lnTo>
                    <a:pt x="7468644" y="1039245"/>
                  </a:lnTo>
                  <a:lnTo>
                    <a:pt x="7469312" y="1016429"/>
                  </a:lnTo>
                  <a:lnTo>
                    <a:pt x="7469980" y="1021389"/>
                  </a:lnTo>
                  <a:lnTo>
                    <a:pt x="7470648" y="1077071"/>
                  </a:lnTo>
                  <a:lnTo>
                    <a:pt x="7471316" y="1083117"/>
                  </a:lnTo>
                  <a:lnTo>
                    <a:pt x="7471984" y="1127111"/>
                  </a:lnTo>
                  <a:lnTo>
                    <a:pt x="7472652" y="1146930"/>
                  </a:lnTo>
                  <a:lnTo>
                    <a:pt x="7473320" y="1162780"/>
                  </a:lnTo>
                  <a:lnTo>
                    <a:pt x="7473988" y="1162780"/>
                  </a:lnTo>
                  <a:lnTo>
                    <a:pt x="7474656" y="1181385"/>
                  </a:lnTo>
                  <a:lnTo>
                    <a:pt x="7475324" y="1256396"/>
                  </a:lnTo>
                  <a:lnTo>
                    <a:pt x="7475992" y="1317572"/>
                  </a:lnTo>
                  <a:lnTo>
                    <a:pt x="7476660" y="1272510"/>
                  </a:lnTo>
                  <a:lnTo>
                    <a:pt x="7477328" y="1265709"/>
                  </a:lnTo>
                  <a:lnTo>
                    <a:pt x="7477996" y="1291669"/>
                  </a:lnTo>
                  <a:lnTo>
                    <a:pt x="7478664" y="1309418"/>
                  </a:lnTo>
                  <a:lnTo>
                    <a:pt x="7479332" y="1361369"/>
                  </a:lnTo>
                  <a:lnTo>
                    <a:pt x="7480000" y="1251745"/>
                  </a:lnTo>
                  <a:lnTo>
                    <a:pt x="7480668" y="1251745"/>
                  </a:lnTo>
                  <a:lnTo>
                    <a:pt x="7481337" y="1342328"/>
                  </a:lnTo>
                  <a:lnTo>
                    <a:pt x="7482005" y="1352845"/>
                  </a:lnTo>
                  <a:lnTo>
                    <a:pt x="7482673" y="1349644"/>
                  </a:lnTo>
                  <a:lnTo>
                    <a:pt x="7483341" y="1285861"/>
                  </a:lnTo>
                  <a:lnTo>
                    <a:pt x="7484009" y="1261723"/>
                  </a:lnTo>
                  <a:lnTo>
                    <a:pt x="7484677" y="1261723"/>
                  </a:lnTo>
                  <a:lnTo>
                    <a:pt x="7485345" y="1265251"/>
                  </a:lnTo>
                  <a:lnTo>
                    <a:pt x="7486013" y="1224535"/>
                  </a:lnTo>
                  <a:lnTo>
                    <a:pt x="7486681" y="1308824"/>
                  </a:lnTo>
                  <a:lnTo>
                    <a:pt x="7487349" y="1326416"/>
                  </a:lnTo>
                  <a:lnTo>
                    <a:pt x="7488017" y="1219904"/>
                  </a:lnTo>
                  <a:lnTo>
                    <a:pt x="7488685" y="1191116"/>
                  </a:lnTo>
                  <a:lnTo>
                    <a:pt x="7489353" y="1159978"/>
                  </a:lnTo>
                  <a:lnTo>
                    <a:pt x="7490021" y="1178111"/>
                  </a:lnTo>
                  <a:lnTo>
                    <a:pt x="7490689" y="1158193"/>
                  </a:lnTo>
                  <a:lnTo>
                    <a:pt x="7491357" y="1145137"/>
                  </a:lnTo>
                  <a:lnTo>
                    <a:pt x="7492025" y="1155952"/>
                  </a:lnTo>
                  <a:lnTo>
                    <a:pt x="7492693" y="1207544"/>
                  </a:lnTo>
                  <a:lnTo>
                    <a:pt x="7493361" y="1242513"/>
                  </a:lnTo>
                  <a:lnTo>
                    <a:pt x="7494029" y="1253648"/>
                  </a:lnTo>
                  <a:lnTo>
                    <a:pt x="7494697" y="1253648"/>
                  </a:lnTo>
                  <a:lnTo>
                    <a:pt x="7495365" y="1264264"/>
                  </a:lnTo>
                  <a:lnTo>
                    <a:pt x="7496033" y="1300132"/>
                  </a:lnTo>
                  <a:lnTo>
                    <a:pt x="7496701" y="1315059"/>
                  </a:lnTo>
                  <a:lnTo>
                    <a:pt x="7497369" y="1276115"/>
                  </a:lnTo>
                  <a:lnTo>
                    <a:pt x="7498037" y="1362903"/>
                  </a:lnTo>
                  <a:lnTo>
                    <a:pt x="7498705" y="1360746"/>
                  </a:lnTo>
                  <a:lnTo>
                    <a:pt x="7499373" y="1439680"/>
                  </a:lnTo>
                  <a:lnTo>
                    <a:pt x="7500041" y="1460650"/>
                  </a:lnTo>
                  <a:lnTo>
                    <a:pt x="7500709" y="1487247"/>
                  </a:lnTo>
                  <a:lnTo>
                    <a:pt x="7501377" y="1529793"/>
                  </a:lnTo>
                  <a:lnTo>
                    <a:pt x="7502045" y="1489000"/>
                  </a:lnTo>
                  <a:lnTo>
                    <a:pt x="7502713" y="1523394"/>
                  </a:lnTo>
                  <a:lnTo>
                    <a:pt x="7503381" y="1556627"/>
                  </a:lnTo>
                  <a:lnTo>
                    <a:pt x="7504049" y="1535469"/>
                  </a:lnTo>
                  <a:lnTo>
                    <a:pt x="7504717" y="1535469"/>
                  </a:lnTo>
                  <a:lnTo>
                    <a:pt x="7505385" y="1474294"/>
                  </a:lnTo>
                  <a:lnTo>
                    <a:pt x="7506054" y="1462728"/>
                  </a:lnTo>
                  <a:lnTo>
                    <a:pt x="7506722" y="1384586"/>
                  </a:lnTo>
                  <a:lnTo>
                    <a:pt x="7507390" y="1379532"/>
                  </a:lnTo>
                  <a:lnTo>
                    <a:pt x="7508058" y="1377020"/>
                  </a:lnTo>
                  <a:lnTo>
                    <a:pt x="7508726" y="1418444"/>
                  </a:lnTo>
                  <a:lnTo>
                    <a:pt x="7509394" y="1390670"/>
                  </a:lnTo>
                  <a:lnTo>
                    <a:pt x="7510062" y="1365496"/>
                  </a:lnTo>
                  <a:lnTo>
                    <a:pt x="7510730" y="1299036"/>
                  </a:lnTo>
                  <a:lnTo>
                    <a:pt x="7511398" y="1281985"/>
                  </a:lnTo>
                  <a:lnTo>
                    <a:pt x="7512066" y="1294212"/>
                  </a:lnTo>
                  <a:lnTo>
                    <a:pt x="7512734" y="1210346"/>
                  </a:lnTo>
                  <a:lnTo>
                    <a:pt x="7513402" y="1251113"/>
                  </a:lnTo>
                  <a:lnTo>
                    <a:pt x="7514070" y="1235820"/>
                  </a:lnTo>
                  <a:lnTo>
                    <a:pt x="7514738" y="1230493"/>
                  </a:lnTo>
                  <a:lnTo>
                    <a:pt x="7515406" y="1235820"/>
                  </a:lnTo>
                  <a:lnTo>
                    <a:pt x="7516074" y="1199430"/>
                  </a:lnTo>
                  <a:lnTo>
                    <a:pt x="7516742" y="1271565"/>
                  </a:lnTo>
                  <a:lnTo>
                    <a:pt x="7517410" y="1309418"/>
                  </a:lnTo>
                  <a:lnTo>
                    <a:pt x="7518078" y="1291669"/>
                  </a:lnTo>
                  <a:lnTo>
                    <a:pt x="7518746" y="1291669"/>
                  </a:lnTo>
                  <a:lnTo>
                    <a:pt x="7519414" y="1297531"/>
                  </a:lnTo>
                  <a:lnTo>
                    <a:pt x="7520082" y="1291669"/>
                  </a:lnTo>
                  <a:lnTo>
                    <a:pt x="7520750" y="1291669"/>
                  </a:lnTo>
                  <a:lnTo>
                    <a:pt x="7521418" y="1312424"/>
                  </a:lnTo>
                  <a:lnTo>
                    <a:pt x="7522086" y="1352845"/>
                  </a:lnTo>
                  <a:lnTo>
                    <a:pt x="7522754" y="1342328"/>
                  </a:lnTo>
                  <a:lnTo>
                    <a:pt x="7523422" y="1251745"/>
                  </a:lnTo>
                  <a:lnTo>
                    <a:pt x="7524090" y="1248543"/>
                  </a:lnTo>
                  <a:lnTo>
                    <a:pt x="7524758" y="1290399"/>
                  </a:lnTo>
                  <a:lnTo>
                    <a:pt x="7525426" y="1352845"/>
                  </a:lnTo>
                  <a:lnTo>
                    <a:pt x="7526094" y="1413379"/>
                  </a:lnTo>
                  <a:lnTo>
                    <a:pt x="7526762" y="1420472"/>
                  </a:lnTo>
                  <a:lnTo>
                    <a:pt x="7527430" y="1372396"/>
                  </a:lnTo>
                  <a:lnTo>
                    <a:pt x="7528098" y="1320496"/>
                  </a:lnTo>
                  <a:lnTo>
                    <a:pt x="7528766" y="1264340"/>
                  </a:lnTo>
                  <a:lnTo>
                    <a:pt x="7529434" y="1226736"/>
                  </a:lnTo>
                  <a:lnTo>
                    <a:pt x="7530103" y="1317929"/>
                  </a:lnTo>
                  <a:lnTo>
                    <a:pt x="7530771" y="1319502"/>
                  </a:lnTo>
                  <a:lnTo>
                    <a:pt x="7531439" y="1275218"/>
                  </a:lnTo>
                  <a:lnTo>
                    <a:pt x="7532107" y="1241867"/>
                  </a:lnTo>
                  <a:lnTo>
                    <a:pt x="7532775" y="1214042"/>
                  </a:lnTo>
                  <a:lnTo>
                    <a:pt x="7533443" y="1172617"/>
                  </a:lnTo>
                  <a:lnTo>
                    <a:pt x="7534111" y="1159978"/>
                  </a:lnTo>
                  <a:lnTo>
                    <a:pt x="7534779" y="1194881"/>
                  </a:lnTo>
                  <a:lnTo>
                    <a:pt x="7535447" y="1203217"/>
                  </a:lnTo>
                  <a:lnTo>
                    <a:pt x="7536115" y="1199651"/>
                  </a:lnTo>
                  <a:lnTo>
                    <a:pt x="7536783" y="1166728"/>
                  </a:lnTo>
                  <a:lnTo>
                    <a:pt x="7537451" y="1227067"/>
                  </a:lnTo>
                  <a:lnTo>
                    <a:pt x="7538119" y="1236234"/>
                  </a:lnTo>
                  <a:lnTo>
                    <a:pt x="7538787" y="1307847"/>
                  </a:lnTo>
                  <a:lnTo>
                    <a:pt x="7539455" y="1316320"/>
                  </a:lnTo>
                  <a:lnTo>
                    <a:pt x="7540123" y="1275218"/>
                  </a:lnTo>
                  <a:lnTo>
                    <a:pt x="7540791" y="1238266"/>
                  </a:lnTo>
                  <a:lnTo>
                    <a:pt x="7541459" y="1273645"/>
                  </a:lnTo>
                  <a:lnTo>
                    <a:pt x="7542127" y="1308824"/>
                  </a:lnTo>
                  <a:lnTo>
                    <a:pt x="7542795" y="1342844"/>
                  </a:lnTo>
                  <a:lnTo>
                    <a:pt x="7543463" y="1357269"/>
                  </a:lnTo>
                  <a:lnTo>
                    <a:pt x="7544131" y="1357269"/>
                  </a:lnTo>
                  <a:lnTo>
                    <a:pt x="7544799" y="1317929"/>
                  </a:lnTo>
                  <a:lnTo>
                    <a:pt x="7545467" y="1296573"/>
                  </a:lnTo>
                  <a:lnTo>
                    <a:pt x="7546135" y="1301510"/>
                  </a:lnTo>
                  <a:lnTo>
                    <a:pt x="7546803" y="1304163"/>
                  </a:lnTo>
                  <a:lnTo>
                    <a:pt x="7547471" y="1311729"/>
                  </a:lnTo>
                  <a:lnTo>
                    <a:pt x="7548139" y="1345588"/>
                  </a:lnTo>
                  <a:lnTo>
                    <a:pt x="7548807" y="1291837"/>
                  </a:lnTo>
                  <a:lnTo>
                    <a:pt x="7549475" y="1341347"/>
                  </a:lnTo>
                  <a:lnTo>
                    <a:pt x="7550143" y="1308878"/>
                  </a:lnTo>
                  <a:lnTo>
                    <a:pt x="7550811" y="1291837"/>
                  </a:lnTo>
                  <a:lnTo>
                    <a:pt x="7551479" y="1254921"/>
                  </a:lnTo>
                  <a:lnTo>
                    <a:pt x="7552147" y="1148443"/>
                  </a:lnTo>
                  <a:lnTo>
                    <a:pt x="7552815" y="978783"/>
                  </a:lnTo>
                  <a:lnTo>
                    <a:pt x="7553483" y="974601"/>
                  </a:lnTo>
                  <a:lnTo>
                    <a:pt x="7554151" y="958142"/>
                  </a:lnTo>
                  <a:lnTo>
                    <a:pt x="7554820" y="991493"/>
                  </a:lnTo>
                  <a:lnTo>
                    <a:pt x="7555488" y="991493"/>
                  </a:lnTo>
                  <a:lnTo>
                    <a:pt x="7556156" y="991493"/>
                  </a:lnTo>
                  <a:lnTo>
                    <a:pt x="7556824" y="1026672"/>
                  </a:lnTo>
                  <a:lnTo>
                    <a:pt x="7557492" y="1035777"/>
                  </a:lnTo>
                  <a:lnTo>
                    <a:pt x="7558160" y="1035777"/>
                  </a:lnTo>
                  <a:lnTo>
                    <a:pt x="7558828" y="1035777"/>
                  </a:lnTo>
                  <a:lnTo>
                    <a:pt x="7559496" y="1063892"/>
                  </a:lnTo>
                  <a:lnTo>
                    <a:pt x="7560164" y="1090793"/>
                  </a:lnTo>
                  <a:lnTo>
                    <a:pt x="7560832" y="1150970"/>
                  </a:lnTo>
                  <a:lnTo>
                    <a:pt x="7561500" y="1190569"/>
                  </a:lnTo>
                  <a:lnTo>
                    <a:pt x="7562168" y="1301785"/>
                  </a:lnTo>
                  <a:lnTo>
                    <a:pt x="7562836" y="1407121"/>
                  </a:lnTo>
                  <a:lnTo>
                    <a:pt x="7563504" y="1411222"/>
                  </a:lnTo>
                  <a:lnTo>
                    <a:pt x="7564172" y="1480680"/>
                  </a:lnTo>
                  <a:lnTo>
                    <a:pt x="7564840" y="1480680"/>
                  </a:lnTo>
                  <a:lnTo>
                    <a:pt x="7565508" y="1480680"/>
                  </a:lnTo>
                  <a:lnTo>
                    <a:pt x="7566176" y="1480680"/>
                  </a:lnTo>
                  <a:lnTo>
                    <a:pt x="7566844" y="1411222"/>
                  </a:lnTo>
                  <a:lnTo>
                    <a:pt x="7567512" y="1394971"/>
                  </a:lnTo>
                  <a:lnTo>
                    <a:pt x="7568180" y="1394971"/>
                  </a:lnTo>
                  <a:lnTo>
                    <a:pt x="7568848" y="1394971"/>
                  </a:lnTo>
                  <a:lnTo>
                    <a:pt x="7569516" y="1394971"/>
                  </a:lnTo>
                  <a:lnTo>
                    <a:pt x="7570184" y="1394971"/>
                  </a:lnTo>
                  <a:lnTo>
                    <a:pt x="7570852" y="1359846"/>
                  </a:lnTo>
                  <a:lnTo>
                    <a:pt x="7571520" y="1229664"/>
                  </a:lnTo>
                  <a:lnTo>
                    <a:pt x="7572188" y="1190569"/>
                  </a:lnTo>
                  <a:lnTo>
                    <a:pt x="7572856" y="1199382"/>
                  </a:lnTo>
                  <a:lnTo>
                    <a:pt x="7573524" y="1251745"/>
                  </a:lnTo>
                  <a:lnTo>
                    <a:pt x="7574192" y="1251745"/>
                  </a:lnTo>
                  <a:lnTo>
                    <a:pt x="7574860" y="1251745"/>
                  </a:lnTo>
                  <a:lnTo>
                    <a:pt x="7575528" y="1251745"/>
                  </a:lnTo>
                  <a:lnTo>
                    <a:pt x="7576196" y="1305292"/>
                  </a:lnTo>
                  <a:lnTo>
                    <a:pt x="7576864" y="1285861"/>
                  </a:lnTo>
                  <a:lnTo>
                    <a:pt x="7577532" y="1317572"/>
                  </a:lnTo>
                  <a:lnTo>
                    <a:pt x="7578200" y="1256396"/>
                  </a:lnTo>
                  <a:lnTo>
                    <a:pt x="7578868" y="1210346"/>
                  </a:lnTo>
                  <a:lnTo>
                    <a:pt x="7579537" y="1176683"/>
                  </a:lnTo>
                  <a:lnTo>
                    <a:pt x="7580205" y="1118496"/>
                  </a:lnTo>
                  <a:lnTo>
                    <a:pt x="7580873" y="1138047"/>
                  </a:lnTo>
                  <a:lnTo>
                    <a:pt x="7581541" y="1205428"/>
                  </a:lnTo>
                  <a:lnTo>
                    <a:pt x="7582209" y="1179030"/>
                  </a:lnTo>
                  <a:lnTo>
                    <a:pt x="7582877" y="1162780"/>
                  </a:lnTo>
                  <a:lnTo>
                    <a:pt x="7583545" y="1142473"/>
                  </a:lnTo>
                  <a:lnTo>
                    <a:pt x="7584213" y="1137735"/>
                  </a:lnTo>
                  <a:lnTo>
                    <a:pt x="7584881" y="1085336"/>
                  </a:lnTo>
                  <a:lnTo>
                    <a:pt x="7585549" y="1085336"/>
                  </a:lnTo>
                  <a:lnTo>
                    <a:pt x="7586217" y="1108943"/>
                  </a:lnTo>
                  <a:lnTo>
                    <a:pt x="7586885" y="1156937"/>
                  </a:lnTo>
                  <a:lnTo>
                    <a:pt x="7587553" y="1077071"/>
                  </a:lnTo>
                  <a:lnTo>
                    <a:pt x="7588221" y="1079080"/>
                  </a:lnTo>
                  <a:lnTo>
                    <a:pt x="7588889" y="1069098"/>
                  </a:lnTo>
                  <a:lnTo>
                    <a:pt x="7589557" y="1073684"/>
                  </a:lnTo>
                  <a:lnTo>
                    <a:pt x="7590225" y="1092508"/>
                  </a:lnTo>
                  <a:lnTo>
                    <a:pt x="7590893" y="1090161"/>
                  </a:lnTo>
                  <a:lnTo>
                    <a:pt x="7591561" y="1106412"/>
                  </a:lnTo>
                  <a:lnTo>
                    <a:pt x="7592229" y="1151872"/>
                  </a:lnTo>
                  <a:lnTo>
                    <a:pt x="7592897" y="1165761"/>
                  </a:lnTo>
                  <a:lnTo>
                    <a:pt x="7593565" y="1184072"/>
                  </a:lnTo>
                  <a:lnTo>
                    <a:pt x="7594233" y="1222340"/>
                  </a:lnTo>
                  <a:lnTo>
                    <a:pt x="7594901" y="1270076"/>
                  </a:lnTo>
                  <a:lnTo>
                    <a:pt x="7595569" y="1220153"/>
                  </a:lnTo>
                  <a:lnTo>
                    <a:pt x="7596237" y="1179958"/>
                  </a:lnTo>
                  <a:lnTo>
                    <a:pt x="7596905" y="1165761"/>
                  </a:lnTo>
                  <a:lnTo>
                    <a:pt x="7597573" y="1165761"/>
                  </a:lnTo>
                  <a:lnTo>
                    <a:pt x="7598241" y="1175869"/>
                  </a:lnTo>
                  <a:lnTo>
                    <a:pt x="7598909" y="1215802"/>
                  </a:lnTo>
                  <a:lnTo>
                    <a:pt x="7599577" y="1284412"/>
                  </a:lnTo>
                  <a:lnTo>
                    <a:pt x="7600245" y="1281457"/>
                  </a:lnTo>
                  <a:lnTo>
                    <a:pt x="7600913" y="1210346"/>
                  </a:lnTo>
                  <a:lnTo>
                    <a:pt x="7601581" y="1210346"/>
                  </a:lnTo>
                  <a:lnTo>
                    <a:pt x="7602249" y="1210346"/>
                  </a:lnTo>
                  <a:lnTo>
                    <a:pt x="7602917" y="1193294"/>
                  </a:lnTo>
                  <a:lnTo>
                    <a:pt x="7603585" y="1127111"/>
                  </a:lnTo>
                  <a:lnTo>
                    <a:pt x="7604254" y="1130037"/>
                  </a:lnTo>
                  <a:lnTo>
                    <a:pt x="7604922" y="1155483"/>
                  </a:lnTo>
                  <a:lnTo>
                    <a:pt x="7605590" y="1169800"/>
                  </a:lnTo>
                  <a:lnTo>
                    <a:pt x="7606258" y="1116267"/>
                  </a:lnTo>
                  <a:lnTo>
                    <a:pt x="7606926" y="1056747"/>
                  </a:lnTo>
                  <a:lnTo>
                    <a:pt x="7607594" y="1008842"/>
                  </a:lnTo>
                  <a:lnTo>
                    <a:pt x="7608262" y="985106"/>
                  </a:lnTo>
                  <a:lnTo>
                    <a:pt x="7608930" y="1033366"/>
                  </a:lnTo>
                  <a:lnTo>
                    <a:pt x="7609598" y="994379"/>
                  </a:lnTo>
                  <a:lnTo>
                    <a:pt x="7610266" y="975784"/>
                  </a:lnTo>
                  <a:lnTo>
                    <a:pt x="7610934" y="956534"/>
                  </a:lnTo>
                  <a:lnTo>
                    <a:pt x="7611602" y="946934"/>
                  </a:lnTo>
                  <a:lnTo>
                    <a:pt x="7612270" y="932827"/>
                  </a:lnTo>
                  <a:lnTo>
                    <a:pt x="7612938" y="942670"/>
                  </a:lnTo>
                  <a:lnTo>
                    <a:pt x="7613606" y="985134"/>
                  </a:lnTo>
                  <a:lnTo>
                    <a:pt x="7614274" y="985134"/>
                  </a:lnTo>
                  <a:lnTo>
                    <a:pt x="7614942" y="939842"/>
                  </a:lnTo>
                  <a:lnTo>
                    <a:pt x="7615610" y="883171"/>
                  </a:lnTo>
                  <a:lnTo>
                    <a:pt x="7616278" y="823994"/>
                  </a:lnTo>
                  <a:lnTo>
                    <a:pt x="7616946" y="808863"/>
                  </a:lnTo>
                  <a:lnTo>
                    <a:pt x="7617614" y="801998"/>
                  </a:lnTo>
                  <a:lnTo>
                    <a:pt x="7618282" y="805422"/>
                  </a:lnTo>
                  <a:lnTo>
                    <a:pt x="7618950" y="833459"/>
                  </a:lnTo>
                  <a:lnTo>
                    <a:pt x="7619618" y="769848"/>
                  </a:lnTo>
                  <a:lnTo>
                    <a:pt x="7620286" y="816841"/>
                  </a:lnTo>
                  <a:lnTo>
                    <a:pt x="7620954" y="803891"/>
                  </a:lnTo>
                  <a:lnTo>
                    <a:pt x="7621622" y="714350"/>
                  </a:lnTo>
                  <a:lnTo>
                    <a:pt x="7622290" y="683166"/>
                  </a:lnTo>
                  <a:lnTo>
                    <a:pt x="7622958" y="663615"/>
                  </a:lnTo>
                  <a:lnTo>
                    <a:pt x="7623626" y="663615"/>
                  </a:lnTo>
                  <a:lnTo>
                    <a:pt x="7624294" y="668771"/>
                  </a:lnTo>
                  <a:lnTo>
                    <a:pt x="7624962" y="707440"/>
                  </a:lnTo>
                  <a:lnTo>
                    <a:pt x="7625630" y="758931"/>
                  </a:lnTo>
                  <a:lnTo>
                    <a:pt x="7626298" y="787869"/>
                  </a:lnTo>
                  <a:lnTo>
                    <a:pt x="7626966" y="775525"/>
                  </a:lnTo>
                  <a:lnTo>
                    <a:pt x="7627634" y="800455"/>
                  </a:lnTo>
                  <a:lnTo>
                    <a:pt x="7628303" y="777055"/>
                  </a:lnTo>
                  <a:lnTo>
                    <a:pt x="7628971" y="778589"/>
                  </a:lnTo>
                  <a:lnTo>
                    <a:pt x="7629639" y="897609"/>
                  </a:lnTo>
                  <a:lnTo>
                    <a:pt x="7630307" y="945953"/>
                  </a:lnTo>
                  <a:lnTo>
                    <a:pt x="7630975" y="975569"/>
                  </a:lnTo>
                  <a:lnTo>
                    <a:pt x="7631643" y="982152"/>
                  </a:lnTo>
                  <a:lnTo>
                    <a:pt x="7632311" y="1059134"/>
                  </a:lnTo>
                  <a:lnTo>
                    <a:pt x="7632979" y="1067392"/>
                  </a:lnTo>
                  <a:lnTo>
                    <a:pt x="7633647" y="1103601"/>
                  </a:lnTo>
                  <a:lnTo>
                    <a:pt x="7634315" y="1090567"/>
                  </a:lnTo>
                  <a:lnTo>
                    <a:pt x="7634983" y="1137022"/>
                  </a:lnTo>
                  <a:lnTo>
                    <a:pt x="7635651" y="1124248"/>
                  </a:lnTo>
                  <a:lnTo>
                    <a:pt x="7636319" y="1161680"/>
                  </a:lnTo>
                  <a:lnTo>
                    <a:pt x="7636987" y="1255338"/>
                  </a:lnTo>
                  <a:lnTo>
                    <a:pt x="7637655" y="1277031"/>
                  </a:lnTo>
                  <a:lnTo>
                    <a:pt x="7638323" y="1342433"/>
                  </a:lnTo>
                  <a:lnTo>
                    <a:pt x="7638991" y="1289181"/>
                  </a:lnTo>
                  <a:lnTo>
                    <a:pt x="7639659" y="1303651"/>
                  </a:lnTo>
                  <a:lnTo>
                    <a:pt x="7640327" y="1275218"/>
                  </a:lnTo>
                  <a:lnTo>
                    <a:pt x="7640995" y="1275218"/>
                  </a:lnTo>
                  <a:lnTo>
                    <a:pt x="7641663" y="1324843"/>
                  </a:lnTo>
                  <a:lnTo>
                    <a:pt x="7642331" y="1416872"/>
                  </a:lnTo>
                  <a:lnTo>
                    <a:pt x="7642999" y="1381332"/>
                  </a:lnTo>
                  <a:lnTo>
                    <a:pt x="7643667" y="1419132"/>
                  </a:lnTo>
                  <a:lnTo>
                    <a:pt x="7644335" y="1233875"/>
                  </a:lnTo>
                  <a:lnTo>
                    <a:pt x="7645003" y="1183879"/>
                  </a:lnTo>
                  <a:lnTo>
                    <a:pt x="7645671" y="1173298"/>
                  </a:lnTo>
                  <a:lnTo>
                    <a:pt x="7646339" y="1190569"/>
                  </a:lnTo>
                  <a:lnTo>
                    <a:pt x="7647007" y="1190569"/>
                  </a:lnTo>
                  <a:lnTo>
                    <a:pt x="7647675" y="1190569"/>
                  </a:lnTo>
                  <a:lnTo>
                    <a:pt x="7648343" y="1214344"/>
                  </a:lnTo>
                  <a:lnTo>
                    <a:pt x="7649011" y="1298325"/>
                  </a:lnTo>
                  <a:lnTo>
                    <a:pt x="7649679" y="1319371"/>
                  </a:lnTo>
                  <a:lnTo>
                    <a:pt x="7650347" y="1319371"/>
                  </a:lnTo>
                  <a:lnTo>
                    <a:pt x="7651015" y="1277947"/>
                  </a:lnTo>
                  <a:lnTo>
                    <a:pt x="7651683" y="1251745"/>
                  </a:lnTo>
                  <a:lnTo>
                    <a:pt x="7652351" y="1251745"/>
                  </a:lnTo>
                  <a:lnTo>
                    <a:pt x="7653020" y="1251745"/>
                  </a:lnTo>
                  <a:lnTo>
                    <a:pt x="7653688" y="1251745"/>
                  </a:lnTo>
                  <a:lnTo>
                    <a:pt x="7654356" y="1427895"/>
                  </a:lnTo>
                  <a:lnTo>
                    <a:pt x="7655024" y="1480680"/>
                  </a:lnTo>
                  <a:lnTo>
                    <a:pt x="7655692" y="1480680"/>
                  </a:lnTo>
                  <a:lnTo>
                    <a:pt x="7656360" y="1571263"/>
                  </a:lnTo>
                  <a:lnTo>
                    <a:pt x="7657028" y="1579762"/>
                  </a:lnTo>
                  <a:lnTo>
                    <a:pt x="7657696" y="1579762"/>
                  </a:lnTo>
                  <a:lnTo>
                    <a:pt x="7658364" y="1579762"/>
                  </a:lnTo>
                  <a:lnTo>
                    <a:pt x="7659032" y="1579762"/>
                  </a:lnTo>
                  <a:lnTo>
                    <a:pt x="7659700" y="1579762"/>
                  </a:lnTo>
                  <a:lnTo>
                    <a:pt x="7660368" y="1579762"/>
                  </a:lnTo>
                  <a:lnTo>
                    <a:pt x="7661036" y="1579762"/>
                  </a:lnTo>
                  <a:lnTo>
                    <a:pt x="7661704" y="1579762"/>
                  </a:lnTo>
                  <a:lnTo>
                    <a:pt x="7662372" y="1579762"/>
                  </a:lnTo>
                  <a:lnTo>
                    <a:pt x="7663040" y="1579762"/>
                  </a:lnTo>
                  <a:lnTo>
                    <a:pt x="7663708" y="1579762"/>
                  </a:lnTo>
                  <a:lnTo>
                    <a:pt x="7664376" y="1579762"/>
                  </a:lnTo>
                  <a:lnTo>
                    <a:pt x="7665044" y="1579762"/>
                  </a:lnTo>
                  <a:lnTo>
                    <a:pt x="7665712" y="1579762"/>
                  </a:lnTo>
                  <a:lnTo>
                    <a:pt x="7666380" y="1579762"/>
                  </a:lnTo>
                  <a:lnTo>
                    <a:pt x="7667048" y="1579762"/>
                  </a:lnTo>
                  <a:lnTo>
                    <a:pt x="7667716" y="1579762"/>
                  </a:lnTo>
                  <a:lnTo>
                    <a:pt x="7668384" y="1579762"/>
                  </a:lnTo>
                  <a:lnTo>
                    <a:pt x="7669052" y="1579623"/>
                  </a:lnTo>
                  <a:lnTo>
                    <a:pt x="7669720" y="1579623"/>
                  </a:lnTo>
                  <a:lnTo>
                    <a:pt x="7670388" y="1579623"/>
                  </a:lnTo>
                  <a:lnTo>
                    <a:pt x="7671056" y="1579623"/>
                  </a:lnTo>
                  <a:lnTo>
                    <a:pt x="7671724" y="1579623"/>
                  </a:lnTo>
                  <a:lnTo>
                    <a:pt x="7672392" y="1579623"/>
                  </a:lnTo>
                  <a:lnTo>
                    <a:pt x="7673060" y="1579623"/>
                  </a:lnTo>
                  <a:lnTo>
                    <a:pt x="7673728" y="1579623"/>
                  </a:lnTo>
                  <a:lnTo>
                    <a:pt x="7674396" y="1579623"/>
                  </a:lnTo>
                  <a:lnTo>
                    <a:pt x="7675064" y="1579623"/>
                  </a:lnTo>
                  <a:lnTo>
                    <a:pt x="7675732" y="1579623"/>
                  </a:lnTo>
                  <a:lnTo>
                    <a:pt x="7676400" y="1579623"/>
                  </a:lnTo>
                  <a:lnTo>
                    <a:pt x="7677068" y="1579623"/>
                  </a:lnTo>
                  <a:lnTo>
                    <a:pt x="7677737" y="1579623"/>
                  </a:lnTo>
                  <a:lnTo>
                    <a:pt x="7678405" y="1579623"/>
                  </a:lnTo>
                  <a:lnTo>
                    <a:pt x="7679073" y="1504023"/>
                  </a:lnTo>
                  <a:lnTo>
                    <a:pt x="7679741" y="1480680"/>
                  </a:lnTo>
                  <a:lnTo>
                    <a:pt x="7680409" y="1480680"/>
                  </a:lnTo>
                  <a:lnTo>
                    <a:pt x="7681077" y="1480680"/>
                  </a:lnTo>
                  <a:lnTo>
                    <a:pt x="7681745" y="1480680"/>
                  </a:lnTo>
                  <a:lnTo>
                    <a:pt x="7682413" y="1480680"/>
                  </a:lnTo>
                  <a:lnTo>
                    <a:pt x="7683081" y="1480680"/>
                  </a:lnTo>
                  <a:lnTo>
                    <a:pt x="7683749" y="1476111"/>
                  </a:lnTo>
                  <a:lnTo>
                    <a:pt x="7684417" y="1394971"/>
                  </a:lnTo>
                  <a:lnTo>
                    <a:pt x="7685085" y="1394971"/>
                  </a:lnTo>
                  <a:lnTo>
                    <a:pt x="7685753" y="1394971"/>
                  </a:lnTo>
                  <a:lnTo>
                    <a:pt x="7686421" y="1394971"/>
                  </a:lnTo>
                  <a:lnTo>
                    <a:pt x="7687089" y="1394971"/>
                  </a:lnTo>
                  <a:lnTo>
                    <a:pt x="7687757" y="1394971"/>
                  </a:lnTo>
                  <a:lnTo>
                    <a:pt x="7688425" y="1394971"/>
                  </a:lnTo>
                  <a:lnTo>
                    <a:pt x="7689093" y="1458156"/>
                  </a:lnTo>
                  <a:lnTo>
                    <a:pt x="7689761" y="1480680"/>
                  </a:lnTo>
                  <a:lnTo>
                    <a:pt x="7690429" y="1480680"/>
                  </a:lnTo>
                  <a:lnTo>
                    <a:pt x="7691097" y="1480680"/>
                  </a:lnTo>
                  <a:lnTo>
                    <a:pt x="7691765" y="1480680"/>
                  </a:lnTo>
                  <a:lnTo>
                    <a:pt x="7692433" y="1480680"/>
                  </a:lnTo>
                  <a:lnTo>
                    <a:pt x="7693101" y="1462598"/>
                  </a:lnTo>
                  <a:lnTo>
                    <a:pt x="7693769" y="1398996"/>
                  </a:lnTo>
                  <a:lnTo>
                    <a:pt x="7694437" y="1476111"/>
                  </a:lnTo>
                  <a:lnTo>
                    <a:pt x="7695105" y="1394971"/>
                  </a:lnTo>
                  <a:lnTo>
                    <a:pt x="7695773" y="1394971"/>
                  </a:lnTo>
                  <a:lnTo>
                    <a:pt x="7696441" y="1394971"/>
                  </a:lnTo>
                  <a:lnTo>
                    <a:pt x="7697109" y="1394971"/>
                  </a:lnTo>
                  <a:lnTo>
                    <a:pt x="7697777" y="1394971"/>
                  </a:lnTo>
                  <a:lnTo>
                    <a:pt x="7698445" y="1394971"/>
                  </a:lnTo>
                  <a:lnTo>
                    <a:pt x="7699113" y="1394971"/>
                  </a:lnTo>
                  <a:lnTo>
                    <a:pt x="7699781" y="1394971"/>
                  </a:lnTo>
                  <a:lnTo>
                    <a:pt x="7700449" y="1394971"/>
                  </a:lnTo>
                  <a:lnTo>
                    <a:pt x="7701117" y="1394971"/>
                  </a:lnTo>
                  <a:lnTo>
                    <a:pt x="7701786" y="1394971"/>
                  </a:lnTo>
                  <a:lnTo>
                    <a:pt x="7702454" y="1319371"/>
                  </a:lnTo>
                  <a:lnTo>
                    <a:pt x="7703122" y="1264712"/>
                  </a:lnTo>
                  <a:lnTo>
                    <a:pt x="7703790" y="1264712"/>
                  </a:lnTo>
                  <a:lnTo>
                    <a:pt x="7704458" y="1254962"/>
                  </a:lnTo>
                  <a:lnTo>
                    <a:pt x="7705126" y="1319371"/>
                  </a:lnTo>
                  <a:lnTo>
                    <a:pt x="7705794" y="1305264"/>
                  </a:lnTo>
                  <a:lnTo>
                    <a:pt x="7706462" y="1251745"/>
                  </a:lnTo>
                  <a:lnTo>
                    <a:pt x="7707130" y="1220428"/>
                  </a:lnTo>
                  <a:lnTo>
                    <a:pt x="7707798" y="1090793"/>
                  </a:lnTo>
                  <a:lnTo>
                    <a:pt x="7708466" y="1083344"/>
                  </a:lnTo>
                  <a:lnTo>
                    <a:pt x="7709134" y="1083344"/>
                  </a:lnTo>
                  <a:lnTo>
                    <a:pt x="7709802" y="1083344"/>
                  </a:lnTo>
                  <a:lnTo>
                    <a:pt x="7710470" y="1068700"/>
                  </a:lnTo>
                  <a:lnTo>
                    <a:pt x="7711138" y="1035777"/>
                  </a:lnTo>
                  <a:lnTo>
                    <a:pt x="7711806" y="1035777"/>
                  </a:lnTo>
                  <a:lnTo>
                    <a:pt x="7712474" y="1056747"/>
                  </a:lnTo>
                  <a:lnTo>
                    <a:pt x="7713142" y="1042691"/>
                  </a:lnTo>
                  <a:lnTo>
                    <a:pt x="7713810" y="1073544"/>
                  </a:lnTo>
                  <a:lnTo>
                    <a:pt x="7714478" y="1083344"/>
                  </a:lnTo>
                  <a:lnTo>
                    <a:pt x="7715146" y="1083344"/>
                  </a:lnTo>
                  <a:lnTo>
                    <a:pt x="7715814" y="1083344"/>
                  </a:lnTo>
                  <a:lnTo>
                    <a:pt x="7716482" y="1075980"/>
                  </a:lnTo>
                  <a:lnTo>
                    <a:pt x="7717150" y="1059120"/>
                  </a:lnTo>
                  <a:lnTo>
                    <a:pt x="7717818" y="1176145"/>
                  </a:lnTo>
                  <a:lnTo>
                    <a:pt x="7718486" y="1157860"/>
                  </a:lnTo>
                  <a:lnTo>
                    <a:pt x="7719154" y="1107748"/>
                  </a:lnTo>
                  <a:lnTo>
                    <a:pt x="7719822" y="1077071"/>
                  </a:lnTo>
                  <a:lnTo>
                    <a:pt x="7720490" y="1051511"/>
                  </a:lnTo>
                  <a:lnTo>
                    <a:pt x="7721158" y="1077071"/>
                  </a:lnTo>
                  <a:lnTo>
                    <a:pt x="7721826" y="1077071"/>
                  </a:lnTo>
                  <a:lnTo>
                    <a:pt x="7722494" y="1059268"/>
                  </a:lnTo>
                  <a:lnTo>
                    <a:pt x="7723162" y="1112109"/>
                  </a:lnTo>
                  <a:lnTo>
                    <a:pt x="7723830" y="1118496"/>
                  </a:lnTo>
                  <a:lnTo>
                    <a:pt x="7724498" y="1114231"/>
                  </a:lnTo>
                  <a:lnTo>
                    <a:pt x="7725166" y="1145708"/>
                  </a:lnTo>
                  <a:lnTo>
                    <a:pt x="7725834" y="1156937"/>
                  </a:lnTo>
                  <a:lnTo>
                    <a:pt x="7726503" y="1132538"/>
                  </a:lnTo>
                  <a:lnTo>
                    <a:pt x="7727171" y="1165761"/>
                  </a:lnTo>
                  <a:lnTo>
                    <a:pt x="7727839" y="1147958"/>
                  </a:lnTo>
                  <a:lnTo>
                    <a:pt x="7728507" y="1219710"/>
                  </a:lnTo>
                  <a:lnTo>
                    <a:pt x="7729175" y="1261931"/>
                  </a:lnTo>
                  <a:lnTo>
                    <a:pt x="7729843" y="1210346"/>
                  </a:lnTo>
                  <a:lnTo>
                    <a:pt x="7730511" y="1172015"/>
                  </a:lnTo>
                  <a:lnTo>
                    <a:pt x="7731179" y="1142473"/>
                  </a:lnTo>
                  <a:lnTo>
                    <a:pt x="7731847" y="1099523"/>
                  </a:lnTo>
                  <a:lnTo>
                    <a:pt x="7732515" y="1118496"/>
                  </a:lnTo>
                  <a:lnTo>
                    <a:pt x="7733183" y="1101604"/>
                  </a:lnTo>
                  <a:lnTo>
                    <a:pt x="7733851" y="1077071"/>
                  </a:lnTo>
                  <a:lnTo>
                    <a:pt x="7734519" y="1041946"/>
                  </a:lnTo>
                  <a:lnTo>
                    <a:pt x="7735187" y="1037046"/>
                  </a:lnTo>
                  <a:lnTo>
                    <a:pt x="7735855" y="1019852"/>
                  </a:lnTo>
                  <a:lnTo>
                    <a:pt x="7736523" y="950068"/>
                  </a:lnTo>
                  <a:lnTo>
                    <a:pt x="7737191" y="950068"/>
                  </a:lnTo>
                  <a:lnTo>
                    <a:pt x="7737859" y="972520"/>
                  </a:lnTo>
                  <a:lnTo>
                    <a:pt x="7738527" y="991493"/>
                  </a:lnTo>
                  <a:lnTo>
                    <a:pt x="7739195" y="938145"/>
                  </a:lnTo>
                  <a:lnTo>
                    <a:pt x="7739863" y="920665"/>
                  </a:lnTo>
                  <a:lnTo>
                    <a:pt x="7740531" y="940117"/>
                  </a:lnTo>
                  <a:lnTo>
                    <a:pt x="7741199" y="964265"/>
                  </a:lnTo>
                  <a:lnTo>
                    <a:pt x="7741867" y="909271"/>
                  </a:lnTo>
                  <a:lnTo>
                    <a:pt x="7742535" y="1006618"/>
                  </a:lnTo>
                  <a:lnTo>
                    <a:pt x="7743203" y="1052522"/>
                  </a:lnTo>
                  <a:lnTo>
                    <a:pt x="7743871" y="1078244"/>
                  </a:lnTo>
                  <a:lnTo>
                    <a:pt x="7744539" y="1090161"/>
                  </a:lnTo>
                  <a:lnTo>
                    <a:pt x="7745207" y="1099138"/>
                  </a:lnTo>
                  <a:lnTo>
                    <a:pt x="7745875" y="1093737"/>
                  </a:lnTo>
                  <a:lnTo>
                    <a:pt x="7746543" y="1090161"/>
                  </a:lnTo>
                  <a:lnTo>
                    <a:pt x="7747211" y="1048737"/>
                  </a:lnTo>
                  <a:lnTo>
                    <a:pt x="7747879" y="1022535"/>
                  </a:lnTo>
                  <a:lnTo>
                    <a:pt x="7748547" y="1022535"/>
                  </a:lnTo>
                  <a:lnTo>
                    <a:pt x="7749215" y="1065673"/>
                  </a:lnTo>
                  <a:lnTo>
                    <a:pt x="7749883" y="1117479"/>
                  </a:lnTo>
                  <a:lnTo>
                    <a:pt x="7750551" y="1142132"/>
                  </a:lnTo>
                  <a:lnTo>
                    <a:pt x="7751220" y="1130636"/>
                  </a:lnTo>
                  <a:lnTo>
                    <a:pt x="7751888" y="1228946"/>
                  </a:lnTo>
                  <a:lnTo>
                    <a:pt x="7752556" y="1238331"/>
                  </a:lnTo>
                  <a:lnTo>
                    <a:pt x="7753224" y="1230493"/>
                  </a:lnTo>
                  <a:lnTo>
                    <a:pt x="7753892" y="1232264"/>
                  </a:lnTo>
                  <a:lnTo>
                    <a:pt x="7754560" y="1129393"/>
                  </a:lnTo>
                  <a:lnTo>
                    <a:pt x="7755228" y="1207642"/>
                  </a:lnTo>
                  <a:lnTo>
                    <a:pt x="7755896" y="1153128"/>
                  </a:lnTo>
                  <a:lnTo>
                    <a:pt x="7756564" y="1118796"/>
                  </a:lnTo>
                  <a:lnTo>
                    <a:pt x="7757232" y="1101209"/>
                  </a:lnTo>
                  <a:lnTo>
                    <a:pt x="7757900" y="1118224"/>
                  </a:lnTo>
                  <a:lnTo>
                    <a:pt x="7758568" y="1054020"/>
                  </a:lnTo>
                  <a:lnTo>
                    <a:pt x="7759236" y="1042574"/>
                  </a:lnTo>
                  <a:lnTo>
                    <a:pt x="7759904" y="962932"/>
                  </a:lnTo>
                  <a:lnTo>
                    <a:pt x="7760572" y="1006170"/>
                  </a:lnTo>
                  <a:lnTo>
                    <a:pt x="7761240" y="1006170"/>
                  </a:lnTo>
                  <a:lnTo>
                    <a:pt x="7761908" y="965404"/>
                  </a:lnTo>
                  <a:lnTo>
                    <a:pt x="7762576" y="965404"/>
                  </a:lnTo>
                  <a:lnTo>
                    <a:pt x="7763244" y="965404"/>
                  </a:lnTo>
                  <a:lnTo>
                    <a:pt x="7763912" y="953178"/>
                  </a:lnTo>
                  <a:lnTo>
                    <a:pt x="7764580" y="922438"/>
                  </a:lnTo>
                  <a:lnTo>
                    <a:pt x="7765248" y="874624"/>
                  </a:lnTo>
                  <a:lnTo>
                    <a:pt x="7765916" y="866108"/>
                  </a:lnTo>
                  <a:lnTo>
                    <a:pt x="7766584" y="896421"/>
                  </a:lnTo>
                  <a:lnTo>
                    <a:pt x="7767252" y="852075"/>
                  </a:lnTo>
                  <a:lnTo>
                    <a:pt x="7767920" y="889276"/>
                  </a:lnTo>
                  <a:lnTo>
                    <a:pt x="7768588" y="943205"/>
                  </a:lnTo>
                  <a:lnTo>
                    <a:pt x="7769256" y="929399"/>
                  </a:lnTo>
                  <a:lnTo>
                    <a:pt x="7769924" y="914872"/>
                  </a:lnTo>
                  <a:lnTo>
                    <a:pt x="7770592" y="846766"/>
                  </a:lnTo>
                  <a:lnTo>
                    <a:pt x="7771260" y="782944"/>
                  </a:lnTo>
                  <a:lnTo>
                    <a:pt x="7771928" y="787361"/>
                  </a:lnTo>
                  <a:lnTo>
                    <a:pt x="7772596" y="661053"/>
                  </a:lnTo>
                  <a:lnTo>
                    <a:pt x="7773264" y="611844"/>
                  </a:lnTo>
                  <a:lnTo>
                    <a:pt x="7773932" y="586306"/>
                  </a:lnTo>
                  <a:lnTo>
                    <a:pt x="7774600" y="616599"/>
                  </a:lnTo>
                  <a:lnTo>
                    <a:pt x="7775268" y="662333"/>
                  </a:lnTo>
                  <a:lnTo>
                    <a:pt x="7775937" y="696538"/>
                  </a:lnTo>
                  <a:lnTo>
                    <a:pt x="7776605" y="697891"/>
                  </a:lnTo>
                  <a:lnTo>
                    <a:pt x="7777273" y="717134"/>
                  </a:lnTo>
                  <a:lnTo>
                    <a:pt x="7777941" y="745666"/>
                  </a:lnTo>
                  <a:lnTo>
                    <a:pt x="7778609" y="726977"/>
                  </a:lnTo>
                  <a:lnTo>
                    <a:pt x="7779277" y="695188"/>
                  </a:lnTo>
                  <a:lnTo>
                    <a:pt x="7779945" y="638441"/>
                  </a:lnTo>
                  <a:lnTo>
                    <a:pt x="7780613" y="666188"/>
                  </a:lnTo>
                  <a:lnTo>
                    <a:pt x="7781281" y="736973"/>
                  </a:lnTo>
                  <a:lnTo>
                    <a:pt x="7781949" y="744209"/>
                  </a:lnTo>
                  <a:lnTo>
                    <a:pt x="7782617" y="778589"/>
                  </a:lnTo>
                  <a:lnTo>
                    <a:pt x="7783285" y="843152"/>
                  </a:lnTo>
                  <a:lnTo>
                    <a:pt x="7783953" y="899928"/>
                  </a:lnTo>
                  <a:lnTo>
                    <a:pt x="7784621" y="914943"/>
                  </a:lnTo>
                  <a:lnTo>
                    <a:pt x="7785289" y="950068"/>
                  </a:lnTo>
                  <a:lnTo>
                    <a:pt x="7785957" y="980884"/>
                  </a:lnTo>
                  <a:lnTo>
                    <a:pt x="7786625" y="974601"/>
                  </a:lnTo>
                  <a:lnTo>
                    <a:pt x="7787293" y="974601"/>
                  </a:lnTo>
                  <a:lnTo>
                    <a:pt x="7787961" y="950068"/>
                  </a:lnTo>
                  <a:lnTo>
                    <a:pt x="7788629" y="950068"/>
                  </a:lnTo>
                  <a:lnTo>
                    <a:pt x="7789297" y="942095"/>
                  </a:lnTo>
                  <a:lnTo>
                    <a:pt x="7789965" y="1043195"/>
                  </a:lnTo>
                  <a:lnTo>
                    <a:pt x="7790633" y="1020129"/>
                  </a:lnTo>
                  <a:lnTo>
                    <a:pt x="7791301" y="997915"/>
                  </a:lnTo>
                  <a:lnTo>
                    <a:pt x="7791969" y="958377"/>
                  </a:lnTo>
                  <a:lnTo>
                    <a:pt x="7792637" y="966768"/>
                  </a:lnTo>
                  <a:lnTo>
                    <a:pt x="7793305" y="955051"/>
                  </a:lnTo>
                  <a:lnTo>
                    <a:pt x="7793973" y="933845"/>
                  </a:lnTo>
                  <a:lnTo>
                    <a:pt x="7794641" y="956712"/>
                  </a:lnTo>
                  <a:lnTo>
                    <a:pt x="7795309" y="966768"/>
                  </a:lnTo>
                  <a:lnTo>
                    <a:pt x="7795977" y="966768"/>
                  </a:lnTo>
                  <a:lnTo>
                    <a:pt x="7796645" y="982152"/>
                  </a:lnTo>
                  <a:lnTo>
                    <a:pt x="7797313" y="1015895"/>
                  </a:lnTo>
                  <a:lnTo>
                    <a:pt x="7797981" y="1038159"/>
                  </a:lnTo>
                  <a:lnTo>
                    <a:pt x="7798649" y="1063182"/>
                  </a:lnTo>
                  <a:lnTo>
                    <a:pt x="7799317" y="1138047"/>
                  </a:lnTo>
                  <a:lnTo>
                    <a:pt x="7799986" y="1246608"/>
                  </a:lnTo>
                  <a:lnTo>
                    <a:pt x="7800654" y="1355296"/>
                  </a:lnTo>
                  <a:lnTo>
                    <a:pt x="7801322" y="1326543"/>
                  </a:lnTo>
                  <a:lnTo>
                    <a:pt x="7801990" y="1471575"/>
                  </a:lnTo>
                  <a:lnTo>
                    <a:pt x="7802658" y="1480680"/>
                  </a:lnTo>
                  <a:lnTo>
                    <a:pt x="7803326" y="1513603"/>
                  </a:lnTo>
                  <a:lnTo>
                    <a:pt x="7803994" y="1579623"/>
                  </a:lnTo>
                  <a:lnTo>
                    <a:pt x="7804662" y="1579623"/>
                  </a:lnTo>
                  <a:lnTo>
                    <a:pt x="7805330" y="1538198"/>
                  </a:lnTo>
                  <a:lnTo>
                    <a:pt x="7805998" y="1469804"/>
                  </a:lnTo>
                  <a:lnTo>
                    <a:pt x="7806666" y="1318479"/>
                  </a:lnTo>
                  <a:lnTo>
                    <a:pt x="7807334" y="1317572"/>
                  </a:lnTo>
                  <a:lnTo>
                    <a:pt x="7808002" y="1256396"/>
                  </a:lnTo>
                  <a:lnTo>
                    <a:pt x="7808670" y="1162780"/>
                  </a:lnTo>
                  <a:lnTo>
                    <a:pt x="7809338" y="1160491"/>
                  </a:lnTo>
                  <a:lnTo>
                    <a:pt x="7810006" y="1067120"/>
                  </a:lnTo>
                  <a:lnTo>
                    <a:pt x="7810674" y="948451"/>
                  </a:lnTo>
                  <a:lnTo>
                    <a:pt x="7811342" y="890417"/>
                  </a:lnTo>
                  <a:lnTo>
                    <a:pt x="7812010" y="848337"/>
                  </a:lnTo>
                  <a:lnTo>
                    <a:pt x="7812678" y="804896"/>
                  </a:lnTo>
                  <a:lnTo>
                    <a:pt x="7813346" y="761751"/>
                  </a:lnTo>
                  <a:lnTo>
                    <a:pt x="7814014" y="719024"/>
                  </a:lnTo>
                  <a:lnTo>
                    <a:pt x="7814682" y="696461"/>
                  </a:lnTo>
                  <a:lnTo>
                    <a:pt x="7815350" y="683294"/>
                  </a:lnTo>
                  <a:lnTo>
                    <a:pt x="7816018" y="675407"/>
                  </a:lnTo>
                  <a:lnTo>
                    <a:pt x="7816686" y="674609"/>
                  </a:lnTo>
                  <a:lnTo>
                    <a:pt x="7817354" y="590874"/>
                  </a:lnTo>
                  <a:lnTo>
                    <a:pt x="7818022" y="616599"/>
                  </a:lnTo>
                  <a:lnTo>
                    <a:pt x="7818690" y="661053"/>
                  </a:lnTo>
                  <a:lnTo>
                    <a:pt x="7819358" y="639676"/>
                  </a:lnTo>
                  <a:lnTo>
                    <a:pt x="7820026" y="687148"/>
                  </a:lnTo>
                  <a:lnTo>
                    <a:pt x="7820694" y="710195"/>
                  </a:lnTo>
                  <a:lnTo>
                    <a:pt x="7821362" y="729817"/>
                  </a:lnTo>
                  <a:lnTo>
                    <a:pt x="7822030" y="770957"/>
                  </a:lnTo>
                  <a:lnTo>
                    <a:pt x="7822698" y="813293"/>
                  </a:lnTo>
                  <a:lnTo>
                    <a:pt x="7823366" y="808448"/>
                  </a:lnTo>
                  <a:lnTo>
                    <a:pt x="7824034" y="803640"/>
                  </a:lnTo>
                  <a:lnTo>
                    <a:pt x="7824703" y="790992"/>
                  </a:lnTo>
                  <a:lnTo>
                    <a:pt x="7825371" y="777056"/>
                  </a:lnTo>
                  <a:lnTo>
                    <a:pt x="7826039" y="798868"/>
                  </a:lnTo>
                  <a:lnTo>
                    <a:pt x="7826707" y="839765"/>
                  </a:lnTo>
                  <a:lnTo>
                    <a:pt x="7827375" y="814916"/>
                  </a:lnTo>
                  <a:lnTo>
                    <a:pt x="7828043" y="780127"/>
                  </a:lnTo>
                  <a:lnTo>
                    <a:pt x="7828711" y="778589"/>
                  </a:lnTo>
                  <a:lnTo>
                    <a:pt x="7829379" y="777055"/>
                  </a:lnTo>
                  <a:lnTo>
                    <a:pt x="7830047" y="748590"/>
                  </a:lnTo>
                  <a:lnTo>
                    <a:pt x="7830715" y="719931"/>
                  </a:lnTo>
                  <a:lnTo>
                    <a:pt x="7831383" y="718531"/>
                  </a:lnTo>
                  <a:lnTo>
                    <a:pt x="7832051" y="700605"/>
                  </a:lnTo>
                  <a:lnTo>
                    <a:pt x="7832719" y="640914"/>
                  </a:lnTo>
                  <a:lnTo>
                    <a:pt x="7833387" y="609480"/>
                  </a:lnTo>
                  <a:lnTo>
                    <a:pt x="7834055" y="639676"/>
                  </a:lnTo>
                  <a:lnTo>
                    <a:pt x="7834723" y="647140"/>
                  </a:lnTo>
                  <a:lnTo>
                    <a:pt x="7835391" y="633522"/>
                  </a:lnTo>
                  <a:lnTo>
                    <a:pt x="7836059" y="609480"/>
                  </a:lnTo>
                  <a:lnTo>
                    <a:pt x="7836727" y="544454"/>
                  </a:lnTo>
                  <a:lnTo>
                    <a:pt x="7837395" y="504164"/>
                  </a:lnTo>
                  <a:lnTo>
                    <a:pt x="7838063" y="502164"/>
                  </a:lnTo>
                  <a:lnTo>
                    <a:pt x="7838731" y="590920"/>
                  </a:lnTo>
                  <a:lnTo>
                    <a:pt x="7839399" y="594342"/>
                  </a:lnTo>
                  <a:lnTo>
                    <a:pt x="7840067" y="637203"/>
                  </a:lnTo>
                  <a:lnTo>
                    <a:pt x="7840735" y="711036"/>
                  </a:lnTo>
                  <a:lnTo>
                    <a:pt x="7841403" y="738847"/>
                  </a:lnTo>
                  <a:lnTo>
                    <a:pt x="7842071" y="755644"/>
                  </a:lnTo>
                  <a:lnTo>
                    <a:pt x="7842739" y="820844"/>
                  </a:lnTo>
                  <a:lnTo>
                    <a:pt x="7843407" y="911764"/>
                  </a:lnTo>
                  <a:lnTo>
                    <a:pt x="7844075" y="933845"/>
                  </a:lnTo>
                  <a:lnTo>
                    <a:pt x="7844743" y="970155"/>
                  </a:lnTo>
                  <a:lnTo>
                    <a:pt x="7845411" y="1041946"/>
                  </a:lnTo>
                  <a:lnTo>
                    <a:pt x="7846079" y="1127111"/>
                  </a:lnTo>
                  <a:lnTo>
                    <a:pt x="7846747" y="1267094"/>
                  </a:lnTo>
                  <a:lnTo>
                    <a:pt x="7847415" y="1432267"/>
                  </a:lnTo>
                  <a:lnTo>
                    <a:pt x="7848083" y="1502223"/>
                  </a:lnTo>
                  <a:lnTo>
                    <a:pt x="7848751" y="1443148"/>
                  </a:lnTo>
                  <a:lnTo>
                    <a:pt x="7849420" y="1534658"/>
                  </a:lnTo>
                  <a:lnTo>
                    <a:pt x="7850088" y="1480680"/>
                  </a:lnTo>
                  <a:lnTo>
                    <a:pt x="7850756" y="1480680"/>
                  </a:lnTo>
                  <a:lnTo>
                    <a:pt x="7851424" y="1480680"/>
                  </a:lnTo>
                  <a:lnTo>
                    <a:pt x="7852092" y="1480680"/>
                  </a:lnTo>
                  <a:lnTo>
                    <a:pt x="7852760" y="1480680"/>
                  </a:lnTo>
                  <a:lnTo>
                    <a:pt x="7853428" y="1403045"/>
                  </a:lnTo>
                  <a:lnTo>
                    <a:pt x="7854096" y="1294883"/>
                  </a:lnTo>
                  <a:lnTo>
                    <a:pt x="7854764" y="1208317"/>
                  </a:lnTo>
                  <a:lnTo>
                    <a:pt x="7855432" y="1190569"/>
                  </a:lnTo>
                  <a:lnTo>
                    <a:pt x="7856100" y="1190569"/>
                  </a:lnTo>
                  <a:lnTo>
                    <a:pt x="7856768" y="1190569"/>
                  </a:lnTo>
                  <a:lnTo>
                    <a:pt x="7857436" y="1190569"/>
                  </a:lnTo>
                  <a:lnTo>
                    <a:pt x="7858104" y="1205325"/>
                  </a:lnTo>
                  <a:lnTo>
                    <a:pt x="7858772" y="1232772"/>
                  </a:lnTo>
                  <a:lnTo>
                    <a:pt x="7859440" y="1190569"/>
                  </a:lnTo>
                  <a:lnTo>
                    <a:pt x="7860108" y="1167643"/>
                  </a:lnTo>
                  <a:lnTo>
                    <a:pt x="7860776" y="1134720"/>
                  </a:lnTo>
                  <a:lnTo>
                    <a:pt x="7861444" y="1134720"/>
                  </a:lnTo>
                  <a:lnTo>
                    <a:pt x="7862112" y="1134720"/>
                  </a:lnTo>
                  <a:lnTo>
                    <a:pt x="7862780" y="1116267"/>
                  </a:lnTo>
                  <a:lnTo>
                    <a:pt x="7863448" y="1113673"/>
                  </a:lnTo>
                  <a:lnTo>
                    <a:pt x="7864116" y="1100862"/>
                  </a:lnTo>
                  <a:lnTo>
                    <a:pt x="7864784" y="1173298"/>
                  </a:lnTo>
                  <a:lnTo>
                    <a:pt x="7865452" y="1190569"/>
                  </a:lnTo>
                  <a:lnTo>
                    <a:pt x="7866120" y="1190569"/>
                  </a:lnTo>
                  <a:lnTo>
                    <a:pt x="7866788" y="1190569"/>
                  </a:lnTo>
                  <a:lnTo>
                    <a:pt x="7867456" y="1190569"/>
                  </a:lnTo>
                  <a:lnTo>
                    <a:pt x="7868124" y="1190569"/>
                  </a:lnTo>
                  <a:lnTo>
                    <a:pt x="7868792" y="1170464"/>
                  </a:lnTo>
                  <a:lnTo>
                    <a:pt x="7869460" y="1137400"/>
                  </a:lnTo>
                  <a:lnTo>
                    <a:pt x="7870128" y="1156480"/>
                  </a:lnTo>
                  <a:lnTo>
                    <a:pt x="7870796" y="1190569"/>
                  </a:lnTo>
                  <a:lnTo>
                    <a:pt x="7871464" y="1190569"/>
                  </a:lnTo>
                  <a:lnTo>
                    <a:pt x="7872132" y="1190569"/>
                  </a:lnTo>
                  <a:lnTo>
                    <a:pt x="7872800" y="1211324"/>
                  </a:lnTo>
                  <a:lnTo>
                    <a:pt x="7873468" y="1271295"/>
                  </a:lnTo>
                  <a:lnTo>
                    <a:pt x="7874137" y="1394971"/>
                  </a:lnTo>
                  <a:lnTo>
                    <a:pt x="7874805" y="1394971"/>
                  </a:lnTo>
                  <a:lnTo>
                    <a:pt x="7875473" y="1298325"/>
                  </a:lnTo>
                  <a:lnTo>
                    <a:pt x="7876141" y="1251745"/>
                  </a:lnTo>
                  <a:lnTo>
                    <a:pt x="7876809" y="1220428"/>
                  </a:lnTo>
                  <a:lnTo>
                    <a:pt x="7877477" y="1190569"/>
                  </a:lnTo>
                  <a:lnTo>
                    <a:pt x="7878145" y="1190569"/>
                  </a:lnTo>
                  <a:lnTo>
                    <a:pt x="7878813" y="1229664"/>
                  </a:lnTo>
                  <a:lnTo>
                    <a:pt x="7879481" y="1315815"/>
                  </a:lnTo>
                  <a:lnTo>
                    <a:pt x="7880149" y="1319371"/>
                  </a:lnTo>
                  <a:lnTo>
                    <a:pt x="7880817" y="1288055"/>
                  </a:lnTo>
                  <a:lnTo>
                    <a:pt x="7881485" y="1232772"/>
                  </a:lnTo>
                  <a:lnTo>
                    <a:pt x="7882153" y="1190569"/>
                  </a:lnTo>
                  <a:lnTo>
                    <a:pt x="7882821" y="1190569"/>
                  </a:lnTo>
                  <a:lnTo>
                    <a:pt x="7883489" y="1190569"/>
                  </a:lnTo>
                  <a:lnTo>
                    <a:pt x="7884157" y="1190569"/>
                  </a:lnTo>
                  <a:lnTo>
                    <a:pt x="7884825" y="1190569"/>
                  </a:lnTo>
                  <a:lnTo>
                    <a:pt x="7885493" y="1271295"/>
                  </a:lnTo>
                  <a:lnTo>
                    <a:pt x="7886161" y="1319371"/>
                  </a:lnTo>
                  <a:lnTo>
                    <a:pt x="7886829" y="1442815"/>
                  </a:lnTo>
                  <a:lnTo>
                    <a:pt x="7887497" y="1449950"/>
                  </a:lnTo>
                  <a:lnTo>
                    <a:pt x="7888165" y="1444189"/>
                  </a:lnTo>
                  <a:lnTo>
                    <a:pt x="7888833" y="1378212"/>
                  </a:lnTo>
                  <a:lnTo>
                    <a:pt x="7889501" y="1278006"/>
                  </a:lnTo>
                  <a:lnTo>
                    <a:pt x="7890169" y="1230295"/>
                  </a:lnTo>
                  <a:lnTo>
                    <a:pt x="7890837" y="1165565"/>
                  </a:lnTo>
                  <a:lnTo>
                    <a:pt x="7891505" y="1085852"/>
                  </a:lnTo>
                  <a:lnTo>
                    <a:pt x="7892173" y="1131608"/>
                  </a:lnTo>
                  <a:lnTo>
                    <a:pt x="7892841" y="1099087"/>
                  </a:lnTo>
                  <a:lnTo>
                    <a:pt x="7893509" y="1102136"/>
                  </a:lnTo>
                  <a:lnTo>
                    <a:pt x="7894177" y="1096090"/>
                  </a:lnTo>
                  <a:lnTo>
                    <a:pt x="7894845" y="1096090"/>
                  </a:lnTo>
                  <a:lnTo>
                    <a:pt x="7895513" y="1096090"/>
                  </a:lnTo>
                  <a:lnTo>
                    <a:pt x="7896181" y="1096090"/>
                  </a:lnTo>
                  <a:lnTo>
                    <a:pt x="7896849" y="1096090"/>
                  </a:lnTo>
                  <a:lnTo>
                    <a:pt x="7897517" y="1090101"/>
                  </a:lnTo>
                  <a:lnTo>
                    <a:pt x="7898186" y="1041600"/>
                  </a:lnTo>
                  <a:lnTo>
                    <a:pt x="7898854" y="1038453"/>
                  </a:lnTo>
                  <a:lnTo>
                    <a:pt x="7899522" y="1081184"/>
                  </a:lnTo>
                  <a:lnTo>
                    <a:pt x="7900190" y="1095199"/>
                  </a:lnTo>
                  <a:lnTo>
                    <a:pt x="7900858" y="1199610"/>
                  </a:lnTo>
                  <a:lnTo>
                    <a:pt x="7901526" y="1265108"/>
                  </a:lnTo>
                  <a:lnTo>
                    <a:pt x="7902194" y="1270953"/>
                  </a:lnTo>
                  <a:lnTo>
                    <a:pt x="7902862" y="1334179"/>
                  </a:lnTo>
                  <a:lnTo>
                    <a:pt x="7903530" y="1384166"/>
                  </a:lnTo>
                  <a:lnTo>
                    <a:pt x="7904198" y="1386209"/>
                  </a:lnTo>
                  <a:lnTo>
                    <a:pt x="7904866" y="1317572"/>
                  </a:lnTo>
                  <a:lnTo>
                    <a:pt x="7905534" y="1317572"/>
                  </a:lnTo>
                  <a:lnTo>
                    <a:pt x="7906202" y="1291837"/>
                  </a:lnTo>
                  <a:lnTo>
                    <a:pt x="7906870" y="1230406"/>
                  </a:lnTo>
                  <a:lnTo>
                    <a:pt x="7907538" y="1268434"/>
                  </a:lnTo>
                  <a:lnTo>
                    <a:pt x="7908206" y="1382044"/>
                  </a:lnTo>
                  <a:lnTo>
                    <a:pt x="7908874" y="1319371"/>
                  </a:lnTo>
                  <a:lnTo>
                    <a:pt x="7909542" y="1359846"/>
                  </a:lnTo>
                  <a:lnTo>
                    <a:pt x="7910210" y="1394971"/>
                  </a:lnTo>
                  <a:lnTo>
                    <a:pt x="7910878" y="1394971"/>
                  </a:lnTo>
                  <a:lnTo>
                    <a:pt x="7911546" y="1394971"/>
                  </a:lnTo>
                  <a:lnTo>
                    <a:pt x="7912214" y="1394971"/>
                  </a:lnTo>
                  <a:lnTo>
                    <a:pt x="7912882" y="1394971"/>
                  </a:lnTo>
                  <a:lnTo>
                    <a:pt x="7913550" y="1394971"/>
                  </a:lnTo>
                  <a:lnTo>
                    <a:pt x="7914218" y="1394971"/>
                  </a:lnTo>
                  <a:lnTo>
                    <a:pt x="7914886" y="1394971"/>
                  </a:lnTo>
                  <a:lnTo>
                    <a:pt x="7915554" y="1394971"/>
                  </a:lnTo>
                  <a:lnTo>
                    <a:pt x="7916222" y="1432131"/>
                  </a:lnTo>
                  <a:lnTo>
                    <a:pt x="7916890" y="1538198"/>
                  </a:lnTo>
                  <a:lnTo>
                    <a:pt x="7917558" y="1579623"/>
                  </a:lnTo>
                  <a:lnTo>
                    <a:pt x="7918226" y="1579623"/>
                  </a:lnTo>
                  <a:lnTo>
                    <a:pt x="7918894" y="1579623"/>
                  </a:lnTo>
                  <a:lnTo>
                    <a:pt x="7919562" y="1579623"/>
                  </a:lnTo>
                  <a:lnTo>
                    <a:pt x="7920230" y="1579623"/>
                  </a:lnTo>
                  <a:lnTo>
                    <a:pt x="7920898" y="1579623"/>
                  </a:lnTo>
                  <a:lnTo>
                    <a:pt x="7921566" y="1579623"/>
                  </a:lnTo>
                  <a:lnTo>
                    <a:pt x="7922234" y="1579623"/>
                  </a:lnTo>
                  <a:lnTo>
                    <a:pt x="7922903" y="1579623"/>
                  </a:lnTo>
                  <a:lnTo>
                    <a:pt x="7923571" y="1518447"/>
                  </a:lnTo>
                  <a:lnTo>
                    <a:pt x="7924239" y="1403045"/>
                  </a:lnTo>
                  <a:lnTo>
                    <a:pt x="7924907" y="1311012"/>
                  </a:lnTo>
                  <a:lnTo>
                    <a:pt x="7925575" y="1291669"/>
                  </a:lnTo>
                  <a:lnTo>
                    <a:pt x="7926243" y="1280722"/>
                  </a:lnTo>
                  <a:lnTo>
                    <a:pt x="7926911" y="1261723"/>
                  </a:lnTo>
                  <a:lnTo>
                    <a:pt x="7927579" y="1294212"/>
                  </a:lnTo>
                  <a:lnTo>
                    <a:pt x="7928247" y="1289293"/>
                  </a:lnTo>
                  <a:lnTo>
                    <a:pt x="7928915" y="1228946"/>
                  </a:lnTo>
                  <a:lnTo>
                    <a:pt x="7929583" y="1144068"/>
                  </a:lnTo>
                  <a:lnTo>
                    <a:pt x="7930251" y="1090161"/>
                  </a:lnTo>
                  <a:lnTo>
                    <a:pt x="7930919" y="1154840"/>
                  </a:lnTo>
                  <a:lnTo>
                    <a:pt x="7931587" y="1097068"/>
                  </a:lnTo>
                  <a:lnTo>
                    <a:pt x="7932255" y="1074717"/>
                  </a:lnTo>
                  <a:lnTo>
                    <a:pt x="7932923" y="1059250"/>
                  </a:lnTo>
                  <a:lnTo>
                    <a:pt x="7933591" y="1077856"/>
                  </a:lnTo>
                  <a:lnTo>
                    <a:pt x="7934259" y="1120120"/>
                  </a:lnTo>
                  <a:lnTo>
                    <a:pt x="7934927" y="1212469"/>
                  </a:lnTo>
                  <a:lnTo>
                    <a:pt x="7935595" y="1232220"/>
                  </a:lnTo>
                  <a:lnTo>
                    <a:pt x="7936263" y="1192381"/>
                  </a:lnTo>
                  <a:lnTo>
                    <a:pt x="7936931" y="1207186"/>
                  </a:lnTo>
                  <a:lnTo>
                    <a:pt x="7937599" y="1246645"/>
                  </a:lnTo>
                  <a:lnTo>
                    <a:pt x="7938267" y="1236018"/>
                  </a:lnTo>
                  <a:lnTo>
                    <a:pt x="7938935" y="1235521"/>
                  </a:lnTo>
                  <a:lnTo>
                    <a:pt x="7939603" y="1350495"/>
                  </a:lnTo>
                  <a:lnTo>
                    <a:pt x="7940271" y="1446374"/>
                  </a:lnTo>
                  <a:lnTo>
                    <a:pt x="7940939" y="1424047"/>
                  </a:lnTo>
                  <a:lnTo>
                    <a:pt x="7941607" y="1548740"/>
                  </a:lnTo>
                  <a:lnTo>
                    <a:pt x="7942275" y="1528247"/>
                  </a:lnTo>
                  <a:lnTo>
                    <a:pt x="7942943" y="1579623"/>
                  </a:lnTo>
                  <a:lnTo>
                    <a:pt x="7943611" y="1579623"/>
                  </a:lnTo>
                  <a:lnTo>
                    <a:pt x="7944279" y="1579623"/>
                  </a:lnTo>
                  <a:lnTo>
                    <a:pt x="7944947" y="1579623"/>
                  </a:lnTo>
                  <a:lnTo>
                    <a:pt x="7945615" y="1579623"/>
                  </a:lnTo>
                  <a:lnTo>
                    <a:pt x="7946283" y="1579623"/>
                  </a:lnTo>
                  <a:lnTo>
                    <a:pt x="7946951" y="1579623"/>
                  </a:lnTo>
                  <a:lnTo>
                    <a:pt x="7947620" y="1579623"/>
                  </a:lnTo>
                  <a:lnTo>
                    <a:pt x="7948288" y="1579623"/>
                  </a:lnTo>
                  <a:lnTo>
                    <a:pt x="7948956" y="1579623"/>
                  </a:lnTo>
                  <a:lnTo>
                    <a:pt x="7949624" y="1579623"/>
                  </a:lnTo>
                  <a:lnTo>
                    <a:pt x="7950292" y="1579623"/>
                  </a:lnTo>
                  <a:lnTo>
                    <a:pt x="7950960" y="1579623"/>
                  </a:lnTo>
                  <a:lnTo>
                    <a:pt x="7951628" y="1579623"/>
                  </a:lnTo>
                  <a:lnTo>
                    <a:pt x="7952296" y="1579623"/>
                  </a:lnTo>
                  <a:lnTo>
                    <a:pt x="7952964" y="1579623"/>
                  </a:lnTo>
                  <a:lnTo>
                    <a:pt x="7953632" y="1579623"/>
                  </a:lnTo>
                  <a:lnTo>
                    <a:pt x="7954300" y="1569013"/>
                  </a:lnTo>
                  <a:lnTo>
                    <a:pt x="7954968" y="1480680"/>
                  </a:lnTo>
                  <a:lnTo>
                    <a:pt x="7955636" y="1480680"/>
                  </a:lnTo>
                  <a:lnTo>
                    <a:pt x="7956304" y="1480680"/>
                  </a:lnTo>
                  <a:lnTo>
                    <a:pt x="7956972" y="1403045"/>
                  </a:lnTo>
                  <a:lnTo>
                    <a:pt x="7957640" y="1394971"/>
                  </a:lnTo>
                  <a:lnTo>
                    <a:pt x="7958308" y="1394971"/>
                  </a:lnTo>
                  <a:lnTo>
                    <a:pt x="7958976" y="1394971"/>
                  </a:lnTo>
                  <a:lnTo>
                    <a:pt x="7959644" y="1394971"/>
                  </a:lnTo>
                  <a:lnTo>
                    <a:pt x="7960312" y="1394971"/>
                  </a:lnTo>
                  <a:lnTo>
                    <a:pt x="7960980" y="1264712"/>
                  </a:lnTo>
                  <a:lnTo>
                    <a:pt x="7961648" y="1251745"/>
                  </a:lnTo>
                  <a:lnTo>
                    <a:pt x="7962316" y="1251745"/>
                  </a:lnTo>
                  <a:lnTo>
                    <a:pt x="7962984" y="1251745"/>
                  </a:lnTo>
                  <a:lnTo>
                    <a:pt x="7963652" y="1251745"/>
                  </a:lnTo>
                  <a:lnTo>
                    <a:pt x="7964320" y="1258196"/>
                  </a:lnTo>
                  <a:lnTo>
                    <a:pt x="7964988" y="1319371"/>
                  </a:lnTo>
                  <a:lnTo>
                    <a:pt x="7965656" y="1319371"/>
                  </a:lnTo>
                  <a:lnTo>
                    <a:pt x="7966324" y="1319371"/>
                  </a:lnTo>
                  <a:lnTo>
                    <a:pt x="7966992" y="1386998"/>
                  </a:lnTo>
                  <a:lnTo>
                    <a:pt x="7967660" y="1394971"/>
                  </a:lnTo>
                  <a:lnTo>
                    <a:pt x="7968328" y="1394971"/>
                  </a:lnTo>
                  <a:lnTo>
                    <a:pt x="7968996" y="1394971"/>
                  </a:lnTo>
                  <a:lnTo>
                    <a:pt x="7969664" y="1394971"/>
                  </a:lnTo>
                  <a:lnTo>
                    <a:pt x="7970332" y="1394971"/>
                  </a:lnTo>
                  <a:lnTo>
                    <a:pt x="7971000" y="1558576"/>
                  </a:lnTo>
                  <a:lnTo>
                    <a:pt x="7971668" y="1579623"/>
                  </a:lnTo>
                  <a:lnTo>
                    <a:pt x="7972337" y="1579623"/>
                  </a:lnTo>
                  <a:lnTo>
                    <a:pt x="7973005" y="1579623"/>
                  </a:lnTo>
                  <a:lnTo>
                    <a:pt x="7973673" y="1579623"/>
                  </a:lnTo>
                  <a:lnTo>
                    <a:pt x="7974341" y="1579623"/>
                  </a:lnTo>
                  <a:lnTo>
                    <a:pt x="7975009" y="1579623"/>
                  </a:lnTo>
                  <a:lnTo>
                    <a:pt x="7975677" y="1579623"/>
                  </a:lnTo>
                  <a:lnTo>
                    <a:pt x="7976345" y="1579623"/>
                  </a:lnTo>
                  <a:lnTo>
                    <a:pt x="7977013" y="1579623"/>
                  </a:lnTo>
                  <a:lnTo>
                    <a:pt x="7977681" y="1579623"/>
                  </a:lnTo>
                  <a:lnTo>
                    <a:pt x="7978349" y="1579623"/>
                  </a:lnTo>
                  <a:lnTo>
                    <a:pt x="7979017" y="1579623"/>
                  </a:lnTo>
                  <a:lnTo>
                    <a:pt x="7979685" y="1579623"/>
                  </a:lnTo>
                  <a:lnTo>
                    <a:pt x="7980353" y="1579623"/>
                  </a:lnTo>
                  <a:lnTo>
                    <a:pt x="7981021" y="1494583"/>
                  </a:lnTo>
                  <a:lnTo>
                    <a:pt x="7981689" y="1411222"/>
                  </a:lnTo>
                  <a:lnTo>
                    <a:pt x="7982357" y="1394971"/>
                  </a:lnTo>
                  <a:lnTo>
                    <a:pt x="7983025" y="1394971"/>
                  </a:lnTo>
                  <a:lnTo>
                    <a:pt x="7983693" y="1375220"/>
                  </a:lnTo>
                  <a:lnTo>
                    <a:pt x="7984361" y="1284668"/>
                  </a:lnTo>
                  <a:lnTo>
                    <a:pt x="7985029" y="1251745"/>
                  </a:lnTo>
                  <a:lnTo>
                    <a:pt x="7985697" y="1214344"/>
                  </a:lnTo>
                  <a:lnTo>
                    <a:pt x="7986365" y="1134720"/>
                  </a:lnTo>
                  <a:lnTo>
                    <a:pt x="7987033" y="1066291"/>
                  </a:lnTo>
                  <a:lnTo>
                    <a:pt x="7987701" y="952077"/>
                  </a:lnTo>
                  <a:lnTo>
                    <a:pt x="7988369" y="924509"/>
                  </a:lnTo>
                  <a:lnTo>
                    <a:pt x="7989037" y="911156"/>
                  </a:lnTo>
                  <a:lnTo>
                    <a:pt x="7989705" y="899928"/>
                  </a:lnTo>
                  <a:lnTo>
                    <a:pt x="7990373" y="874468"/>
                  </a:lnTo>
                  <a:lnTo>
                    <a:pt x="7991041" y="890719"/>
                  </a:lnTo>
                  <a:lnTo>
                    <a:pt x="7991709" y="867376"/>
                  </a:lnTo>
                  <a:lnTo>
                    <a:pt x="7992377" y="874468"/>
                  </a:lnTo>
                  <a:lnTo>
                    <a:pt x="7993045" y="874468"/>
                  </a:lnTo>
                  <a:lnTo>
                    <a:pt x="7993713" y="883446"/>
                  </a:lnTo>
                  <a:lnTo>
                    <a:pt x="7994381" y="930317"/>
                  </a:lnTo>
                  <a:lnTo>
                    <a:pt x="7995049" y="918752"/>
                  </a:lnTo>
                  <a:lnTo>
                    <a:pt x="7995717" y="922584"/>
                  </a:lnTo>
                  <a:lnTo>
                    <a:pt x="7996386" y="950069"/>
                  </a:lnTo>
                  <a:lnTo>
                    <a:pt x="7997054" y="976689"/>
                  </a:lnTo>
                  <a:lnTo>
                    <a:pt x="7997722" y="1033489"/>
                  </a:lnTo>
                  <a:lnTo>
                    <a:pt x="7998390" y="1066291"/>
                  </a:lnTo>
                  <a:lnTo>
                    <a:pt x="7999058" y="1083344"/>
                  </a:lnTo>
                  <a:lnTo>
                    <a:pt x="7999726" y="1098329"/>
                  </a:lnTo>
                  <a:lnTo>
                    <a:pt x="8000394" y="1134720"/>
                  </a:lnTo>
                  <a:lnTo>
                    <a:pt x="8001062" y="1148233"/>
                  </a:lnTo>
                  <a:lnTo>
                    <a:pt x="8001730" y="1281153"/>
                  </a:lnTo>
                  <a:lnTo>
                    <a:pt x="8002398" y="1291669"/>
                  </a:lnTo>
                  <a:lnTo>
                    <a:pt x="8003066" y="1317572"/>
                  </a:lnTo>
                  <a:lnTo>
                    <a:pt x="8003734" y="1251113"/>
                  </a:lnTo>
                  <a:lnTo>
                    <a:pt x="8004402" y="1162780"/>
                  </a:lnTo>
                  <a:lnTo>
                    <a:pt x="8005070" y="1200547"/>
                  </a:lnTo>
                  <a:lnTo>
                    <a:pt x="8005738" y="1225332"/>
                  </a:lnTo>
                  <a:lnTo>
                    <a:pt x="8006406" y="1220298"/>
                  </a:lnTo>
                  <a:lnTo>
                    <a:pt x="8007074" y="1245873"/>
                  </a:lnTo>
                  <a:lnTo>
                    <a:pt x="8007742" y="1289040"/>
                  </a:lnTo>
                  <a:lnTo>
                    <a:pt x="8008410" y="1212820"/>
                  </a:lnTo>
                  <a:lnTo>
                    <a:pt x="8009078" y="1202983"/>
                  </a:lnTo>
                  <a:lnTo>
                    <a:pt x="8009746" y="1124947"/>
                  </a:lnTo>
                  <a:lnTo>
                    <a:pt x="8010414" y="1118496"/>
                  </a:lnTo>
                  <a:lnTo>
                    <a:pt x="8011082" y="1124947"/>
                  </a:lnTo>
                  <a:lnTo>
                    <a:pt x="8011750" y="1153690"/>
                  </a:lnTo>
                  <a:lnTo>
                    <a:pt x="8012418" y="1085461"/>
                  </a:lnTo>
                  <a:lnTo>
                    <a:pt x="8013086" y="991493"/>
                  </a:lnTo>
                  <a:lnTo>
                    <a:pt x="8013754" y="1000109"/>
                  </a:lnTo>
                  <a:lnTo>
                    <a:pt x="8014422" y="1059120"/>
                  </a:lnTo>
                  <a:lnTo>
                    <a:pt x="8015090" y="1017695"/>
                  </a:lnTo>
                  <a:lnTo>
                    <a:pt x="8015758" y="956114"/>
                  </a:lnTo>
                  <a:lnTo>
                    <a:pt x="8016426" y="982992"/>
                  </a:lnTo>
                  <a:lnTo>
                    <a:pt x="8017094" y="991493"/>
                  </a:lnTo>
                  <a:lnTo>
                    <a:pt x="8017762" y="1013253"/>
                  </a:lnTo>
                  <a:lnTo>
                    <a:pt x="8018430" y="1061501"/>
                  </a:lnTo>
                  <a:lnTo>
                    <a:pt x="8019098" y="1042691"/>
                  </a:lnTo>
                  <a:lnTo>
                    <a:pt x="8019766" y="1126746"/>
                  </a:lnTo>
                  <a:lnTo>
                    <a:pt x="8020434" y="1134720"/>
                  </a:lnTo>
                  <a:lnTo>
                    <a:pt x="8021103" y="1134720"/>
                  </a:lnTo>
                  <a:lnTo>
                    <a:pt x="8021771" y="1137400"/>
                  </a:lnTo>
                  <a:lnTo>
                    <a:pt x="8022439" y="1190569"/>
                  </a:lnTo>
                  <a:lnTo>
                    <a:pt x="8023107" y="1190569"/>
                  </a:lnTo>
                  <a:lnTo>
                    <a:pt x="8023775" y="1251745"/>
                  </a:lnTo>
                  <a:lnTo>
                    <a:pt x="8024443" y="1284668"/>
                  </a:lnTo>
                  <a:lnTo>
                    <a:pt x="8025111" y="1348552"/>
                  </a:lnTo>
                  <a:lnTo>
                    <a:pt x="8025779" y="1467071"/>
                  </a:lnTo>
                  <a:lnTo>
                    <a:pt x="8026447" y="1480680"/>
                  </a:lnTo>
                  <a:lnTo>
                    <a:pt x="8027115" y="1453745"/>
                  </a:lnTo>
                  <a:lnTo>
                    <a:pt x="8027783" y="1394971"/>
                  </a:lnTo>
                  <a:lnTo>
                    <a:pt x="8028451" y="1427895"/>
                  </a:lnTo>
                  <a:lnTo>
                    <a:pt x="8029119" y="1480680"/>
                  </a:lnTo>
                  <a:lnTo>
                    <a:pt x="8029787" y="1480680"/>
                  </a:lnTo>
                  <a:lnTo>
                    <a:pt x="8030455" y="1480680"/>
                  </a:lnTo>
                  <a:lnTo>
                    <a:pt x="8031123" y="1480680"/>
                  </a:lnTo>
                  <a:lnTo>
                    <a:pt x="8031791" y="1480680"/>
                  </a:lnTo>
                  <a:lnTo>
                    <a:pt x="8032459" y="1480680"/>
                  </a:lnTo>
                  <a:lnTo>
                    <a:pt x="8033127" y="1453745"/>
                  </a:lnTo>
                  <a:lnTo>
                    <a:pt x="8033795" y="1394971"/>
                  </a:lnTo>
                  <a:lnTo>
                    <a:pt x="8034463" y="1394971"/>
                  </a:lnTo>
                  <a:lnTo>
                    <a:pt x="8035131" y="1394971"/>
                  </a:lnTo>
                  <a:lnTo>
                    <a:pt x="8035799" y="1394971"/>
                  </a:lnTo>
                  <a:lnTo>
                    <a:pt x="8036467" y="1394971"/>
                  </a:lnTo>
                  <a:lnTo>
                    <a:pt x="8037135" y="1419504"/>
                  </a:lnTo>
                  <a:lnTo>
                    <a:pt x="8037803" y="1480680"/>
                  </a:lnTo>
                  <a:lnTo>
                    <a:pt x="8038471" y="1480680"/>
                  </a:lnTo>
                  <a:lnTo>
                    <a:pt x="8039139" y="1480680"/>
                  </a:lnTo>
                  <a:lnTo>
                    <a:pt x="8039807" y="1480680"/>
                  </a:lnTo>
                  <a:lnTo>
                    <a:pt x="8040475" y="1480680"/>
                  </a:lnTo>
                  <a:lnTo>
                    <a:pt x="8041143" y="1480680"/>
                  </a:lnTo>
                  <a:lnTo>
                    <a:pt x="8041811" y="1480680"/>
                  </a:lnTo>
                  <a:lnTo>
                    <a:pt x="8042479" y="1480680"/>
                  </a:lnTo>
                  <a:lnTo>
                    <a:pt x="8043147" y="1508795"/>
                  </a:lnTo>
                  <a:lnTo>
                    <a:pt x="8043815" y="1579623"/>
                  </a:lnTo>
                  <a:lnTo>
                    <a:pt x="8044483" y="1579623"/>
                  </a:lnTo>
                  <a:lnTo>
                    <a:pt x="8045151" y="1579623"/>
                  </a:lnTo>
                  <a:lnTo>
                    <a:pt x="8045820" y="1579623"/>
                  </a:lnTo>
                  <a:lnTo>
                    <a:pt x="8046488" y="1579623"/>
                  </a:lnTo>
                  <a:lnTo>
                    <a:pt x="8047156" y="1504023"/>
                  </a:lnTo>
                  <a:lnTo>
                    <a:pt x="8047824" y="1480680"/>
                  </a:lnTo>
                  <a:lnTo>
                    <a:pt x="8048492" y="1480680"/>
                  </a:lnTo>
                  <a:lnTo>
                    <a:pt x="8049160" y="1480680"/>
                  </a:lnTo>
                  <a:lnTo>
                    <a:pt x="8049828" y="1480680"/>
                  </a:lnTo>
                  <a:lnTo>
                    <a:pt x="8050496" y="1480680"/>
                  </a:lnTo>
                  <a:lnTo>
                    <a:pt x="8051164" y="1436396"/>
                  </a:lnTo>
                  <a:lnTo>
                    <a:pt x="8051832" y="1394971"/>
                  </a:lnTo>
                  <a:lnTo>
                    <a:pt x="8052500" y="1394971"/>
                  </a:lnTo>
                  <a:lnTo>
                    <a:pt x="8053168" y="1394971"/>
                  </a:lnTo>
                  <a:lnTo>
                    <a:pt x="8053836" y="1394971"/>
                  </a:lnTo>
                  <a:lnTo>
                    <a:pt x="8054504" y="1394971"/>
                  </a:lnTo>
                  <a:lnTo>
                    <a:pt x="8055172" y="1394971"/>
                  </a:lnTo>
                  <a:lnTo>
                    <a:pt x="8055840" y="1394971"/>
                  </a:lnTo>
                  <a:lnTo>
                    <a:pt x="8056508" y="1394971"/>
                  </a:lnTo>
                  <a:lnTo>
                    <a:pt x="8057176" y="1458156"/>
                  </a:lnTo>
                  <a:lnTo>
                    <a:pt x="8057844" y="1480680"/>
                  </a:lnTo>
                  <a:lnTo>
                    <a:pt x="8058512" y="1480680"/>
                  </a:lnTo>
                  <a:lnTo>
                    <a:pt x="8059180" y="1480680"/>
                  </a:lnTo>
                  <a:lnTo>
                    <a:pt x="8059848" y="1480680"/>
                  </a:lnTo>
                  <a:lnTo>
                    <a:pt x="8060516" y="1480680"/>
                  </a:lnTo>
                  <a:lnTo>
                    <a:pt x="8061184" y="1528247"/>
                  </a:lnTo>
                  <a:lnTo>
                    <a:pt x="8061852" y="1579623"/>
                  </a:lnTo>
                  <a:lnTo>
                    <a:pt x="8062520" y="1579623"/>
                  </a:lnTo>
                  <a:lnTo>
                    <a:pt x="8063188" y="1579623"/>
                  </a:lnTo>
                  <a:lnTo>
                    <a:pt x="8063856" y="1579623"/>
                  </a:lnTo>
                  <a:lnTo>
                    <a:pt x="8064524" y="1579623"/>
                  </a:lnTo>
                  <a:lnTo>
                    <a:pt x="8065192" y="1579623"/>
                  </a:lnTo>
                  <a:lnTo>
                    <a:pt x="8065860" y="1579623"/>
                  </a:lnTo>
                  <a:lnTo>
                    <a:pt x="8066528" y="1579623"/>
                  </a:lnTo>
                  <a:lnTo>
                    <a:pt x="8067196" y="1579623"/>
                  </a:lnTo>
                  <a:lnTo>
                    <a:pt x="8067864" y="1579623"/>
                  </a:lnTo>
                  <a:lnTo>
                    <a:pt x="8068532" y="1579623"/>
                  </a:lnTo>
                  <a:lnTo>
                    <a:pt x="8069200" y="1579623"/>
                  </a:lnTo>
                  <a:lnTo>
                    <a:pt x="8069868" y="1579623"/>
                  </a:lnTo>
                  <a:lnTo>
                    <a:pt x="8070537" y="1579623"/>
                  </a:lnTo>
                  <a:lnTo>
                    <a:pt x="8071205" y="1579623"/>
                  </a:lnTo>
                  <a:lnTo>
                    <a:pt x="8071873" y="1579623"/>
                  </a:lnTo>
                  <a:lnTo>
                    <a:pt x="8072541" y="1579623"/>
                  </a:lnTo>
                  <a:lnTo>
                    <a:pt x="8073209" y="1513603"/>
                  </a:lnTo>
                  <a:lnTo>
                    <a:pt x="8073877" y="1480680"/>
                  </a:lnTo>
                  <a:lnTo>
                    <a:pt x="8074545" y="1480680"/>
                  </a:lnTo>
                  <a:lnTo>
                    <a:pt x="8075213" y="1471575"/>
                  </a:lnTo>
                  <a:lnTo>
                    <a:pt x="8075881" y="1394971"/>
                  </a:lnTo>
                  <a:lnTo>
                    <a:pt x="8076549" y="1496072"/>
                  </a:lnTo>
                  <a:lnTo>
                    <a:pt x="8077217" y="1439573"/>
                  </a:lnTo>
                  <a:lnTo>
                    <a:pt x="8077885" y="1446374"/>
                  </a:lnTo>
                  <a:lnTo>
                    <a:pt x="8078553" y="1421886"/>
                  </a:lnTo>
                  <a:lnTo>
                    <a:pt x="8079221" y="1378747"/>
                  </a:lnTo>
                  <a:lnTo>
                    <a:pt x="8079889" y="1378747"/>
                  </a:lnTo>
                  <a:lnTo>
                    <a:pt x="8080557" y="1347431"/>
                  </a:lnTo>
                  <a:lnTo>
                    <a:pt x="8081225" y="1317572"/>
                  </a:lnTo>
                  <a:lnTo>
                    <a:pt x="8081893" y="1267094"/>
                  </a:lnTo>
                  <a:lnTo>
                    <a:pt x="8082561" y="1158211"/>
                  </a:lnTo>
                  <a:lnTo>
                    <a:pt x="8083229" y="1122789"/>
                  </a:lnTo>
                  <a:lnTo>
                    <a:pt x="8083897" y="1118496"/>
                  </a:lnTo>
                  <a:lnTo>
                    <a:pt x="8084565" y="1118496"/>
                  </a:lnTo>
                  <a:lnTo>
                    <a:pt x="8085233" y="1122789"/>
                  </a:lnTo>
                  <a:lnTo>
                    <a:pt x="8085901" y="1246645"/>
                  </a:lnTo>
                  <a:lnTo>
                    <a:pt x="8086569" y="1224535"/>
                  </a:lnTo>
                  <a:lnTo>
                    <a:pt x="8087237" y="1207186"/>
                  </a:lnTo>
                  <a:lnTo>
                    <a:pt x="8087905" y="1207186"/>
                  </a:lnTo>
                  <a:lnTo>
                    <a:pt x="8088573" y="1222340"/>
                  </a:lnTo>
                  <a:lnTo>
                    <a:pt x="8089241" y="1251470"/>
                  </a:lnTo>
                  <a:lnTo>
                    <a:pt x="8089909" y="1190294"/>
                  </a:lnTo>
                  <a:lnTo>
                    <a:pt x="8090577" y="1186139"/>
                  </a:lnTo>
                  <a:lnTo>
                    <a:pt x="8091245" y="1207186"/>
                  </a:lnTo>
                  <a:lnTo>
                    <a:pt x="8091913" y="1246901"/>
                  </a:lnTo>
                  <a:lnTo>
                    <a:pt x="8092581" y="1355784"/>
                  </a:lnTo>
                  <a:lnTo>
                    <a:pt x="8093249" y="1439185"/>
                  </a:lnTo>
                  <a:lnTo>
                    <a:pt x="8093917" y="1467438"/>
                  </a:lnTo>
                  <a:lnTo>
                    <a:pt x="8094586" y="1467438"/>
                  </a:lnTo>
                  <a:lnTo>
                    <a:pt x="8095254" y="1467438"/>
                  </a:lnTo>
                  <a:lnTo>
                    <a:pt x="8095922" y="1378747"/>
                  </a:lnTo>
                  <a:lnTo>
                    <a:pt x="8096590" y="1418463"/>
                  </a:lnTo>
                  <a:lnTo>
                    <a:pt x="8097258" y="1457159"/>
                  </a:lnTo>
                  <a:lnTo>
                    <a:pt x="8097926" y="1378747"/>
                  </a:lnTo>
                  <a:lnTo>
                    <a:pt x="8098594" y="1378747"/>
                  </a:lnTo>
                  <a:lnTo>
                    <a:pt x="8099262" y="1378747"/>
                  </a:lnTo>
                  <a:lnTo>
                    <a:pt x="8099930" y="1475554"/>
                  </a:lnTo>
                  <a:lnTo>
                    <a:pt x="8100598" y="1486848"/>
                  </a:lnTo>
                  <a:lnTo>
                    <a:pt x="8101266" y="1446374"/>
                  </a:lnTo>
                  <a:lnTo>
                    <a:pt x="8101934" y="1480308"/>
                  </a:lnTo>
                  <a:lnTo>
                    <a:pt x="8102602" y="1387012"/>
                  </a:lnTo>
                  <a:lnTo>
                    <a:pt x="8103270" y="1306486"/>
                  </a:lnTo>
                  <a:lnTo>
                    <a:pt x="8103938" y="1251470"/>
                  </a:lnTo>
                  <a:lnTo>
                    <a:pt x="8104606" y="1275788"/>
                  </a:lnTo>
                  <a:lnTo>
                    <a:pt x="8105274" y="1273645"/>
                  </a:lnTo>
                  <a:lnTo>
                    <a:pt x="8105942" y="1273645"/>
                  </a:lnTo>
                  <a:lnTo>
                    <a:pt x="8106610" y="1269380"/>
                  </a:lnTo>
                  <a:lnTo>
                    <a:pt x="8107278" y="1252599"/>
                  </a:lnTo>
                  <a:lnTo>
                    <a:pt x="8107946" y="1280096"/>
                  </a:lnTo>
                  <a:lnTo>
                    <a:pt x="8108614" y="1223842"/>
                  </a:lnTo>
                  <a:lnTo>
                    <a:pt x="8109282" y="1194881"/>
                  </a:lnTo>
                  <a:lnTo>
                    <a:pt x="8109950" y="1170797"/>
                  </a:lnTo>
                  <a:lnTo>
                    <a:pt x="8110618" y="1138874"/>
                  </a:lnTo>
                  <a:lnTo>
                    <a:pt x="8111286" y="1158193"/>
                  </a:lnTo>
                  <a:lnTo>
                    <a:pt x="8111954" y="1174702"/>
                  </a:lnTo>
                  <a:lnTo>
                    <a:pt x="8112622" y="1224247"/>
                  </a:lnTo>
                  <a:lnTo>
                    <a:pt x="8113290" y="1151872"/>
                  </a:lnTo>
                  <a:lnTo>
                    <a:pt x="8113958" y="1210527"/>
                  </a:lnTo>
                  <a:lnTo>
                    <a:pt x="8114626" y="1167408"/>
                  </a:lnTo>
                  <a:lnTo>
                    <a:pt x="8115294" y="1077856"/>
                  </a:lnTo>
                  <a:lnTo>
                    <a:pt x="8115962" y="1037158"/>
                  </a:lnTo>
                  <a:lnTo>
                    <a:pt x="8116630" y="928367"/>
                  </a:lnTo>
                  <a:lnTo>
                    <a:pt x="8117298" y="866185"/>
                  </a:lnTo>
                  <a:lnTo>
                    <a:pt x="8117966" y="847191"/>
                  </a:lnTo>
                  <a:lnTo>
                    <a:pt x="8118634" y="786260"/>
                  </a:lnTo>
                  <a:lnTo>
                    <a:pt x="8119303" y="784043"/>
                  </a:lnTo>
                  <a:lnTo>
                    <a:pt x="8119971" y="781833"/>
                  </a:lnTo>
                  <a:lnTo>
                    <a:pt x="8120639" y="828742"/>
                  </a:lnTo>
                  <a:lnTo>
                    <a:pt x="8121307" y="851472"/>
                  </a:lnTo>
                  <a:lnTo>
                    <a:pt x="8121975" y="817619"/>
                  </a:lnTo>
                  <a:lnTo>
                    <a:pt x="8122643" y="781261"/>
                  </a:lnTo>
                  <a:lnTo>
                    <a:pt x="8123311" y="796594"/>
                  </a:lnTo>
                  <a:lnTo>
                    <a:pt x="8123979" y="855527"/>
                  </a:lnTo>
                  <a:lnTo>
                    <a:pt x="8124647" y="852775"/>
                  </a:lnTo>
                  <a:lnTo>
                    <a:pt x="8125315" y="913984"/>
                  </a:lnTo>
                  <a:lnTo>
                    <a:pt x="8125983" y="1032602"/>
                  </a:lnTo>
                  <a:lnTo>
                    <a:pt x="8126651" y="1008997"/>
                  </a:lnTo>
                  <a:lnTo>
                    <a:pt x="8127319" y="1069626"/>
                  </a:lnTo>
                  <a:lnTo>
                    <a:pt x="8127987" y="1042813"/>
                  </a:lnTo>
                  <a:lnTo>
                    <a:pt x="8128655" y="1097691"/>
                  </a:lnTo>
                  <a:lnTo>
                    <a:pt x="8129323" y="1090519"/>
                  </a:lnTo>
                  <a:lnTo>
                    <a:pt x="8129991" y="1086963"/>
                  </a:lnTo>
                  <a:lnTo>
                    <a:pt x="8130659" y="1082252"/>
                  </a:lnTo>
                  <a:lnTo>
                    <a:pt x="8131327" y="1087554"/>
                  </a:lnTo>
                  <a:lnTo>
                    <a:pt x="8131995" y="1072818"/>
                  </a:lnTo>
                  <a:lnTo>
                    <a:pt x="8132663" y="1131057"/>
                  </a:lnTo>
                  <a:lnTo>
                    <a:pt x="8133331" y="1174540"/>
                  </a:lnTo>
                  <a:lnTo>
                    <a:pt x="8133999" y="1173163"/>
                  </a:lnTo>
                  <a:lnTo>
                    <a:pt x="8134667" y="1136589"/>
                  </a:lnTo>
                  <a:lnTo>
                    <a:pt x="8135335" y="1116323"/>
                  </a:lnTo>
                  <a:lnTo>
                    <a:pt x="8136003" y="1091478"/>
                  </a:lnTo>
                  <a:lnTo>
                    <a:pt x="8136671" y="1102765"/>
                  </a:lnTo>
                  <a:lnTo>
                    <a:pt x="8137339" y="1069657"/>
                  </a:lnTo>
                  <a:lnTo>
                    <a:pt x="8138007" y="1076285"/>
                  </a:lnTo>
                  <a:lnTo>
                    <a:pt x="8138675" y="985622"/>
                  </a:lnTo>
                  <a:lnTo>
                    <a:pt x="8139343" y="1012256"/>
                  </a:lnTo>
                  <a:lnTo>
                    <a:pt x="8140011" y="1053178"/>
                  </a:lnTo>
                  <a:lnTo>
                    <a:pt x="8140679" y="1136877"/>
                  </a:lnTo>
                  <a:lnTo>
                    <a:pt x="8141347" y="1125517"/>
                  </a:lnTo>
                  <a:lnTo>
                    <a:pt x="8142015" y="1186918"/>
                  </a:lnTo>
                  <a:lnTo>
                    <a:pt x="8142683" y="1225304"/>
                  </a:lnTo>
                  <a:lnTo>
                    <a:pt x="8143351" y="1118871"/>
                  </a:lnTo>
                  <a:lnTo>
                    <a:pt x="8144020" y="1118871"/>
                  </a:lnTo>
                  <a:lnTo>
                    <a:pt x="8144688" y="1095807"/>
                  </a:lnTo>
                  <a:lnTo>
                    <a:pt x="8145356" y="1066291"/>
                  </a:lnTo>
                  <a:lnTo>
                    <a:pt x="8146024" y="1035777"/>
                  </a:lnTo>
                  <a:lnTo>
                    <a:pt x="8146692" y="1035777"/>
                  </a:lnTo>
                  <a:lnTo>
                    <a:pt x="8147360" y="1142794"/>
                  </a:lnTo>
                  <a:lnTo>
                    <a:pt x="8148028" y="1190569"/>
                  </a:lnTo>
                  <a:lnTo>
                    <a:pt x="8148696" y="1258227"/>
                  </a:lnTo>
                  <a:lnTo>
                    <a:pt x="8149364" y="1217367"/>
                  </a:lnTo>
                  <a:lnTo>
                    <a:pt x="8150032" y="1136877"/>
                  </a:lnTo>
                  <a:lnTo>
                    <a:pt x="8150700" y="1169800"/>
                  </a:lnTo>
                  <a:lnTo>
                    <a:pt x="8151368" y="1188504"/>
                  </a:lnTo>
                  <a:lnTo>
                    <a:pt x="8152036" y="1210346"/>
                  </a:lnTo>
                  <a:lnTo>
                    <a:pt x="8152704" y="1210346"/>
                  </a:lnTo>
                  <a:lnTo>
                    <a:pt x="8153372" y="1225332"/>
                  </a:lnTo>
                  <a:lnTo>
                    <a:pt x="8154040" y="1261723"/>
                  </a:lnTo>
                  <a:lnTo>
                    <a:pt x="8154708" y="1303147"/>
                  </a:lnTo>
                  <a:lnTo>
                    <a:pt x="8155376" y="1338326"/>
                  </a:lnTo>
                  <a:lnTo>
                    <a:pt x="8156044" y="1378747"/>
                  </a:lnTo>
                  <a:lnTo>
                    <a:pt x="8156712" y="1378747"/>
                  </a:lnTo>
                  <a:lnTo>
                    <a:pt x="8157380" y="1378747"/>
                  </a:lnTo>
                  <a:lnTo>
                    <a:pt x="8158048" y="1378747"/>
                  </a:lnTo>
                  <a:lnTo>
                    <a:pt x="8158716" y="1398148"/>
                  </a:lnTo>
                  <a:lnTo>
                    <a:pt x="8159384" y="1445931"/>
                  </a:lnTo>
                  <a:lnTo>
                    <a:pt x="8160052" y="1579762"/>
                  </a:lnTo>
                  <a:lnTo>
                    <a:pt x="8160720" y="1574648"/>
                  </a:lnTo>
                  <a:lnTo>
                    <a:pt x="8161388" y="1579623"/>
                  </a:lnTo>
                  <a:lnTo>
                    <a:pt x="8162056" y="1579623"/>
                  </a:lnTo>
                  <a:lnTo>
                    <a:pt x="8162724" y="1579623"/>
                  </a:lnTo>
                  <a:lnTo>
                    <a:pt x="8163392" y="1579623"/>
                  </a:lnTo>
                  <a:lnTo>
                    <a:pt x="8164060" y="1579623"/>
                  </a:lnTo>
                  <a:lnTo>
                    <a:pt x="8164728" y="1579623"/>
                  </a:lnTo>
                  <a:lnTo>
                    <a:pt x="8165396" y="1579623"/>
                  </a:lnTo>
                  <a:lnTo>
                    <a:pt x="8166064" y="1579623"/>
                  </a:lnTo>
                  <a:lnTo>
                    <a:pt x="8166732" y="1579623"/>
                  </a:lnTo>
                  <a:lnTo>
                    <a:pt x="8167400" y="1579623"/>
                  </a:lnTo>
                  <a:lnTo>
                    <a:pt x="8168068" y="1528247"/>
                  </a:lnTo>
                  <a:lnTo>
                    <a:pt x="8168737" y="1480680"/>
                  </a:lnTo>
                  <a:lnTo>
                    <a:pt x="8169405" y="1480680"/>
                  </a:lnTo>
                  <a:lnTo>
                    <a:pt x="8170073" y="1480680"/>
                  </a:lnTo>
                  <a:lnTo>
                    <a:pt x="8170741" y="1427895"/>
                  </a:lnTo>
                  <a:lnTo>
                    <a:pt x="8171409" y="1394971"/>
                  </a:lnTo>
                  <a:lnTo>
                    <a:pt x="8172077" y="1394971"/>
                  </a:lnTo>
                  <a:lnTo>
                    <a:pt x="8172745" y="1371342"/>
                  </a:lnTo>
                  <a:lnTo>
                    <a:pt x="8173413" y="1308762"/>
                  </a:lnTo>
                  <a:lnTo>
                    <a:pt x="8174081" y="1338501"/>
                  </a:lnTo>
                  <a:lnTo>
                    <a:pt x="8174749" y="1257580"/>
                  </a:lnTo>
                  <a:lnTo>
                    <a:pt x="8175417" y="1193745"/>
                  </a:lnTo>
                  <a:lnTo>
                    <a:pt x="8176085" y="1162780"/>
                  </a:lnTo>
                  <a:lnTo>
                    <a:pt x="8176753" y="1162780"/>
                  </a:lnTo>
                  <a:lnTo>
                    <a:pt x="8177421" y="1162780"/>
                  </a:lnTo>
                  <a:lnTo>
                    <a:pt x="8178089" y="1122789"/>
                  </a:lnTo>
                  <a:lnTo>
                    <a:pt x="8178757" y="1125957"/>
                  </a:lnTo>
                  <a:lnTo>
                    <a:pt x="8179425" y="1060848"/>
                  </a:lnTo>
                  <a:lnTo>
                    <a:pt x="8180093" y="966827"/>
                  </a:lnTo>
                  <a:lnTo>
                    <a:pt x="8180761" y="921760"/>
                  </a:lnTo>
                  <a:lnTo>
                    <a:pt x="8181429" y="932827"/>
                  </a:lnTo>
                  <a:lnTo>
                    <a:pt x="8182097" y="932827"/>
                  </a:lnTo>
                  <a:lnTo>
                    <a:pt x="8182765" y="923133"/>
                  </a:lnTo>
                  <a:lnTo>
                    <a:pt x="8183433" y="894900"/>
                  </a:lnTo>
                  <a:lnTo>
                    <a:pt x="8184101" y="900685"/>
                  </a:lnTo>
                  <a:lnTo>
                    <a:pt x="8184769" y="944969"/>
                  </a:lnTo>
                  <a:lnTo>
                    <a:pt x="8185437" y="908670"/>
                  </a:lnTo>
                  <a:lnTo>
                    <a:pt x="8186105" y="927458"/>
                  </a:lnTo>
                  <a:lnTo>
                    <a:pt x="8186773" y="881482"/>
                  </a:lnTo>
                  <a:lnTo>
                    <a:pt x="8187441" y="871212"/>
                  </a:lnTo>
                  <a:lnTo>
                    <a:pt x="8188109" y="865416"/>
                  </a:lnTo>
                  <a:lnTo>
                    <a:pt x="8188777" y="911194"/>
                  </a:lnTo>
                  <a:lnTo>
                    <a:pt x="8189445" y="964959"/>
                  </a:lnTo>
                  <a:lnTo>
                    <a:pt x="8190113" y="1070657"/>
                  </a:lnTo>
                  <a:lnTo>
                    <a:pt x="8190781" y="1083344"/>
                  </a:lnTo>
                  <a:lnTo>
                    <a:pt x="8191449" y="1083344"/>
                  </a:lnTo>
                  <a:lnTo>
                    <a:pt x="8192117" y="1083344"/>
                  </a:lnTo>
                  <a:lnTo>
                    <a:pt x="8192786" y="1116267"/>
                  </a:lnTo>
                  <a:lnTo>
                    <a:pt x="8193454" y="1223492"/>
                  </a:lnTo>
                  <a:lnTo>
                    <a:pt x="8194122" y="1251745"/>
                  </a:lnTo>
                  <a:lnTo>
                    <a:pt x="8194790" y="1251745"/>
                  </a:lnTo>
                  <a:lnTo>
                    <a:pt x="8195458" y="1251745"/>
                  </a:lnTo>
                  <a:lnTo>
                    <a:pt x="8196126" y="1264712"/>
                  </a:lnTo>
                  <a:lnTo>
                    <a:pt x="8196794" y="1371342"/>
                  </a:lnTo>
                  <a:lnTo>
                    <a:pt x="8197462" y="1398996"/>
                  </a:lnTo>
                  <a:lnTo>
                    <a:pt x="8198130" y="1543232"/>
                  </a:lnTo>
                  <a:lnTo>
                    <a:pt x="8198798" y="1579623"/>
                  </a:lnTo>
                  <a:lnTo>
                    <a:pt x="8199466" y="1553421"/>
                  </a:lnTo>
                  <a:lnTo>
                    <a:pt x="8200134" y="1480680"/>
                  </a:lnTo>
                  <a:lnTo>
                    <a:pt x="8200802" y="1480680"/>
                  </a:lnTo>
                  <a:lnTo>
                    <a:pt x="8201470" y="1394971"/>
                  </a:lnTo>
                  <a:lnTo>
                    <a:pt x="8202138" y="1394971"/>
                  </a:lnTo>
                  <a:lnTo>
                    <a:pt x="8202806" y="1496072"/>
                  </a:lnTo>
                  <a:lnTo>
                    <a:pt x="8203474" y="1579762"/>
                  </a:lnTo>
                  <a:lnTo>
                    <a:pt x="8204142" y="1579762"/>
                  </a:lnTo>
                  <a:lnTo>
                    <a:pt x="8204810" y="1579762"/>
                  </a:lnTo>
                  <a:lnTo>
                    <a:pt x="8205478" y="1579762"/>
                  </a:lnTo>
                  <a:lnTo>
                    <a:pt x="8206146" y="1579762"/>
                  </a:lnTo>
                  <a:lnTo>
                    <a:pt x="8206814" y="1555528"/>
                  </a:lnTo>
                  <a:lnTo>
                    <a:pt x="8207482" y="1555528"/>
                  </a:lnTo>
                  <a:lnTo>
                    <a:pt x="8208150" y="1555528"/>
                  </a:lnTo>
                  <a:lnTo>
                    <a:pt x="8208818" y="1555528"/>
                  </a:lnTo>
                  <a:lnTo>
                    <a:pt x="8209486" y="1570284"/>
                  </a:lnTo>
                  <a:lnTo>
                    <a:pt x="8210154" y="1579762"/>
                  </a:lnTo>
                  <a:lnTo>
                    <a:pt x="8210822" y="1555528"/>
                  </a:lnTo>
                  <a:lnTo>
                    <a:pt x="8211490" y="1579762"/>
                  </a:lnTo>
                  <a:lnTo>
                    <a:pt x="8212158" y="1579762"/>
                  </a:lnTo>
                  <a:lnTo>
                    <a:pt x="8212826" y="1555528"/>
                  </a:lnTo>
                  <a:lnTo>
                    <a:pt x="8213494" y="1532602"/>
                  </a:lnTo>
                  <a:lnTo>
                    <a:pt x="8214162" y="1427825"/>
                  </a:lnTo>
                  <a:lnTo>
                    <a:pt x="8214830" y="1365496"/>
                  </a:lnTo>
                  <a:lnTo>
                    <a:pt x="8215498" y="1430385"/>
                  </a:lnTo>
                  <a:lnTo>
                    <a:pt x="8216166" y="1412124"/>
                  </a:lnTo>
                  <a:lnTo>
                    <a:pt x="8216834" y="1467438"/>
                  </a:lnTo>
                  <a:lnTo>
                    <a:pt x="8217503" y="1444189"/>
                  </a:lnTo>
                  <a:lnTo>
                    <a:pt x="8218171" y="1327164"/>
                  </a:lnTo>
                  <a:lnTo>
                    <a:pt x="8218839" y="1319502"/>
                  </a:lnTo>
                  <a:lnTo>
                    <a:pt x="8219507" y="1329244"/>
                  </a:lnTo>
                  <a:lnTo>
                    <a:pt x="8220175" y="1315028"/>
                  </a:lnTo>
                  <a:lnTo>
                    <a:pt x="8220843" y="1353972"/>
                  </a:lnTo>
                  <a:lnTo>
                    <a:pt x="8221511" y="1353972"/>
                  </a:lnTo>
                  <a:lnTo>
                    <a:pt x="8222179" y="1378504"/>
                  </a:lnTo>
                  <a:lnTo>
                    <a:pt x="8222847" y="1355981"/>
                  </a:lnTo>
                  <a:lnTo>
                    <a:pt x="8223515" y="1370222"/>
                  </a:lnTo>
                  <a:lnTo>
                    <a:pt x="8224183" y="1384887"/>
                  </a:lnTo>
                  <a:lnTo>
                    <a:pt x="8224851" y="1400736"/>
                  </a:lnTo>
                  <a:lnTo>
                    <a:pt x="8225519" y="1362740"/>
                  </a:lnTo>
                  <a:lnTo>
                    <a:pt x="8226187" y="1362740"/>
                  </a:lnTo>
                  <a:lnTo>
                    <a:pt x="8226855" y="1362740"/>
                  </a:lnTo>
                  <a:lnTo>
                    <a:pt x="8227523" y="1435481"/>
                  </a:lnTo>
                  <a:lnTo>
                    <a:pt x="8228191" y="1522759"/>
                  </a:lnTo>
                  <a:lnTo>
                    <a:pt x="8228859" y="1533897"/>
                  </a:lnTo>
                  <a:lnTo>
                    <a:pt x="8229527" y="1517478"/>
                  </a:lnTo>
                  <a:lnTo>
                    <a:pt x="8230195" y="1579762"/>
                  </a:lnTo>
                  <a:lnTo>
                    <a:pt x="8230863" y="1579762"/>
                  </a:lnTo>
                  <a:lnTo>
                    <a:pt x="8231531" y="1567436"/>
                  </a:lnTo>
                  <a:lnTo>
                    <a:pt x="8232199" y="1480680"/>
                  </a:lnTo>
                  <a:lnTo>
                    <a:pt x="8232867" y="1574296"/>
                  </a:lnTo>
                  <a:lnTo>
                    <a:pt x="8233535" y="1579623"/>
                  </a:lnTo>
                  <a:lnTo>
                    <a:pt x="8234203" y="1579623"/>
                  </a:lnTo>
                  <a:lnTo>
                    <a:pt x="8234871" y="1579623"/>
                  </a:lnTo>
                  <a:lnTo>
                    <a:pt x="8235539" y="1579623"/>
                  </a:lnTo>
                  <a:lnTo>
                    <a:pt x="8236207" y="1579623"/>
                  </a:lnTo>
                  <a:lnTo>
                    <a:pt x="8236875" y="1579623"/>
                  </a:lnTo>
                  <a:lnTo>
                    <a:pt x="8237543" y="1579623"/>
                  </a:lnTo>
                  <a:lnTo>
                    <a:pt x="8238211" y="1579623"/>
                  </a:lnTo>
                  <a:lnTo>
                    <a:pt x="8238879" y="1579623"/>
                  </a:lnTo>
                  <a:lnTo>
                    <a:pt x="8239547" y="1579623"/>
                  </a:lnTo>
                  <a:lnTo>
                    <a:pt x="8240215" y="1579623"/>
                  </a:lnTo>
                  <a:lnTo>
                    <a:pt x="8240883" y="1579623"/>
                  </a:lnTo>
                  <a:lnTo>
                    <a:pt x="8241551" y="1579623"/>
                  </a:lnTo>
                  <a:lnTo>
                    <a:pt x="8242220" y="1579623"/>
                  </a:lnTo>
                  <a:lnTo>
                    <a:pt x="8242888" y="1579623"/>
                  </a:lnTo>
                  <a:lnTo>
                    <a:pt x="8243556" y="1579623"/>
                  </a:lnTo>
                  <a:lnTo>
                    <a:pt x="8244224" y="1579623"/>
                  </a:lnTo>
                  <a:lnTo>
                    <a:pt x="8244892" y="1579623"/>
                  </a:lnTo>
                  <a:lnTo>
                    <a:pt x="8245560" y="1579623"/>
                  </a:lnTo>
                  <a:lnTo>
                    <a:pt x="8246228" y="1579623"/>
                  </a:lnTo>
                  <a:lnTo>
                    <a:pt x="8246896" y="1579623"/>
                  </a:lnTo>
                  <a:lnTo>
                    <a:pt x="8247564" y="1579623"/>
                  </a:lnTo>
                  <a:lnTo>
                    <a:pt x="8248232" y="1579623"/>
                  </a:lnTo>
                  <a:lnTo>
                    <a:pt x="8248900" y="1579623"/>
                  </a:lnTo>
                  <a:lnTo>
                    <a:pt x="8249568" y="1579623"/>
                  </a:lnTo>
                  <a:lnTo>
                    <a:pt x="8250236" y="1579623"/>
                  </a:lnTo>
                  <a:lnTo>
                    <a:pt x="8250904" y="1579623"/>
                  </a:lnTo>
                  <a:lnTo>
                    <a:pt x="8251572" y="1579623"/>
                  </a:lnTo>
                  <a:lnTo>
                    <a:pt x="8252240" y="1579623"/>
                  </a:lnTo>
                  <a:lnTo>
                    <a:pt x="8252908" y="1579623"/>
                  </a:lnTo>
                  <a:lnTo>
                    <a:pt x="8253576" y="1523328"/>
                  </a:lnTo>
                  <a:lnTo>
                    <a:pt x="8254244" y="1480680"/>
                  </a:lnTo>
                  <a:lnTo>
                    <a:pt x="8254912" y="1398996"/>
                  </a:lnTo>
                  <a:lnTo>
                    <a:pt x="8255580" y="1394971"/>
                  </a:lnTo>
                  <a:lnTo>
                    <a:pt x="8256248" y="1394971"/>
                  </a:lnTo>
                  <a:lnTo>
                    <a:pt x="8256916" y="1394971"/>
                  </a:lnTo>
                  <a:lnTo>
                    <a:pt x="8257584" y="1394971"/>
                  </a:lnTo>
                  <a:lnTo>
                    <a:pt x="8258252" y="1394971"/>
                  </a:lnTo>
                  <a:lnTo>
                    <a:pt x="8258920" y="1394971"/>
                  </a:lnTo>
                  <a:lnTo>
                    <a:pt x="8259588" y="1394971"/>
                  </a:lnTo>
                  <a:lnTo>
                    <a:pt x="8260256" y="1394971"/>
                  </a:lnTo>
                  <a:lnTo>
                    <a:pt x="8260924" y="1394971"/>
                  </a:lnTo>
                  <a:lnTo>
                    <a:pt x="8261592" y="1394971"/>
                  </a:lnTo>
                  <a:lnTo>
                    <a:pt x="8262260" y="1394971"/>
                  </a:lnTo>
                  <a:lnTo>
                    <a:pt x="8262928" y="1394971"/>
                  </a:lnTo>
                  <a:lnTo>
                    <a:pt x="8263596" y="1440689"/>
                  </a:lnTo>
                  <a:lnTo>
                    <a:pt x="8264264" y="1480680"/>
                  </a:lnTo>
                  <a:lnTo>
                    <a:pt x="8264932" y="1574296"/>
                  </a:lnTo>
                  <a:lnTo>
                    <a:pt x="8265600" y="1579623"/>
                  </a:lnTo>
                  <a:lnTo>
                    <a:pt x="8266268" y="1579623"/>
                  </a:lnTo>
                  <a:lnTo>
                    <a:pt x="8266937" y="1579623"/>
                  </a:lnTo>
                  <a:lnTo>
                    <a:pt x="8267605" y="1579623"/>
                  </a:lnTo>
                  <a:lnTo>
                    <a:pt x="8268273" y="1579623"/>
                  </a:lnTo>
                  <a:lnTo>
                    <a:pt x="8268941" y="1579623"/>
                  </a:lnTo>
                  <a:lnTo>
                    <a:pt x="8269609" y="1579623"/>
                  </a:lnTo>
                  <a:lnTo>
                    <a:pt x="8270277" y="1579623"/>
                  </a:lnTo>
                  <a:lnTo>
                    <a:pt x="8270945" y="1579623"/>
                  </a:lnTo>
                  <a:lnTo>
                    <a:pt x="8271613" y="1579623"/>
                  </a:lnTo>
                  <a:lnTo>
                    <a:pt x="8272281" y="1579623"/>
                  </a:lnTo>
                  <a:lnTo>
                    <a:pt x="8272949" y="1579623"/>
                  </a:lnTo>
                  <a:lnTo>
                    <a:pt x="8273617" y="1579623"/>
                  </a:lnTo>
                  <a:lnTo>
                    <a:pt x="8274285" y="1579623"/>
                  </a:lnTo>
                  <a:lnTo>
                    <a:pt x="8274953" y="1579623"/>
                  </a:lnTo>
                  <a:lnTo>
                    <a:pt x="8275621" y="1579623"/>
                  </a:lnTo>
                  <a:lnTo>
                    <a:pt x="8276289" y="1579623"/>
                  </a:lnTo>
                  <a:lnTo>
                    <a:pt x="8276957" y="1579623"/>
                  </a:lnTo>
                  <a:lnTo>
                    <a:pt x="8277625" y="1579623"/>
                  </a:lnTo>
                  <a:lnTo>
                    <a:pt x="8278293" y="1579623"/>
                  </a:lnTo>
                  <a:lnTo>
                    <a:pt x="8278961" y="1579623"/>
                  </a:lnTo>
                  <a:lnTo>
                    <a:pt x="8279629" y="1579623"/>
                  </a:lnTo>
                  <a:lnTo>
                    <a:pt x="8280297" y="1579623"/>
                  </a:lnTo>
                  <a:lnTo>
                    <a:pt x="8280965" y="1579623"/>
                  </a:lnTo>
                  <a:lnTo>
                    <a:pt x="8281633" y="1579623"/>
                  </a:lnTo>
                  <a:lnTo>
                    <a:pt x="8282301" y="1579623"/>
                  </a:lnTo>
                  <a:lnTo>
                    <a:pt x="8282969" y="1579623"/>
                  </a:lnTo>
                  <a:lnTo>
                    <a:pt x="8283637" y="1579623"/>
                  </a:lnTo>
                  <a:lnTo>
                    <a:pt x="8284305" y="1579623"/>
                  </a:lnTo>
                  <a:lnTo>
                    <a:pt x="8284973" y="1579623"/>
                  </a:lnTo>
                  <a:lnTo>
                    <a:pt x="8285641" y="1579623"/>
                  </a:lnTo>
                  <a:lnTo>
                    <a:pt x="8286309" y="1579623"/>
                  </a:lnTo>
                  <a:lnTo>
                    <a:pt x="8286977" y="1579762"/>
                  </a:lnTo>
                  <a:lnTo>
                    <a:pt x="8287645" y="1579762"/>
                  </a:lnTo>
                  <a:lnTo>
                    <a:pt x="8288313" y="1579762"/>
                  </a:lnTo>
                  <a:lnTo>
                    <a:pt x="8288981" y="1579762"/>
                  </a:lnTo>
                  <a:lnTo>
                    <a:pt x="8289649" y="1579762"/>
                  </a:lnTo>
                  <a:lnTo>
                    <a:pt x="8290317" y="1579762"/>
                  </a:lnTo>
                  <a:lnTo>
                    <a:pt x="8290986" y="1579762"/>
                  </a:lnTo>
                  <a:lnTo>
                    <a:pt x="8291654" y="1579762"/>
                  </a:lnTo>
                  <a:lnTo>
                    <a:pt x="8292322" y="1579762"/>
                  </a:lnTo>
                  <a:lnTo>
                    <a:pt x="8292990" y="1579762"/>
                  </a:lnTo>
                  <a:lnTo>
                    <a:pt x="8293658" y="1579762"/>
                  </a:lnTo>
                  <a:lnTo>
                    <a:pt x="8294326" y="1579762"/>
                  </a:lnTo>
                  <a:lnTo>
                    <a:pt x="8294994" y="1579762"/>
                  </a:lnTo>
                  <a:lnTo>
                    <a:pt x="8295662" y="1579762"/>
                  </a:lnTo>
                  <a:lnTo>
                    <a:pt x="8296330" y="1579762"/>
                  </a:lnTo>
                  <a:lnTo>
                    <a:pt x="8296998" y="1485480"/>
                  </a:lnTo>
                  <a:lnTo>
                    <a:pt x="8297666" y="1330360"/>
                  </a:lnTo>
                  <a:lnTo>
                    <a:pt x="8298334" y="1261723"/>
                  </a:lnTo>
                  <a:lnTo>
                    <a:pt x="8299002" y="1215303"/>
                  </a:lnTo>
                  <a:lnTo>
                    <a:pt x="8299670" y="1210346"/>
                  </a:lnTo>
                  <a:lnTo>
                    <a:pt x="8300338" y="1210346"/>
                  </a:lnTo>
                  <a:lnTo>
                    <a:pt x="8301006" y="1210346"/>
                  </a:lnTo>
                  <a:lnTo>
                    <a:pt x="8301674" y="1203545"/>
                  </a:lnTo>
                  <a:lnTo>
                    <a:pt x="8302342" y="1177312"/>
                  </a:lnTo>
                  <a:lnTo>
                    <a:pt x="8303010" y="1083344"/>
                  </a:lnTo>
                  <a:lnTo>
                    <a:pt x="8303678" y="1083344"/>
                  </a:lnTo>
                  <a:lnTo>
                    <a:pt x="8304346" y="1083344"/>
                  </a:lnTo>
                  <a:lnTo>
                    <a:pt x="8305014" y="1083344"/>
                  </a:lnTo>
                  <a:lnTo>
                    <a:pt x="8305682" y="1137400"/>
                  </a:lnTo>
                  <a:lnTo>
                    <a:pt x="8306350" y="1190569"/>
                  </a:lnTo>
                  <a:lnTo>
                    <a:pt x="8307018" y="1294883"/>
                  </a:lnTo>
                  <a:lnTo>
                    <a:pt x="8307686" y="1480680"/>
                  </a:lnTo>
                  <a:lnTo>
                    <a:pt x="8308354" y="1480680"/>
                  </a:lnTo>
                  <a:lnTo>
                    <a:pt x="8309022" y="1569013"/>
                  </a:lnTo>
                  <a:lnTo>
                    <a:pt x="8309690" y="1579623"/>
                  </a:lnTo>
                  <a:lnTo>
                    <a:pt x="8310358" y="1579623"/>
                  </a:lnTo>
                  <a:lnTo>
                    <a:pt x="8311026" y="1579623"/>
                  </a:lnTo>
                  <a:lnTo>
                    <a:pt x="8311694" y="1579623"/>
                  </a:lnTo>
                  <a:lnTo>
                    <a:pt x="8312362" y="1579623"/>
                  </a:lnTo>
                  <a:lnTo>
                    <a:pt x="8313030" y="1579623"/>
                  </a:lnTo>
                  <a:lnTo>
                    <a:pt x="8313698" y="1579623"/>
                  </a:lnTo>
                  <a:lnTo>
                    <a:pt x="8314366" y="1579623"/>
                  </a:lnTo>
                  <a:lnTo>
                    <a:pt x="8315034" y="1579623"/>
                  </a:lnTo>
                  <a:lnTo>
                    <a:pt x="8315703" y="1579623"/>
                  </a:lnTo>
                  <a:lnTo>
                    <a:pt x="8316371" y="1579623"/>
                  </a:lnTo>
                  <a:lnTo>
                    <a:pt x="8317039" y="1579623"/>
                  </a:lnTo>
                  <a:lnTo>
                    <a:pt x="8317707" y="1579623"/>
                  </a:lnTo>
                  <a:lnTo>
                    <a:pt x="8318375" y="1579623"/>
                  </a:lnTo>
                  <a:lnTo>
                    <a:pt x="8319043" y="1579623"/>
                  </a:lnTo>
                  <a:lnTo>
                    <a:pt x="8319711" y="1558576"/>
                  </a:lnTo>
                  <a:lnTo>
                    <a:pt x="8320379" y="1480680"/>
                  </a:lnTo>
                  <a:lnTo>
                    <a:pt x="8321047" y="1432131"/>
                  </a:lnTo>
                  <a:lnTo>
                    <a:pt x="8321715" y="1337453"/>
                  </a:lnTo>
                  <a:lnTo>
                    <a:pt x="8322383" y="1251745"/>
                  </a:lnTo>
                  <a:lnTo>
                    <a:pt x="8323051" y="1251745"/>
                  </a:lnTo>
                  <a:lnTo>
                    <a:pt x="8323719" y="1251745"/>
                  </a:lnTo>
                  <a:lnTo>
                    <a:pt x="8324387" y="1251745"/>
                  </a:lnTo>
                  <a:lnTo>
                    <a:pt x="8325055" y="1199382"/>
                  </a:lnTo>
                  <a:lnTo>
                    <a:pt x="8325723" y="1184760"/>
                  </a:lnTo>
                  <a:lnTo>
                    <a:pt x="8326391" y="1111091"/>
                  </a:lnTo>
                  <a:lnTo>
                    <a:pt x="8327059" y="1121792"/>
                  </a:lnTo>
                  <a:lnTo>
                    <a:pt x="8327727" y="1092594"/>
                  </a:lnTo>
                  <a:lnTo>
                    <a:pt x="8328395" y="1094802"/>
                  </a:lnTo>
                  <a:lnTo>
                    <a:pt x="8329063" y="1041946"/>
                  </a:lnTo>
                  <a:lnTo>
                    <a:pt x="8329731" y="1001471"/>
                  </a:lnTo>
                  <a:lnTo>
                    <a:pt x="8330399" y="1001471"/>
                  </a:lnTo>
                  <a:lnTo>
                    <a:pt x="8331067" y="1021389"/>
                  </a:lnTo>
                  <a:lnTo>
                    <a:pt x="8331735" y="1067120"/>
                  </a:lnTo>
                  <a:lnTo>
                    <a:pt x="8332403" y="1118496"/>
                  </a:lnTo>
                  <a:lnTo>
                    <a:pt x="8333071" y="1118496"/>
                  </a:lnTo>
                  <a:lnTo>
                    <a:pt x="8333739" y="1118496"/>
                  </a:lnTo>
                  <a:lnTo>
                    <a:pt x="8334407" y="1118496"/>
                  </a:lnTo>
                  <a:lnTo>
                    <a:pt x="8335075" y="1155939"/>
                  </a:lnTo>
                  <a:lnTo>
                    <a:pt x="8335743" y="1155939"/>
                  </a:lnTo>
                  <a:lnTo>
                    <a:pt x="8336411" y="1183750"/>
                  </a:lnTo>
                  <a:lnTo>
                    <a:pt x="8337079" y="1241191"/>
                  </a:lnTo>
                  <a:lnTo>
                    <a:pt x="8337747" y="1291669"/>
                  </a:lnTo>
                  <a:lnTo>
                    <a:pt x="8338415" y="1284077"/>
                  </a:lnTo>
                  <a:lnTo>
                    <a:pt x="8339083" y="1245358"/>
                  </a:lnTo>
                  <a:lnTo>
                    <a:pt x="8339751" y="1333796"/>
                  </a:lnTo>
                  <a:lnTo>
                    <a:pt x="8340420" y="1394971"/>
                  </a:lnTo>
                  <a:lnTo>
                    <a:pt x="8341088" y="1394971"/>
                  </a:lnTo>
                  <a:lnTo>
                    <a:pt x="8341756" y="1394971"/>
                  </a:lnTo>
                  <a:lnTo>
                    <a:pt x="8342424" y="1394971"/>
                  </a:lnTo>
                  <a:lnTo>
                    <a:pt x="8343092" y="1394971"/>
                  </a:lnTo>
                  <a:lnTo>
                    <a:pt x="8343760" y="1394971"/>
                  </a:lnTo>
                  <a:lnTo>
                    <a:pt x="8344428" y="1394971"/>
                  </a:lnTo>
                  <a:lnTo>
                    <a:pt x="8345096" y="1394971"/>
                  </a:lnTo>
                  <a:lnTo>
                    <a:pt x="8345764" y="1415350"/>
                  </a:lnTo>
                  <a:lnTo>
                    <a:pt x="8346432" y="1480680"/>
                  </a:lnTo>
                  <a:lnTo>
                    <a:pt x="8347100" y="1480680"/>
                  </a:lnTo>
                  <a:lnTo>
                    <a:pt x="8347768" y="1480680"/>
                  </a:lnTo>
                  <a:lnTo>
                    <a:pt x="8348436" y="1513603"/>
                  </a:lnTo>
                  <a:lnTo>
                    <a:pt x="8349104" y="1579623"/>
                  </a:lnTo>
                  <a:lnTo>
                    <a:pt x="8349772" y="1579623"/>
                  </a:lnTo>
                  <a:lnTo>
                    <a:pt x="8350440" y="1579623"/>
                  </a:lnTo>
                  <a:lnTo>
                    <a:pt x="8351108" y="1579623"/>
                  </a:lnTo>
                  <a:lnTo>
                    <a:pt x="8351776" y="1579623"/>
                  </a:lnTo>
                  <a:lnTo>
                    <a:pt x="8352444" y="1579623"/>
                  </a:lnTo>
                  <a:lnTo>
                    <a:pt x="8353112" y="1579623"/>
                  </a:lnTo>
                  <a:lnTo>
                    <a:pt x="8353780" y="1579623"/>
                  </a:lnTo>
                  <a:lnTo>
                    <a:pt x="8354448" y="1579623"/>
                  </a:lnTo>
                  <a:lnTo>
                    <a:pt x="8355116" y="1533203"/>
                  </a:lnTo>
                  <a:lnTo>
                    <a:pt x="8355784" y="1427895"/>
                  </a:lnTo>
                  <a:lnTo>
                    <a:pt x="8356452" y="1348552"/>
                  </a:lnTo>
                  <a:lnTo>
                    <a:pt x="8357120" y="1319371"/>
                  </a:lnTo>
                  <a:lnTo>
                    <a:pt x="8357788" y="1319371"/>
                  </a:lnTo>
                  <a:lnTo>
                    <a:pt x="8358456" y="1211324"/>
                  </a:lnTo>
                  <a:lnTo>
                    <a:pt x="8359124" y="1190569"/>
                  </a:lnTo>
                  <a:lnTo>
                    <a:pt x="8359792" y="1176145"/>
                  </a:lnTo>
                  <a:lnTo>
                    <a:pt x="8360460" y="1093295"/>
                  </a:lnTo>
                  <a:lnTo>
                    <a:pt x="8361128" y="1083344"/>
                  </a:lnTo>
                  <a:lnTo>
                    <a:pt x="8361796" y="1083344"/>
                  </a:lnTo>
                  <a:lnTo>
                    <a:pt x="8362464" y="1083344"/>
                  </a:lnTo>
                  <a:lnTo>
                    <a:pt x="8363132" y="1083344"/>
                  </a:lnTo>
                  <a:lnTo>
                    <a:pt x="8363800" y="1083344"/>
                  </a:lnTo>
                  <a:lnTo>
                    <a:pt x="8364469" y="1083344"/>
                  </a:lnTo>
                  <a:lnTo>
                    <a:pt x="8365137" y="1105956"/>
                  </a:lnTo>
                  <a:lnTo>
                    <a:pt x="8365805" y="1167643"/>
                  </a:lnTo>
                  <a:lnTo>
                    <a:pt x="8366473" y="1226570"/>
                  </a:lnTo>
                  <a:lnTo>
                    <a:pt x="8367141" y="1251745"/>
                  </a:lnTo>
                  <a:lnTo>
                    <a:pt x="8367809" y="1251745"/>
                  </a:lnTo>
                  <a:lnTo>
                    <a:pt x="8368477" y="1367487"/>
                  </a:lnTo>
                  <a:lnTo>
                    <a:pt x="8369145" y="1394971"/>
                  </a:lnTo>
                  <a:lnTo>
                    <a:pt x="8369813" y="1415350"/>
                  </a:lnTo>
                  <a:lnTo>
                    <a:pt x="8370481" y="1558576"/>
                  </a:lnTo>
                  <a:lnTo>
                    <a:pt x="8371149" y="1579623"/>
                  </a:lnTo>
                  <a:lnTo>
                    <a:pt x="8371817" y="1579623"/>
                  </a:lnTo>
                  <a:lnTo>
                    <a:pt x="8372485" y="1579623"/>
                  </a:lnTo>
                  <a:lnTo>
                    <a:pt x="8373153" y="1579623"/>
                  </a:lnTo>
                  <a:lnTo>
                    <a:pt x="8373821" y="1579623"/>
                  </a:lnTo>
                  <a:lnTo>
                    <a:pt x="8374489" y="1579623"/>
                  </a:lnTo>
                  <a:lnTo>
                    <a:pt x="8375157" y="1579623"/>
                  </a:lnTo>
                  <a:lnTo>
                    <a:pt x="8375825" y="1579623"/>
                  </a:lnTo>
                  <a:lnTo>
                    <a:pt x="8375825" y="1579762"/>
                  </a:lnTo>
                  <a:lnTo>
                    <a:pt x="8375157" y="1579762"/>
                  </a:lnTo>
                  <a:lnTo>
                    <a:pt x="8374489" y="1579762"/>
                  </a:lnTo>
                  <a:lnTo>
                    <a:pt x="8373821" y="1579762"/>
                  </a:lnTo>
                  <a:lnTo>
                    <a:pt x="8373153" y="1579762"/>
                  </a:lnTo>
                  <a:lnTo>
                    <a:pt x="8372485" y="1579762"/>
                  </a:lnTo>
                  <a:lnTo>
                    <a:pt x="8371817" y="1579762"/>
                  </a:lnTo>
                  <a:lnTo>
                    <a:pt x="8371149" y="1579762"/>
                  </a:lnTo>
                  <a:lnTo>
                    <a:pt x="8370481" y="1579762"/>
                  </a:lnTo>
                  <a:lnTo>
                    <a:pt x="8369813" y="1579762"/>
                  </a:lnTo>
                  <a:lnTo>
                    <a:pt x="8369145" y="1579762"/>
                  </a:lnTo>
                  <a:lnTo>
                    <a:pt x="8368477" y="1579762"/>
                  </a:lnTo>
                  <a:lnTo>
                    <a:pt x="8367809" y="1579762"/>
                  </a:lnTo>
                  <a:lnTo>
                    <a:pt x="8367141" y="1579762"/>
                  </a:lnTo>
                  <a:lnTo>
                    <a:pt x="8366473" y="1579762"/>
                  </a:lnTo>
                  <a:lnTo>
                    <a:pt x="8365805" y="1579762"/>
                  </a:lnTo>
                  <a:lnTo>
                    <a:pt x="8365137" y="1579762"/>
                  </a:lnTo>
                  <a:lnTo>
                    <a:pt x="8364469" y="1579762"/>
                  </a:lnTo>
                  <a:lnTo>
                    <a:pt x="8363800" y="1579762"/>
                  </a:lnTo>
                  <a:lnTo>
                    <a:pt x="8363132" y="1579762"/>
                  </a:lnTo>
                  <a:lnTo>
                    <a:pt x="8362464" y="1579762"/>
                  </a:lnTo>
                  <a:lnTo>
                    <a:pt x="8361796" y="1579762"/>
                  </a:lnTo>
                  <a:lnTo>
                    <a:pt x="8361128" y="1579762"/>
                  </a:lnTo>
                  <a:lnTo>
                    <a:pt x="8360460" y="1579762"/>
                  </a:lnTo>
                  <a:lnTo>
                    <a:pt x="8359792" y="1579762"/>
                  </a:lnTo>
                  <a:lnTo>
                    <a:pt x="8359124" y="1579762"/>
                  </a:lnTo>
                  <a:lnTo>
                    <a:pt x="8358456" y="1579762"/>
                  </a:lnTo>
                  <a:lnTo>
                    <a:pt x="8357788" y="1579762"/>
                  </a:lnTo>
                  <a:lnTo>
                    <a:pt x="8357120" y="1579762"/>
                  </a:lnTo>
                  <a:lnTo>
                    <a:pt x="8356452" y="1579762"/>
                  </a:lnTo>
                  <a:lnTo>
                    <a:pt x="8355784" y="1579762"/>
                  </a:lnTo>
                  <a:lnTo>
                    <a:pt x="8355116" y="1579762"/>
                  </a:lnTo>
                  <a:lnTo>
                    <a:pt x="8354448" y="1579762"/>
                  </a:lnTo>
                  <a:lnTo>
                    <a:pt x="8353780" y="1579762"/>
                  </a:lnTo>
                  <a:lnTo>
                    <a:pt x="8353112" y="1579762"/>
                  </a:lnTo>
                  <a:lnTo>
                    <a:pt x="8352444" y="1579762"/>
                  </a:lnTo>
                  <a:lnTo>
                    <a:pt x="8351776" y="1579762"/>
                  </a:lnTo>
                  <a:lnTo>
                    <a:pt x="8351108" y="1579762"/>
                  </a:lnTo>
                  <a:lnTo>
                    <a:pt x="8350440" y="1579762"/>
                  </a:lnTo>
                  <a:lnTo>
                    <a:pt x="8349772" y="1579762"/>
                  </a:lnTo>
                  <a:lnTo>
                    <a:pt x="8349104" y="1579762"/>
                  </a:lnTo>
                  <a:lnTo>
                    <a:pt x="8348436" y="1579762"/>
                  </a:lnTo>
                  <a:lnTo>
                    <a:pt x="8347768" y="1579762"/>
                  </a:lnTo>
                  <a:lnTo>
                    <a:pt x="8347100" y="1579762"/>
                  </a:lnTo>
                  <a:lnTo>
                    <a:pt x="8346432" y="1579762"/>
                  </a:lnTo>
                  <a:lnTo>
                    <a:pt x="8345764" y="1579762"/>
                  </a:lnTo>
                  <a:lnTo>
                    <a:pt x="8345096" y="1579762"/>
                  </a:lnTo>
                  <a:lnTo>
                    <a:pt x="8344428" y="1579762"/>
                  </a:lnTo>
                  <a:lnTo>
                    <a:pt x="8343760" y="1579762"/>
                  </a:lnTo>
                  <a:lnTo>
                    <a:pt x="8343092" y="1579762"/>
                  </a:lnTo>
                  <a:lnTo>
                    <a:pt x="8342424" y="1579762"/>
                  </a:lnTo>
                  <a:lnTo>
                    <a:pt x="8341756" y="1579762"/>
                  </a:lnTo>
                  <a:lnTo>
                    <a:pt x="8341088" y="1579762"/>
                  </a:lnTo>
                  <a:lnTo>
                    <a:pt x="8340420" y="1579762"/>
                  </a:lnTo>
                  <a:lnTo>
                    <a:pt x="8339751" y="1579762"/>
                  </a:lnTo>
                  <a:lnTo>
                    <a:pt x="8339083" y="1579762"/>
                  </a:lnTo>
                  <a:lnTo>
                    <a:pt x="8338415" y="1579762"/>
                  </a:lnTo>
                  <a:lnTo>
                    <a:pt x="8337747" y="1579762"/>
                  </a:lnTo>
                  <a:lnTo>
                    <a:pt x="8337079" y="1579762"/>
                  </a:lnTo>
                  <a:lnTo>
                    <a:pt x="8336411" y="1579762"/>
                  </a:lnTo>
                  <a:lnTo>
                    <a:pt x="8335743" y="1579762"/>
                  </a:lnTo>
                  <a:lnTo>
                    <a:pt x="8335075" y="1579762"/>
                  </a:lnTo>
                  <a:lnTo>
                    <a:pt x="8334407" y="1579762"/>
                  </a:lnTo>
                  <a:lnTo>
                    <a:pt x="8333739" y="1579762"/>
                  </a:lnTo>
                  <a:lnTo>
                    <a:pt x="8333071" y="1579762"/>
                  </a:lnTo>
                  <a:lnTo>
                    <a:pt x="8332403" y="1579762"/>
                  </a:lnTo>
                  <a:lnTo>
                    <a:pt x="8331735" y="1579762"/>
                  </a:lnTo>
                  <a:lnTo>
                    <a:pt x="8331067" y="1579762"/>
                  </a:lnTo>
                  <a:lnTo>
                    <a:pt x="8330399" y="1579762"/>
                  </a:lnTo>
                  <a:lnTo>
                    <a:pt x="8329731" y="1579762"/>
                  </a:lnTo>
                  <a:lnTo>
                    <a:pt x="8329063" y="1579762"/>
                  </a:lnTo>
                  <a:lnTo>
                    <a:pt x="8328395" y="1579762"/>
                  </a:lnTo>
                  <a:lnTo>
                    <a:pt x="8327727" y="1579762"/>
                  </a:lnTo>
                  <a:lnTo>
                    <a:pt x="8327059" y="1579762"/>
                  </a:lnTo>
                  <a:lnTo>
                    <a:pt x="8326391" y="1579762"/>
                  </a:lnTo>
                  <a:lnTo>
                    <a:pt x="8325723" y="1579762"/>
                  </a:lnTo>
                  <a:lnTo>
                    <a:pt x="8325055" y="1579762"/>
                  </a:lnTo>
                  <a:lnTo>
                    <a:pt x="8324387" y="1579762"/>
                  </a:lnTo>
                  <a:lnTo>
                    <a:pt x="8323719" y="1579762"/>
                  </a:lnTo>
                  <a:lnTo>
                    <a:pt x="8323051" y="1579762"/>
                  </a:lnTo>
                  <a:lnTo>
                    <a:pt x="8322383" y="1579762"/>
                  </a:lnTo>
                  <a:lnTo>
                    <a:pt x="8321715" y="1579762"/>
                  </a:lnTo>
                  <a:lnTo>
                    <a:pt x="8321047" y="1579762"/>
                  </a:lnTo>
                  <a:lnTo>
                    <a:pt x="8320379" y="1579762"/>
                  </a:lnTo>
                  <a:lnTo>
                    <a:pt x="8319711" y="1579762"/>
                  </a:lnTo>
                  <a:lnTo>
                    <a:pt x="8319043" y="1579762"/>
                  </a:lnTo>
                  <a:lnTo>
                    <a:pt x="8318375" y="1579762"/>
                  </a:lnTo>
                  <a:lnTo>
                    <a:pt x="8317707" y="1579762"/>
                  </a:lnTo>
                  <a:lnTo>
                    <a:pt x="8317039" y="1579762"/>
                  </a:lnTo>
                  <a:lnTo>
                    <a:pt x="8316371" y="1579762"/>
                  </a:lnTo>
                  <a:lnTo>
                    <a:pt x="8315703" y="1579762"/>
                  </a:lnTo>
                  <a:lnTo>
                    <a:pt x="8315034" y="1579762"/>
                  </a:lnTo>
                  <a:lnTo>
                    <a:pt x="8314366" y="1579762"/>
                  </a:lnTo>
                  <a:lnTo>
                    <a:pt x="8313698" y="1579762"/>
                  </a:lnTo>
                  <a:lnTo>
                    <a:pt x="8313030" y="1579762"/>
                  </a:lnTo>
                  <a:lnTo>
                    <a:pt x="8312362" y="1579762"/>
                  </a:lnTo>
                  <a:lnTo>
                    <a:pt x="8311694" y="1579762"/>
                  </a:lnTo>
                  <a:lnTo>
                    <a:pt x="8311026" y="1579762"/>
                  </a:lnTo>
                  <a:lnTo>
                    <a:pt x="8310358" y="1579762"/>
                  </a:lnTo>
                  <a:lnTo>
                    <a:pt x="8309690" y="1579762"/>
                  </a:lnTo>
                  <a:lnTo>
                    <a:pt x="8309022" y="1579762"/>
                  </a:lnTo>
                  <a:lnTo>
                    <a:pt x="8308354" y="1579762"/>
                  </a:lnTo>
                  <a:lnTo>
                    <a:pt x="8307686" y="1579762"/>
                  </a:lnTo>
                  <a:lnTo>
                    <a:pt x="8307018" y="1579762"/>
                  </a:lnTo>
                  <a:lnTo>
                    <a:pt x="8306350" y="1579762"/>
                  </a:lnTo>
                  <a:lnTo>
                    <a:pt x="8305682" y="1579762"/>
                  </a:lnTo>
                  <a:lnTo>
                    <a:pt x="8305014" y="1579762"/>
                  </a:lnTo>
                  <a:lnTo>
                    <a:pt x="8304346" y="1579762"/>
                  </a:lnTo>
                  <a:lnTo>
                    <a:pt x="8303678" y="1579762"/>
                  </a:lnTo>
                  <a:lnTo>
                    <a:pt x="8303010" y="1579762"/>
                  </a:lnTo>
                  <a:lnTo>
                    <a:pt x="8302342" y="1579762"/>
                  </a:lnTo>
                  <a:lnTo>
                    <a:pt x="8301674" y="1579762"/>
                  </a:lnTo>
                  <a:lnTo>
                    <a:pt x="8301006" y="1579762"/>
                  </a:lnTo>
                  <a:lnTo>
                    <a:pt x="8300338" y="1579762"/>
                  </a:lnTo>
                  <a:lnTo>
                    <a:pt x="8299670" y="1579762"/>
                  </a:lnTo>
                  <a:lnTo>
                    <a:pt x="8299002" y="1579762"/>
                  </a:lnTo>
                  <a:lnTo>
                    <a:pt x="8298334" y="1579762"/>
                  </a:lnTo>
                  <a:lnTo>
                    <a:pt x="8297666" y="1579762"/>
                  </a:lnTo>
                  <a:lnTo>
                    <a:pt x="8296998" y="1579762"/>
                  </a:lnTo>
                  <a:lnTo>
                    <a:pt x="8296330" y="1579762"/>
                  </a:lnTo>
                  <a:lnTo>
                    <a:pt x="8295662" y="1579762"/>
                  </a:lnTo>
                  <a:lnTo>
                    <a:pt x="8294994" y="1579762"/>
                  </a:lnTo>
                  <a:lnTo>
                    <a:pt x="8294326" y="1579762"/>
                  </a:lnTo>
                  <a:lnTo>
                    <a:pt x="8293658" y="1579762"/>
                  </a:lnTo>
                  <a:lnTo>
                    <a:pt x="8292990" y="1579762"/>
                  </a:lnTo>
                  <a:lnTo>
                    <a:pt x="8292322" y="1579762"/>
                  </a:lnTo>
                  <a:lnTo>
                    <a:pt x="8291654" y="1579762"/>
                  </a:lnTo>
                  <a:lnTo>
                    <a:pt x="8290986" y="1579762"/>
                  </a:lnTo>
                  <a:lnTo>
                    <a:pt x="8290317" y="1579762"/>
                  </a:lnTo>
                  <a:lnTo>
                    <a:pt x="8289649" y="1579762"/>
                  </a:lnTo>
                  <a:lnTo>
                    <a:pt x="8288981" y="1579762"/>
                  </a:lnTo>
                  <a:lnTo>
                    <a:pt x="8288313" y="1579762"/>
                  </a:lnTo>
                  <a:lnTo>
                    <a:pt x="8287645" y="1579762"/>
                  </a:lnTo>
                  <a:lnTo>
                    <a:pt x="8286977" y="1579762"/>
                  </a:lnTo>
                  <a:lnTo>
                    <a:pt x="8286309" y="1579762"/>
                  </a:lnTo>
                  <a:lnTo>
                    <a:pt x="8285641" y="1579762"/>
                  </a:lnTo>
                  <a:lnTo>
                    <a:pt x="8284973" y="1579762"/>
                  </a:lnTo>
                  <a:lnTo>
                    <a:pt x="8284305" y="1579762"/>
                  </a:lnTo>
                  <a:lnTo>
                    <a:pt x="8283637" y="1579762"/>
                  </a:lnTo>
                  <a:lnTo>
                    <a:pt x="8282969" y="1579762"/>
                  </a:lnTo>
                  <a:lnTo>
                    <a:pt x="8282301" y="1579762"/>
                  </a:lnTo>
                  <a:lnTo>
                    <a:pt x="8281633" y="1579762"/>
                  </a:lnTo>
                  <a:lnTo>
                    <a:pt x="8280965" y="1579762"/>
                  </a:lnTo>
                  <a:lnTo>
                    <a:pt x="8280297" y="1579762"/>
                  </a:lnTo>
                  <a:lnTo>
                    <a:pt x="8279629" y="1579762"/>
                  </a:lnTo>
                  <a:lnTo>
                    <a:pt x="8278961" y="1579762"/>
                  </a:lnTo>
                  <a:lnTo>
                    <a:pt x="8278293" y="1579762"/>
                  </a:lnTo>
                  <a:lnTo>
                    <a:pt x="8277625" y="1579762"/>
                  </a:lnTo>
                  <a:lnTo>
                    <a:pt x="8276957" y="1579762"/>
                  </a:lnTo>
                  <a:lnTo>
                    <a:pt x="8276289" y="1579762"/>
                  </a:lnTo>
                  <a:lnTo>
                    <a:pt x="8275621" y="1579762"/>
                  </a:lnTo>
                  <a:lnTo>
                    <a:pt x="8274953" y="1579762"/>
                  </a:lnTo>
                  <a:lnTo>
                    <a:pt x="8274285" y="1579762"/>
                  </a:lnTo>
                  <a:lnTo>
                    <a:pt x="8273617" y="1579762"/>
                  </a:lnTo>
                  <a:lnTo>
                    <a:pt x="8272949" y="1579762"/>
                  </a:lnTo>
                  <a:lnTo>
                    <a:pt x="8272281" y="1579762"/>
                  </a:lnTo>
                  <a:lnTo>
                    <a:pt x="8271613" y="1579762"/>
                  </a:lnTo>
                  <a:lnTo>
                    <a:pt x="8270945" y="1579762"/>
                  </a:lnTo>
                  <a:lnTo>
                    <a:pt x="8270277" y="1579762"/>
                  </a:lnTo>
                  <a:lnTo>
                    <a:pt x="8269609" y="1579762"/>
                  </a:lnTo>
                  <a:lnTo>
                    <a:pt x="8268941" y="1579762"/>
                  </a:lnTo>
                  <a:lnTo>
                    <a:pt x="8268273" y="1579762"/>
                  </a:lnTo>
                  <a:lnTo>
                    <a:pt x="8267605" y="1579762"/>
                  </a:lnTo>
                  <a:lnTo>
                    <a:pt x="8266937" y="1579762"/>
                  </a:lnTo>
                  <a:lnTo>
                    <a:pt x="8266268" y="1579762"/>
                  </a:lnTo>
                  <a:lnTo>
                    <a:pt x="8265600" y="1579762"/>
                  </a:lnTo>
                  <a:lnTo>
                    <a:pt x="8264932" y="1579762"/>
                  </a:lnTo>
                  <a:lnTo>
                    <a:pt x="8264264" y="1579762"/>
                  </a:lnTo>
                  <a:lnTo>
                    <a:pt x="8263596" y="1579762"/>
                  </a:lnTo>
                  <a:lnTo>
                    <a:pt x="8262928" y="1579762"/>
                  </a:lnTo>
                  <a:lnTo>
                    <a:pt x="8262260" y="1579762"/>
                  </a:lnTo>
                  <a:lnTo>
                    <a:pt x="8261592" y="1579762"/>
                  </a:lnTo>
                  <a:lnTo>
                    <a:pt x="8260924" y="1579762"/>
                  </a:lnTo>
                  <a:lnTo>
                    <a:pt x="8260256" y="1579762"/>
                  </a:lnTo>
                  <a:lnTo>
                    <a:pt x="8259588" y="1579762"/>
                  </a:lnTo>
                  <a:lnTo>
                    <a:pt x="8258920" y="1579762"/>
                  </a:lnTo>
                  <a:lnTo>
                    <a:pt x="8258252" y="1579762"/>
                  </a:lnTo>
                  <a:lnTo>
                    <a:pt x="8257584" y="1579762"/>
                  </a:lnTo>
                  <a:lnTo>
                    <a:pt x="8256916" y="1579762"/>
                  </a:lnTo>
                  <a:lnTo>
                    <a:pt x="8256248" y="1579762"/>
                  </a:lnTo>
                  <a:lnTo>
                    <a:pt x="8255580" y="1579762"/>
                  </a:lnTo>
                  <a:lnTo>
                    <a:pt x="8254912" y="1579762"/>
                  </a:lnTo>
                  <a:lnTo>
                    <a:pt x="8254244" y="1579762"/>
                  </a:lnTo>
                  <a:lnTo>
                    <a:pt x="8253576" y="1579762"/>
                  </a:lnTo>
                  <a:lnTo>
                    <a:pt x="8252908" y="1579762"/>
                  </a:lnTo>
                  <a:lnTo>
                    <a:pt x="8252240" y="1579762"/>
                  </a:lnTo>
                  <a:lnTo>
                    <a:pt x="8251572" y="1579762"/>
                  </a:lnTo>
                  <a:lnTo>
                    <a:pt x="8250904" y="1579762"/>
                  </a:lnTo>
                  <a:lnTo>
                    <a:pt x="8250236" y="1579762"/>
                  </a:lnTo>
                  <a:lnTo>
                    <a:pt x="8249568" y="1579762"/>
                  </a:lnTo>
                  <a:lnTo>
                    <a:pt x="8248900" y="1579762"/>
                  </a:lnTo>
                  <a:lnTo>
                    <a:pt x="8248232" y="1579762"/>
                  </a:lnTo>
                  <a:lnTo>
                    <a:pt x="8247564" y="1579762"/>
                  </a:lnTo>
                  <a:lnTo>
                    <a:pt x="8246896" y="1579762"/>
                  </a:lnTo>
                  <a:lnTo>
                    <a:pt x="8246228" y="1579762"/>
                  </a:lnTo>
                  <a:lnTo>
                    <a:pt x="8245560" y="1579762"/>
                  </a:lnTo>
                  <a:lnTo>
                    <a:pt x="8244892" y="1579762"/>
                  </a:lnTo>
                  <a:lnTo>
                    <a:pt x="8244224" y="1579762"/>
                  </a:lnTo>
                  <a:lnTo>
                    <a:pt x="8243556" y="1579762"/>
                  </a:lnTo>
                  <a:lnTo>
                    <a:pt x="8242888" y="1579762"/>
                  </a:lnTo>
                  <a:lnTo>
                    <a:pt x="8242220" y="1579762"/>
                  </a:lnTo>
                  <a:lnTo>
                    <a:pt x="8241551" y="1579762"/>
                  </a:lnTo>
                  <a:lnTo>
                    <a:pt x="8240883" y="1579762"/>
                  </a:lnTo>
                  <a:lnTo>
                    <a:pt x="8240215" y="1579762"/>
                  </a:lnTo>
                  <a:lnTo>
                    <a:pt x="8239547" y="1579762"/>
                  </a:lnTo>
                  <a:lnTo>
                    <a:pt x="8238879" y="1579762"/>
                  </a:lnTo>
                  <a:lnTo>
                    <a:pt x="8238211" y="1579762"/>
                  </a:lnTo>
                  <a:lnTo>
                    <a:pt x="8237543" y="1579762"/>
                  </a:lnTo>
                  <a:lnTo>
                    <a:pt x="8236875" y="1579762"/>
                  </a:lnTo>
                  <a:lnTo>
                    <a:pt x="8236207" y="1579762"/>
                  </a:lnTo>
                  <a:lnTo>
                    <a:pt x="8235539" y="1579762"/>
                  </a:lnTo>
                  <a:lnTo>
                    <a:pt x="8234871" y="1579762"/>
                  </a:lnTo>
                  <a:lnTo>
                    <a:pt x="8234203" y="1579762"/>
                  </a:lnTo>
                  <a:lnTo>
                    <a:pt x="8233535" y="1579762"/>
                  </a:lnTo>
                  <a:lnTo>
                    <a:pt x="8232867" y="1579762"/>
                  </a:lnTo>
                  <a:lnTo>
                    <a:pt x="8232199" y="1579762"/>
                  </a:lnTo>
                  <a:lnTo>
                    <a:pt x="8231531" y="1579762"/>
                  </a:lnTo>
                  <a:lnTo>
                    <a:pt x="8230863" y="1579762"/>
                  </a:lnTo>
                  <a:lnTo>
                    <a:pt x="8230195" y="1579762"/>
                  </a:lnTo>
                  <a:lnTo>
                    <a:pt x="8229527" y="1579762"/>
                  </a:lnTo>
                  <a:lnTo>
                    <a:pt x="8228859" y="1579762"/>
                  </a:lnTo>
                  <a:lnTo>
                    <a:pt x="8228191" y="1579762"/>
                  </a:lnTo>
                  <a:lnTo>
                    <a:pt x="8227523" y="1579762"/>
                  </a:lnTo>
                  <a:lnTo>
                    <a:pt x="8226855" y="1579762"/>
                  </a:lnTo>
                  <a:lnTo>
                    <a:pt x="8226187" y="1579762"/>
                  </a:lnTo>
                  <a:lnTo>
                    <a:pt x="8225519" y="1579762"/>
                  </a:lnTo>
                  <a:lnTo>
                    <a:pt x="8224851" y="1579762"/>
                  </a:lnTo>
                  <a:lnTo>
                    <a:pt x="8224183" y="1579762"/>
                  </a:lnTo>
                  <a:lnTo>
                    <a:pt x="8223515" y="1579762"/>
                  </a:lnTo>
                  <a:lnTo>
                    <a:pt x="8222847" y="1579762"/>
                  </a:lnTo>
                  <a:lnTo>
                    <a:pt x="8222179" y="1579762"/>
                  </a:lnTo>
                  <a:lnTo>
                    <a:pt x="8221511" y="1579762"/>
                  </a:lnTo>
                  <a:lnTo>
                    <a:pt x="8220843" y="1579762"/>
                  </a:lnTo>
                  <a:lnTo>
                    <a:pt x="8220175" y="1579762"/>
                  </a:lnTo>
                  <a:lnTo>
                    <a:pt x="8219507" y="1579762"/>
                  </a:lnTo>
                  <a:lnTo>
                    <a:pt x="8218839" y="1579762"/>
                  </a:lnTo>
                  <a:lnTo>
                    <a:pt x="8218171" y="1579762"/>
                  </a:lnTo>
                  <a:lnTo>
                    <a:pt x="8217503" y="1579762"/>
                  </a:lnTo>
                  <a:lnTo>
                    <a:pt x="8216834" y="1579762"/>
                  </a:lnTo>
                  <a:lnTo>
                    <a:pt x="8216166" y="1579762"/>
                  </a:lnTo>
                  <a:lnTo>
                    <a:pt x="8215498" y="1579762"/>
                  </a:lnTo>
                  <a:lnTo>
                    <a:pt x="8214830" y="1579762"/>
                  </a:lnTo>
                  <a:lnTo>
                    <a:pt x="8214162" y="1579762"/>
                  </a:lnTo>
                  <a:lnTo>
                    <a:pt x="8213494" y="1579762"/>
                  </a:lnTo>
                  <a:lnTo>
                    <a:pt x="8212826" y="1579762"/>
                  </a:lnTo>
                  <a:lnTo>
                    <a:pt x="8212158" y="1579762"/>
                  </a:lnTo>
                  <a:lnTo>
                    <a:pt x="8211490" y="1579762"/>
                  </a:lnTo>
                  <a:lnTo>
                    <a:pt x="8210822" y="1579762"/>
                  </a:lnTo>
                  <a:lnTo>
                    <a:pt x="8210154" y="1579762"/>
                  </a:lnTo>
                  <a:lnTo>
                    <a:pt x="8209486" y="1579762"/>
                  </a:lnTo>
                  <a:lnTo>
                    <a:pt x="8208818" y="1579762"/>
                  </a:lnTo>
                  <a:lnTo>
                    <a:pt x="8208150" y="1579762"/>
                  </a:lnTo>
                  <a:lnTo>
                    <a:pt x="8207482" y="1579762"/>
                  </a:lnTo>
                  <a:lnTo>
                    <a:pt x="8206814" y="1579762"/>
                  </a:lnTo>
                  <a:lnTo>
                    <a:pt x="8206146" y="1579762"/>
                  </a:lnTo>
                  <a:lnTo>
                    <a:pt x="8205478" y="1579762"/>
                  </a:lnTo>
                  <a:lnTo>
                    <a:pt x="8204810" y="1579762"/>
                  </a:lnTo>
                  <a:lnTo>
                    <a:pt x="8204142" y="1579762"/>
                  </a:lnTo>
                  <a:lnTo>
                    <a:pt x="8203474" y="1579762"/>
                  </a:lnTo>
                  <a:lnTo>
                    <a:pt x="8202806" y="1579762"/>
                  </a:lnTo>
                  <a:lnTo>
                    <a:pt x="8202138" y="1579762"/>
                  </a:lnTo>
                  <a:lnTo>
                    <a:pt x="8201470" y="1579762"/>
                  </a:lnTo>
                  <a:lnTo>
                    <a:pt x="8200802" y="1579762"/>
                  </a:lnTo>
                  <a:lnTo>
                    <a:pt x="8200134" y="1579762"/>
                  </a:lnTo>
                  <a:lnTo>
                    <a:pt x="8199466" y="1579762"/>
                  </a:lnTo>
                  <a:lnTo>
                    <a:pt x="8198798" y="1579762"/>
                  </a:lnTo>
                  <a:lnTo>
                    <a:pt x="8198130" y="1579762"/>
                  </a:lnTo>
                  <a:lnTo>
                    <a:pt x="8197462" y="1579762"/>
                  </a:lnTo>
                  <a:lnTo>
                    <a:pt x="8196794" y="1579762"/>
                  </a:lnTo>
                  <a:lnTo>
                    <a:pt x="8196126" y="1579762"/>
                  </a:lnTo>
                  <a:lnTo>
                    <a:pt x="8195458" y="1579762"/>
                  </a:lnTo>
                  <a:lnTo>
                    <a:pt x="8194790" y="1579762"/>
                  </a:lnTo>
                  <a:lnTo>
                    <a:pt x="8194122" y="1579762"/>
                  </a:lnTo>
                  <a:lnTo>
                    <a:pt x="8193454" y="1579762"/>
                  </a:lnTo>
                  <a:lnTo>
                    <a:pt x="8192786" y="1579762"/>
                  </a:lnTo>
                  <a:lnTo>
                    <a:pt x="8192117" y="1579762"/>
                  </a:lnTo>
                  <a:lnTo>
                    <a:pt x="8191449" y="1579762"/>
                  </a:lnTo>
                  <a:lnTo>
                    <a:pt x="8190781" y="1579762"/>
                  </a:lnTo>
                  <a:lnTo>
                    <a:pt x="8190113" y="1579762"/>
                  </a:lnTo>
                  <a:lnTo>
                    <a:pt x="8189445" y="1579762"/>
                  </a:lnTo>
                  <a:lnTo>
                    <a:pt x="8188777" y="1579762"/>
                  </a:lnTo>
                  <a:lnTo>
                    <a:pt x="8188109" y="1579762"/>
                  </a:lnTo>
                  <a:lnTo>
                    <a:pt x="8187441" y="1579762"/>
                  </a:lnTo>
                  <a:lnTo>
                    <a:pt x="8186773" y="1579762"/>
                  </a:lnTo>
                  <a:lnTo>
                    <a:pt x="8186105" y="1579762"/>
                  </a:lnTo>
                  <a:lnTo>
                    <a:pt x="8185437" y="1579762"/>
                  </a:lnTo>
                  <a:lnTo>
                    <a:pt x="8184769" y="1579762"/>
                  </a:lnTo>
                  <a:lnTo>
                    <a:pt x="8184101" y="1579762"/>
                  </a:lnTo>
                  <a:lnTo>
                    <a:pt x="8183433" y="1579762"/>
                  </a:lnTo>
                  <a:lnTo>
                    <a:pt x="8182765" y="1579762"/>
                  </a:lnTo>
                  <a:lnTo>
                    <a:pt x="8182097" y="1579762"/>
                  </a:lnTo>
                  <a:lnTo>
                    <a:pt x="8181429" y="1579762"/>
                  </a:lnTo>
                  <a:lnTo>
                    <a:pt x="8180761" y="1579762"/>
                  </a:lnTo>
                  <a:lnTo>
                    <a:pt x="8180093" y="1579762"/>
                  </a:lnTo>
                  <a:lnTo>
                    <a:pt x="8179425" y="1579762"/>
                  </a:lnTo>
                  <a:lnTo>
                    <a:pt x="8178757" y="1579762"/>
                  </a:lnTo>
                  <a:lnTo>
                    <a:pt x="8178089" y="1579762"/>
                  </a:lnTo>
                  <a:lnTo>
                    <a:pt x="8177421" y="1579762"/>
                  </a:lnTo>
                  <a:lnTo>
                    <a:pt x="8176753" y="1579762"/>
                  </a:lnTo>
                  <a:lnTo>
                    <a:pt x="8176085" y="1579762"/>
                  </a:lnTo>
                  <a:lnTo>
                    <a:pt x="8175417" y="1579762"/>
                  </a:lnTo>
                  <a:lnTo>
                    <a:pt x="8174749" y="1579762"/>
                  </a:lnTo>
                  <a:lnTo>
                    <a:pt x="8174081" y="1579762"/>
                  </a:lnTo>
                  <a:lnTo>
                    <a:pt x="8173413" y="1579762"/>
                  </a:lnTo>
                  <a:lnTo>
                    <a:pt x="8172745" y="1579762"/>
                  </a:lnTo>
                  <a:lnTo>
                    <a:pt x="8172077" y="1579762"/>
                  </a:lnTo>
                  <a:lnTo>
                    <a:pt x="8171409" y="1579762"/>
                  </a:lnTo>
                  <a:lnTo>
                    <a:pt x="8170741" y="1579762"/>
                  </a:lnTo>
                  <a:lnTo>
                    <a:pt x="8170073" y="1579762"/>
                  </a:lnTo>
                  <a:lnTo>
                    <a:pt x="8169405" y="1579762"/>
                  </a:lnTo>
                  <a:lnTo>
                    <a:pt x="8168737" y="1579762"/>
                  </a:lnTo>
                  <a:lnTo>
                    <a:pt x="8168068" y="1579762"/>
                  </a:lnTo>
                  <a:lnTo>
                    <a:pt x="8167400" y="1579762"/>
                  </a:lnTo>
                  <a:lnTo>
                    <a:pt x="8166732" y="1579762"/>
                  </a:lnTo>
                  <a:lnTo>
                    <a:pt x="8166064" y="1579762"/>
                  </a:lnTo>
                  <a:lnTo>
                    <a:pt x="8165396" y="1579762"/>
                  </a:lnTo>
                  <a:lnTo>
                    <a:pt x="8164728" y="1579762"/>
                  </a:lnTo>
                  <a:lnTo>
                    <a:pt x="8164060" y="1579762"/>
                  </a:lnTo>
                  <a:lnTo>
                    <a:pt x="8163392" y="1579762"/>
                  </a:lnTo>
                  <a:lnTo>
                    <a:pt x="8162724" y="1579762"/>
                  </a:lnTo>
                  <a:lnTo>
                    <a:pt x="8162056" y="1579762"/>
                  </a:lnTo>
                  <a:lnTo>
                    <a:pt x="8161388" y="1579762"/>
                  </a:lnTo>
                  <a:lnTo>
                    <a:pt x="8160720" y="1579762"/>
                  </a:lnTo>
                  <a:lnTo>
                    <a:pt x="8160052" y="1579762"/>
                  </a:lnTo>
                  <a:lnTo>
                    <a:pt x="8159384" y="1579762"/>
                  </a:lnTo>
                  <a:lnTo>
                    <a:pt x="8158716" y="1579762"/>
                  </a:lnTo>
                  <a:lnTo>
                    <a:pt x="8158048" y="1579762"/>
                  </a:lnTo>
                  <a:lnTo>
                    <a:pt x="8157380" y="1579762"/>
                  </a:lnTo>
                  <a:lnTo>
                    <a:pt x="8156712" y="1579762"/>
                  </a:lnTo>
                  <a:lnTo>
                    <a:pt x="8156044" y="1579762"/>
                  </a:lnTo>
                  <a:lnTo>
                    <a:pt x="8155376" y="1579762"/>
                  </a:lnTo>
                  <a:lnTo>
                    <a:pt x="8154708" y="1579762"/>
                  </a:lnTo>
                  <a:lnTo>
                    <a:pt x="8154040" y="1579762"/>
                  </a:lnTo>
                  <a:lnTo>
                    <a:pt x="8153372" y="1579762"/>
                  </a:lnTo>
                  <a:lnTo>
                    <a:pt x="8152704" y="1579762"/>
                  </a:lnTo>
                  <a:lnTo>
                    <a:pt x="8152036" y="1579762"/>
                  </a:lnTo>
                  <a:lnTo>
                    <a:pt x="8151368" y="1579762"/>
                  </a:lnTo>
                  <a:lnTo>
                    <a:pt x="8150700" y="1579762"/>
                  </a:lnTo>
                  <a:lnTo>
                    <a:pt x="8150032" y="1579762"/>
                  </a:lnTo>
                  <a:lnTo>
                    <a:pt x="8149364" y="1579762"/>
                  </a:lnTo>
                  <a:lnTo>
                    <a:pt x="8148696" y="1579762"/>
                  </a:lnTo>
                  <a:lnTo>
                    <a:pt x="8148028" y="1579762"/>
                  </a:lnTo>
                  <a:lnTo>
                    <a:pt x="8147360" y="1579762"/>
                  </a:lnTo>
                  <a:lnTo>
                    <a:pt x="8146692" y="1579762"/>
                  </a:lnTo>
                  <a:lnTo>
                    <a:pt x="8146024" y="1579762"/>
                  </a:lnTo>
                  <a:lnTo>
                    <a:pt x="8145356" y="1579762"/>
                  </a:lnTo>
                  <a:lnTo>
                    <a:pt x="8144688" y="1579762"/>
                  </a:lnTo>
                  <a:lnTo>
                    <a:pt x="8144020" y="1579762"/>
                  </a:lnTo>
                  <a:lnTo>
                    <a:pt x="8143351" y="1579762"/>
                  </a:lnTo>
                  <a:lnTo>
                    <a:pt x="8142683" y="1579762"/>
                  </a:lnTo>
                  <a:lnTo>
                    <a:pt x="8142015" y="1579762"/>
                  </a:lnTo>
                  <a:lnTo>
                    <a:pt x="8141347" y="1579762"/>
                  </a:lnTo>
                  <a:lnTo>
                    <a:pt x="8140679" y="1579762"/>
                  </a:lnTo>
                  <a:lnTo>
                    <a:pt x="8140011" y="1579762"/>
                  </a:lnTo>
                  <a:lnTo>
                    <a:pt x="8139343" y="1579762"/>
                  </a:lnTo>
                  <a:lnTo>
                    <a:pt x="8138675" y="1579762"/>
                  </a:lnTo>
                  <a:lnTo>
                    <a:pt x="8138007" y="1579762"/>
                  </a:lnTo>
                  <a:lnTo>
                    <a:pt x="8137339" y="1579762"/>
                  </a:lnTo>
                  <a:lnTo>
                    <a:pt x="8136671" y="1579762"/>
                  </a:lnTo>
                  <a:lnTo>
                    <a:pt x="8136003" y="1579762"/>
                  </a:lnTo>
                  <a:lnTo>
                    <a:pt x="8135335" y="1579762"/>
                  </a:lnTo>
                  <a:lnTo>
                    <a:pt x="8134667" y="1579762"/>
                  </a:lnTo>
                  <a:lnTo>
                    <a:pt x="8133999" y="1579762"/>
                  </a:lnTo>
                  <a:lnTo>
                    <a:pt x="8133331" y="1579762"/>
                  </a:lnTo>
                  <a:lnTo>
                    <a:pt x="8132663" y="1579762"/>
                  </a:lnTo>
                  <a:lnTo>
                    <a:pt x="8131995" y="1579762"/>
                  </a:lnTo>
                  <a:lnTo>
                    <a:pt x="8131327" y="1579762"/>
                  </a:lnTo>
                  <a:lnTo>
                    <a:pt x="8130659" y="1579762"/>
                  </a:lnTo>
                  <a:lnTo>
                    <a:pt x="8129991" y="1579762"/>
                  </a:lnTo>
                  <a:lnTo>
                    <a:pt x="8129323" y="1579762"/>
                  </a:lnTo>
                  <a:lnTo>
                    <a:pt x="8128655" y="1579762"/>
                  </a:lnTo>
                  <a:lnTo>
                    <a:pt x="8127987" y="1579762"/>
                  </a:lnTo>
                  <a:lnTo>
                    <a:pt x="8127319" y="1579762"/>
                  </a:lnTo>
                  <a:lnTo>
                    <a:pt x="8126651" y="1579762"/>
                  </a:lnTo>
                  <a:lnTo>
                    <a:pt x="8125983" y="1579762"/>
                  </a:lnTo>
                  <a:lnTo>
                    <a:pt x="8125315" y="1579762"/>
                  </a:lnTo>
                  <a:lnTo>
                    <a:pt x="8124647" y="1579762"/>
                  </a:lnTo>
                  <a:lnTo>
                    <a:pt x="8123979" y="1579762"/>
                  </a:lnTo>
                  <a:lnTo>
                    <a:pt x="8123311" y="1579762"/>
                  </a:lnTo>
                  <a:lnTo>
                    <a:pt x="8122643" y="1579762"/>
                  </a:lnTo>
                  <a:lnTo>
                    <a:pt x="8121975" y="1579762"/>
                  </a:lnTo>
                  <a:lnTo>
                    <a:pt x="8121307" y="1579762"/>
                  </a:lnTo>
                  <a:lnTo>
                    <a:pt x="8120639" y="1579762"/>
                  </a:lnTo>
                  <a:lnTo>
                    <a:pt x="8119971" y="1579762"/>
                  </a:lnTo>
                  <a:lnTo>
                    <a:pt x="8119303" y="1579762"/>
                  </a:lnTo>
                  <a:lnTo>
                    <a:pt x="8118634" y="1579762"/>
                  </a:lnTo>
                  <a:lnTo>
                    <a:pt x="8117966" y="1579762"/>
                  </a:lnTo>
                  <a:lnTo>
                    <a:pt x="8117298" y="1579762"/>
                  </a:lnTo>
                  <a:lnTo>
                    <a:pt x="8116630" y="1579762"/>
                  </a:lnTo>
                  <a:lnTo>
                    <a:pt x="8115962" y="1579762"/>
                  </a:lnTo>
                  <a:lnTo>
                    <a:pt x="8115294" y="1579762"/>
                  </a:lnTo>
                  <a:lnTo>
                    <a:pt x="8114626" y="1579762"/>
                  </a:lnTo>
                  <a:lnTo>
                    <a:pt x="8113958" y="1579762"/>
                  </a:lnTo>
                  <a:lnTo>
                    <a:pt x="8113290" y="1579762"/>
                  </a:lnTo>
                  <a:lnTo>
                    <a:pt x="8112622" y="1579762"/>
                  </a:lnTo>
                  <a:lnTo>
                    <a:pt x="8111954" y="1579762"/>
                  </a:lnTo>
                  <a:lnTo>
                    <a:pt x="8111286" y="1579762"/>
                  </a:lnTo>
                  <a:lnTo>
                    <a:pt x="8110618" y="1579762"/>
                  </a:lnTo>
                  <a:lnTo>
                    <a:pt x="8109950" y="1579762"/>
                  </a:lnTo>
                  <a:lnTo>
                    <a:pt x="8109282" y="1579762"/>
                  </a:lnTo>
                  <a:lnTo>
                    <a:pt x="8108614" y="1579762"/>
                  </a:lnTo>
                  <a:lnTo>
                    <a:pt x="8107946" y="1579762"/>
                  </a:lnTo>
                  <a:lnTo>
                    <a:pt x="8107278" y="1579762"/>
                  </a:lnTo>
                  <a:lnTo>
                    <a:pt x="8106610" y="1579762"/>
                  </a:lnTo>
                  <a:lnTo>
                    <a:pt x="8105942" y="1579762"/>
                  </a:lnTo>
                  <a:lnTo>
                    <a:pt x="8105274" y="1579762"/>
                  </a:lnTo>
                  <a:lnTo>
                    <a:pt x="8104606" y="1579762"/>
                  </a:lnTo>
                  <a:lnTo>
                    <a:pt x="8103938" y="1579762"/>
                  </a:lnTo>
                  <a:lnTo>
                    <a:pt x="8103270" y="1579762"/>
                  </a:lnTo>
                  <a:lnTo>
                    <a:pt x="8102602" y="1579762"/>
                  </a:lnTo>
                  <a:lnTo>
                    <a:pt x="8101934" y="1579762"/>
                  </a:lnTo>
                  <a:lnTo>
                    <a:pt x="8101266" y="1579762"/>
                  </a:lnTo>
                  <a:lnTo>
                    <a:pt x="8100598" y="1579762"/>
                  </a:lnTo>
                  <a:lnTo>
                    <a:pt x="8099930" y="1579762"/>
                  </a:lnTo>
                  <a:lnTo>
                    <a:pt x="8099262" y="1579762"/>
                  </a:lnTo>
                  <a:lnTo>
                    <a:pt x="8098594" y="1579762"/>
                  </a:lnTo>
                  <a:lnTo>
                    <a:pt x="8097926" y="1579762"/>
                  </a:lnTo>
                  <a:lnTo>
                    <a:pt x="8097258" y="1579762"/>
                  </a:lnTo>
                  <a:lnTo>
                    <a:pt x="8096590" y="1579762"/>
                  </a:lnTo>
                  <a:lnTo>
                    <a:pt x="8095922" y="1579762"/>
                  </a:lnTo>
                  <a:lnTo>
                    <a:pt x="8095254" y="1579762"/>
                  </a:lnTo>
                  <a:lnTo>
                    <a:pt x="8094586" y="1579762"/>
                  </a:lnTo>
                  <a:lnTo>
                    <a:pt x="8093917" y="1579762"/>
                  </a:lnTo>
                  <a:lnTo>
                    <a:pt x="8093249" y="1579762"/>
                  </a:lnTo>
                  <a:lnTo>
                    <a:pt x="8092581" y="1579762"/>
                  </a:lnTo>
                  <a:lnTo>
                    <a:pt x="8091913" y="1579762"/>
                  </a:lnTo>
                  <a:lnTo>
                    <a:pt x="8091245" y="1579762"/>
                  </a:lnTo>
                  <a:lnTo>
                    <a:pt x="8090577" y="1579762"/>
                  </a:lnTo>
                  <a:lnTo>
                    <a:pt x="8089909" y="1579762"/>
                  </a:lnTo>
                  <a:lnTo>
                    <a:pt x="8089241" y="1579762"/>
                  </a:lnTo>
                  <a:lnTo>
                    <a:pt x="8088573" y="1579762"/>
                  </a:lnTo>
                  <a:lnTo>
                    <a:pt x="8087905" y="1579762"/>
                  </a:lnTo>
                  <a:lnTo>
                    <a:pt x="8087237" y="1579762"/>
                  </a:lnTo>
                  <a:lnTo>
                    <a:pt x="8086569" y="1579762"/>
                  </a:lnTo>
                  <a:lnTo>
                    <a:pt x="8085901" y="1579762"/>
                  </a:lnTo>
                  <a:lnTo>
                    <a:pt x="8085233" y="1579762"/>
                  </a:lnTo>
                  <a:lnTo>
                    <a:pt x="8084565" y="1579762"/>
                  </a:lnTo>
                  <a:lnTo>
                    <a:pt x="8083897" y="1579762"/>
                  </a:lnTo>
                  <a:lnTo>
                    <a:pt x="8083229" y="1579762"/>
                  </a:lnTo>
                  <a:lnTo>
                    <a:pt x="8082561" y="1579762"/>
                  </a:lnTo>
                  <a:lnTo>
                    <a:pt x="8081893" y="1579762"/>
                  </a:lnTo>
                  <a:lnTo>
                    <a:pt x="8081225" y="1579762"/>
                  </a:lnTo>
                  <a:lnTo>
                    <a:pt x="8080557" y="1579762"/>
                  </a:lnTo>
                  <a:lnTo>
                    <a:pt x="8079889" y="1579762"/>
                  </a:lnTo>
                  <a:lnTo>
                    <a:pt x="8079221" y="1579762"/>
                  </a:lnTo>
                  <a:lnTo>
                    <a:pt x="8078553" y="1579762"/>
                  </a:lnTo>
                  <a:lnTo>
                    <a:pt x="8077885" y="1579762"/>
                  </a:lnTo>
                  <a:lnTo>
                    <a:pt x="8077217" y="1579762"/>
                  </a:lnTo>
                  <a:lnTo>
                    <a:pt x="8076549" y="1579762"/>
                  </a:lnTo>
                  <a:lnTo>
                    <a:pt x="8075881" y="1579762"/>
                  </a:lnTo>
                  <a:lnTo>
                    <a:pt x="8075213" y="1579762"/>
                  </a:lnTo>
                  <a:lnTo>
                    <a:pt x="8074545" y="1579762"/>
                  </a:lnTo>
                  <a:lnTo>
                    <a:pt x="8073877" y="1579762"/>
                  </a:lnTo>
                  <a:lnTo>
                    <a:pt x="8073209" y="1579762"/>
                  </a:lnTo>
                  <a:lnTo>
                    <a:pt x="8072541" y="1579762"/>
                  </a:lnTo>
                  <a:lnTo>
                    <a:pt x="8071873" y="1579762"/>
                  </a:lnTo>
                  <a:lnTo>
                    <a:pt x="8071205" y="1579762"/>
                  </a:lnTo>
                  <a:lnTo>
                    <a:pt x="8070537" y="1579762"/>
                  </a:lnTo>
                  <a:lnTo>
                    <a:pt x="8069868" y="1579762"/>
                  </a:lnTo>
                  <a:lnTo>
                    <a:pt x="8069200" y="1579762"/>
                  </a:lnTo>
                  <a:lnTo>
                    <a:pt x="8068532" y="1579762"/>
                  </a:lnTo>
                  <a:lnTo>
                    <a:pt x="8067864" y="1579762"/>
                  </a:lnTo>
                  <a:lnTo>
                    <a:pt x="8067196" y="1579762"/>
                  </a:lnTo>
                  <a:lnTo>
                    <a:pt x="8066528" y="1579762"/>
                  </a:lnTo>
                  <a:lnTo>
                    <a:pt x="8065860" y="1579762"/>
                  </a:lnTo>
                  <a:lnTo>
                    <a:pt x="8065192" y="1579762"/>
                  </a:lnTo>
                  <a:lnTo>
                    <a:pt x="8064524" y="1579762"/>
                  </a:lnTo>
                  <a:lnTo>
                    <a:pt x="8063856" y="1579762"/>
                  </a:lnTo>
                  <a:lnTo>
                    <a:pt x="8063188" y="1579762"/>
                  </a:lnTo>
                  <a:lnTo>
                    <a:pt x="8062520" y="1579762"/>
                  </a:lnTo>
                  <a:lnTo>
                    <a:pt x="8061852" y="1579762"/>
                  </a:lnTo>
                  <a:lnTo>
                    <a:pt x="8061184" y="1579762"/>
                  </a:lnTo>
                  <a:lnTo>
                    <a:pt x="8060516" y="1579762"/>
                  </a:lnTo>
                  <a:lnTo>
                    <a:pt x="8059848" y="1579762"/>
                  </a:lnTo>
                  <a:lnTo>
                    <a:pt x="8059180" y="1579762"/>
                  </a:lnTo>
                  <a:lnTo>
                    <a:pt x="8058512" y="1579762"/>
                  </a:lnTo>
                  <a:lnTo>
                    <a:pt x="8057844" y="1579762"/>
                  </a:lnTo>
                  <a:lnTo>
                    <a:pt x="8057176" y="1579762"/>
                  </a:lnTo>
                  <a:lnTo>
                    <a:pt x="8056508" y="1579762"/>
                  </a:lnTo>
                  <a:lnTo>
                    <a:pt x="8055840" y="1579762"/>
                  </a:lnTo>
                  <a:lnTo>
                    <a:pt x="8055172" y="1579762"/>
                  </a:lnTo>
                  <a:lnTo>
                    <a:pt x="8054504" y="1579762"/>
                  </a:lnTo>
                  <a:lnTo>
                    <a:pt x="8053836" y="1579762"/>
                  </a:lnTo>
                  <a:lnTo>
                    <a:pt x="8053168" y="1579762"/>
                  </a:lnTo>
                  <a:lnTo>
                    <a:pt x="8052500" y="1579762"/>
                  </a:lnTo>
                  <a:lnTo>
                    <a:pt x="8051832" y="1579762"/>
                  </a:lnTo>
                  <a:lnTo>
                    <a:pt x="8051164" y="1579762"/>
                  </a:lnTo>
                  <a:lnTo>
                    <a:pt x="8050496" y="1579762"/>
                  </a:lnTo>
                  <a:lnTo>
                    <a:pt x="8049828" y="1579762"/>
                  </a:lnTo>
                  <a:lnTo>
                    <a:pt x="8049160" y="1579762"/>
                  </a:lnTo>
                  <a:lnTo>
                    <a:pt x="8048492" y="1579762"/>
                  </a:lnTo>
                  <a:lnTo>
                    <a:pt x="8047824" y="1579762"/>
                  </a:lnTo>
                  <a:lnTo>
                    <a:pt x="8047156" y="1579762"/>
                  </a:lnTo>
                  <a:lnTo>
                    <a:pt x="8046488" y="1579762"/>
                  </a:lnTo>
                  <a:lnTo>
                    <a:pt x="8045820" y="1579762"/>
                  </a:lnTo>
                  <a:lnTo>
                    <a:pt x="8045151" y="1579762"/>
                  </a:lnTo>
                  <a:lnTo>
                    <a:pt x="8044483" y="1579762"/>
                  </a:lnTo>
                  <a:lnTo>
                    <a:pt x="8043815" y="1579762"/>
                  </a:lnTo>
                  <a:lnTo>
                    <a:pt x="8043147" y="1579762"/>
                  </a:lnTo>
                  <a:lnTo>
                    <a:pt x="8042479" y="1579762"/>
                  </a:lnTo>
                  <a:lnTo>
                    <a:pt x="8041811" y="1579762"/>
                  </a:lnTo>
                  <a:lnTo>
                    <a:pt x="8041143" y="1579762"/>
                  </a:lnTo>
                  <a:lnTo>
                    <a:pt x="8040475" y="1579762"/>
                  </a:lnTo>
                  <a:lnTo>
                    <a:pt x="8039807" y="1579762"/>
                  </a:lnTo>
                  <a:lnTo>
                    <a:pt x="8039139" y="1579762"/>
                  </a:lnTo>
                  <a:lnTo>
                    <a:pt x="8038471" y="1579762"/>
                  </a:lnTo>
                  <a:lnTo>
                    <a:pt x="8037803" y="1579762"/>
                  </a:lnTo>
                  <a:lnTo>
                    <a:pt x="8037135" y="1579762"/>
                  </a:lnTo>
                  <a:lnTo>
                    <a:pt x="8036467" y="1579762"/>
                  </a:lnTo>
                  <a:lnTo>
                    <a:pt x="8035799" y="1579762"/>
                  </a:lnTo>
                  <a:lnTo>
                    <a:pt x="8035131" y="1579762"/>
                  </a:lnTo>
                  <a:lnTo>
                    <a:pt x="8034463" y="1579762"/>
                  </a:lnTo>
                  <a:lnTo>
                    <a:pt x="8033795" y="1579762"/>
                  </a:lnTo>
                  <a:lnTo>
                    <a:pt x="8033127" y="1579762"/>
                  </a:lnTo>
                  <a:lnTo>
                    <a:pt x="8032459" y="1579762"/>
                  </a:lnTo>
                  <a:lnTo>
                    <a:pt x="8031791" y="1579762"/>
                  </a:lnTo>
                  <a:lnTo>
                    <a:pt x="8031123" y="1579762"/>
                  </a:lnTo>
                  <a:lnTo>
                    <a:pt x="8030455" y="1579762"/>
                  </a:lnTo>
                  <a:lnTo>
                    <a:pt x="8029787" y="1579762"/>
                  </a:lnTo>
                  <a:lnTo>
                    <a:pt x="8029119" y="1579762"/>
                  </a:lnTo>
                  <a:lnTo>
                    <a:pt x="8028451" y="1579762"/>
                  </a:lnTo>
                  <a:lnTo>
                    <a:pt x="8027783" y="1579762"/>
                  </a:lnTo>
                  <a:lnTo>
                    <a:pt x="8027115" y="1579762"/>
                  </a:lnTo>
                  <a:lnTo>
                    <a:pt x="8026447" y="1579762"/>
                  </a:lnTo>
                  <a:lnTo>
                    <a:pt x="8025779" y="1579762"/>
                  </a:lnTo>
                  <a:lnTo>
                    <a:pt x="8025111" y="1579762"/>
                  </a:lnTo>
                  <a:lnTo>
                    <a:pt x="8024443" y="1579762"/>
                  </a:lnTo>
                  <a:lnTo>
                    <a:pt x="8023775" y="1579762"/>
                  </a:lnTo>
                  <a:lnTo>
                    <a:pt x="8023107" y="1579762"/>
                  </a:lnTo>
                  <a:lnTo>
                    <a:pt x="8022439" y="1579762"/>
                  </a:lnTo>
                  <a:lnTo>
                    <a:pt x="8021771" y="1579762"/>
                  </a:lnTo>
                  <a:lnTo>
                    <a:pt x="8021103" y="1579762"/>
                  </a:lnTo>
                  <a:lnTo>
                    <a:pt x="8020434" y="1579762"/>
                  </a:lnTo>
                  <a:lnTo>
                    <a:pt x="8019766" y="1579762"/>
                  </a:lnTo>
                  <a:lnTo>
                    <a:pt x="8019098" y="1579762"/>
                  </a:lnTo>
                  <a:lnTo>
                    <a:pt x="8018430" y="1579762"/>
                  </a:lnTo>
                  <a:lnTo>
                    <a:pt x="8017762" y="1579762"/>
                  </a:lnTo>
                  <a:lnTo>
                    <a:pt x="8017094" y="1579762"/>
                  </a:lnTo>
                  <a:lnTo>
                    <a:pt x="8016426" y="1579762"/>
                  </a:lnTo>
                  <a:lnTo>
                    <a:pt x="8015758" y="1579762"/>
                  </a:lnTo>
                  <a:lnTo>
                    <a:pt x="8015090" y="1579762"/>
                  </a:lnTo>
                  <a:lnTo>
                    <a:pt x="8014422" y="1579762"/>
                  </a:lnTo>
                  <a:lnTo>
                    <a:pt x="8013754" y="1579762"/>
                  </a:lnTo>
                  <a:lnTo>
                    <a:pt x="8013086" y="1579762"/>
                  </a:lnTo>
                  <a:lnTo>
                    <a:pt x="8012418" y="1579762"/>
                  </a:lnTo>
                  <a:lnTo>
                    <a:pt x="8011750" y="1579762"/>
                  </a:lnTo>
                  <a:lnTo>
                    <a:pt x="8011082" y="1579762"/>
                  </a:lnTo>
                  <a:lnTo>
                    <a:pt x="8010414" y="1579762"/>
                  </a:lnTo>
                  <a:lnTo>
                    <a:pt x="8009746" y="1579762"/>
                  </a:lnTo>
                  <a:lnTo>
                    <a:pt x="8009078" y="1579762"/>
                  </a:lnTo>
                  <a:lnTo>
                    <a:pt x="8008410" y="1579762"/>
                  </a:lnTo>
                  <a:lnTo>
                    <a:pt x="8007742" y="1579762"/>
                  </a:lnTo>
                  <a:lnTo>
                    <a:pt x="8007074" y="1579762"/>
                  </a:lnTo>
                  <a:lnTo>
                    <a:pt x="8006406" y="1579762"/>
                  </a:lnTo>
                  <a:lnTo>
                    <a:pt x="8005738" y="1579762"/>
                  </a:lnTo>
                  <a:lnTo>
                    <a:pt x="8005070" y="1579762"/>
                  </a:lnTo>
                  <a:lnTo>
                    <a:pt x="8004402" y="1579762"/>
                  </a:lnTo>
                  <a:lnTo>
                    <a:pt x="8003734" y="1579762"/>
                  </a:lnTo>
                  <a:lnTo>
                    <a:pt x="8003066" y="1579762"/>
                  </a:lnTo>
                  <a:lnTo>
                    <a:pt x="8002398" y="1579762"/>
                  </a:lnTo>
                  <a:lnTo>
                    <a:pt x="8001730" y="1579762"/>
                  </a:lnTo>
                  <a:lnTo>
                    <a:pt x="8001062" y="1579762"/>
                  </a:lnTo>
                  <a:lnTo>
                    <a:pt x="8000394" y="1579762"/>
                  </a:lnTo>
                  <a:lnTo>
                    <a:pt x="7999726" y="1579762"/>
                  </a:lnTo>
                  <a:lnTo>
                    <a:pt x="7999058" y="1579762"/>
                  </a:lnTo>
                  <a:lnTo>
                    <a:pt x="7998390" y="1579762"/>
                  </a:lnTo>
                  <a:lnTo>
                    <a:pt x="7997722" y="1579762"/>
                  </a:lnTo>
                  <a:lnTo>
                    <a:pt x="7997054" y="1579762"/>
                  </a:lnTo>
                  <a:lnTo>
                    <a:pt x="7996386" y="1579762"/>
                  </a:lnTo>
                  <a:lnTo>
                    <a:pt x="7995717" y="1579762"/>
                  </a:lnTo>
                  <a:lnTo>
                    <a:pt x="7995049" y="1579762"/>
                  </a:lnTo>
                  <a:lnTo>
                    <a:pt x="7994381" y="1579762"/>
                  </a:lnTo>
                  <a:lnTo>
                    <a:pt x="7993713" y="1579762"/>
                  </a:lnTo>
                  <a:lnTo>
                    <a:pt x="7993045" y="1579762"/>
                  </a:lnTo>
                  <a:lnTo>
                    <a:pt x="7992377" y="1579762"/>
                  </a:lnTo>
                  <a:lnTo>
                    <a:pt x="7991709" y="1579762"/>
                  </a:lnTo>
                  <a:lnTo>
                    <a:pt x="7991041" y="1579762"/>
                  </a:lnTo>
                  <a:lnTo>
                    <a:pt x="7990373" y="1579762"/>
                  </a:lnTo>
                  <a:lnTo>
                    <a:pt x="7989705" y="1579762"/>
                  </a:lnTo>
                  <a:lnTo>
                    <a:pt x="7989037" y="1579762"/>
                  </a:lnTo>
                  <a:lnTo>
                    <a:pt x="7988369" y="1579762"/>
                  </a:lnTo>
                  <a:lnTo>
                    <a:pt x="7987701" y="1579762"/>
                  </a:lnTo>
                  <a:lnTo>
                    <a:pt x="7987033" y="1579762"/>
                  </a:lnTo>
                  <a:lnTo>
                    <a:pt x="7986365" y="1579762"/>
                  </a:lnTo>
                  <a:lnTo>
                    <a:pt x="7985697" y="1579762"/>
                  </a:lnTo>
                  <a:lnTo>
                    <a:pt x="7985029" y="1579762"/>
                  </a:lnTo>
                  <a:lnTo>
                    <a:pt x="7984361" y="1579762"/>
                  </a:lnTo>
                  <a:lnTo>
                    <a:pt x="7983693" y="1579762"/>
                  </a:lnTo>
                  <a:lnTo>
                    <a:pt x="7983025" y="1579762"/>
                  </a:lnTo>
                  <a:lnTo>
                    <a:pt x="7982357" y="1579762"/>
                  </a:lnTo>
                  <a:lnTo>
                    <a:pt x="7981689" y="1579762"/>
                  </a:lnTo>
                  <a:lnTo>
                    <a:pt x="7981021" y="1579762"/>
                  </a:lnTo>
                  <a:lnTo>
                    <a:pt x="7980353" y="1579762"/>
                  </a:lnTo>
                  <a:lnTo>
                    <a:pt x="7979685" y="1579762"/>
                  </a:lnTo>
                  <a:lnTo>
                    <a:pt x="7979017" y="1579762"/>
                  </a:lnTo>
                  <a:lnTo>
                    <a:pt x="7978349" y="1579762"/>
                  </a:lnTo>
                  <a:lnTo>
                    <a:pt x="7977681" y="1579762"/>
                  </a:lnTo>
                  <a:lnTo>
                    <a:pt x="7977013" y="1579762"/>
                  </a:lnTo>
                  <a:lnTo>
                    <a:pt x="7976345" y="1579762"/>
                  </a:lnTo>
                  <a:lnTo>
                    <a:pt x="7975677" y="1579762"/>
                  </a:lnTo>
                  <a:lnTo>
                    <a:pt x="7975009" y="1579762"/>
                  </a:lnTo>
                  <a:lnTo>
                    <a:pt x="7974341" y="1579762"/>
                  </a:lnTo>
                  <a:lnTo>
                    <a:pt x="7973673" y="1579762"/>
                  </a:lnTo>
                  <a:lnTo>
                    <a:pt x="7973005" y="1579762"/>
                  </a:lnTo>
                  <a:lnTo>
                    <a:pt x="7972337" y="1579762"/>
                  </a:lnTo>
                  <a:lnTo>
                    <a:pt x="7971668" y="1579762"/>
                  </a:lnTo>
                  <a:lnTo>
                    <a:pt x="7971000" y="1579762"/>
                  </a:lnTo>
                  <a:lnTo>
                    <a:pt x="7970332" y="1579762"/>
                  </a:lnTo>
                  <a:lnTo>
                    <a:pt x="7969664" y="1579762"/>
                  </a:lnTo>
                  <a:lnTo>
                    <a:pt x="7968996" y="1579762"/>
                  </a:lnTo>
                  <a:lnTo>
                    <a:pt x="7968328" y="1579762"/>
                  </a:lnTo>
                  <a:lnTo>
                    <a:pt x="7967660" y="1579762"/>
                  </a:lnTo>
                  <a:lnTo>
                    <a:pt x="7966992" y="1579762"/>
                  </a:lnTo>
                  <a:lnTo>
                    <a:pt x="7966324" y="1579762"/>
                  </a:lnTo>
                  <a:lnTo>
                    <a:pt x="7965656" y="1579762"/>
                  </a:lnTo>
                  <a:lnTo>
                    <a:pt x="7964988" y="1579762"/>
                  </a:lnTo>
                  <a:lnTo>
                    <a:pt x="7964320" y="1579762"/>
                  </a:lnTo>
                  <a:lnTo>
                    <a:pt x="7963652" y="1579762"/>
                  </a:lnTo>
                  <a:lnTo>
                    <a:pt x="7962984" y="1579762"/>
                  </a:lnTo>
                  <a:lnTo>
                    <a:pt x="7962316" y="1579762"/>
                  </a:lnTo>
                  <a:lnTo>
                    <a:pt x="7961648" y="1579762"/>
                  </a:lnTo>
                  <a:lnTo>
                    <a:pt x="7960980" y="1579762"/>
                  </a:lnTo>
                  <a:lnTo>
                    <a:pt x="7960312" y="1579762"/>
                  </a:lnTo>
                  <a:lnTo>
                    <a:pt x="7959644" y="1579762"/>
                  </a:lnTo>
                  <a:lnTo>
                    <a:pt x="7958976" y="1579762"/>
                  </a:lnTo>
                  <a:lnTo>
                    <a:pt x="7958308" y="1579762"/>
                  </a:lnTo>
                  <a:lnTo>
                    <a:pt x="7957640" y="1579762"/>
                  </a:lnTo>
                  <a:lnTo>
                    <a:pt x="7956972" y="1579762"/>
                  </a:lnTo>
                  <a:lnTo>
                    <a:pt x="7956304" y="1579762"/>
                  </a:lnTo>
                  <a:lnTo>
                    <a:pt x="7955636" y="1579762"/>
                  </a:lnTo>
                  <a:lnTo>
                    <a:pt x="7954968" y="1579762"/>
                  </a:lnTo>
                  <a:lnTo>
                    <a:pt x="7954300" y="1579762"/>
                  </a:lnTo>
                  <a:lnTo>
                    <a:pt x="7953632" y="1579762"/>
                  </a:lnTo>
                  <a:lnTo>
                    <a:pt x="7952964" y="1579762"/>
                  </a:lnTo>
                  <a:lnTo>
                    <a:pt x="7952296" y="1579762"/>
                  </a:lnTo>
                  <a:lnTo>
                    <a:pt x="7951628" y="1579762"/>
                  </a:lnTo>
                  <a:lnTo>
                    <a:pt x="7950960" y="1579762"/>
                  </a:lnTo>
                  <a:lnTo>
                    <a:pt x="7950292" y="1579762"/>
                  </a:lnTo>
                  <a:lnTo>
                    <a:pt x="7949624" y="1579762"/>
                  </a:lnTo>
                  <a:lnTo>
                    <a:pt x="7948956" y="1579762"/>
                  </a:lnTo>
                  <a:lnTo>
                    <a:pt x="7948288" y="1579762"/>
                  </a:lnTo>
                  <a:lnTo>
                    <a:pt x="7947620" y="1579762"/>
                  </a:lnTo>
                  <a:lnTo>
                    <a:pt x="7946951" y="1579762"/>
                  </a:lnTo>
                  <a:lnTo>
                    <a:pt x="7946283" y="1579762"/>
                  </a:lnTo>
                  <a:lnTo>
                    <a:pt x="7945615" y="1579762"/>
                  </a:lnTo>
                  <a:lnTo>
                    <a:pt x="7944947" y="1579762"/>
                  </a:lnTo>
                  <a:lnTo>
                    <a:pt x="7944279" y="1579762"/>
                  </a:lnTo>
                  <a:lnTo>
                    <a:pt x="7943611" y="1579762"/>
                  </a:lnTo>
                  <a:lnTo>
                    <a:pt x="7942943" y="1579762"/>
                  </a:lnTo>
                  <a:lnTo>
                    <a:pt x="7942275" y="1579762"/>
                  </a:lnTo>
                  <a:lnTo>
                    <a:pt x="7941607" y="1579762"/>
                  </a:lnTo>
                  <a:lnTo>
                    <a:pt x="7940939" y="1579762"/>
                  </a:lnTo>
                  <a:lnTo>
                    <a:pt x="7940271" y="1579762"/>
                  </a:lnTo>
                  <a:lnTo>
                    <a:pt x="7939603" y="1579762"/>
                  </a:lnTo>
                  <a:lnTo>
                    <a:pt x="7938935" y="1579762"/>
                  </a:lnTo>
                  <a:lnTo>
                    <a:pt x="7938267" y="1579762"/>
                  </a:lnTo>
                  <a:lnTo>
                    <a:pt x="7937599" y="1579762"/>
                  </a:lnTo>
                  <a:lnTo>
                    <a:pt x="7936931" y="1579762"/>
                  </a:lnTo>
                  <a:lnTo>
                    <a:pt x="7936263" y="1579762"/>
                  </a:lnTo>
                  <a:lnTo>
                    <a:pt x="7935595" y="1579762"/>
                  </a:lnTo>
                  <a:lnTo>
                    <a:pt x="7934927" y="1579762"/>
                  </a:lnTo>
                  <a:lnTo>
                    <a:pt x="7934259" y="1579762"/>
                  </a:lnTo>
                  <a:lnTo>
                    <a:pt x="7933591" y="1579762"/>
                  </a:lnTo>
                  <a:lnTo>
                    <a:pt x="7932923" y="1579762"/>
                  </a:lnTo>
                  <a:lnTo>
                    <a:pt x="7932255" y="1579762"/>
                  </a:lnTo>
                  <a:lnTo>
                    <a:pt x="7931587" y="1579762"/>
                  </a:lnTo>
                  <a:lnTo>
                    <a:pt x="7930919" y="1579762"/>
                  </a:lnTo>
                  <a:lnTo>
                    <a:pt x="7930251" y="1579762"/>
                  </a:lnTo>
                  <a:lnTo>
                    <a:pt x="7929583" y="1579762"/>
                  </a:lnTo>
                  <a:lnTo>
                    <a:pt x="7928915" y="1579762"/>
                  </a:lnTo>
                  <a:lnTo>
                    <a:pt x="7928247" y="1579762"/>
                  </a:lnTo>
                  <a:lnTo>
                    <a:pt x="7927579" y="1579762"/>
                  </a:lnTo>
                  <a:lnTo>
                    <a:pt x="7926911" y="1579762"/>
                  </a:lnTo>
                  <a:lnTo>
                    <a:pt x="7926243" y="1579762"/>
                  </a:lnTo>
                  <a:lnTo>
                    <a:pt x="7925575" y="1579762"/>
                  </a:lnTo>
                  <a:lnTo>
                    <a:pt x="7924907" y="1579762"/>
                  </a:lnTo>
                  <a:lnTo>
                    <a:pt x="7924239" y="1579762"/>
                  </a:lnTo>
                  <a:lnTo>
                    <a:pt x="7923571" y="1579762"/>
                  </a:lnTo>
                  <a:lnTo>
                    <a:pt x="7922903" y="1579762"/>
                  </a:lnTo>
                  <a:lnTo>
                    <a:pt x="7922234" y="1579762"/>
                  </a:lnTo>
                  <a:lnTo>
                    <a:pt x="7921566" y="1579762"/>
                  </a:lnTo>
                  <a:lnTo>
                    <a:pt x="7920898" y="1579762"/>
                  </a:lnTo>
                  <a:lnTo>
                    <a:pt x="7920230" y="1579762"/>
                  </a:lnTo>
                  <a:lnTo>
                    <a:pt x="7919562" y="1579762"/>
                  </a:lnTo>
                  <a:lnTo>
                    <a:pt x="7918894" y="1579762"/>
                  </a:lnTo>
                  <a:lnTo>
                    <a:pt x="7918226" y="1579762"/>
                  </a:lnTo>
                  <a:lnTo>
                    <a:pt x="7917558" y="1579762"/>
                  </a:lnTo>
                  <a:lnTo>
                    <a:pt x="7916890" y="1579762"/>
                  </a:lnTo>
                  <a:lnTo>
                    <a:pt x="7916222" y="1579762"/>
                  </a:lnTo>
                  <a:lnTo>
                    <a:pt x="7915554" y="1579762"/>
                  </a:lnTo>
                  <a:lnTo>
                    <a:pt x="7914886" y="1579762"/>
                  </a:lnTo>
                  <a:lnTo>
                    <a:pt x="7914218" y="1579762"/>
                  </a:lnTo>
                  <a:lnTo>
                    <a:pt x="7913550" y="1579762"/>
                  </a:lnTo>
                  <a:lnTo>
                    <a:pt x="7912882" y="1579762"/>
                  </a:lnTo>
                  <a:lnTo>
                    <a:pt x="7912214" y="1579762"/>
                  </a:lnTo>
                  <a:lnTo>
                    <a:pt x="7911546" y="1579762"/>
                  </a:lnTo>
                  <a:lnTo>
                    <a:pt x="7910878" y="1579762"/>
                  </a:lnTo>
                  <a:lnTo>
                    <a:pt x="7910210" y="1579762"/>
                  </a:lnTo>
                  <a:lnTo>
                    <a:pt x="7909542" y="1579762"/>
                  </a:lnTo>
                  <a:lnTo>
                    <a:pt x="7908874" y="1579762"/>
                  </a:lnTo>
                  <a:lnTo>
                    <a:pt x="7908206" y="1579762"/>
                  </a:lnTo>
                  <a:lnTo>
                    <a:pt x="7907538" y="1579762"/>
                  </a:lnTo>
                  <a:lnTo>
                    <a:pt x="7906870" y="1579762"/>
                  </a:lnTo>
                  <a:lnTo>
                    <a:pt x="7906202" y="1579762"/>
                  </a:lnTo>
                  <a:lnTo>
                    <a:pt x="7905534" y="1579762"/>
                  </a:lnTo>
                  <a:lnTo>
                    <a:pt x="7904866" y="1579762"/>
                  </a:lnTo>
                  <a:lnTo>
                    <a:pt x="7904198" y="1579762"/>
                  </a:lnTo>
                  <a:lnTo>
                    <a:pt x="7903530" y="1579762"/>
                  </a:lnTo>
                  <a:lnTo>
                    <a:pt x="7902862" y="1579762"/>
                  </a:lnTo>
                  <a:lnTo>
                    <a:pt x="7902194" y="1579762"/>
                  </a:lnTo>
                  <a:lnTo>
                    <a:pt x="7901526" y="1579762"/>
                  </a:lnTo>
                  <a:lnTo>
                    <a:pt x="7900858" y="1579762"/>
                  </a:lnTo>
                  <a:lnTo>
                    <a:pt x="7900190" y="1579762"/>
                  </a:lnTo>
                  <a:lnTo>
                    <a:pt x="7899522" y="1579762"/>
                  </a:lnTo>
                  <a:lnTo>
                    <a:pt x="7898854" y="1579762"/>
                  </a:lnTo>
                  <a:lnTo>
                    <a:pt x="7898186" y="1579762"/>
                  </a:lnTo>
                  <a:lnTo>
                    <a:pt x="7897517" y="1579762"/>
                  </a:lnTo>
                  <a:lnTo>
                    <a:pt x="7896849" y="1579762"/>
                  </a:lnTo>
                  <a:lnTo>
                    <a:pt x="7896181" y="1579762"/>
                  </a:lnTo>
                  <a:lnTo>
                    <a:pt x="7895513" y="1579762"/>
                  </a:lnTo>
                  <a:lnTo>
                    <a:pt x="7894845" y="1579762"/>
                  </a:lnTo>
                  <a:lnTo>
                    <a:pt x="7894177" y="1579762"/>
                  </a:lnTo>
                  <a:lnTo>
                    <a:pt x="7893509" y="1579762"/>
                  </a:lnTo>
                  <a:lnTo>
                    <a:pt x="7892841" y="1579762"/>
                  </a:lnTo>
                  <a:lnTo>
                    <a:pt x="7892173" y="1579762"/>
                  </a:lnTo>
                  <a:lnTo>
                    <a:pt x="7891505" y="1579762"/>
                  </a:lnTo>
                  <a:lnTo>
                    <a:pt x="7890837" y="1579762"/>
                  </a:lnTo>
                  <a:lnTo>
                    <a:pt x="7890169" y="1579762"/>
                  </a:lnTo>
                  <a:lnTo>
                    <a:pt x="7889501" y="1579762"/>
                  </a:lnTo>
                  <a:lnTo>
                    <a:pt x="7888833" y="1579762"/>
                  </a:lnTo>
                  <a:lnTo>
                    <a:pt x="7888165" y="1579762"/>
                  </a:lnTo>
                  <a:lnTo>
                    <a:pt x="7887497" y="1579762"/>
                  </a:lnTo>
                  <a:lnTo>
                    <a:pt x="7886829" y="1579762"/>
                  </a:lnTo>
                  <a:lnTo>
                    <a:pt x="7886161" y="1579762"/>
                  </a:lnTo>
                  <a:lnTo>
                    <a:pt x="7885493" y="1579762"/>
                  </a:lnTo>
                  <a:lnTo>
                    <a:pt x="7884825" y="1579762"/>
                  </a:lnTo>
                  <a:lnTo>
                    <a:pt x="7884157" y="1579762"/>
                  </a:lnTo>
                  <a:lnTo>
                    <a:pt x="7883489" y="1579762"/>
                  </a:lnTo>
                  <a:lnTo>
                    <a:pt x="7882821" y="1579762"/>
                  </a:lnTo>
                  <a:lnTo>
                    <a:pt x="7882153" y="1579762"/>
                  </a:lnTo>
                  <a:lnTo>
                    <a:pt x="7881485" y="1579762"/>
                  </a:lnTo>
                  <a:lnTo>
                    <a:pt x="7880817" y="1579762"/>
                  </a:lnTo>
                  <a:lnTo>
                    <a:pt x="7880149" y="1579762"/>
                  </a:lnTo>
                  <a:lnTo>
                    <a:pt x="7879481" y="1579762"/>
                  </a:lnTo>
                  <a:lnTo>
                    <a:pt x="7878813" y="1579762"/>
                  </a:lnTo>
                  <a:lnTo>
                    <a:pt x="7878145" y="1579762"/>
                  </a:lnTo>
                  <a:lnTo>
                    <a:pt x="7877477" y="1579762"/>
                  </a:lnTo>
                  <a:lnTo>
                    <a:pt x="7876809" y="1579762"/>
                  </a:lnTo>
                  <a:lnTo>
                    <a:pt x="7876141" y="1579762"/>
                  </a:lnTo>
                  <a:lnTo>
                    <a:pt x="7875473" y="1579762"/>
                  </a:lnTo>
                  <a:lnTo>
                    <a:pt x="7874805" y="1579762"/>
                  </a:lnTo>
                  <a:lnTo>
                    <a:pt x="7874137" y="1579762"/>
                  </a:lnTo>
                  <a:lnTo>
                    <a:pt x="7873468" y="1579762"/>
                  </a:lnTo>
                  <a:lnTo>
                    <a:pt x="7872800" y="1579762"/>
                  </a:lnTo>
                  <a:lnTo>
                    <a:pt x="7872132" y="1579762"/>
                  </a:lnTo>
                  <a:lnTo>
                    <a:pt x="7871464" y="1579762"/>
                  </a:lnTo>
                  <a:lnTo>
                    <a:pt x="7870796" y="1579762"/>
                  </a:lnTo>
                  <a:lnTo>
                    <a:pt x="7870128" y="1579762"/>
                  </a:lnTo>
                  <a:lnTo>
                    <a:pt x="7869460" y="1579762"/>
                  </a:lnTo>
                  <a:lnTo>
                    <a:pt x="7868792" y="1579762"/>
                  </a:lnTo>
                  <a:lnTo>
                    <a:pt x="7868124" y="1579762"/>
                  </a:lnTo>
                  <a:lnTo>
                    <a:pt x="7867456" y="1579762"/>
                  </a:lnTo>
                  <a:lnTo>
                    <a:pt x="7866788" y="1579762"/>
                  </a:lnTo>
                  <a:lnTo>
                    <a:pt x="7866120" y="1579762"/>
                  </a:lnTo>
                  <a:lnTo>
                    <a:pt x="7865452" y="1579762"/>
                  </a:lnTo>
                  <a:lnTo>
                    <a:pt x="7864784" y="1579762"/>
                  </a:lnTo>
                  <a:lnTo>
                    <a:pt x="7864116" y="1579762"/>
                  </a:lnTo>
                  <a:lnTo>
                    <a:pt x="7863448" y="1579762"/>
                  </a:lnTo>
                  <a:lnTo>
                    <a:pt x="7862780" y="1579762"/>
                  </a:lnTo>
                  <a:lnTo>
                    <a:pt x="7862112" y="1579762"/>
                  </a:lnTo>
                  <a:lnTo>
                    <a:pt x="7861444" y="1579762"/>
                  </a:lnTo>
                  <a:lnTo>
                    <a:pt x="7860776" y="1579762"/>
                  </a:lnTo>
                  <a:lnTo>
                    <a:pt x="7860108" y="1579762"/>
                  </a:lnTo>
                  <a:lnTo>
                    <a:pt x="7859440" y="1579762"/>
                  </a:lnTo>
                  <a:lnTo>
                    <a:pt x="7858772" y="1579762"/>
                  </a:lnTo>
                  <a:lnTo>
                    <a:pt x="7858104" y="1579762"/>
                  </a:lnTo>
                  <a:lnTo>
                    <a:pt x="7857436" y="1579762"/>
                  </a:lnTo>
                  <a:lnTo>
                    <a:pt x="7856768" y="1579762"/>
                  </a:lnTo>
                  <a:lnTo>
                    <a:pt x="7856100" y="1579762"/>
                  </a:lnTo>
                  <a:lnTo>
                    <a:pt x="7855432" y="1579762"/>
                  </a:lnTo>
                  <a:lnTo>
                    <a:pt x="7854764" y="1579762"/>
                  </a:lnTo>
                  <a:lnTo>
                    <a:pt x="7854096" y="1579762"/>
                  </a:lnTo>
                  <a:lnTo>
                    <a:pt x="7853428" y="1579762"/>
                  </a:lnTo>
                  <a:lnTo>
                    <a:pt x="7852760" y="1579762"/>
                  </a:lnTo>
                  <a:lnTo>
                    <a:pt x="7852092" y="1579762"/>
                  </a:lnTo>
                  <a:lnTo>
                    <a:pt x="7851424" y="1579762"/>
                  </a:lnTo>
                  <a:lnTo>
                    <a:pt x="7850756" y="1579762"/>
                  </a:lnTo>
                  <a:lnTo>
                    <a:pt x="7850088" y="1579762"/>
                  </a:lnTo>
                  <a:lnTo>
                    <a:pt x="7849420" y="1579762"/>
                  </a:lnTo>
                  <a:lnTo>
                    <a:pt x="7848751" y="1579762"/>
                  </a:lnTo>
                  <a:lnTo>
                    <a:pt x="7848083" y="1579762"/>
                  </a:lnTo>
                  <a:lnTo>
                    <a:pt x="7847415" y="1579762"/>
                  </a:lnTo>
                  <a:lnTo>
                    <a:pt x="7846747" y="1579762"/>
                  </a:lnTo>
                  <a:lnTo>
                    <a:pt x="7846079" y="1579762"/>
                  </a:lnTo>
                  <a:lnTo>
                    <a:pt x="7845411" y="1579762"/>
                  </a:lnTo>
                  <a:lnTo>
                    <a:pt x="7844743" y="1579762"/>
                  </a:lnTo>
                  <a:lnTo>
                    <a:pt x="7844075" y="1579762"/>
                  </a:lnTo>
                  <a:lnTo>
                    <a:pt x="7843407" y="1579762"/>
                  </a:lnTo>
                  <a:lnTo>
                    <a:pt x="7842739" y="1579762"/>
                  </a:lnTo>
                  <a:lnTo>
                    <a:pt x="7842071" y="1579762"/>
                  </a:lnTo>
                  <a:lnTo>
                    <a:pt x="7841403" y="1579762"/>
                  </a:lnTo>
                  <a:lnTo>
                    <a:pt x="7840735" y="1579762"/>
                  </a:lnTo>
                  <a:lnTo>
                    <a:pt x="7840067" y="1579762"/>
                  </a:lnTo>
                  <a:lnTo>
                    <a:pt x="7839399" y="1579762"/>
                  </a:lnTo>
                  <a:lnTo>
                    <a:pt x="7838731" y="1579762"/>
                  </a:lnTo>
                  <a:lnTo>
                    <a:pt x="7838063" y="1579762"/>
                  </a:lnTo>
                  <a:lnTo>
                    <a:pt x="7837395" y="1579762"/>
                  </a:lnTo>
                  <a:lnTo>
                    <a:pt x="7836727" y="1579762"/>
                  </a:lnTo>
                  <a:lnTo>
                    <a:pt x="7836059" y="1579762"/>
                  </a:lnTo>
                  <a:lnTo>
                    <a:pt x="7835391" y="1579762"/>
                  </a:lnTo>
                  <a:lnTo>
                    <a:pt x="7834723" y="1579762"/>
                  </a:lnTo>
                  <a:lnTo>
                    <a:pt x="7834055" y="1579762"/>
                  </a:lnTo>
                  <a:lnTo>
                    <a:pt x="7833387" y="1579762"/>
                  </a:lnTo>
                  <a:lnTo>
                    <a:pt x="7832719" y="1579762"/>
                  </a:lnTo>
                  <a:lnTo>
                    <a:pt x="7832051" y="1579762"/>
                  </a:lnTo>
                  <a:lnTo>
                    <a:pt x="7831383" y="1579762"/>
                  </a:lnTo>
                  <a:lnTo>
                    <a:pt x="7830715" y="1579762"/>
                  </a:lnTo>
                  <a:lnTo>
                    <a:pt x="7830047" y="1579762"/>
                  </a:lnTo>
                  <a:lnTo>
                    <a:pt x="7829379" y="1579762"/>
                  </a:lnTo>
                  <a:lnTo>
                    <a:pt x="7828711" y="1579762"/>
                  </a:lnTo>
                  <a:lnTo>
                    <a:pt x="7828043" y="1579762"/>
                  </a:lnTo>
                  <a:lnTo>
                    <a:pt x="7827375" y="1579762"/>
                  </a:lnTo>
                  <a:lnTo>
                    <a:pt x="7826707" y="1579762"/>
                  </a:lnTo>
                  <a:lnTo>
                    <a:pt x="7826039" y="1579762"/>
                  </a:lnTo>
                  <a:lnTo>
                    <a:pt x="7825371" y="1579762"/>
                  </a:lnTo>
                  <a:lnTo>
                    <a:pt x="7824703" y="1579762"/>
                  </a:lnTo>
                  <a:lnTo>
                    <a:pt x="7824034" y="1579762"/>
                  </a:lnTo>
                  <a:lnTo>
                    <a:pt x="7823366" y="1579762"/>
                  </a:lnTo>
                  <a:lnTo>
                    <a:pt x="7822698" y="1579762"/>
                  </a:lnTo>
                  <a:lnTo>
                    <a:pt x="7822030" y="1579762"/>
                  </a:lnTo>
                  <a:lnTo>
                    <a:pt x="7821362" y="1579762"/>
                  </a:lnTo>
                  <a:lnTo>
                    <a:pt x="7820694" y="1579762"/>
                  </a:lnTo>
                  <a:lnTo>
                    <a:pt x="7820026" y="1579762"/>
                  </a:lnTo>
                  <a:lnTo>
                    <a:pt x="7819358" y="1579762"/>
                  </a:lnTo>
                  <a:lnTo>
                    <a:pt x="7818690" y="1579762"/>
                  </a:lnTo>
                  <a:lnTo>
                    <a:pt x="7818022" y="1579762"/>
                  </a:lnTo>
                  <a:lnTo>
                    <a:pt x="7817354" y="1579762"/>
                  </a:lnTo>
                  <a:lnTo>
                    <a:pt x="7816686" y="1579762"/>
                  </a:lnTo>
                  <a:lnTo>
                    <a:pt x="7816018" y="1579762"/>
                  </a:lnTo>
                  <a:lnTo>
                    <a:pt x="7815350" y="1579762"/>
                  </a:lnTo>
                  <a:lnTo>
                    <a:pt x="7814682" y="1579762"/>
                  </a:lnTo>
                  <a:lnTo>
                    <a:pt x="7814014" y="1579762"/>
                  </a:lnTo>
                  <a:lnTo>
                    <a:pt x="7813346" y="1579762"/>
                  </a:lnTo>
                  <a:lnTo>
                    <a:pt x="7812678" y="1579762"/>
                  </a:lnTo>
                  <a:lnTo>
                    <a:pt x="7812010" y="1579762"/>
                  </a:lnTo>
                  <a:lnTo>
                    <a:pt x="7811342" y="1579762"/>
                  </a:lnTo>
                  <a:lnTo>
                    <a:pt x="7810674" y="1579762"/>
                  </a:lnTo>
                  <a:lnTo>
                    <a:pt x="7810006" y="1579762"/>
                  </a:lnTo>
                  <a:lnTo>
                    <a:pt x="7809338" y="1579762"/>
                  </a:lnTo>
                  <a:lnTo>
                    <a:pt x="7808670" y="1579762"/>
                  </a:lnTo>
                  <a:lnTo>
                    <a:pt x="7808002" y="1579762"/>
                  </a:lnTo>
                  <a:lnTo>
                    <a:pt x="7807334" y="1579762"/>
                  </a:lnTo>
                  <a:lnTo>
                    <a:pt x="7806666" y="1579762"/>
                  </a:lnTo>
                  <a:lnTo>
                    <a:pt x="7805998" y="1579762"/>
                  </a:lnTo>
                  <a:lnTo>
                    <a:pt x="7805330" y="1579762"/>
                  </a:lnTo>
                  <a:lnTo>
                    <a:pt x="7804662" y="1579762"/>
                  </a:lnTo>
                  <a:lnTo>
                    <a:pt x="7803994" y="1579762"/>
                  </a:lnTo>
                  <a:lnTo>
                    <a:pt x="7803326" y="1579762"/>
                  </a:lnTo>
                  <a:lnTo>
                    <a:pt x="7802658" y="1579762"/>
                  </a:lnTo>
                  <a:lnTo>
                    <a:pt x="7801990" y="1579762"/>
                  </a:lnTo>
                  <a:lnTo>
                    <a:pt x="7801322" y="1579762"/>
                  </a:lnTo>
                  <a:lnTo>
                    <a:pt x="7800654" y="1579762"/>
                  </a:lnTo>
                  <a:lnTo>
                    <a:pt x="7799986" y="1579762"/>
                  </a:lnTo>
                  <a:lnTo>
                    <a:pt x="7799317" y="1579762"/>
                  </a:lnTo>
                  <a:lnTo>
                    <a:pt x="7798649" y="1579762"/>
                  </a:lnTo>
                  <a:lnTo>
                    <a:pt x="7797981" y="1579762"/>
                  </a:lnTo>
                  <a:lnTo>
                    <a:pt x="7797313" y="1579762"/>
                  </a:lnTo>
                  <a:lnTo>
                    <a:pt x="7796645" y="1579762"/>
                  </a:lnTo>
                  <a:lnTo>
                    <a:pt x="7795977" y="1579762"/>
                  </a:lnTo>
                  <a:lnTo>
                    <a:pt x="7795309" y="1579762"/>
                  </a:lnTo>
                  <a:lnTo>
                    <a:pt x="7794641" y="1579762"/>
                  </a:lnTo>
                  <a:lnTo>
                    <a:pt x="7793973" y="1579762"/>
                  </a:lnTo>
                  <a:lnTo>
                    <a:pt x="7793305" y="1579762"/>
                  </a:lnTo>
                  <a:lnTo>
                    <a:pt x="7792637" y="1579762"/>
                  </a:lnTo>
                  <a:lnTo>
                    <a:pt x="7791969" y="1579762"/>
                  </a:lnTo>
                  <a:lnTo>
                    <a:pt x="7791301" y="1579762"/>
                  </a:lnTo>
                  <a:lnTo>
                    <a:pt x="7790633" y="1579762"/>
                  </a:lnTo>
                  <a:lnTo>
                    <a:pt x="7789965" y="1579762"/>
                  </a:lnTo>
                  <a:lnTo>
                    <a:pt x="7789297" y="1579762"/>
                  </a:lnTo>
                  <a:lnTo>
                    <a:pt x="7788629" y="1579762"/>
                  </a:lnTo>
                  <a:lnTo>
                    <a:pt x="7787961" y="1579762"/>
                  </a:lnTo>
                  <a:lnTo>
                    <a:pt x="7787293" y="1579762"/>
                  </a:lnTo>
                  <a:lnTo>
                    <a:pt x="7786625" y="1579762"/>
                  </a:lnTo>
                  <a:lnTo>
                    <a:pt x="7785957" y="1579762"/>
                  </a:lnTo>
                  <a:lnTo>
                    <a:pt x="7785289" y="1579762"/>
                  </a:lnTo>
                  <a:lnTo>
                    <a:pt x="7784621" y="1579762"/>
                  </a:lnTo>
                  <a:lnTo>
                    <a:pt x="7783953" y="1579762"/>
                  </a:lnTo>
                  <a:lnTo>
                    <a:pt x="7783285" y="1579762"/>
                  </a:lnTo>
                  <a:lnTo>
                    <a:pt x="7782617" y="1579762"/>
                  </a:lnTo>
                  <a:lnTo>
                    <a:pt x="7781949" y="1579762"/>
                  </a:lnTo>
                  <a:lnTo>
                    <a:pt x="7781281" y="1579762"/>
                  </a:lnTo>
                  <a:lnTo>
                    <a:pt x="7780613" y="1579762"/>
                  </a:lnTo>
                  <a:lnTo>
                    <a:pt x="7779945" y="1579762"/>
                  </a:lnTo>
                  <a:lnTo>
                    <a:pt x="7779277" y="1579762"/>
                  </a:lnTo>
                  <a:lnTo>
                    <a:pt x="7778609" y="1579762"/>
                  </a:lnTo>
                  <a:lnTo>
                    <a:pt x="7777941" y="1579762"/>
                  </a:lnTo>
                  <a:lnTo>
                    <a:pt x="7777273" y="1579762"/>
                  </a:lnTo>
                  <a:lnTo>
                    <a:pt x="7776605" y="1579762"/>
                  </a:lnTo>
                  <a:lnTo>
                    <a:pt x="7775937" y="1579762"/>
                  </a:lnTo>
                  <a:lnTo>
                    <a:pt x="7775268" y="1579762"/>
                  </a:lnTo>
                  <a:lnTo>
                    <a:pt x="7774600" y="1579762"/>
                  </a:lnTo>
                  <a:lnTo>
                    <a:pt x="7773932" y="1579762"/>
                  </a:lnTo>
                  <a:lnTo>
                    <a:pt x="7773264" y="1579762"/>
                  </a:lnTo>
                  <a:lnTo>
                    <a:pt x="7772596" y="1579762"/>
                  </a:lnTo>
                  <a:lnTo>
                    <a:pt x="7771928" y="1579762"/>
                  </a:lnTo>
                  <a:lnTo>
                    <a:pt x="7771260" y="1579762"/>
                  </a:lnTo>
                  <a:lnTo>
                    <a:pt x="7770592" y="1579762"/>
                  </a:lnTo>
                  <a:lnTo>
                    <a:pt x="7769924" y="1579762"/>
                  </a:lnTo>
                  <a:lnTo>
                    <a:pt x="7769256" y="1579762"/>
                  </a:lnTo>
                  <a:lnTo>
                    <a:pt x="7768588" y="1579762"/>
                  </a:lnTo>
                  <a:lnTo>
                    <a:pt x="7767920" y="1579762"/>
                  </a:lnTo>
                  <a:lnTo>
                    <a:pt x="7767252" y="1579762"/>
                  </a:lnTo>
                  <a:lnTo>
                    <a:pt x="7766584" y="1579762"/>
                  </a:lnTo>
                  <a:lnTo>
                    <a:pt x="7765916" y="1579762"/>
                  </a:lnTo>
                  <a:lnTo>
                    <a:pt x="7765248" y="1579762"/>
                  </a:lnTo>
                  <a:lnTo>
                    <a:pt x="7764580" y="1579762"/>
                  </a:lnTo>
                  <a:lnTo>
                    <a:pt x="7763912" y="1579762"/>
                  </a:lnTo>
                  <a:lnTo>
                    <a:pt x="7763244" y="1579762"/>
                  </a:lnTo>
                  <a:lnTo>
                    <a:pt x="7762576" y="1579762"/>
                  </a:lnTo>
                  <a:lnTo>
                    <a:pt x="7761908" y="1579762"/>
                  </a:lnTo>
                  <a:lnTo>
                    <a:pt x="7761240" y="1579762"/>
                  </a:lnTo>
                  <a:lnTo>
                    <a:pt x="7760572" y="1579762"/>
                  </a:lnTo>
                  <a:lnTo>
                    <a:pt x="7759904" y="1579762"/>
                  </a:lnTo>
                  <a:lnTo>
                    <a:pt x="7759236" y="1579762"/>
                  </a:lnTo>
                  <a:lnTo>
                    <a:pt x="7758568" y="1579762"/>
                  </a:lnTo>
                  <a:lnTo>
                    <a:pt x="7757900" y="1579762"/>
                  </a:lnTo>
                  <a:lnTo>
                    <a:pt x="7757232" y="1579762"/>
                  </a:lnTo>
                  <a:lnTo>
                    <a:pt x="7756564" y="1579762"/>
                  </a:lnTo>
                  <a:lnTo>
                    <a:pt x="7755896" y="1579762"/>
                  </a:lnTo>
                  <a:lnTo>
                    <a:pt x="7755228" y="1579762"/>
                  </a:lnTo>
                  <a:lnTo>
                    <a:pt x="7754560" y="1579762"/>
                  </a:lnTo>
                  <a:lnTo>
                    <a:pt x="7753892" y="1579762"/>
                  </a:lnTo>
                  <a:lnTo>
                    <a:pt x="7753224" y="1579762"/>
                  </a:lnTo>
                  <a:lnTo>
                    <a:pt x="7752556" y="1579762"/>
                  </a:lnTo>
                  <a:lnTo>
                    <a:pt x="7751888" y="1579762"/>
                  </a:lnTo>
                  <a:lnTo>
                    <a:pt x="7751220" y="1579762"/>
                  </a:lnTo>
                  <a:lnTo>
                    <a:pt x="7750551" y="1579762"/>
                  </a:lnTo>
                  <a:lnTo>
                    <a:pt x="7749883" y="1579762"/>
                  </a:lnTo>
                  <a:lnTo>
                    <a:pt x="7749215" y="1579762"/>
                  </a:lnTo>
                  <a:lnTo>
                    <a:pt x="7748547" y="1579762"/>
                  </a:lnTo>
                  <a:lnTo>
                    <a:pt x="7747879" y="1579762"/>
                  </a:lnTo>
                  <a:lnTo>
                    <a:pt x="7747211" y="1579762"/>
                  </a:lnTo>
                  <a:lnTo>
                    <a:pt x="7746543" y="1579762"/>
                  </a:lnTo>
                  <a:lnTo>
                    <a:pt x="7745875" y="1579762"/>
                  </a:lnTo>
                  <a:lnTo>
                    <a:pt x="7745207" y="1579762"/>
                  </a:lnTo>
                  <a:lnTo>
                    <a:pt x="7744539" y="1579762"/>
                  </a:lnTo>
                  <a:lnTo>
                    <a:pt x="7743871" y="1579762"/>
                  </a:lnTo>
                  <a:lnTo>
                    <a:pt x="7743203" y="1579762"/>
                  </a:lnTo>
                  <a:lnTo>
                    <a:pt x="7742535" y="1579762"/>
                  </a:lnTo>
                  <a:lnTo>
                    <a:pt x="7741867" y="1579762"/>
                  </a:lnTo>
                  <a:lnTo>
                    <a:pt x="7741199" y="1579762"/>
                  </a:lnTo>
                  <a:lnTo>
                    <a:pt x="7740531" y="1579762"/>
                  </a:lnTo>
                  <a:lnTo>
                    <a:pt x="7739863" y="1579762"/>
                  </a:lnTo>
                  <a:lnTo>
                    <a:pt x="7739195" y="1579762"/>
                  </a:lnTo>
                  <a:lnTo>
                    <a:pt x="7738527" y="1579762"/>
                  </a:lnTo>
                  <a:lnTo>
                    <a:pt x="7737859" y="1579762"/>
                  </a:lnTo>
                  <a:lnTo>
                    <a:pt x="7737191" y="1579762"/>
                  </a:lnTo>
                  <a:lnTo>
                    <a:pt x="7736523" y="1579762"/>
                  </a:lnTo>
                  <a:lnTo>
                    <a:pt x="7735855" y="1579762"/>
                  </a:lnTo>
                  <a:lnTo>
                    <a:pt x="7735187" y="1579762"/>
                  </a:lnTo>
                  <a:lnTo>
                    <a:pt x="7734519" y="1579762"/>
                  </a:lnTo>
                  <a:lnTo>
                    <a:pt x="7733851" y="1579762"/>
                  </a:lnTo>
                  <a:lnTo>
                    <a:pt x="7733183" y="1579762"/>
                  </a:lnTo>
                  <a:lnTo>
                    <a:pt x="7732515" y="1579762"/>
                  </a:lnTo>
                  <a:lnTo>
                    <a:pt x="7731847" y="1579762"/>
                  </a:lnTo>
                  <a:lnTo>
                    <a:pt x="7731179" y="1579762"/>
                  </a:lnTo>
                  <a:lnTo>
                    <a:pt x="7730511" y="1579762"/>
                  </a:lnTo>
                  <a:lnTo>
                    <a:pt x="7729843" y="1579762"/>
                  </a:lnTo>
                  <a:lnTo>
                    <a:pt x="7729175" y="1579762"/>
                  </a:lnTo>
                  <a:lnTo>
                    <a:pt x="7728507" y="1579762"/>
                  </a:lnTo>
                  <a:lnTo>
                    <a:pt x="7727839" y="1579762"/>
                  </a:lnTo>
                  <a:lnTo>
                    <a:pt x="7727171" y="1579762"/>
                  </a:lnTo>
                  <a:lnTo>
                    <a:pt x="7726503" y="1579762"/>
                  </a:lnTo>
                  <a:lnTo>
                    <a:pt x="7725834" y="1579762"/>
                  </a:lnTo>
                  <a:lnTo>
                    <a:pt x="7725166" y="1579762"/>
                  </a:lnTo>
                  <a:lnTo>
                    <a:pt x="7724498" y="1579762"/>
                  </a:lnTo>
                  <a:lnTo>
                    <a:pt x="7723830" y="1579762"/>
                  </a:lnTo>
                  <a:lnTo>
                    <a:pt x="7723162" y="1579762"/>
                  </a:lnTo>
                  <a:lnTo>
                    <a:pt x="7722494" y="1579762"/>
                  </a:lnTo>
                  <a:lnTo>
                    <a:pt x="7721826" y="1579762"/>
                  </a:lnTo>
                  <a:lnTo>
                    <a:pt x="7721158" y="1579762"/>
                  </a:lnTo>
                  <a:lnTo>
                    <a:pt x="7720490" y="1579762"/>
                  </a:lnTo>
                  <a:lnTo>
                    <a:pt x="7719822" y="1579762"/>
                  </a:lnTo>
                  <a:lnTo>
                    <a:pt x="7719154" y="1579762"/>
                  </a:lnTo>
                  <a:lnTo>
                    <a:pt x="7718486" y="1579762"/>
                  </a:lnTo>
                  <a:lnTo>
                    <a:pt x="7717818" y="1579762"/>
                  </a:lnTo>
                  <a:lnTo>
                    <a:pt x="7717150" y="1579762"/>
                  </a:lnTo>
                  <a:lnTo>
                    <a:pt x="7716482" y="1579762"/>
                  </a:lnTo>
                  <a:lnTo>
                    <a:pt x="7715814" y="1579762"/>
                  </a:lnTo>
                  <a:lnTo>
                    <a:pt x="7715146" y="1579762"/>
                  </a:lnTo>
                  <a:lnTo>
                    <a:pt x="7714478" y="1579762"/>
                  </a:lnTo>
                  <a:lnTo>
                    <a:pt x="7713810" y="1579762"/>
                  </a:lnTo>
                  <a:lnTo>
                    <a:pt x="7713142" y="1579762"/>
                  </a:lnTo>
                  <a:lnTo>
                    <a:pt x="7712474" y="1579762"/>
                  </a:lnTo>
                  <a:lnTo>
                    <a:pt x="7711806" y="1579762"/>
                  </a:lnTo>
                  <a:lnTo>
                    <a:pt x="7711138" y="1579762"/>
                  </a:lnTo>
                  <a:lnTo>
                    <a:pt x="7710470" y="1579762"/>
                  </a:lnTo>
                  <a:lnTo>
                    <a:pt x="7709802" y="1579762"/>
                  </a:lnTo>
                  <a:lnTo>
                    <a:pt x="7709134" y="1579762"/>
                  </a:lnTo>
                  <a:lnTo>
                    <a:pt x="7708466" y="1579762"/>
                  </a:lnTo>
                  <a:lnTo>
                    <a:pt x="7707798" y="1579762"/>
                  </a:lnTo>
                  <a:lnTo>
                    <a:pt x="7707130" y="1579762"/>
                  </a:lnTo>
                  <a:lnTo>
                    <a:pt x="7706462" y="1579762"/>
                  </a:lnTo>
                  <a:lnTo>
                    <a:pt x="7705794" y="1579762"/>
                  </a:lnTo>
                  <a:lnTo>
                    <a:pt x="7705126" y="1579762"/>
                  </a:lnTo>
                  <a:lnTo>
                    <a:pt x="7704458" y="1579762"/>
                  </a:lnTo>
                  <a:lnTo>
                    <a:pt x="7703790" y="1579762"/>
                  </a:lnTo>
                  <a:lnTo>
                    <a:pt x="7703122" y="1579762"/>
                  </a:lnTo>
                  <a:lnTo>
                    <a:pt x="7702454" y="1579762"/>
                  </a:lnTo>
                  <a:lnTo>
                    <a:pt x="7701786" y="1579762"/>
                  </a:lnTo>
                  <a:lnTo>
                    <a:pt x="7701117" y="1579762"/>
                  </a:lnTo>
                  <a:lnTo>
                    <a:pt x="7700449" y="1579762"/>
                  </a:lnTo>
                  <a:lnTo>
                    <a:pt x="7699781" y="1579762"/>
                  </a:lnTo>
                  <a:lnTo>
                    <a:pt x="7699113" y="1579762"/>
                  </a:lnTo>
                  <a:lnTo>
                    <a:pt x="7698445" y="1579762"/>
                  </a:lnTo>
                  <a:lnTo>
                    <a:pt x="7697777" y="1579762"/>
                  </a:lnTo>
                  <a:lnTo>
                    <a:pt x="7697109" y="1579762"/>
                  </a:lnTo>
                  <a:lnTo>
                    <a:pt x="7696441" y="1579762"/>
                  </a:lnTo>
                  <a:lnTo>
                    <a:pt x="7695773" y="1579762"/>
                  </a:lnTo>
                  <a:lnTo>
                    <a:pt x="7695105" y="1579762"/>
                  </a:lnTo>
                  <a:lnTo>
                    <a:pt x="7694437" y="1579762"/>
                  </a:lnTo>
                  <a:lnTo>
                    <a:pt x="7693769" y="1579762"/>
                  </a:lnTo>
                  <a:lnTo>
                    <a:pt x="7693101" y="1579762"/>
                  </a:lnTo>
                  <a:lnTo>
                    <a:pt x="7692433" y="1579762"/>
                  </a:lnTo>
                  <a:lnTo>
                    <a:pt x="7691765" y="1579762"/>
                  </a:lnTo>
                  <a:lnTo>
                    <a:pt x="7691097" y="1579762"/>
                  </a:lnTo>
                  <a:lnTo>
                    <a:pt x="7690429" y="1579762"/>
                  </a:lnTo>
                  <a:lnTo>
                    <a:pt x="7689761" y="1579762"/>
                  </a:lnTo>
                  <a:lnTo>
                    <a:pt x="7689093" y="1579762"/>
                  </a:lnTo>
                  <a:lnTo>
                    <a:pt x="7688425" y="1579762"/>
                  </a:lnTo>
                  <a:lnTo>
                    <a:pt x="7687757" y="1579762"/>
                  </a:lnTo>
                  <a:lnTo>
                    <a:pt x="7687089" y="1579762"/>
                  </a:lnTo>
                  <a:lnTo>
                    <a:pt x="7686421" y="1579762"/>
                  </a:lnTo>
                  <a:lnTo>
                    <a:pt x="7685753" y="1579762"/>
                  </a:lnTo>
                  <a:lnTo>
                    <a:pt x="7685085" y="1579762"/>
                  </a:lnTo>
                  <a:lnTo>
                    <a:pt x="7684417" y="1579762"/>
                  </a:lnTo>
                  <a:lnTo>
                    <a:pt x="7683749" y="1579762"/>
                  </a:lnTo>
                  <a:lnTo>
                    <a:pt x="7683081" y="1579762"/>
                  </a:lnTo>
                  <a:lnTo>
                    <a:pt x="7682413" y="1579762"/>
                  </a:lnTo>
                  <a:lnTo>
                    <a:pt x="7681745" y="1579762"/>
                  </a:lnTo>
                  <a:lnTo>
                    <a:pt x="7681077" y="1579762"/>
                  </a:lnTo>
                  <a:lnTo>
                    <a:pt x="7680409" y="1579762"/>
                  </a:lnTo>
                  <a:lnTo>
                    <a:pt x="7679741" y="1579762"/>
                  </a:lnTo>
                  <a:lnTo>
                    <a:pt x="7679073" y="1579762"/>
                  </a:lnTo>
                  <a:lnTo>
                    <a:pt x="7678405" y="1579762"/>
                  </a:lnTo>
                  <a:lnTo>
                    <a:pt x="7677737" y="1579762"/>
                  </a:lnTo>
                  <a:lnTo>
                    <a:pt x="7677068" y="1579762"/>
                  </a:lnTo>
                  <a:lnTo>
                    <a:pt x="7676400" y="1579762"/>
                  </a:lnTo>
                  <a:lnTo>
                    <a:pt x="7675732" y="1579762"/>
                  </a:lnTo>
                  <a:lnTo>
                    <a:pt x="7675064" y="1579762"/>
                  </a:lnTo>
                  <a:lnTo>
                    <a:pt x="7674396" y="1579762"/>
                  </a:lnTo>
                  <a:lnTo>
                    <a:pt x="7673728" y="1579762"/>
                  </a:lnTo>
                  <a:lnTo>
                    <a:pt x="7673060" y="1579762"/>
                  </a:lnTo>
                  <a:lnTo>
                    <a:pt x="7672392" y="1579762"/>
                  </a:lnTo>
                  <a:lnTo>
                    <a:pt x="7671724" y="1579762"/>
                  </a:lnTo>
                  <a:lnTo>
                    <a:pt x="7671056" y="1579762"/>
                  </a:lnTo>
                  <a:lnTo>
                    <a:pt x="7670388" y="1579762"/>
                  </a:lnTo>
                  <a:lnTo>
                    <a:pt x="7669720" y="1579762"/>
                  </a:lnTo>
                  <a:lnTo>
                    <a:pt x="7669052" y="1579762"/>
                  </a:lnTo>
                  <a:lnTo>
                    <a:pt x="7668384" y="1579762"/>
                  </a:lnTo>
                  <a:lnTo>
                    <a:pt x="7667716" y="1579762"/>
                  </a:lnTo>
                  <a:lnTo>
                    <a:pt x="7667048" y="1579762"/>
                  </a:lnTo>
                  <a:lnTo>
                    <a:pt x="7666380" y="1579762"/>
                  </a:lnTo>
                  <a:lnTo>
                    <a:pt x="7665712" y="1579762"/>
                  </a:lnTo>
                  <a:lnTo>
                    <a:pt x="7665044" y="1579762"/>
                  </a:lnTo>
                  <a:lnTo>
                    <a:pt x="7664376" y="1579762"/>
                  </a:lnTo>
                  <a:lnTo>
                    <a:pt x="7663708" y="1579762"/>
                  </a:lnTo>
                  <a:lnTo>
                    <a:pt x="7663040" y="1579762"/>
                  </a:lnTo>
                  <a:lnTo>
                    <a:pt x="7662372" y="1579762"/>
                  </a:lnTo>
                  <a:lnTo>
                    <a:pt x="7661704" y="1579762"/>
                  </a:lnTo>
                  <a:lnTo>
                    <a:pt x="7661036" y="1579762"/>
                  </a:lnTo>
                  <a:lnTo>
                    <a:pt x="7660368" y="1579762"/>
                  </a:lnTo>
                  <a:lnTo>
                    <a:pt x="7659700" y="1579762"/>
                  </a:lnTo>
                  <a:lnTo>
                    <a:pt x="7659032" y="1579762"/>
                  </a:lnTo>
                  <a:lnTo>
                    <a:pt x="7658364" y="1579762"/>
                  </a:lnTo>
                  <a:lnTo>
                    <a:pt x="7657696" y="1579762"/>
                  </a:lnTo>
                  <a:lnTo>
                    <a:pt x="7657028" y="1579762"/>
                  </a:lnTo>
                  <a:lnTo>
                    <a:pt x="7656360" y="1579762"/>
                  </a:lnTo>
                  <a:lnTo>
                    <a:pt x="7655692" y="1579762"/>
                  </a:lnTo>
                  <a:lnTo>
                    <a:pt x="7655024" y="1579762"/>
                  </a:lnTo>
                  <a:lnTo>
                    <a:pt x="7654356" y="1579762"/>
                  </a:lnTo>
                  <a:lnTo>
                    <a:pt x="7653688" y="1579762"/>
                  </a:lnTo>
                  <a:lnTo>
                    <a:pt x="7653020" y="1579762"/>
                  </a:lnTo>
                  <a:lnTo>
                    <a:pt x="7652351" y="1579762"/>
                  </a:lnTo>
                  <a:lnTo>
                    <a:pt x="7651683" y="1579762"/>
                  </a:lnTo>
                  <a:lnTo>
                    <a:pt x="7651015" y="1579762"/>
                  </a:lnTo>
                  <a:lnTo>
                    <a:pt x="7650347" y="1579762"/>
                  </a:lnTo>
                  <a:lnTo>
                    <a:pt x="7649679" y="1579762"/>
                  </a:lnTo>
                  <a:lnTo>
                    <a:pt x="7649011" y="1579762"/>
                  </a:lnTo>
                  <a:lnTo>
                    <a:pt x="7648343" y="1579762"/>
                  </a:lnTo>
                  <a:lnTo>
                    <a:pt x="7647675" y="1579762"/>
                  </a:lnTo>
                  <a:lnTo>
                    <a:pt x="7647007" y="1579762"/>
                  </a:lnTo>
                  <a:lnTo>
                    <a:pt x="7646339" y="1579762"/>
                  </a:lnTo>
                  <a:lnTo>
                    <a:pt x="7645671" y="1579762"/>
                  </a:lnTo>
                  <a:lnTo>
                    <a:pt x="7645003" y="1579762"/>
                  </a:lnTo>
                  <a:lnTo>
                    <a:pt x="7644335" y="1579762"/>
                  </a:lnTo>
                  <a:lnTo>
                    <a:pt x="7643667" y="1579762"/>
                  </a:lnTo>
                  <a:lnTo>
                    <a:pt x="7642999" y="1579762"/>
                  </a:lnTo>
                  <a:lnTo>
                    <a:pt x="7642331" y="1579762"/>
                  </a:lnTo>
                  <a:lnTo>
                    <a:pt x="7641663" y="1579762"/>
                  </a:lnTo>
                  <a:lnTo>
                    <a:pt x="7640995" y="1579762"/>
                  </a:lnTo>
                  <a:lnTo>
                    <a:pt x="7640327" y="1579762"/>
                  </a:lnTo>
                  <a:lnTo>
                    <a:pt x="7639659" y="1579762"/>
                  </a:lnTo>
                  <a:lnTo>
                    <a:pt x="7638991" y="1579762"/>
                  </a:lnTo>
                  <a:lnTo>
                    <a:pt x="7638323" y="1579762"/>
                  </a:lnTo>
                  <a:lnTo>
                    <a:pt x="7637655" y="1579762"/>
                  </a:lnTo>
                  <a:lnTo>
                    <a:pt x="7636987" y="1579762"/>
                  </a:lnTo>
                  <a:lnTo>
                    <a:pt x="7636319" y="1579762"/>
                  </a:lnTo>
                  <a:lnTo>
                    <a:pt x="7635651" y="1579762"/>
                  </a:lnTo>
                  <a:lnTo>
                    <a:pt x="7634983" y="1579762"/>
                  </a:lnTo>
                  <a:lnTo>
                    <a:pt x="7634315" y="1579762"/>
                  </a:lnTo>
                  <a:lnTo>
                    <a:pt x="7633647" y="1579762"/>
                  </a:lnTo>
                  <a:lnTo>
                    <a:pt x="7632979" y="1579762"/>
                  </a:lnTo>
                  <a:lnTo>
                    <a:pt x="7632311" y="1579762"/>
                  </a:lnTo>
                  <a:lnTo>
                    <a:pt x="7631643" y="1579762"/>
                  </a:lnTo>
                  <a:lnTo>
                    <a:pt x="7630975" y="1579762"/>
                  </a:lnTo>
                  <a:lnTo>
                    <a:pt x="7630307" y="1579762"/>
                  </a:lnTo>
                  <a:lnTo>
                    <a:pt x="7629639" y="1579762"/>
                  </a:lnTo>
                  <a:lnTo>
                    <a:pt x="7628971" y="1579762"/>
                  </a:lnTo>
                  <a:lnTo>
                    <a:pt x="7628303" y="1579762"/>
                  </a:lnTo>
                  <a:lnTo>
                    <a:pt x="7627634" y="1579762"/>
                  </a:lnTo>
                  <a:lnTo>
                    <a:pt x="7626966" y="1579762"/>
                  </a:lnTo>
                  <a:lnTo>
                    <a:pt x="7626298" y="1579762"/>
                  </a:lnTo>
                  <a:lnTo>
                    <a:pt x="7625630" y="1579762"/>
                  </a:lnTo>
                  <a:lnTo>
                    <a:pt x="7624962" y="1579762"/>
                  </a:lnTo>
                  <a:lnTo>
                    <a:pt x="7624294" y="1579762"/>
                  </a:lnTo>
                  <a:lnTo>
                    <a:pt x="7623626" y="1579762"/>
                  </a:lnTo>
                  <a:lnTo>
                    <a:pt x="7622958" y="1579762"/>
                  </a:lnTo>
                  <a:lnTo>
                    <a:pt x="7622290" y="1579762"/>
                  </a:lnTo>
                  <a:lnTo>
                    <a:pt x="7621622" y="1579762"/>
                  </a:lnTo>
                  <a:lnTo>
                    <a:pt x="7620954" y="1579762"/>
                  </a:lnTo>
                  <a:lnTo>
                    <a:pt x="7620286" y="1579762"/>
                  </a:lnTo>
                  <a:lnTo>
                    <a:pt x="7619618" y="1579762"/>
                  </a:lnTo>
                  <a:lnTo>
                    <a:pt x="7618950" y="1579762"/>
                  </a:lnTo>
                  <a:lnTo>
                    <a:pt x="7618282" y="1579762"/>
                  </a:lnTo>
                  <a:lnTo>
                    <a:pt x="7617614" y="1579762"/>
                  </a:lnTo>
                  <a:lnTo>
                    <a:pt x="7616946" y="1579762"/>
                  </a:lnTo>
                  <a:lnTo>
                    <a:pt x="7616278" y="1579762"/>
                  </a:lnTo>
                  <a:lnTo>
                    <a:pt x="7615610" y="1579762"/>
                  </a:lnTo>
                  <a:lnTo>
                    <a:pt x="7614942" y="1579762"/>
                  </a:lnTo>
                  <a:lnTo>
                    <a:pt x="7614274" y="1579762"/>
                  </a:lnTo>
                  <a:lnTo>
                    <a:pt x="7613606" y="1579762"/>
                  </a:lnTo>
                  <a:lnTo>
                    <a:pt x="7612938" y="1579762"/>
                  </a:lnTo>
                  <a:lnTo>
                    <a:pt x="7612270" y="1579762"/>
                  </a:lnTo>
                  <a:lnTo>
                    <a:pt x="7611602" y="1579762"/>
                  </a:lnTo>
                  <a:lnTo>
                    <a:pt x="7610934" y="1579762"/>
                  </a:lnTo>
                  <a:lnTo>
                    <a:pt x="7610266" y="1579762"/>
                  </a:lnTo>
                  <a:lnTo>
                    <a:pt x="7609598" y="1579762"/>
                  </a:lnTo>
                  <a:lnTo>
                    <a:pt x="7608930" y="1579762"/>
                  </a:lnTo>
                  <a:lnTo>
                    <a:pt x="7608262" y="1579762"/>
                  </a:lnTo>
                  <a:lnTo>
                    <a:pt x="7607594" y="1579762"/>
                  </a:lnTo>
                  <a:lnTo>
                    <a:pt x="7606926" y="1579762"/>
                  </a:lnTo>
                  <a:lnTo>
                    <a:pt x="7606258" y="1579762"/>
                  </a:lnTo>
                  <a:lnTo>
                    <a:pt x="7605590" y="1579762"/>
                  </a:lnTo>
                  <a:lnTo>
                    <a:pt x="7604922" y="1579762"/>
                  </a:lnTo>
                  <a:lnTo>
                    <a:pt x="7604254" y="1579762"/>
                  </a:lnTo>
                  <a:lnTo>
                    <a:pt x="7603585" y="1579762"/>
                  </a:lnTo>
                  <a:lnTo>
                    <a:pt x="7602917" y="1579762"/>
                  </a:lnTo>
                  <a:lnTo>
                    <a:pt x="7602249" y="1579762"/>
                  </a:lnTo>
                  <a:lnTo>
                    <a:pt x="7601581" y="1579762"/>
                  </a:lnTo>
                  <a:lnTo>
                    <a:pt x="7600913" y="1579762"/>
                  </a:lnTo>
                  <a:lnTo>
                    <a:pt x="7600245" y="1579762"/>
                  </a:lnTo>
                  <a:lnTo>
                    <a:pt x="7599577" y="1579762"/>
                  </a:lnTo>
                  <a:lnTo>
                    <a:pt x="7598909" y="1579762"/>
                  </a:lnTo>
                  <a:lnTo>
                    <a:pt x="7598241" y="1579762"/>
                  </a:lnTo>
                  <a:lnTo>
                    <a:pt x="7597573" y="1579762"/>
                  </a:lnTo>
                  <a:lnTo>
                    <a:pt x="7596905" y="1579762"/>
                  </a:lnTo>
                  <a:lnTo>
                    <a:pt x="7596237" y="1579762"/>
                  </a:lnTo>
                  <a:lnTo>
                    <a:pt x="7595569" y="1579762"/>
                  </a:lnTo>
                  <a:lnTo>
                    <a:pt x="7594901" y="1579762"/>
                  </a:lnTo>
                  <a:lnTo>
                    <a:pt x="7594233" y="1579762"/>
                  </a:lnTo>
                  <a:lnTo>
                    <a:pt x="7593565" y="1579762"/>
                  </a:lnTo>
                  <a:lnTo>
                    <a:pt x="7592897" y="1579762"/>
                  </a:lnTo>
                  <a:lnTo>
                    <a:pt x="7592229" y="1579762"/>
                  </a:lnTo>
                  <a:lnTo>
                    <a:pt x="7591561" y="1579762"/>
                  </a:lnTo>
                  <a:lnTo>
                    <a:pt x="7590893" y="1579762"/>
                  </a:lnTo>
                  <a:lnTo>
                    <a:pt x="7590225" y="1579762"/>
                  </a:lnTo>
                  <a:lnTo>
                    <a:pt x="7589557" y="1579762"/>
                  </a:lnTo>
                  <a:lnTo>
                    <a:pt x="7588889" y="1579762"/>
                  </a:lnTo>
                  <a:lnTo>
                    <a:pt x="7588221" y="1579762"/>
                  </a:lnTo>
                  <a:lnTo>
                    <a:pt x="7587553" y="1579762"/>
                  </a:lnTo>
                  <a:lnTo>
                    <a:pt x="7586885" y="1579762"/>
                  </a:lnTo>
                  <a:lnTo>
                    <a:pt x="7586217" y="1579762"/>
                  </a:lnTo>
                  <a:lnTo>
                    <a:pt x="7585549" y="1579762"/>
                  </a:lnTo>
                  <a:lnTo>
                    <a:pt x="7584881" y="1579762"/>
                  </a:lnTo>
                  <a:lnTo>
                    <a:pt x="7584213" y="1579762"/>
                  </a:lnTo>
                  <a:lnTo>
                    <a:pt x="7583545" y="1579762"/>
                  </a:lnTo>
                  <a:lnTo>
                    <a:pt x="7582877" y="1579762"/>
                  </a:lnTo>
                  <a:lnTo>
                    <a:pt x="7582209" y="1579762"/>
                  </a:lnTo>
                  <a:lnTo>
                    <a:pt x="7581541" y="1579762"/>
                  </a:lnTo>
                  <a:lnTo>
                    <a:pt x="7580873" y="1579762"/>
                  </a:lnTo>
                  <a:lnTo>
                    <a:pt x="7580205" y="1579762"/>
                  </a:lnTo>
                  <a:lnTo>
                    <a:pt x="7579537" y="1579762"/>
                  </a:lnTo>
                  <a:lnTo>
                    <a:pt x="7578868" y="1579762"/>
                  </a:lnTo>
                  <a:lnTo>
                    <a:pt x="7578200" y="1579762"/>
                  </a:lnTo>
                  <a:lnTo>
                    <a:pt x="7577532" y="1579762"/>
                  </a:lnTo>
                  <a:lnTo>
                    <a:pt x="7576864" y="1579762"/>
                  </a:lnTo>
                  <a:lnTo>
                    <a:pt x="7576196" y="1579762"/>
                  </a:lnTo>
                  <a:lnTo>
                    <a:pt x="7575528" y="1579762"/>
                  </a:lnTo>
                  <a:lnTo>
                    <a:pt x="7574860" y="1579762"/>
                  </a:lnTo>
                  <a:lnTo>
                    <a:pt x="7574192" y="1579762"/>
                  </a:lnTo>
                  <a:lnTo>
                    <a:pt x="7573524" y="1579762"/>
                  </a:lnTo>
                  <a:lnTo>
                    <a:pt x="7572856" y="1579762"/>
                  </a:lnTo>
                  <a:lnTo>
                    <a:pt x="7572188" y="1579762"/>
                  </a:lnTo>
                  <a:lnTo>
                    <a:pt x="7571520" y="1579762"/>
                  </a:lnTo>
                  <a:lnTo>
                    <a:pt x="7570852" y="1579762"/>
                  </a:lnTo>
                  <a:lnTo>
                    <a:pt x="7570184" y="1579762"/>
                  </a:lnTo>
                  <a:lnTo>
                    <a:pt x="7569516" y="1579762"/>
                  </a:lnTo>
                  <a:lnTo>
                    <a:pt x="7568848" y="1579762"/>
                  </a:lnTo>
                  <a:lnTo>
                    <a:pt x="7568180" y="1579762"/>
                  </a:lnTo>
                  <a:lnTo>
                    <a:pt x="7567512" y="1579762"/>
                  </a:lnTo>
                  <a:lnTo>
                    <a:pt x="7566844" y="1579762"/>
                  </a:lnTo>
                  <a:lnTo>
                    <a:pt x="7566176" y="1579762"/>
                  </a:lnTo>
                  <a:lnTo>
                    <a:pt x="7565508" y="1579762"/>
                  </a:lnTo>
                  <a:lnTo>
                    <a:pt x="7564840" y="1579762"/>
                  </a:lnTo>
                  <a:lnTo>
                    <a:pt x="7564172" y="1579762"/>
                  </a:lnTo>
                  <a:lnTo>
                    <a:pt x="7563504" y="1579762"/>
                  </a:lnTo>
                  <a:lnTo>
                    <a:pt x="7562836" y="1579762"/>
                  </a:lnTo>
                  <a:lnTo>
                    <a:pt x="7562168" y="1579762"/>
                  </a:lnTo>
                  <a:lnTo>
                    <a:pt x="7561500" y="1579762"/>
                  </a:lnTo>
                  <a:lnTo>
                    <a:pt x="7560832" y="1579762"/>
                  </a:lnTo>
                  <a:lnTo>
                    <a:pt x="7560164" y="1579762"/>
                  </a:lnTo>
                  <a:lnTo>
                    <a:pt x="7559496" y="1579762"/>
                  </a:lnTo>
                  <a:lnTo>
                    <a:pt x="7558828" y="1579762"/>
                  </a:lnTo>
                  <a:lnTo>
                    <a:pt x="7558160" y="1579762"/>
                  </a:lnTo>
                  <a:lnTo>
                    <a:pt x="7557492" y="1579762"/>
                  </a:lnTo>
                  <a:lnTo>
                    <a:pt x="7556824" y="1579762"/>
                  </a:lnTo>
                  <a:lnTo>
                    <a:pt x="7556156" y="1579762"/>
                  </a:lnTo>
                  <a:lnTo>
                    <a:pt x="7555488" y="1579762"/>
                  </a:lnTo>
                  <a:lnTo>
                    <a:pt x="7554820" y="1579762"/>
                  </a:lnTo>
                  <a:lnTo>
                    <a:pt x="7554151" y="1579762"/>
                  </a:lnTo>
                  <a:lnTo>
                    <a:pt x="7553483" y="1579762"/>
                  </a:lnTo>
                  <a:lnTo>
                    <a:pt x="7552815" y="1579762"/>
                  </a:lnTo>
                  <a:lnTo>
                    <a:pt x="7552147" y="1579762"/>
                  </a:lnTo>
                  <a:lnTo>
                    <a:pt x="7551479" y="1579762"/>
                  </a:lnTo>
                  <a:lnTo>
                    <a:pt x="7550811" y="1579762"/>
                  </a:lnTo>
                  <a:lnTo>
                    <a:pt x="7550143" y="1579762"/>
                  </a:lnTo>
                  <a:lnTo>
                    <a:pt x="7549475" y="1579762"/>
                  </a:lnTo>
                  <a:lnTo>
                    <a:pt x="7548807" y="1579762"/>
                  </a:lnTo>
                  <a:lnTo>
                    <a:pt x="7548139" y="1579762"/>
                  </a:lnTo>
                  <a:lnTo>
                    <a:pt x="7547471" y="1579762"/>
                  </a:lnTo>
                  <a:lnTo>
                    <a:pt x="7546803" y="1579762"/>
                  </a:lnTo>
                  <a:lnTo>
                    <a:pt x="7546135" y="1579762"/>
                  </a:lnTo>
                  <a:lnTo>
                    <a:pt x="7545467" y="1579762"/>
                  </a:lnTo>
                  <a:lnTo>
                    <a:pt x="7544799" y="1579762"/>
                  </a:lnTo>
                  <a:lnTo>
                    <a:pt x="7544131" y="1579762"/>
                  </a:lnTo>
                  <a:lnTo>
                    <a:pt x="7543463" y="1579762"/>
                  </a:lnTo>
                  <a:lnTo>
                    <a:pt x="7542795" y="1579762"/>
                  </a:lnTo>
                  <a:lnTo>
                    <a:pt x="7542127" y="1579762"/>
                  </a:lnTo>
                  <a:lnTo>
                    <a:pt x="7541459" y="1579762"/>
                  </a:lnTo>
                  <a:lnTo>
                    <a:pt x="7540791" y="1579762"/>
                  </a:lnTo>
                  <a:lnTo>
                    <a:pt x="7540123" y="1579762"/>
                  </a:lnTo>
                  <a:lnTo>
                    <a:pt x="7539455" y="1579762"/>
                  </a:lnTo>
                  <a:lnTo>
                    <a:pt x="7538787" y="1579762"/>
                  </a:lnTo>
                  <a:lnTo>
                    <a:pt x="7538119" y="1579762"/>
                  </a:lnTo>
                  <a:lnTo>
                    <a:pt x="7537451" y="1579762"/>
                  </a:lnTo>
                  <a:lnTo>
                    <a:pt x="7536783" y="1579762"/>
                  </a:lnTo>
                  <a:lnTo>
                    <a:pt x="7536115" y="1579762"/>
                  </a:lnTo>
                  <a:lnTo>
                    <a:pt x="7535447" y="1579762"/>
                  </a:lnTo>
                  <a:lnTo>
                    <a:pt x="7534779" y="1579762"/>
                  </a:lnTo>
                  <a:lnTo>
                    <a:pt x="7534111" y="1579762"/>
                  </a:lnTo>
                  <a:lnTo>
                    <a:pt x="7533443" y="1579762"/>
                  </a:lnTo>
                  <a:lnTo>
                    <a:pt x="7532775" y="1579762"/>
                  </a:lnTo>
                  <a:lnTo>
                    <a:pt x="7532107" y="1579762"/>
                  </a:lnTo>
                  <a:lnTo>
                    <a:pt x="7531439" y="1579762"/>
                  </a:lnTo>
                  <a:lnTo>
                    <a:pt x="7530771" y="1579762"/>
                  </a:lnTo>
                  <a:lnTo>
                    <a:pt x="7530103" y="1579762"/>
                  </a:lnTo>
                  <a:lnTo>
                    <a:pt x="7529434" y="1579762"/>
                  </a:lnTo>
                  <a:lnTo>
                    <a:pt x="7528766" y="1579762"/>
                  </a:lnTo>
                  <a:lnTo>
                    <a:pt x="7528098" y="1579762"/>
                  </a:lnTo>
                  <a:lnTo>
                    <a:pt x="7527430" y="1579762"/>
                  </a:lnTo>
                  <a:lnTo>
                    <a:pt x="7526762" y="1579762"/>
                  </a:lnTo>
                  <a:lnTo>
                    <a:pt x="7526094" y="1579762"/>
                  </a:lnTo>
                  <a:lnTo>
                    <a:pt x="7525426" y="1579762"/>
                  </a:lnTo>
                  <a:lnTo>
                    <a:pt x="7524758" y="1579762"/>
                  </a:lnTo>
                  <a:lnTo>
                    <a:pt x="7524090" y="1579762"/>
                  </a:lnTo>
                  <a:lnTo>
                    <a:pt x="7523422" y="1579762"/>
                  </a:lnTo>
                  <a:lnTo>
                    <a:pt x="7522754" y="1579762"/>
                  </a:lnTo>
                  <a:lnTo>
                    <a:pt x="7522086" y="1579762"/>
                  </a:lnTo>
                  <a:lnTo>
                    <a:pt x="7521418" y="1579762"/>
                  </a:lnTo>
                  <a:lnTo>
                    <a:pt x="7520750" y="1579762"/>
                  </a:lnTo>
                  <a:lnTo>
                    <a:pt x="7520082" y="1579762"/>
                  </a:lnTo>
                  <a:lnTo>
                    <a:pt x="7519414" y="1579762"/>
                  </a:lnTo>
                  <a:lnTo>
                    <a:pt x="7518746" y="1579762"/>
                  </a:lnTo>
                  <a:lnTo>
                    <a:pt x="7518078" y="1579762"/>
                  </a:lnTo>
                  <a:lnTo>
                    <a:pt x="7517410" y="1579762"/>
                  </a:lnTo>
                  <a:lnTo>
                    <a:pt x="7516742" y="1579762"/>
                  </a:lnTo>
                  <a:lnTo>
                    <a:pt x="7516074" y="1579762"/>
                  </a:lnTo>
                  <a:lnTo>
                    <a:pt x="7515406" y="1579762"/>
                  </a:lnTo>
                  <a:lnTo>
                    <a:pt x="7514738" y="1579762"/>
                  </a:lnTo>
                  <a:lnTo>
                    <a:pt x="7514070" y="1579762"/>
                  </a:lnTo>
                  <a:lnTo>
                    <a:pt x="7513402" y="1579762"/>
                  </a:lnTo>
                  <a:lnTo>
                    <a:pt x="7512734" y="1579762"/>
                  </a:lnTo>
                  <a:lnTo>
                    <a:pt x="7512066" y="1579762"/>
                  </a:lnTo>
                  <a:lnTo>
                    <a:pt x="7511398" y="1579762"/>
                  </a:lnTo>
                  <a:lnTo>
                    <a:pt x="7510730" y="1579762"/>
                  </a:lnTo>
                  <a:lnTo>
                    <a:pt x="7510062" y="1579762"/>
                  </a:lnTo>
                  <a:lnTo>
                    <a:pt x="7509394" y="1579762"/>
                  </a:lnTo>
                  <a:lnTo>
                    <a:pt x="7508726" y="1579762"/>
                  </a:lnTo>
                  <a:lnTo>
                    <a:pt x="7508058" y="1579762"/>
                  </a:lnTo>
                  <a:lnTo>
                    <a:pt x="7507390" y="1579762"/>
                  </a:lnTo>
                  <a:lnTo>
                    <a:pt x="7506722" y="1579762"/>
                  </a:lnTo>
                  <a:lnTo>
                    <a:pt x="7506054" y="1579762"/>
                  </a:lnTo>
                  <a:lnTo>
                    <a:pt x="7505385" y="1579762"/>
                  </a:lnTo>
                  <a:lnTo>
                    <a:pt x="7504717" y="1579762"/>
                  </a:lnTo>
                  <a:lnTo>
                    <a:pt x="7504049" y="1579762"/>
                  </a:lnTo>
                  <a:lnTo>
                    <a:pt x="7503381" y="1579762"/>
                  </a:lnTo>
                  <a:lnTo>
                    <a:pt x="7502713" y="1579762"/>
                  </a:lnTo>
                  <a:lnTo>
                    <a:pt x="7502045" y="1579762"/>
                  </a:lnTo>
                  <a:lnTo>
                    <a:pt x="7501377" y="1579762"/>
                  </a:lnTo>
                  <a:lnTo>
                    <a:pt x="7500709" y="1579762"/>
                  </a:lnTo>
                  <a:lnTo>
                    <a:pt x="7500041" y="1579762"/>
                  </a:lnTo>
                  <a:lnTo>
                    <a:pt x="7499373" y="1579762"/>
                  </a:lnTo>
                  <a:lnTo>
                    <a:pt x="7498705" y="1579762"/>
                  </a:lnTo>
                  <a:lnTo>
                    <a:pt x="7498037" y="1579762"/>
                  </a:lnTo>
                  <a:lnTo>
                    <a:pt x="7497369" y="1579762"/>
                  </a:lnTo>
                  <a:lnTo>
                    <a:pt x="7496701" y="1579762"/>
                  </a:lnTo>
                  <a:lnTo>
                    <a:pt x="7496033" y="1579762"/>
                  </a:lnTo>
                  <a:lnTo>
                    <a:pt x="7495365" y="1579762"/>
                  </a:lnTo>
                  <a:lnTo>
                    <a:pt x="7494697" y="1579762"/>
                  </a:lnTo>
                  <a:lnTo>
                    <a:pt x="7494029" y="1579762"/>
                  </a:lnTo>
                  <a:lnTo>
                    <a:pt x="7493361" y="1579762"/>
                  </a:lnTo>
                  <a:lnTo>
                    <a:pt x="7492693" y="1579762"/>
                  </a:lnTo>
                  <a:lnTo>
                    <a:pt x="7492025" y="1579762"/>
                  </a:lnTo>
                  <a:lnTo>
                    <a:pt x="7491357" y="1579762"/>
                  </a:lnTo>
                  <a:lnTo>
                    <a:pt x="7490689" y="1579762"/>
                  </a:lnTo>
                  <a:lnTo>
                    <a:pt x="7490021" y="1579762"/>
                  </a:lnTo>
                  <a:lnTo>
                    <a:pt x="7489353" y="1579762"/>
                  </a:lnTo>
                  <a:lnTo>
                    <a:pt x="7488685" y="1579762"/>
                  </a:lnTo>
                  <a:lnTo>
                    <a:pt x="7488017" y="1579762"/>
                  </a:lnTo>
                  <a:lnTo>
                    <a:pt x="7487349" y="1579762"/>
                  </a:lnTo>
                  <a:lnTo>
                    <a:pt x="7486681" y="1579762"/>
                  </a:lnTo>
                  <a:lnTo>
                    <a:pt x="7486013" y="1579762"/>
                  </a:lnTo>
                  <a:lnTo>
                    <a:pt x="7485345" y="1579762"/>
                  </a:lnTo>
                  <a:lnTo>
                    <a:pt x="7484677" y="1579762"/>
                  </a:lnTo>
                  <a:lnTo>
                    <a:pt x="7484009" y="1579762"/>
                  </a:lnTo>
                  <a:lnTo>
                    <a:pt x="7483341" y="1579762"/>
                  </a:lnTo>
                  <a:lnTo>
                    <a:pt x="7482673" y="1579762"/>
                  </a:lnTo>
                  <a:lnTo>
                    <a:pt x="7482005" y="1579762"/>
                  </a:lnTo>
                  <a:lnTo>
                    <a:pt x="7481337" y="1579762"/>
                  </a:lnTo>
                  <a:lnTo>
                    <a:pt x="7480668" y="1579762"/>
                  </a:lnTo>
                  <a:lnTo>
                    <a:pt x="7480000" y="1579762"/>
                  </a:lnTo>
                  <a:lnTo>
                    <a:pt x="7479332" y="1579762"/>
                  </a:lnTo>
                  <a:lnTo>
                    <a:pt x="7478664" y="1579762"/>
                  </a:lnTo>
                  <a:lnTo>
                    <a:pt x="7477996" y="1579762"/>
                  </a:lnTo>
                  <a:lnTo>
                    <a:pt x="7477328" y="1579762"/>
                  </a:lnTo>
                  <a:lnTo>
                    <a:pt x="7476660" y="1579762"/>
                  </a:lnTo>
                  <a:lnTo>
                    <a:pt x="7475992" y="1579762"/>
                  </a:lnTo>
                  <a:lnTo>
                    <a:pt x="7475324" y="1579762"/>
                  </a:lnTo>
                  <a:lnTo>
                    <a:pt x="7474656" y="1579762"/>
                  </a:lnTo>
                  <a:lnTo>
                    <a:pt x="7473988" y="1579762"/>
                  </a:lnTo>
                  <a:lnTo>
                    <a:pt x="7473320" y="1579762"/>
                  </a:lnTo>
                  <a:lnTo>
                    <a:pt x="7472652" y="1579762"/>
                  </a:lnTo>
                  <a:lnTo>
                    <a:pt x="7471984" y="1579762"/>
                  </a:lnTo>
                  <a:lnTo>
                    <a:pt x="7471316" y="1579762"/>
                  </a:lnTo>
                  <a:lnTo>
                    <a:pt x="7470648" y="1579762"/>
                  </a:lnTo>
                  <a:lnTo>
                    <a:pt x="7469980" y="1579762"/>
                  </a:lnTo>
                  <a:lnTo>
                    <a:pt x="7469312" y="1579762"/>
                  </a:lnTo>
                  <a:lnTo>
                    <a:pt x="7468644" y="1579762"/>
                  </a:lnTo>
                  <a:lnTo>
                    <a:pt x="7467976" y="1579762"/>
                  </a:lnTo>
                  <a:lnTo>
                    <a:pt x="7467308" y="1579762"/>
                  </a:lnTo>
                  <a:lnTo>
                    <a:pt x="7466640" y="1579762"/>
                  </a:lnTo>
                  <a:lnTo>
                    <a:pt x="7465972" y="1579762"/>
                  </a:lnTo>
                  <a:lnTo>
                    <a:pt x="7465304" y="1579762"/>
                  </a:lnTo>
                  <a:lnTo>
                    <a:pt x="7464636" y="1579762"/>
                  </a:lnTo>
                  <a:lnTo>
                    <a:pt x="7463968" y="1579762"/>
                  </a:lnTo>
                  <a:lnTo>
                    <a:pt x="7463300" y="1579762"/>
                  </a:lnTo>
                  <a:lnTo>
                    <a:pt x="7462632" y="1579762"/>
                  </a:lnTo>
                  <a:lnTo>
                    <a:pt x="7461964" y="1579762"/>
                  </a:lnTo>
                  <a:lnTo>
                    <a:pt x="7461296" y="1579762"/>
                  </a:lnTo>
                  <a:lnTo>
                    <a:pt x="7460628" y="1579762"/>
                  </a:lnTo>
                  <a:lnTo>
                    <a:pt x="7459960" y="1579762"/>
                  </a:lnTo>
                  <a:lnTo>
                    <a:pt x="7459292" y="1579762"/>
                  </a:lnTo>
                  <a:lnTo>
                    <a:pt x="7458624" y="1579762"/>
                  </a:lnTo>
                  <a:lnTo>
                    <a:pt x="7457956" y="1579762"/>
                  </a:lnTo>
                  <a:lnTo>
                    <a:pt x="7457288" y="1579762"/>
                  </a:lnTo>
                  <a:lnTo>
                    <a:pt x="7456620" y="1579762"/>
                  </a:lnTo>
                  <a:lnTo>
                    <a:pt x="7455951" y="1579762"/>
                  </a:lnTo>
                  <a:lnTo>
                    <a:pt x="7455283" y="1579762"/>
                  </a:lnTo>
                  <a:lnTo>
                    <a:pt x="7454615" y="1579762"/>
                  </a:lnTo>
                  <a:lnTo>
                    <a:pt x="7453947" y="1579762"/>
                  </a:lnTo>
                  <a:lnTo>
                    <a:pt x="7453279" y="1579762"/>
                  </a:lnTo>
                  <a:lnTo>
                    <a:pt x="7452611" y="1579762"/>
                  </a:lnTo>
                  <a:lnTo>
                    <a:pt x="7451943" y="1579762"/>
                  </a:lnTo>
                  <a:lnTo>
                    <a:pt x="7451275" y="1579762"/>
                  </a:lnTo>
                  <a:lnTo>
                    <a:pt x="7450607" y="1579762"/>
                  </a:lnTo>
                  <a:lnTo>
                    <a:pt x="7449939" y="1579762"/>
                  </a:lnTo>
                  <a:lnTo>
                    <a:pt x="7449271" y="1579762"/>
                  </a:lnTo>
                  <a:lnTo>
                    <a:pt x="7448603" y="1579762"/>
                  </a:lnTo>
                  <a:lnTo>
                    <a:pt x="7447935" y="1579762"/>
                  </a:lnTo>
                  <a:lnTo>
                    <a:pt x="7447267" y="1579762"/>
                  </a:lnTo>
                  <a:lnTo>
                    <a:pt x="7446599" y="1579762"/>
                  </a:lnTo>
                  <a:lnTo>
                    <a:pt x="7445931" y="1579762"/>
                  </a:lnTo>
                  <a:lnTo>
                    <a:pt x="7445263" y="1579762"/>
                  </a:lnTo>
                  <a:lnTo>
                    <a:pt x="7444595" y="1579762"/>
                  </a:lnTo>
                  <a:lnTo>
                    <a:pt x="7443927" y="1579762"/>
                  </a:lnTo>
                  <a:lnTo>
                    <a:pt x="7443259" y="1579762"/>
                  </a:lnTo>
                  <a:lnTo>
                    <a:pt x="7442591" y="1579762"/>
                  </a:lnTo>
                  <a:lnTo>
                    <a:pt x="7441923" y="1579762"/>
                  </a:lnTo>
                  <a:lnTo>
                    <a:pt x="7441255" y="1579762"/>
                  </a:lnTo>
                  <a:lnTo>
                    <a:pt x="7440587" y="1579762"/>
                  </a:lnTo>
                  <a:lnTo>
                    <a:pt x="7439919" y="1579762"/>
                  </a:lnTo>
                  <a:lnTo>
                    <a:pt x="7439251" y="1579762"/>
                  </a:lnTo>
                  <a:lnTo>
                    <a:pt x="7438583" y="1579762"/>
                  </a:lnTo>
                  <a:lnTo>
                    <a:pt x="7437915" y="1579762"/>
                  </a:lnTo>
                  <a:lnTo>
                    <a:pt x="7437247" y="1579762"/>
                  </a:lnTo>
                  <a:lnTo>
                    <a:pt x="7436579" y="1579762"/>
                  </a:lnTo>
                  <a:lnTo>
                    <a:pt x="7435911" y="1579762"/>
                  </a:lnTo>
                  <a:lnTo>
                    <a:pt x="7435243" y="1579762"/>
                  </a:lnTo>
                  <a:lnTo>
                    <a:pt x="7434575" y="1579762"/>
                  </a:lnTo>
                  <a:lnTo>
                    <a:pt x="7433907" y="1579762"/>
                  </a:lnTo>
                  <a:lnTo>
                    <a:pt x="7433239" y="1579762"/>
                  </a:lnTo>
                  <a:lnTo>
                    <a:pt x="7432571" y="1579762"/>
                  </a:lnTo>
                  <a:lnTo>
                    <a:pt x="7431903" y="1579762"/>
                  </a:lnTo>
                  <a:lnTo>
                    <a:pt x="7431234" y="1579762"/>
                  </a:lnTo>
                  <a:lnTo>
                    <a:pt x="7430566" y="1579762"/>
                  </a:lnTo>
                  <a:lnTo>
                    <a:pt x="7429898" y="1579762"/>
                  </a:lnTo>
                  <a:lnTo>
                    <a:pt x="7429230" y="1579762"/>
                  </a:lnTo>
                  <a:lnTo>
                    <a:pt x="7428562" y="1579762"/>
                  </a:lnTo>
                  <a:lnTo>
                    <a:pt x="7427894" y="1579762"/>
                  </a:lnTo>
                  <a:lnTo>
                    <a:pt x="7427226" y="1579762"/>
                  </a:lnTo>
                  <a:lnTo>
                    <a:pt x="7426558" y="1579762"/>
                  </a:lnTo>
                  <a:lnTo>
                    <a:pt x="7425890" y="1579762"/>
                  </a:lnTo>
                  <a:lnTo>
                    <a:pt x="7425222" y="1579762"/>
                  </a:lnTo>
                  <a:lnTo>
                    <a:pt x="7424554" y="1579762"/>
                  </a:lnTo>
                  <a:lnTo>
                    <a:pt x="7423886" y="1579762"/>
                  </a:lnTo>
                  <a:lnTo>
                    <a:pt x="7423218" y="1579762"/>
                  </a:lnTo>
                  <a:lnTo>
                    <a:pt x="7422550" y="1579762"/>
                  </a:lnTo>
                  <a:lnTo>
                    <a:pt x="7421882" y="1579762"/>
                  </a:lnTo>
                  <a:lnTo>
                    <a:pt x="7421214" y="1579762"/>
                  </a:lnTo>
                  <a:lnTo>
                    <a:pt x="7420546" y="1579762"/>
                  </a:lnTo>
                  <a:lnTo>
                    <a:pt x="7419878" y="1579762"/>
                  </a:lnTo>
                  <a:lnTo>
                    <a:pt x="7419210" y="1579762"/>
                  </a:lnTo>
                  <a:lnTo>
                    <a:pt x="7418542" y="1579762"/>
                  </a:lnTo>
                  <a:lnTo>
                    <a:pt x="7417874" y="1579762"/>
                  </a:lnTo>
                  <a:lnTo>
                    <a:pt x="7417206" y="1579762"/>
                  </a:lnTo>
                  <a:lnTo>
                    <a:pt x="7416538" y="1579762"/>
                  </a:lnTo>
                  <a:lnTo>
                    <a:pt x="7415870" y="1579762"/>
                  </a:lnTo>
                  <a:lnTo>
                    <a:pt x="7415202" y="1579762"/>
                  </a:lnTo>
                  <a:lnTo>
                    <a:pt x="7414534" y="1579762"/>
                  </a:lnTo>
                  <a:lnTo>
                    <a:pt x="7413866" y="1579762"/>
                  </a:lnTo>
                  <a:lnTo>
                    <a:pt x="7413198" y="1579762"/>
                  </a:lnTo>
                  <a:lnTo>
                    <a:pt x="7412530" y="1579762"/>
                  </a:lnTo>
                  <a:lnTo>
                    <a:pt x="7411862" y="1579762"/>
                  </a:lnTo>
                  <a:lnTo>
                    <a:pt x="7411194" y="1579762"/>
                  </a:lnTo>
                  <a:lnTo>
                    <a:pt x="7410526" y="1579762"/>
                  </a:lnTo>
                  <a:lnTo>
                    <a:pt x="7409858" y="1579762"/>
                  </a:lnTo>
                  <a:lnTo>
                    <a:pt x="7409190" y="1579762"/>
                  </a:lnTo>
                  <a:lnTo>
                    <a:pt x="7408522" y="1579762"/>
                  </a:lnTo>
                  <a:lnTo>
                    <a:pt x="7407854" y="1579762"/>
                  </a:lnTo>
                  <a:lnTo>
                    <a:pt x="7407185" y="1579762"/>
                  </a:lnTo>
                  <a:lnTo>
                    <a:pt x="7406517" y="1579762"/>
                  </a:lnTo>
                  <a:lnTo>
                    <a:pt x="7405849" y="1579762"/>
                  </a:lnTo>
                  <a:lnTo>
                    <a:pt x="7405181" y="1579762"/>
                  </a:lnTo>
                  <a:lnTo>
                    <a:pt x="7404513" y="1579762"/>
                  </a:lnTo>
                  <a:lnTo>
                    <a:pt x="7403845" y="1579762"/>
                  </a:lnTo>
                  <a:lnTo>
                    <a:pt x="7403177" y="1579762"/>
                  </a:lnTo>
                  <a:lnTo>
                    <a:pt x="7402509" y="1579762"/>
                  </a:lnTo>
                  <a:lnTo>
                    <a:pt x="7401841" y="1579762"/>
                  </a:lnTo>
                  <a:lnTo>
                    <a:pt x="7401173" y="1579762"/>
                  </a:lnTo>
                  <a:lnTo>
                    <a:pt x="7400505" y="1579762"/>
                  </a:lnTo>
                  <a:lnTo>
                    <a:pt x="7399837" y="1579762"/>
                  </a:lnTo>
                  <a:lnTo>
                    <a:pt x="7399169" y="1579762"/>
                  </a:lnTo>
                  <a:lnTo>
                    <a:pt x="7398501" y="1579762"/>
                  </a:lnTo>
                  <a:lnTo>
                    <a:pt x="7397833" y="1579762"/>
                  </a:lnTo>
                  <a:lnTo>
                    <a:pt x="7397165" y="1579762"/>
                  </a:lnTo>
                  <a:lnTo>
                    <a:pt x="7396497" y="1579762"/>
                  </a:lnTo>
                  <a:lnTo>
                    <a:pt x="7395829" y="1579762"/>
                  </a:lnTo>
                  <a:lnTo>
                    <a:pt x="7395161" y="1579762"/>
                  </a:lnTo>
                  <a:lnTo>
                    <a:pt x="7394493" y="1579762"/>
                  </a:lnTo>
                  <a:lnTo>
                    <a:pt x="7393825" y="1579762"/>
                  </a:lnTo>
                  <a:lnTo>
                    <a:pt x="7393157" y="1579762"/>
                  </a:lnTo>
                  <a:lnTo>
                    <a:pt x="7392489" y="1579762"/>
                  </a:lnTo>
                  <a:lnTo>
                    <a:pt x="7391821" y="1579762"/>
                  </a:lnTo>
                  <a:lnTo>
                    <a:pt x="7391153" y="1579762"/>
                  </a:lnTo>
                  <a:lnTo>
                    <a:pt x="7390485" y="1579762"/>
                  </a:lnTo>
                  <a:lnTo>
                    <a:pt x="7389817" y="1579762"/>
                  </a:lnTo>
                  <a:lnTo>
                    <a:pt x="7389149" y="1579762"/>
                  </a:lnTo>
                  <a:lnTo>
                    <a:pt x="7388481" y="1579762"/>
                  </a:lnTo>
                  <a:lnTo>
                    <a:pt x="7387813" y="1579762"/>
                  </a:lnTo>
                  <a:lnTo>
                    <a:pt x="7387145" y="1579762"/>
                  </a:lnTo>
                  <a:lnTo>
                    <a:pt x="7386477" y="1579762"/>
                  </a:lnTo>
                  <a:lnTo>
                    <a:pt x="7385809" y="1579762"/>
                  </a:lnTo>
                  <a:lnTo>
                    <a:pt x="7385141" y="1579762"/>
                  </a:lnTo>
                  <a:lnTo>
                    <a:pt x="7384473" y="1579762"/>
                  </a:lnTo>
                  <a:lnTo>
                    <a:pt x="7383805" y="1579762"/>
                  </a:lnTo>
                  <a:lnTo>
                    <a:pt x="7383137" y="1579762"/>
                  </a:lnTo>
                  <a:lnTo>
                    <a:pt x="7382468" y="1579762"/>
                  </a:lnTo>
                  <a:lnTo>
                    <a:pt x="7381800" y="1579762"/>
                  </a:lnTo>
                  <a:lnTo>
                    <a:pt x="7381132" y="1579762"/>
                  </a:lnTo>
                  <a:lnTo>
                    <a:pt x="7380464" y="1579762"/>
                  </a:lnTo>
                  <a:lnTo>
                    <a:pt x="7379796" y="1579762"/>
                  </a:lnTo>
                  <a:lnTo>
                    <a:pt x="7379128" y="1579762"/>
                  </a:lnTo>
                  <a:lnTo>
                    <a:pt x="7378460" y="1579762"/>
                  </a:lnTo>
                  <a:lnTo>
                    <a:pt x="7377792" y="1579762"/>
                  </a:lnTo>
                  <a:lnTo>
                    <a:pt x="7377124" y="1579762"/>
                  </a:lnTo>
                  <a:lnTo>
                    <a:pt x="7376456" y="1579762"/>
                  </a:lnTo>
                  <a:lnTo>
                    <a:pt x="7375788" y="1579762"/>
                  </a:lnTo>
                  <a:lnTo>
                    <a:pt x="7375120" y="1579762"/>
                  </a:lnTo>
                  <a:lnTo>
                    <a:pt x="7374452" y="1579762"/>
                  </a:lnTo>
                  <a:lnTo>
                    <a:pt x="7373784" y="1579762"/>
                  </a:lnTo>
                  <a:lnTo>
                    <a:pt x="7373116" y="1579762"/>
                  </a:lnTo>
                  <a:lnTo>
                    <a:pt x="7372448" y="1579762"/>
                  </a:lnTo>
                  <a:lnTo>
                    <a:pt x="7371780" y="1579762"/>
                  </a:lnTo>
                  <a:lnTo>
                    <a:pt x="7371112" y="1579762"/>
                  </a:lnTo>
                  <a:lnTo>
                    <a:pt x="7370444" y="1579762"/>
                  </a:lnTo>
                  <a:lnTo>
                    <a:pt x="7369776" y="1579762"/>
                  </a:lnTo>
                  <a:lnTo>
                    <a:pt x="7369108" y="1579762"/>
                  </a:lnTo>
                  <a:lnTo>
                    <a:pt x="7368440" y="1579762"/>
                  </a:lnTo>
                  <a:lnTo>
                    <a:pt x="7367772" y="1579762"/>
                  </a:lnTo>
                  <a:lnTo>
                    <a:pt x="7367104" y="1579762"/>
                  </a:lnTo>
                  <a:lnTo>
                    <a:pt x="7366436" y="1579762"/>
                  </a:lnTo>
                  <a:lnTo>
                    <a:pt x="7365768" y="1579762"/>
                  </a:lnTo>
                  <a:lnTo>
                    <a:pt x="7365100" y="1579762"/>
                  </a:lnTo>
                  <a:lnTo>
                    <a:pt x="7364432" y="1579762"/>
                  </a:lnTo>
                  <a:lnTo>
                    <a:pt x="7363764" y="1579762"/>
                  </a:lnTo>
                  <a:lnTo>
                    <a:pt x="7363096" y="1579762"/>
                  </a:lnTo>
                  <a:lnTo>
                    <a:pt x="7362428" y="1579762"/>
                  </a:lnTo>
                  <a:lnTo>
                    <a:pt x="7361760" y="1579762"/>
                  </a:lnTo>
                  <a:lnTo>
                    <a:pt x="7361092" y="1579762"/>
                  </a:lnTo>
                  <a:lnTo>
                    <a:pt x="7360424" y="1579762"/>
                  </a:lnTo>
                  <a:lnTo>
                    <a:pt x="7359756" y="1579762"/>
                  </a:lnTo>
                  <a:lnTo>
                    <a:pt x="7359088" y="1579762"/>
                  </a:lnTo>
                  <a:lnTo>
                    <a:pt x="7358420" y="1579762"/>
                  </a:lnTo>
                  <a:lnTo>
                    <a:pt x="7357751" y="1579762"/>
                  </a:lnTo>
                  <a:lnTo>
                    <a:pt x="7357083" y="1579762"/>
                  </a:lnTo>
                  <a:lnTo>
                    <a:pt x="7356415" y="1579762"/>
                  </a:lnTo>
                  <a:lnTo>
                    <a:pt x="7355747" y="1579762"/>
                  </a:lnTo>
                  <a:lnTo>
                    <a:pt x="7355079" y="1579762"/>
                  </a:lnTo>
                  <a:lnTo>
                    <a:pt x="7354411" y="1579762"/>
                  </a:lnTo>
                  <a:lnTo>
                    <a:pt x="7353743" y="1579762"/>
                  </a:lnTo>
                  <a:lnTo>
                    <a:pt x="7353075" y="1579762"/>
                  </a:lnTo>
                  <a:lnTo>
                    <a:pt x="7352407" y="1579762"/>
                  </a:lnTo>
                  <a:lnTo>
                    <a:pt x="7351739" y="1579762"/>
                  </a:lnTo>
                  <a:lnTo>
                    <a:pt x="7351071" y="1579762"/>
                  </a:lnTo>
                  <a:lnTo>
                    <a:pt x="7350403" y="1579762"/>
                  </a:lnTo>
                  <a:lnTo>
                    <a:pt x="7349735" y="1579762"/>
                  </a:lnTo>
                  <a:lnTo>
                    <a:pt x="7349067" y="1579762"/>
                  </a:lnTo>
                  <a:lnTo>
                    <a:pt x="7348399" y="1579762"/>
                  </a:lnTo>
                  <a:lnTo>
                    <a:pt x="7347731" y="1579762"/>
                  </a:lnTo>
                  <a:lnTo>
                    <a:pt x="7347063" y="1579762"/>
                  </a:lnTo>
                  <a:lnTo>
                    <a:pt x="7346395" y="1579762"/>
                  </a:lnTo>
                  <a:lnTo>
                    <a:pt x="7345727" y="1579762"/>
                  </a:lnTo>
                  <a:lnTo>
                    <a:pt x="7345059" y="1579762"/>
                  </a:lnTo>
                  <a:lnTo>
                    <a:pt x="7344391" y="1579762"/>
                  </a:lnTo>
                  <a:lnTo>
                    <a:pt x="7343723" y="1579762"/>
                  </a:lnTo>
                  <a:lnTo>
                    <a:pt x="7343055" y="1579762"/>
                  </a:lnTo>
                  <a:lnTo>
                    <a:pt x="7342387" y="1579762"/>
                  </a:lnTo>
                  <a:lnTo>
                    <a:pt x="7341719" y="1579762"/>
                  </a:lnTo>
                  <a:lnTo>
                    <a:pt x="7341051" y="1579762"/>
                  </a:lnTo>
                  <a:lnTo>
                    <a:pt x="7340383" y="1579762"/>
                  </a:lnTo>
                  <a:lnTo>
                    <a:pt x="7339715" y="1579762"/>
                  </a:lnTo>
                  <a:lnTo>
                    <a:pt x="7339047" y="1579762"/>
                  </a:lnTo>
                  <a:lnTo>
                    <a:pt x="7338379" y="1579762"/>
                  </a:lnTo>
                  <a:lnTo>
                    <a:pt x="7337711" y="1579762"/>
                  </a:lnTo>
                  <a:lnTo>
                    <a:pt x="7337043" y="1579762"/>
                  </a:lnTo>
                  <a:lnTo>
                    <a:pt x="7336375" y="1579762"/>
                  </a:lnTo>
                  <a:lnTo>
                    <a:pt x="7335707" y="1579762"/>
                  </a:lnTo>
                  <a:lnTo>
                    <a:pt x="7335039" y="1579762"/>
                  </a:lnTo>
                  <a:lnTo>
                    <a:pt x="7334371" y="1579762"/>
                  </a:lnTo>
                  <a:lnTo>
                    <a:pt x="7333703" y="1579762"/>
                  </a:lnTo>
                  <a:lnTo>
                    <a:pt x="7333034" y="1579762"/>
                  </a:lnTo>
                  <a:lnTo>
                    <a:pt x="7332366" y="1579762"/>
                  </a:lnTo>
                  <a:lnTo>
                    <a:pt x="7331698" y="1579762"/>
                  </a:lnTo>
                  <a:lnTo>
                    <a:pt x="7331030" y="1579762"/>
                  </a:lnTo>
                  <a:lnTo>
                    <a:pt x="7330362" y="1579762"/>
                  </a:lnTo>
                  <a:lnTo>
                    <a:pt x="7329694" y="1579762"/>
                  </a:lnTo>
                  <a:lnTo>
                    <a:pt x="7329026" y="1579762"/>
                  </a:lnTo>
                  <a:lnTo>
                    <a:pt x="7328358" y="1579762"/>
                  </a:lnTo>
                  <a:lnTo>
                    <a:pt x="7327690" y="1579762"/>
                  </a:lnTo>
                  <a:lnTo>
                    <a:pt x="7327022" y="1579762"/>
                  </a:lnTo>
                  <a:lnTo>
                    <a:pt x="7326354" y="1579762"/>
                  </a:lnTo>
                  <a:lnTo>
                    <a:pt x="7325686" y="1579762"/>
                  </a:lnTo>
                  <a:lnTo>
                    <a:pt x="7325018" y="1579762"/>
                  </a:lnTo>
                  <a:lnTo>
                    <a:pt x="7324350" y="1579762"/>
                  </a:lnTo>
                  <a:lnTo>
                    <a:pt x="7323682" y="1579762"/>
                  </a:lnTo>
                  <a:lnTo>
                    <a:pt x="7323014" y="1579762"/>
                  </a:lnTo>
                  <a:lnTo>
                    <a:pt x="7322346" y="1579762"/>
                  </a:lnTo>
                  <a:lnTo>
                    <a:pt x="7321678" y="1579762"/>
                  </a:lnTo>
                  <a:lnTo>
                    <a:pt x="7321010" y="1579762"/>
                  </a:lnTo>
                  <a:lnTo>
                    <a:pt x="7320342" y="1579762"/>
                  </a:lnTo>
                  <a:lnTo>
                    <a:pt x="7319674" y="1579762"/>
                  </a:lnTo>
                  <a:lnTo>
                    <a:pt x="7319006" y="1579762"/>
                  </a:lnTo>
                  <a:lnTo>
                    <a:pt x="7318338" y="1579762"/>
                  </a:lnTo>
                  <a:lnTo>
                    <a:pt x="7317670" y="1579762"/>
                  </a:lnTo>
                  <a:lnTo>
                    <a:pt x="7317002" y="1579762"/>
                  </a:lnTo>
                  <a:lnTo>
                    <a:pt x="7316334" y="1579762"/>
                  </a:lnTo>
                  <a:lnTo>
                    <a:pt x="7315666" y="1579762"/>
                  </a:lnTo>
                  <a:lnTo>
                    <a:pt x="7314998" y="1579762"/>
                  </a:lnTo>
                  <a:lnTo>
                    <a:pt x="7314330" y="1579762"/>
                  </a:lnTo>
                  <a:lnTo>
                    <a:pt x="7313662" y="1579762"/>
                  </a:lnTo>
                  <a:lnTo>
                    <a:pt x="7312994" y="1579762"/>
                  </a:lnTo>
                  <a:lnTo>
                    <a:pt x="7312326" y="1579762"/>
                  </a:lnTo>
                  <a:lnTo>
                    <a:pt x="7311658" y="1579762"/>
                  </a:lnTo>
                  <a:lnTo>
                    <a:pt x="7310990" y="1579762"/>
                  </a:lnTo>
                  <a:lnTo>
                    <a:pt x="7310322" y="1579762"/>
                  </a:lnTo>
                  <a:lnTo>
                    <a:pt x="7309654" y="1579762"/>
                  </a:lnTo>
                  <a:lnTo>
                    <a:pt x="7308985" y="1579762"/>
                  </a:lnTo>
                  <a:lnTo>
                    <a:pt x="7308317" y="1579762"/>
                  </a:lnTo>
                  <a:lnTo>
                    <a:pt x="7307649" y="1579762"/>
                  </a:lnTo>
                  <a:lnTo>
                    <a:pt x="7306981" y="1579762"/>
                  </a:lnTo>
                  <a:lnTo>
                    <a:pt x="7306313" y="1579762"/>
                  </a:lnTo>
                  <a:lnTo>
                    <a:pt x="7305645" y="1579762"/>
                  </a:lnTo>
                  <a:lnTo>
                    <a:pt x="7304977" y="1579762"/>
                  </a:lnTo>
                  <a:lnTo>
                    <a:pt x="7304309" y="1579762"/>
                  </a:lnTo>
                  <a:lnTo>
                    <a:pt x="7303641" y="1579762"/>
                  </a:lnTo>
                  <a:lnTo>
                    <a:pt x="7302973" y="1579762"/>
                  </a:lnTo>
                  <a:lnTo>
                    <a:pt x="7302305" y="1579762"/>
                  </a:lnTo>
                  <a:lnTo>
                    <a:pt x="7301637" y="1579762"/>
                  </a:lnTo>
                  <a:lnTo>
                    <a:pt x="7300969" y="1579762"/>
                  </a:lnTo>
                  <a:lnTo>
                    <a:pt x="7300301" y="1579762"/>
                  </a:lnTo>
                  <a:lnTo>
                    <a:pt x="7299633" y="1579762"/>
                  </a:lnTo>
                  <a:lnTo>
                    <a:pt x="7298965" y="1579762"/>
                  </a:lnTo>
                  <a:lnTo>
                    <a:pt x="7298297" y="1579762"/>
                  </a:lnTo>
                  <a:lnTo>
                    <a:pt x="7297629" y="1579762"/>
                  </a:lnTo>
                  <a:lnTo>
                    <a:pt x="7296961" y="1579762"/>
                  </a:lnTo>
                  <a:lnTo>
                    <a:pt x="7296293" y="1579762"/>
                  </a:lnTo>
                  <a:lnTo>
                    <a:pt x="7295625" y="1579762"/>
                  </a:lnTo>
                  <a:lnTo>
                    <a:pt x="7294957" y="1579762"/>
                  </a:lnTo>
                  <a:lnTo>
                    <a:pt x="7294289" y="1579762"/>
                  </a:lnTo>
                  <a:lnTo>
                    <a:pt x="7293621" y="1579762"/>
                  </a:lnTo>
                  <a:lnTo>
                    <a:pt x="7292953" y="1579762"/>
                  </a:lnTo>
                  <a:lnTo>
                    <a:pt x="7292285" y="1579762"/>
                  </a:lnTo>
                  <a:lnTo>
                    <a:pt x="7291617" y="1579762"/>
                  </a:lnTo>
                  <a:lnTo>
                    <a:pt x="7290949" y="1579762"/>
                  </a:lnTo>
                  <a:lnTo>
                    <a:pt x="7290281" y="1579762"/>
                  </a:lnTo>
                  <a:lnTo>
                    <a:pt x="7289613" y="1579762"/>
                  </a:lnTo>
                  <a:lnTo>
                    <a:pt x="7288945" y="1579762"/>
                  </a:lnTo>
                  <a:lnTo>
                    <a:pt x="7288277" y="1579762"/>
                  </a:lnTo>
                  <a:lnTo>
                    <a:pt x="7287609" y="1579762"/>
                  </a:lnTo>
                  <a:lnTo>
                    <a:pt x="7286941" y="1579762"/>
                  </a:lnTo>
                  <a:lnTo>
                    <a:pt x="7286273" y="1579762"/>
                  </a:lnTo>
                  <a:lnTo>
                    <a:pt x="7285605" y="1579762"/>
                  </a:lnTo>
                  <a:lnTo>
                    <a:pt x="7284937" y="1579762"/>
                  </a:lnTo>
                  <a:lnTo>
                    <a:pt x="7284268" y="1579762"/>
                  </a:lnTo>
                  <a:lnTo>
                    <a:pt x="7283600" y="1579762"/>
                  </a:lnTo>
                  <a:lnTo>
                    <a:pt x="7282932" y="1579762"/>
                  </a:lnTo>
                  <a:lnTo>
                    <a:pt x="7282264" y="1579762"/>
                  </a:lnTo>
                  <a:lnTo>
                    <a:pt x="7281596" y="1579762"/>
                  </a:lnTo>
                  <a:lnTo>
                    <a:pt x="7280928" y="1579762"/>
                  </a:lnTo>
                  <a:lnTo>
                    <a:pt x="7280260" y="1579762"/>
                  </a:lnTo>
                  <a:lnTo>
                    <a:pt x="7279592" y="1579762"/>
                  </a:lnTo>
                  <a:lnTo>
                    <a:pt x="7278924" y="1579762"/>
                  </a:lnTo>
                  <a:lnTo>
                    <a:pt x="7278256" y="1579762"/>
                  </a:lnTo>
                  <a:lnTo>
                    <a:pt x="7277588" y="1579762"/>
                  </a:lnTo>
                  <a:lnTo>
                    <a:pt x="7276920" y="1579762"/>
                  </a:lnTo>
                  <a:lnTo>
                    <a:pt x="7276252" y="1579762"/>
                  </a:lnTo>
                  <a:lnTo>
                    <a:pt x="7275584" y="1579762"/>
                  </a:lnTo>
                  <a:lnTo>
                    <a:pt x="7274916" y="1579762"/>
                  </a:lnTo>
                  <a:lnTo>
                    <a:pt x="7274248" y="1579762"/>
                  </a:lnTo>
                  <a:lnTo>
                    <a:pt x="7273580" y="1579762"/>
                  </a:lnTo>
                  <a:lnTo>
                    <a:pt x="7272912" y="1579762"/>
                  </a:lnTo>
                  <a:lnTo>
                    <a:pt x="7272244" y="1579762"/>
                  </a:lnTo>
                  <a:lnTo>
                    <a:pt x="7271576" y="1579762"/>
                  </a:lnTo>
                  <a:lnTo>
                    <a:pt x="7270908" y="1579762"/>
                  </a:lnTo>
                  <a:lnTo>
                    <a:pt x="7270240" y="1579762"/>
                  </a:lnTo>
                  <a:lnTo>
                    <a:pt x="7269572" y="1579762"/>
                  </a:lnTo>
                  <a:lnTo>
                    <a:pt x="7268904" y="1579762"/>
                  </a:lnTo>
                  <a:lnTo>
                    <a:pt x="7268236" y="1579762"/>
                  </a:lnTo>
                  <a:lnTo>
                    <a:pt x="7267568" y="1579762"/>
                  </a:lnTo>
                  <a:lnTo>
                    <a:pt x="7266900" y="1579762"/>
                  </a:lnTo>
                  <a:lnTo>
                    <a:pt x="7266232" y="1579762"/>
                  </a:lnTo>
                  <a:lnTo>
                    <a:pt x="7265564" y="1579762"/>
                  </a:lnTo>
                  <a:lnTo>
                    <a:pt x="7264896" y="1579762"/>
                  </a:lnTo>
                  <a:lnTo>
                    <a:pt x="7264228" y="1579762"/>
                  </a:lnTo>
                  <a:lnTo>
                    <a:pt x="7263560" y="1579762"/>
                  </a:lnTo>
                  <a:lnTo>
                    <a:pt x="7262892" y="1579762"/>
                  </a:lnTo>
                  <a:lnTo>
                    <a:pt x="7262224" y="1579762"/>
                  </a:lnTo>
                  <a:lnTo>
                    <a:pt x="7261556" y="1579762"/>
                  </a:lnTo>
                  <a:lnTo>
                    <a:pt x="7260888" y="1579762"/>
                  </a:lnTo>
                  <a:lnTo>
                    <a:pt x="7260220" y="1579762"/>
                  </a:lnTo>
                  <a:lnTo>
                    <a:pt x="7259551" y="1579762"/>
                  </a:lnTo>
                  <a:lnTo>
                    <a:pt x="7258883" y="1579762"/>
                  </a:lnTo>
                  <a:lnTo>
                    <a:pt x="7258215" y="1579762"/>
                  </a:lnTo>
                  <a:lnTo>
                    <a:pt x="7257547" y="1579762"/>
                  </a:lnTo>
                  <a:lnTo>
                    <a:pt x="7256879" y="1579762"/>
                  </a:lnTo>
                  <a:lnTo>
                    <a:pt x="7256211" y="1579762"/>
                  </a:lnTo>
                  <a:lnTo>
                    <a:pt x="7255543" y="1579762"/>
                  </a:lnTo>
                  <a:lnTo>
                    <a:pt x="7254875" y="1579762"/>
                  </a:lnTo>
                  <a:lnTo>
                    <a:pt x="7254207" y="1579762"/>
                  </a:lnTo>
                  <a:lnTo>
                    <a:pt x="7253539" y="1579762"/>
                  </a:lnTo>
                  <a:lnTo>
                    <a:pt x="7252871" y="1579762"/>
                  </a:lnTo>
                  <a:lnTo>
                    <a:pt x="7252203" y="1579762"/>
                  </a:lnTo>
                  <a:lnTo>
                    <a:pt x="7251535" y="1579762"/>
                  </a:lnTo>
                  <a:lnTo>
                    <a:pt x="7250867" y="1579762"/>
                  </a:lnTo>
                  <a:lnTo>
                    <a:pt x="7250199" y="1579762"/>
                  </a:lnTo>
                  <a:lnTo>
                    <a:pt x="7249531" y="1579762"/>
                  </a:lnTo>
                  <a:lnTo>
                    <a:pt x="7248863" y="1579762"/>
                  </a:lnTo>
                  <a:lnTo>
                    <a:pt x="7248195" y="1579762"/>
                  </a:lnTo>
                  <a:lnTo>
                    <a:pt x="7247527" y="1579762"/>
                  </a:lnTo>
                  <a:lnTo>
                    <a:pt x="7246859" y="1579762"/>
                  </a:lnTo>
                  <a:lnTo>
                    <a:pt x="7246191" y="1579762"/>
                  </a:lnTo>
                  <a:lnTo>
                    <a:pt x="7245523" y="1579762"/>
                  </a:lnTo>
                  <a:lnTo>
                    <a:pt x="7244855" y="1579762"/>
                  </a:lnTo>
                  <a:lnTo>
                    <a:pt x="7244187" y="1579762"/>
                  </a:lnTo>
                  <a:lnTo>
                    <a:pt x="7243519" y="1579762"/>
                  </a:lnTo>
                  <a:lnTo>
                    <a:pt x="7242851" y="1579762"/>
                  </a:lnTo>
                  <a:lnTo>
                    <a:pt x="7242183" y="1579762"/>
                  </a:lnTo>
                  <a:lnTo>
                    <a:pt x="7241515" y="1579762"/>
                  </a:lnTo>
                  <a:lnTo>
                    <a:pt x="7240847" y="1579762"/>
                  </a:lnTo>
                  <a:lnTo>
                    <a:pt x="7240179" y="1579762"/>
                  </a:lnTo>
                  <a:lnTo>
                    <a:pt x="7239511" y="1579762"/>
                  </a:lnTo>
                  <a:lnTo>
                    <a:pt x="7238843" y="1579762"/>
                  </a:lnTo>
                  <a:lnTo>
                    <a:pt x="7238175" y="1579762"/>
                  </a:lnTo>
                  <a:lnTo>
                    <a:pt x="7237507" y="1579762"/>
                  </a:lnTo>
                  <a:lnTo>
                    <a:pt x="7236839" y="1579762"/>
                  </a:lnTo>
                  <a:lnTo>
                    <a:pt x="7236171" y="1579762"/>
                  </a:lnTo>
                  <a:lnTo>
                    <a:pt x="7235503" y="1579762"/>
                  </a:lnTo>
                  <a:lnTo>
                    <a:pt x="7234834" y="1579762"/>
                  </a:lnTo>
                  <a:lnTo>
                    <a:pt x="7234166" y="1579762"/>
                  </a:lnTo>
                  <a:lnTo>
                    <a:pt x="7233498" y="1579762"/>
                  </a:lnTo>
                  <a:lnTo>
                    <a:pt x="7232830" y="1579762"/>
                  </a:lnTo>
                  <a:lnTo>
                    <a:pt x="7232162" y="1579762"/>
                  </a:lnTo>
                  <a:lnTo>
                    <a:pt x="7231494" y="1579762"/>
                  </a:lnTo>
                  <a:lnTo>
                    <a:pt x="7230826" y="1579762"/>
                  </a:lnTo>
                  <a:lnTo>
                    <a:pt x="7230158" y="1579762"/>
                  </a:lnTo>
                  <a:lnTo>
                    <a:pt x="7229490" y="1579762"/>
                  </a:lnTo>
                  <a:lnTo>
                    <a:pt x="7228822" y="1579762"/>
                  </a:lnTo>
                  <a:lnTo>
                    <a:pt x="7228154" y="1579762"/>
                  </a:lnTo>
                  <a:lnTo>
                    <a:pt x="7227486" y="1579762"/>
                  </a:lnTo>
                  <a:lnTo>
                    <a:pt x="7226818" y="1579762"/>
                  </a:lnTo>
                  <a:lnTo>
                    <a:pt x="7226150" y="1579762"/>
                  </a:lnTo>
                  <a:lnTo>
                    <a:pt x="7225482" y="1579762"/>
                  </a:lnTo>
                  <a:lnTo>
                    <a:pt x="7224814" y="1579762"/>
                  </a:lnTo>
                  <a:lnTo>
                    <a:pt x="7224146" y="1579762"/>
                  </a:lnTo>
                  <a:lnTo>
                    <a:pt x="7223478" y="1579762"/>
                  </a:lnTo>
                  <a:lnTo>
                    <a:pt x="7222810" y="1579762"/>
                  </a:lnTo>
                  <a:lnTo>
                    <a:pt x="7222142" y="1579762"/>
                  </a:lnTo>
                  <a:lnTo>
                    <a:pt x="7221474" y="1579762"/>
                  </a:lnTo>
                  <a:lnTo>
                    <a:pt x="7220806" y="1579762"/>
                  </a:lnTo>
                  <a:lnTo>
                    <a:pt x="7220138" y="1579762"/>
                  </a:lnTo>
                  <a:lnTo>
                    <a:pt x="7219470" y="1579762"/>
                  </a:lnTo>
                  <a:lnTo>
                    <a:pt x="7218802" y="1579762"/>
                  </a:lnTo>
                  <a:lnTo>
                    <a:pt x="7218134" y="1579762"/>
                  </a:lnTo>
                  <a:lnTo>
                    <a:pt x="7217466" y="1579762"/>
                  </a:lnTo>
                  <a:lnTo>
                    <a:pt x="7216798" y="1579762"/>
                  </a:lnTo>
                  <a:lnTo>
                    <a:pt x="7216130" y="1579762"/>
                  </a:lnTo>
                  <a:lnTo>
                    <a:pt x="7215462" y="1579762"/>
                  </a:lnTo>
                  <a:lnTo>
                    <a:pt x="7214794" y="1579762"/>
                  </a:lnTo>
                  <a:lnTo>
                    <a:pt x="7214126" y="1579762"/>
                  </a:lnTo>
                  <a:lnTo>
                    <a:pt x="7213458" y="1579762"/>
                  </a:lnTo>
                  <a:lnTo>
                    <a:pt x="7212790" y="1579762"/>
                  </a:lnTo>
                  <a:lnTo>
                    <a:pt x="7212122" y="1579762"/>
                  </a:lnTo>
                  <a:lnTo>
                    <a:pt x="7211454" y="1579762"/>
                  </a:lnTo>
                  <a:lnTo>
                    <a:pt x="7210785" y="1579762"/>
                  </a:lnTo>
                  <a:lnTo>
                    <a:pt x="7210117" y="1579762"/>
                  </a:lnTo>
                  <a:lnTo>
                    <a:pt x="7209449" y="1579762"/>
                  </a:lnTo>
                  <a:lnTo>
                    <a:pt x="7208781" y="1579762"/>
                  </a:lnTo>
                  <a:lnTo>
                    <a:pt x="7208113" y="1579762"/>
                  </a:lnTo>
                  <a:lnTo>
                    <a:pt x="7207445" y="1579762"/>
                  </a:lnTo>
                  <a:lnTo>
                    <a:pt x="7206777" y="1579762"/>
                  </a:lnTo>
                  <a:lnTo>
                    <a:pt x="7206109" y="1579762"/>
                  </a:lnTo>
                  <a:lnTo>
                    <a:pt x="7205441" y="1579762"/>
                  </a:lnTo>
                  <a:lnTo>
                    <a:pt x="7204773" y="1579762"/>
                  </a:lnTo>
                  <a:lnTo>
                    <a:pt x="7204105" y="1579762"/>
                  </a:lnTo>
                  <a:lnTo>
                    <a:pt x="7203437" y="1579762"/>
                  </a:lnTo>
                  <a:lnTo>
                    <a:pt x="7202769" y="1579762"/>
                  </a:lnTo>
                  <a:lnTo>
                    <a:pt x="7202101" y="1579762"/>
                  </a:lnTo>
                  <a:lnTo>
                    <a:pt x="7201433" y="1579762"/>
                  </a:lnTo>
                  <a:lnTo>
                    <a:pt x="7200765" y="1579762"/>
                  </a:lnTo>
                  <a:lnTo>
                    <a:pt x="7200097" y="1579762"/>
                  </a:lnTo>
                  <a:lnTo>
                    <a:pt x="7199429" y="1579762"/>
                  </a:lnTo>
                  <a:lnTo>
                    <a:pt x="7198761" y="1579762"/>
                  </a:lnTo>
                  <a:lnTo>
                    <a:pt x="7198093" y="1579762"/>
                  </a:lnTo>
                  <a:lnTo>
                    <a:pt x="7197425" y="1579762"/>
                  </a:lnTo>
                  <a:lnTo>
                    <a:pt x="7196757" y="1579762"/>
                  </a:lnTo>
                  <a:lnTo>
                    <a:pt x="7196089" y="1579762"/>
                  </a:lnTo>
                  <a:lnTo>
                    <a:pt x="7195421" y="1579762"/>
                  </a:lnTo>
                  <a:lnTo>
                    <a:pt x="7194753" y="1579762"/>
                  </a:lnTo>
                  <a:lnTo>
                    <a:pt x="7194085" y="1579762"/>
                  </a:lnTo>
                  <a:lnTo>
                    <a:pt x="7193417" y="1579762"/>
                  </a:lnTo>
                  <a:lnTo>
                    <a:pt x="7192749" y="1579762"/>
                  </a:lnTo>
                  <a:lnTo>
                    <a:pt x="7192081" y="1579762"/>
                  </a:lnTo>
                  <a:lnTo>
                    <a:pt x="7191413" y="1579762"/>
                  </a:lnTo>
                  <a:lnTo>
                    <a:pt x="7190745" y="1579762"/>
                  </a:lnTo>
                  <a:lnTo>
                    <a:pt x="7190077" y="1579762"/>
                  </a:lnTo>
                  <a:lnTo>
                    <a:pt x="7189409" y="1579762"/>
                  </a:lnTo>
                  <a:lnTo>
                    <a:pt x="7188741" y="1579762"/>
                  </a:lnTo>
                  <a:lnTo>
                    <a:pt x="7188073" y="1579762"/>
                  </a:lnTo>
                  <a:lnTo>
                    <a:pt x="7187405" y="1579762"/>
                  </a:lnTo>
                  <a:lnTo>
                    <a:pt x="7186737" y="1579762"/>
                  </a:lnTo>
                  <a:lnTo>
                    <a:pt x="7186068" y="1579762"/>
                  </a:lnTo>
                  <a:lnTo>
                    <a:pt x="7185400" y="1579762"/>
                  </a:lnTo>
                  <a:lnTo>
                    <a:pt x="7184732" y="1579762"/>
                  </a:lnTo>
                  <a:lnTo>
                    <a:pt x="7184064" y="1579762"/>
                  </a:lnTo>
                  <a:lnTo>
                    <a:pt x="7183396" y="1579762"/>
                  </a:lnTo>
                  <a:lnTo>
                    <a:pt x="7182728" y="1579762"/>
                  </a:lnTo>
                  <a:lnTo>
                    <a:pt x="7182060" y="1579762"/>
                  </a:lnTo>
                  <a:lnTo>
                    <a:pt x="7181392" y="1579762"/>
                  </a:lnTo>
                  <a:lnTo>
                    <a:pt x="7180724" y="1579762"/>
                  </a:lnTo>
                  <a:lnTo>
                    <a:pt x="7180056" y="1579762"/>
                  </a:lnTo>
                  <a:lnTo>
                    <a:pt x="7179388" y="1579762"/>
                  </a:lnTo>
                  <a:lnTo>
                    <a:pt x="7178720" y="1579762"/>
                  </a:lnTo>
                  <a:lnTo>
                    <a:pt x="7178052" y="1579762"/>
                  </a:lnTo>
                  <a:lnTo>
                    <a:pt x="7177384" y="1579762"/>
                  </a:lnTo>
                  <a:lnTo>
                    <a:pt x="7176716" y="1579762"/>
                  </a:lnTo>
                  <a:lnTo>
                    <a:pt x="7176048" y="1579762"/>
                  </a:lnTo>
                  <a:lnTo>
                    <a:pt x="7175380" y="1579762"/>
                  </a:lnTo>
                  <a:lnTo>
                    <a:pt x="7174712" y="1579762"/>
                  </a:lnTo>
                  <a:lnTo>
                    <a:pt x="7174044" y="1579762"/>
                  </a:lnTo>
                  <a:lnTo>
                    <a:pt x="7173376" y="1579762"/>
                  </a:lnTo>
                  <a:lnTo>
                    <a:pt x="7172708" y="1579762"/>
                  </a:lnTo>
                  <a:lnTo>
                    <a:pt x="7172040" y="1579762"/>
                  </a:lnTo>
                  <a:lnTo>
                    <a:pt x="7171372" y="1579762"/>
                  </a:lnTo>
                  <a:lnTo>
                    <a:pt x="7170704" y="1579762"/>
                  </a:lnTo>
                  <a:lnTo>
                    <a:pt x="7170036" y="1579762"/>
                  </a:lnTo>
                  <a:lnTo>
                    <a:pt x="7169368" y="1579762"/>
                  </a:lnTo>
                  <a:lnTo>
                    <a:pt x="7168700" y="1579762"/>
                  </a:lnTo>
                  <a:lnTo>
                    <a:pt x="7168032" y="1579762"/>
                  </a:lnTo>
                  <a:lnTo>
                    <a:pt x="7167364" y="1579762"/>
                  </a:lnTo>
                  <a:lnTo>
                    <a:pt x="7166696" y="1579762"/>
                  </a:lnTo>
                  <a:lnTo>
                    <a:pt x="7166028" y="1579762"/>
                  </a:lnTo>
                  <a:lnTo>
                    <a:pt x="7165360" y="1579762"/>
                  </a:lnTo>
                  <a:lnTo>
                    <a:pt x="7164692" y="1579762"/>
                  </a:lnTo>
                  <a:lnTo>
                    <a:pt x="7164024" y="1579762"/>
                  </a:lnTo>
                  <a:lnTo>
                    <a:pt x="7163356" y="1579762"/>
                  </a:lnTo>
                  <a:lnTo>
                    <a:pt x="7162688" y="1579762"/>
                  </a:lnTo>
                  <a:lnTo>
                    <a:pt x="7162020" y="1579762"/>
                  </a:lnTo>
                  <a:lnTo>
                    <a:pt x="7161351" y="1579762"/>
                  </a:lnTo>
                  <a:lnTo>
                    <a:pt x="7160683" y="1579762"/>
                  </a:lnTo>
                  <a:lnTo>
                    <a:pt x="7160015" y="1579762"/>
                  </a:lnTo>
                  <a:lnTo>
                    <a:pt x="7159347" y="1579762"/>
                  </a:lnTo>
                  <a:lnTo>
                    <a:pt x="7158679" y="1579762"/>
                  </a:lnTo>
                  <a:lnTo>
                    <a:pt x="7158011" y="1579762"/>
                  </a:lnTo>
                  <a:lnTo>
                    <a:pt x="7157343" y="1579762"/>
                  </a:lnTo>
                  <a:lnTo>
                    <a:pt x="7156675" y="1579762"/>
                  </a:lnTo>
                  <a:lnTo>
                    <a:pt x="7156007" y="1579762"/>
                  </a:lnTo>
                  <a:lnTo>
                    <a:pt x="7155339" y="1579762"/>
                  </a:lnTo>
                  <a:lnTo>
                    <a:pt x="7154671" y="1579762"/>
                  </a:lnTo>
                  <a:lnTo>
                    <a:pt x="7154003" y="1579762"/>
                  </a:lnTo>
                  <a:lnTo>
                    <a:pt x="7153335" y="1579762"/>
                  </a:lnTo>
                  <a:lnTo>
                    <a:pt x="7152667" y="1579762"/>
                  </a:lnTo>
                  <a:lnTo>
                    <a:pt x="7151999" y="1579762"/>
                  </a:lnTo>
                  <a:lnTo>
                    <a:pt x="7151331" y="1579762"/>
                  </a:lnTo>
                  <a:lnTo>
                    <a:pt x="7150663" y="1579762"/>
                  </a:lnTo>
                  <a:lnTo>
                    <a:pt x="7149995" y="1579762"/>
                  </a:lnTo>
                  <a:lnTo>
                    <a:pt x="7149327" y="1579762"/>
                  </a:lnTo>
                  <a:lnTo>
                    <a:pt x="7148659" y="1579762"/>
                  </a:lnTo>
                  <a:lnTo>
                    <a:pt x="7147991" y="1579762"/>
                  </a:lnTo>
                  <a:lnTo>
                    <a:pt x="7147323" y="1579762"/>
                  </a:lnTo>
                  <a:lnTo>
                    <a:pt x="7146655" y="1579762"/>
                  </a:lnTo>
                  <a:lnTo>
                    <a:pt x="7145987" y="1579762"/>
                  </a:lnTo>
                  <a:lnTo>
                    <a:pt x="7145319" y="1579762"/>
                  </a:lnTo>
                  <a:lnTo>
                    <a:pt x="7144651" y="1579762"/>
                  </a:lnTo>
                  <a:lnTo>
                    <a:pt x="7143983" y="1579762"/>
                  </a:lnTo>
                  <a:lnTo>
                    <a:pt x="7143315" y="1579762"/>
                  </a:lnTo>
                  <a:lnTo>
                    <a:pt x="7142647" y="1579762"/>
                  </a:lnTo>
                  <a:lnTo>
                    <a:pt x="7141979" y="1579762"/>
                  </a:lnTo>
                  <a:lnTo>
                    <a:pt x="7141311" y="1579762"/>
                  </a:lnTo>
                  <a:lnTo>
                    <a:pt x="7140643" y="1579762"/>
                  </a:lnTo>
                  <a:lnTo>
                    <a:pt x="7139975" y="1579762"/>
                  </a:lnTo>
                  <a:lnTo>
                    <a:pt x="7139307" y="1579762"/>
                  </a:lnTo>
                  <a:lnTo>
                    <a:pt x="7138639" y="1579762"/>
                  </a:lnTo>
                  <a:lnTo>
                    <a:pt x="7137971" y="1579762"/>
                  </a:lnTo>
                  <a:lnTo>
                    <a:pt x="7137303" y="1579762"/>
                  </a:lnTo>
                  <a:lnTo>
                    <a:pt x="7136634" y="1579762"/>
                  </a:lnTo>
                  <a:lnTo>
                    <a:pt x="7135966" y="1579762"/>
                  </a:lnTo>
                  <a:lnTo>
                    <a:pt x="7135298" y="1579762"/>
                  </a:lnTo>
                  <a:lnTo>
                    <a:pt x="7134630" y="1579762"/>
                  </a:lnTo>
                  <a:lnTo>
                    <a:pt x="7133962" y="1579762"/>
                  </a:lnTo>
                  <a:lnTo>
                    <a:pt x="7133294" y="1579762"/>
                  </a:lnTo>
                  <a:lnTo>
                    <a:pt x="7132626" y="1579762"/>
                  </a:lnTo>
                  <a:lnTo>
                    <a:pt x="7131958" y="1579762"/>
                  </a:lnTo>
                  <a:lnTo>
                    <a:pt x="7131290" y="1579762"/>
                  </a:lnTo>
                  <a:lnTo>
                    <a:pt x="7130622" y="1579762"/>
                  </a:lnTo>
                  <a:lnTo>
                    <a:pt x="7129954" y="1579762"/>
                  </a:lnTo>
                  <a:lnTo>
                    <a:pt x="7129286" y="1579762"/>
                  </a:lnTo>
                  <a:lnTo>
                    <a:pt x="7128618" y="1579762"/>
                  </a:lnTo>
                  <a:lnTo>
                    <a:pt x="7127950" y="1579762"/>
                  </a:lnTo>
                  <a:lnTo>
                    <a:pt x="7127282" y="1579762"/>
                  </a:lnTo>
                  <a:lnTo>
                    <a:pt x="7126614" y="1579762"/>
                  </a:lnTo>
                  <a:lnTo>
                    <a:pt x="7125946" y="1579762"/>
                  </a:lnTo>
                  <a:lnTo>
                    <a:pt x="7125278" y="1579762"/>
                  </a:lnTo>
                  <a:lnTo>
                    <a:pt x="7124610" y="1579762"/>
                  </a:lnTo>
                  <a:lnTo>
                    <a:pt x="7123942" y="1579762"/>
                  </a:lnTo>
                  <a:lnTo>
                    <a:pt x="7123274" y="1579762"/>
                  </a:lnTo>
                  <a:lnTo>
                    <a:pt x="7122606" y="1579762"/>
                  </a:lnTo>
                  <a:lnTo>
                    <a:pt x="7121938" y="1579762"/>
                  </a:lnTo>
                  <a:lnTo>
                    <a:pt x="7121270" y="1579762"/>
                  </a:lnTo>
                  <a:lnTo>
                    <a:pt x="7120602" y="1579762"/>
                  </a:lnTo>
                  <a:lnTo>
                    <a:pt x="7119934" y="1579762"/>
                  </a:lnTo>
                  <a:lnTo>
                    <a:pt x="7119266" y="1579762"/>
                  </a:lnTo>
                  <a:lnTo>
                    <a:pt x="7118598" y="1579762"/>
                  </a:lnTo>
                  <a:lnTo>
                    <a:pt x="7117930" y="1579762"/>
                  </a:lnTo>
                  <a:lnTo>
                    <a:pt x="7117262" y="1579762"/>
                  </a:lnTo>
                  <a:lnTo>
                    <a:pt x="7116594" y="1579762"/>
                  </a:lnTo>
                  <a:lnTo>
                    <a:pt x="7115926" y="1579762"/>
                  </a:lnTo>
                  <a:lnTo>
                    <a:pt x="7115258" y="1579762"/>
                  </a:lnTo>
                  <a:lnTo>
                    <a:pt x="7114590" y="1579762"/>
                  </a:lnTo>
                  <a:lnTo>
                    <a:pt x="7113922" y="1579762"/>
                  </a:lnTo>
                  <a:lnTo>
                    <a:pt x="7113254" y="1579762"/>
                  </a:lnTo>
                  <a:lnTo>
                    <a:pt x="7112585" y="1579762"/>
                  </a:lnTo>
                  <a:lnTo>
                    <a:pt x="7111917" y="1579762"/>
                  </a:lnTo>
                  <a:lnTo>
                    <a:pt x="7111249" y="1579762"/>
                  </a:lnTo>
                  <a:lnTo>
                    <a:pt x="7110581" y="1579762"/>
                  </a:lnTo>
                  <a:lnTo>
                    <a:pt x="7109913" y="1579762"/>
                  </a:lnTo>
                  <a:lnTo>
                    <a:pt x="7109245" y="1579762"/>
                  </a:lnTo>
                  <a:lnTo>
                    <a:pt x="7108577" y="1579762"/>
                  </a:lnTo>
                  <a:lnTo>
                    <a:pt x="7107909" y="1579762"/>
                  </a:lnTo>
                  <a:lnTo>
                    <a:pt x="7107241" y="1579762"/>
                  </a:lnTo>
                  <a:lnTo>
                    <a:pt x="7106573" y="1579762"/>
                  </a:lnTo>
                  <a:lnTo>
                    <a:pt x="7105905" y="1579762"/>
                  </a:lnTo>
                  <a:lnTo>
                    <a:pt x="7105237" y="1579762"/>
                  </a:lnTo>
                  <a:lnTo>
                    <a:pt x="7104569" y="1579762"/>
                  </a:lnTo>
                  <a:lnTo>
                    <a:pt x="7103901" y="1579762"/>
                  </a:lnTo>
                  <a:lnTo>
                    <a:pt x="7103233" y="1579762"/>
                  </a:lnTo>
                  <a:lnTo>
                    <a:pt x="7102565" y="1579762"/>
                  </a:lnTo>
                  <a:lnTo>
                    <a:pt x="7101897" y="1579762"/>
                  </a:lnTo>
                  <a:lnTo>
                    <a:pt x="7101229" y="1579762"/>
                  </a:lnTo>
                  <a:lnTo>
                    <a:pt x="7100561" y="1579762"/>
                  </a:lnTo>
                  <a:lnTo>
                    <a:pt x="7099893" y="1579762"/>
                  </a:lnTo>
                  <a:lnTo>
                    <a:pt x="7099225" y="1579762"/>
                  </a:lnTo>
                  <a:lnTo>
                    <a:pt x="7098557" y="1579762"/>
                  </a:lnTo>
                  <a:lnTo>
                    <a:pt x="7097889" y="1579762"/>
                  </a:lnTo>
                  <a:lnTo>
                    <a:pt x="7097221" y="1579762"/>
                  </a:lnTo>
                  <a:lnTo>
                    <a:pt x="7096553" y="1579762"/>
                  </a:lnTo>
                  <a:lnTo>
                    <a:pt x="7095885" y="1579762"/>
                  </a:lnTo>
                  <a:lnTo>
                    <a:pt x="7095217" y="1579762"/>
                  </a:lnTo>
                  <a:lnTo>
                    <a:pt x="7094549" y="1579762"/>
                  </a:lnTo>
                  <a:lnTo>
                    <a:pt x="7093881" y="1579762"/>
                  </a:lnTo>
                  <a:lnTo>
                    <a:pt x="7093213" y="1579762"/>
                  </a:lnTo>
                  <a:lnTo>
                    <a:pt x="7092545" y="1579762"/>
                  </a:lnTo>
                  <a:lnTo>
                    <a:pt x="7091877" y="1579762"/>
                  </a:lnTo>
                  <a:lnTo>
                    <a:pt x="7091209" y="1579762"/>
                  </a:lnTo>
                  <a:lnTo>
                    <a:pt x="7090541" y="1579762"/>
                  </a:lnTo>
                  <a:lnTo>
                    <a:pt x="7089873" y="1579762"/>
                  </a:lnTo>
                  <a:lnTo>
                    <a:pt x="7089205" y="1579762"/>
                  </a:lnTo>
                  <a:lnTo>
                    <a:pt x="7088537" y="1579762"/>
                  </a:lnTo>
                  <a:lnTo>
                    <a:pt x="7087868" y="1579762"/>
                  </a:lnTo>
                  <a:lnTo>
                    <a:pt x="7087200" y="1579762"/>
                  </a:lnTo>
                  <a:lnTo>
                    <a:pt x="7086532" y="1579762"/>
                  </a:lnTo>
                  <a:lnTo>
                    <a:pt x="7085864" y="1579762"/>
                  </a:lnTo>
                  <a:lnTo>
                    <a:pt x="7085196" y="1579762"/>
                  </a:lnTo>
                  <a:lnTo>
                    <a:pt x="7084528" y="1579762"/>
                  </a:lnTo>
                  <a:lnTo>
                    <a:pt x="7083860" y="1579762"/>
                  </a:lnTo>
                  <a:lnTo>
                    <a:pt x="7083192" y="1579762"/>
                  </a:lnTo>
                  <a:lnTo>
                    <a:pt x="7082524" y="1579762"/>
                  </a:lnTo>
                  <a:lnTo>
                    <a:pt x="7081856" y="1579762"/>
                  </a:lnTo>
                  <a:lnTo>
                    <a:pt x="7081188" y="1579762"/>
                  </a:lnTo>
                  <a:lnTo>
                    <a:pt x="7080520" y="1579762"/>
                  </a:lnTo>
                  <a:lnTo>
                    <a:pt x="7079852" y="1579762"/>
                  </a:lnTo>
                  <a:lnTo>
                    <a:pt x="7079184" y="1579762"/>
                  </a:lnTo>
                  <a:lnTo>
                    <a:pt x="7078516" y="1579762"/>
                  </a:lnTo>
                  <a:lnTo>
                    <a:pt x="7077848" y="1579762"/>
                  </a:lnTo>
                  <a:lnTo>
                    <a:pt x="7077180" y="1579762"/>
                  </a:lnTo>
                  <a:lnTo>
                    <a:pt x="7076512" y="1579762"/>
                  </a:lnTo>
                  <a:lnTo>
                    <a:pt x="7075844" y="1579762"/>
                  </a:lnTo>
                  <a:lnTo>
                    <a:pt x="7075176" y="1579762"/>
                  </a:lnTo>
                  <a:lnTo>
                    <a:pt x="7074508" y="1579762"/>
                  </a:lnTo>
                  <a:lnTo>
                    <a:pt x="7073840" y="1579762"/>
                  </a:lnTo>
                  <a:lnTo>
                    <a:pt x="7073172" y="1579762"/>
                  </a:lnTo>
                  <a:lnTo>
                    <a:pt x="7072504" y="1579762"/>
                  </a:lnTo>
                  <a:lnTo>
                    <a:pt x="7071836" y="1579762"/>
                  </a:lnTo>
                  <a:lnTo>
                    <a:pt x="7071168" y="1579762"/>
                  </a:lnTo>
                  <a:lnTo>
                    <a:pt x="7070500" y="1579762"/>
                  </a:lnTo>
                  <a:lnTo>
                    <a:pt x="7069832" y="1579762"/>
                  </a:lnTo>
                  <a:lnTo>
                    <a:pt x="7069164" y="1579762"/>
                  </a:lnTo>
                  <a:lnTo>
                    <a:pt x="7068496" y="1579762"/>
                  </a:lnTo>
                  <a:lnTo>
                    <a:pt x="7067828" y="1579762"/>
                  </a:lnTo>
                  <a:lnTo>
                    <a:pt x="7067160" y="1579762"/>
                  </a:lnTo>
                  <a:lnTo>
                    <a:pt x="7066492" y="1579762"/>
                  </a:lnTo>
                  <a:lnTo>
                    <a:pt x="7065824" y="1579762"/>
                  </a:lnTo>
                  <a:lnTo>
                    <a:pt x="7065156" y="1579762"/>
                  </a:lnTo>
                  <a:lnTo>
                    <a:pt x="7064488" y="1579762"/>
                  </a:lnTo>
                  <a:lnTo>
                    <a:pt x="7063820" y="1579762"/>
                  </a:lnTo>
                  <a:lnTo>
                    <a:pt x="7063151" y="1579762"/>
                  </a:lnTo>
                  <a:lnTo>
                    <a:pt x="7062483" y="1579762"/>
                  </a:lnTo>
                  <a:lnTo>
                    <a:pt x="7061815" y="1579762"/>
                  </a:lnTo>
                  <a:lnTo>
                    <a:pt x="7061147" y="1579762"/>
                  </a:lnTo>
                  <a:lnTo>
                    <a:pt x="7060479" y="1579762"/>
                  </a:lnTo>
                  <a:lnTo>
                    <a:pt x="7059811" y="1579762"/>
                  </a:lnTo>
                  <a:lnTo>
                    <a:pt x="7059143" y="1579762"/>
                  </a:lnTo>
                  <a:lnTo>
                    <a:pt x="7058475" y="1579762"/>
                  </a:lnTo>
                  <a:lnTo>
                    <a:pt x="7057807" y="1579762"/>
                  </a:lnTo>
                  <a:lnTo>
                    <a:pt x="7057139" y="1579762"/>
                  </a:lnTo>
                  <a:lnTo>
                    <a:pt x="7056471" y="1579762"/>
                  </a:lnTo>
                  <a:lnTo>
                    <a:pt x="7055803" y="1579762"/>
                  </a:lnTo>
                  <a:lnTo>
                    <a:pt x="7055135" y="1579762"/>
                  </a:lnTo>
                  <a:lnTo>
                    <a:pt x="7054467" y="1579762"/>
                  </a:lnTo>
                  <a:lnTo>
                    <a:pt x="7053799" y="1579762"/>
                  </a:lnTo>
                  <a:lnTo>
                    <a:pt x="7053131" y="1579762"/>
                  </a:lnTo>
                  <a:lnTo>
                    <a:pt x="7052463" y="1579762"/>
                  </a:lnTo>
                  <a:lnTo>
                    <a:pt x="7051795" y="1579762"/>
                  </a:lnTo>
                  <a:lnTo>
                    <a:pt x="7051127" y="1579762"/>
                  </a:lnTo>
                  <a:lnTo>
                    <a:pt x="7050459" y="1579762"/>
                  </a:lnTo>
                  <a:lnTo>
                    <a:pt x="7049791" y="1579762"/>
                  </a:lnTo>
                  <a:lnTo>
                    <a:pt x="7049123" y="1579762"/>
                  </a:lnTo>
                  <a:lnTo>
                    <a:pt x="7048455" y="1579762"/>
                  </a:lnTo>
                  <a:lnTo>
                    <a:pt x="7047787" y="1579762"/>
                  </a:lnTo>
                  <a:lnTo>
                    <a:pt x="7047119" y="1579762"/>
                  </a:lnTo>
                  <a:lnTo>
                    <a:pt x="7046451" y="1579762"/>
                  </a:lnTo>
                  <a:lnTo>
                    <a:pt x="7045783" y="1579762"/>
                  </a:lnTo>
                  <a:lnTo>
                    <a:pt x="7045115" y="1579762"/>
                  </a:lnTo>
                  <a:lnTo>
                    <a:pt x="7044447" y="1579762"/>
                  </a:lnTo>
                  <a:lnTo>
                    <a:pt x="7043779" y="1579762"/>
                  </a:lnTo>
                  <a:lnTo>
                    <a:pt x="7043111" y="1579762"/>
                  </a:lnTo>
                  <a:lnTo>
                    <a:pt x="7042443" y="1579762"/>
                  </a:lnTo>
                  <a:lnTo>
                    <a:pt x="7041775" y="1579762"/>
                  </a:lnTo>
                  <a:lnTo>
                    <a:pt x="7041107" y="1579762"/>
                  </a:lnTo>
                  <a:lnTo>
                    <a:pt x="7040439" y="1579762"/>
                  </a:lnTo>
                  <a:lnTo>
                    <a:pt x="7039771" y="1579762"/>
                  </a:lnTo>
                  <a:lnTo>
                    <a:pt x="7039102" y="1579762"/>
                  </a:lnTo>
                  <a:lnTo>
                    <a:pt x="7038434" y="1579762"/>
                  </a:lnTo>
                  <a:lnTo>
                    <a:pt x="7037766" y="1579762"/>
                  </a:lnTo>
                  <a:lnTo>
                    <a:pt x="7037098" y="1579762"/>
                  </a:lnTo>
                  <a:lnTo>
                    <a:pt x="7036430" y="1579762"/>
                  </a:lnTo>
                  <a:lnTo>
                    <a:pt x="7035762" y="1579762"/>
                  </a:lnTo>
                  <a:lnTo>
                    <a:pt x="7035094" y="1579762"/>
                  </a:lnTo>
                  <a:lnTo>
                    <a:pt x="7034426" y="1579762"/>
                  </a:lnTo>
                  <a:lnTo>
                    <a:pt x="7033758" y="1579762"/>
                  </a:lnTo>
                  <a:lnTo>
                    <a:pt x="7033090" y="1579762"/>
                  </a:lnTo>
                  <a:lnTo>
                    <a:pt x="7032422" y="1579762"/>
                  </a:lnTo>
                  <a:lnTo>
                    <a:pt x="7031754" y="1579762"/>
                  </a:lnTo>
                  <a:lnTo>
                    <a:pt x="7031086" y="1579762"/>
                  </a:lnTo>
                  <a:lnTo>
                    <a:pt x="7030418" y="1579762"/>
                  </a:lnTo>
                  <a:lnTo>
                    <a:pt x="7029750" y="1579762"/>
                  </a:lnTo>
                  <a:lnTo>
                    <a:pt x="7029082" y="1579762"/>
                  </a:lnTo>
                  <a:lnTo>
                    <a:pt x="7028414" y="1579762"/>
                  </a:lnTo>
                  <a:lnTo>
                    <a:pt x="7027746" y="1579762"/>
                  </a:lnTo>
                  <a:lnTo>
                    <a:pt x="7027078" y="1579762"/>
                  </a:lnTo>
                  <a:lnTo>
                    <a:pt x="7026410" y="1579762"/>
                  </a:lnTo>
                  <a:lnTo>
                    <a:pt x="7025742" y="1579762"/>
                  </a:lnTo>
                  <a:lnTo>
                    <a:pt x="7025074" y="1579762"/>
                  </a:lnTo>
                  <a:lnTo>
                    <a:pt x="7024406" y="1579762"/>
                  </a:lnTo>
                  <a:lnTo>
                    <a:pt x="7023738" y="1579762"/>
                  </a:lnTo>
                  <a:lnTo>
                    <a:pt x="7023070" y="1579762"/>
                  </a:lnTo>
                  <a:lnTo>
                    <a:pt x="7022402" y="1579762"/>
                  </a:lnTo>
                  <a:lnTo>
                    <a:pt x="7021734" y="1579762"/>
                  </a:lnTo>
                  <a:lnTo>
                    <a:pt x="7021066" y="1579762"/>
                  </a:lnTo>
                  <a:lnTo>
                    <a:pt x="7020398" y="1579762"/>
                  </a:lnTo>
                  <a:lnTo>
                    <a:pt x="7019730" y="1579762"/>
                  </a:lnTo>
                  <a:lnTo>
                    <a:pt x="7019062" y="1579762"/>
                  </a:lnTo>
                  <a:lnTo>
                    <a:pt x="7018394" y="1579762"/>
                  </a:lnTo>
                  <a:lnTo>
                    <a:pt x="7017726" y="1579762"/>
                  </a:lnTo>
                  <a:lnTo>
                    <a:pt x="7017058" y="1579762"/>
                  </a:lnTo>
                  <a:lnTo>
                    <a:pt x="7016390" y="1579762"/>
                  </a:lnTo>
                  <a:lnTo>
                    <a:pt x="7015722" y="1579762"/>
                  </a:lnTo>
                  <a:lnTo>
                    <a:pt x="7015054" y="1579762"/>
                  </a:lnTo>
                  <a:lnTo>
                    <a:pt x="7014385" y="1579762"/>
                  </a:lnTo>
                  <a:lnTo>
                    <a:pt x="7013717" y="1579762"/>
                  </a:lnTo>
                  <a:lnTo>
                    <a:pt x="7013049" y="1579762"/>
                  </a:lnTo>
                  <a:lnTo>
                    <a:pt x="7012381" y="1579762"/>
                  </a:lnTo>
                  <a:lnTo>
                    <a:pt x="7011713" y="1579762"/>
                  </a:lnTo>
                  <a:lnTo>
                    <a:pt x="7011045" y="1579762"/>
                  </a:lnTo>
                  <a:lnTo>
                    <a:pt x="7010377" y="1579762"/>
                  </a:lnTo>
                  <a:lnTo>
                    <a:pt x="7009709" y="1579762"/>
                  </a:lnTo>
                  <a:lnTo>
                    <a:pt x="7009041" y="1579762"/>
                  </a:lnTo>
                  <a:lnTo>
                    <a:pt x="7008373" y="1579762"/>
                  </a:lnTo>
                  <a:lnTo>
                    <a:pt x="7007705" y="1579762"/>
                  </a:lnTo>
                  <a:lnTo>
                    <a:pt x="7007037" y="1579762"/>
                  </a:lnTo>
                  <a:lnTo>
                    <a:pt x="7006369" y="1579762"/>
                  </a:lnTo>
                  <a:lnTo>
                    <a:pt x="7005701" y="1579762"/>
                  </a:lnTo>
                  <a:lnTo>
                    <a:pt x="7005033" y="1579762"/>
                  </a:lnTo>
                  <a:lnTo>
                    <a:pt x="7004365" y="1579762"/>
                  </a:lnTo>
                  <a:lnTo>
                    <a:pt x="7003697" y="1579762"/>
                  </a:lnTo>
                  <a:lnTo>
                    <a:pt x="7003029" y="1579762"/>
                  </a:lnTo>
                  <a:lnTo>
                    <a:pt x="7002361" y="1579762"/>
                  </a:lnTo>
                  <a:lnTo>
                    <a:pt x="7001693" y="1579762"/>
                  </a:lnTo>
                  <a:lnTo>
                    <a:pt x="7001025" y="1579762"/>
                  </a:lnTo>
                  <a:lnTo>
                    <a:pt x="7000357" y="1579762"/>
                  </a:lnTo>
                  <a:lnTo>
                    <a:pt x="6999689" y="1579762"/>
                  </a:lnTo>
                  <a:lnTo>
                    <a:pt x="6999021" y="1579762"/>
                  </a:lnTo>
                  <a:lnTo>
                    <a:pt x="6998353" y="1579762"/>
                  </a:lnTo>
                  <a:lnTo>
                    <a:pt x="6997685" y="1579762"/>
                  </a:lnTo>
                  <a:lnTo>
                    <a:pt x="6997017" y="1579762"/>
                  </a:lnTo>
                  <a:lnTo>
                    <a:pt x="6996349" y="1579762"/>
                  </a:lnTo>
                  <a:lnTo>
                    <a:pt x="6995681" y="1579762"/>
                  </a:lnTo>
                  <a:lnTo>
                    <a:pt x="6995013" y="1579762"/>
                  </a:lnTo>
                  <a:lnTo>
                    <a:pt x="6994345" y="1579762"/>
                  </a:lnTo>
                  <a:lnTo>
                    <a:pt x="6993677" y="1579762"/>
                  </a:lnTo>
                  <a:lnTo>
                    <a:pt x="6993009" y="1579762"/>
                  </a:lnTo>
                  <a:lnTo>
                    <a:pt x="6992341" y="1579762"/>
                  </a:lnTo>
                  <a:lnTo>
                    <a:pt x="6991673" y="1579762"/>
                  </a:lnTo>
                  <a:lnTo>
                    <a:pt x="6991005" y="1579762"/>
                  </a:lnTo>
                  <a:lnTo>
                    <a:pt x="6990337" y="1579762"/>
                  </a:lnTo>
                  <a:lnTo>
                    <a:pt x="6989668" y="1579762"/>
                  </a:lnTo>
                  <a:lnTo>
                    <a:pt x="6989000" y="1579762"/>
                  </a:lnTo>
                  <a:lnTo>
                    <a:pt x="6988332" y="1579762"/>
                  </a:lnTo>
                  <a:lnTo>
                    <a:pt x="6987664" y="1579762"/>
                  </a:lnTo>
                  <a:lnTo>
                    <a:pt x="6986996" y="1579762"/>
                  </a:lnTo>
                  <a:lnTo>
                    <a:pt x="6986328" y="1579762"/>
                  </a:lnTo>
                  <a:lnTo>
                    <a:pt x="6985660" y="1579762"/>
                  </a:lnTo>
                  <a:lnTo>
                    <a:pt x="6984992" y="1579762"/>
                  </a:lnTo>
                  <a:lnTo>
                    <a:pt x="6984324" y="1579762"/>
                  </a:lnTo>
                  <a:lnTo>
                    <a:pt x="6983656" y="1579762"/>
                  </a:lnTo>
                  <a:lnTo>
                    <a:pt x="6982988" y="1579762"/>
                  </a:lnTo>
                  <a:lnTo>
                    <a:pt x="6982320" y="1579762"/>
                  </a:lnTo>
                  <a:lnTo>
                    <a:pt x="6981652" y="1579762"/>
                  </a:lnTo>
                  <a:lnTo>
                    <a:pt x="6980984" y="1579762"/>
                  </a:lnTo>
                  <a:lnTo>
                    <a:pt x="6980316" y="1579762"/>
                  </a:lnTo>
                  <a:lnTo>
                    <a:pt x="6979648" y="1579762"/>
                  </a:lnTo>
                  <a:lnTo>
                    <a:pt x="6978980" y="1579762"/>
                  </a:lnTo>
                  <a:lnTo>
                    <a:pt x="6978312" y="1579762"/>
                  </a:lnTo>
                  <a:lnTo>
                    <a:pt x="6977644" y="1579762"/>
                  </a:lnTo>
                  <a:lnTo>
                    <a:pt x="6976976" y="1579762"/>
                  </a:lnTo>
                  <a:lnTo>
                    <a:pt x="6976308" y="1579762"/>
                  </a:lnTo>
                  <a:lnTo>
                    <a:pt x="6975640" y="1579762"/>
                  </a:lnTo>
                  <a:lnTo>
                    <a:pt x="6974972" y="1579762"/>
                  </a:lnTo>
                  <a:lnTo>
                    <a:pt x="6974304" y="1579762"/>
                  </a:lnTo>
                  <a:lnTo>
                    <a:pt x="6973636" y="1579762"/>
                  </a:lnTo>
                  <a:lnTo>
                    <a:pt x="6972968" y="1579762"/>
                  </a:lnTo>
                  <a:lnTo>
                    <a:pt x="6972300" y="1579762"/>
                  </a:lnTo>
                  <a:lnTo>
                    <a:pt x="6971632" y="1579762"/>
                  </a:lnTo>
                  <a:lnTo>
                    <a:pt x="6970964" y="1579762"/>
                  </a:lnTo>
                  <a:lnTo>
                    <a:pt x="6970296" y="1579762"/>
                  </a:lnTo>
                  <a:lnTo>
                    <a:pt x="6969628" y="1579762"/>
                  </a:lnTo>
                  <a:lnTo>
                    <a:pt x="6968960" y="1579762"/>
                  </a:lnTo>
                  <a:lnTo>
                    <a:pt x="6968292" y="1579762"/>
                  </a:lnTo>
                  <a:lnTo>
                    <a:pt x="6967624" y="1579762"/>
                  </a:lnTo>
                  <a:lnTo>
                    <a:pt x="6966956" y="1579762"/>
                  </a:lnTo>
                  <a:lnTo>
                    <a:pt x="6966288" y="1579762"/>
                  </a:lnTo>
                  <a:lnTo>
                    <a:pt x="6965620" y="1579762"/>
                  </a:lnTo>
                  <a:lnTo>
                    <a:pt x="6964951" y="1579762"/>
                  </a:lnTo>
                  <a:lnTo>
                    <a:pt x="6964283" y="1579762"/>
                  </a:lnTo>
                  <a:lnTo>
                    <a:pt x="6963615" y="1579762"/>
                  </a:lnTo>
                  <a:lnTo>
                    <a:pt x="6962947" y="1579762"/>
                  </a:lnTo>
                  <a:lnTo>
                    <a:pt x="6962279" y="1579762"/>
                  </a:lnTo>
                  <a:lnTo>
                    <a:pt x="6961611" y="1579762"/>
                  </a:lnTo>
                  <a:lnTo>
                    <a:pt x="6960943" y="1579762"/>
                  </a:lnTo>
                  <a:lnTo>
                    <a:pt x="6960275" y="1579762"/>
                  </a:lnTo>
                  <a:lnTo>
                    <a:pt x="6959607" y="1579762"/>
                  </a:lnTo>
                  <a:lnTo>
                    <a:pt x="6958939" y="1579762"/>
                  </a:lnTo>
                  <a:lnTo>
                    <a:pt x="6958271" y="1579762"/>
                  </a:lnTo>
                  <a:lnTo>
                    <a:pt x="6957603" y="1579762"/>
                  </a:lnTo>
                  <a:lnTo>
                    <a:pt x="6956935" y="1579762"/>
                  </a:lnTo>
                  <a:lnTo>
                    <a:pt x="6956267" y="1579762"/>
                  </a:lnTo>
                  <a:lnTo>
                    <a:pt x="6955599" y="1579762"/>
                  </a:lnTo>
                  <a:lnTo>
                    <a:pt x="6954931" y="1579762"/>
                  </a:lnTo>
                  <a:lnTo>
                    <a:pt x="6954263" y="1579762"/>
                  </a:lnTo>
                  <a:lnTo>
                    <a:pt x="6953595" y="1579762"/>
                  </a:lnTo>
                  <a:lnTo>
                    <a:pt x="6952927" y="1579762"/>
                  </a:lnTo>
                  <a:lnTo>
                    <a:pt x="6952259" y="1579762"/>
                  </a:lnTo>
                  <a:lnTo>
                    <a:pt x="6951591" y="1579762"/>
                  </a:lnTo>
                  <a:lnTo>
                    <a:pt x="6950923" y="1579762"/>
                  </a:lnTo>
                  <a:lnTo>
                    <a:pt x="6950255" y="1579762"/>
                  </a:lnTo>
                  <a:lnTo>
                    <a:pt x="6949587" y="1579762"/>
                  </a:lnTo>
                  <a:lnTo>
                    <a:pt x="6948919" y="1579762"/>
                  </a:lnTo>
                  <a:lnTo>
                    <a:pt x="6948251" y="1579762"/>
                  </a:lnTo>
                  <a:lnTo>
                    <a:pt x="6947583" y="1579762"/>
                  </a:lnTo>
                  <a:lnTo>
                    <a:pt x="6946915" y="1579762"/>
                  </a:lnTo>
                  <a:lnTo>
                    <a:pt x="6946247" y="1579762"/>
                  </a:lnTo>
                  <a:lnTo>
                    <a:pt x="6945579" y="1579762"/>
                  </a:lnTo>
                  <a:lnTo>
                    <a:pt x="6944911" y="1579762"/>
                  </a:lnTo>
                  <a:lnTo>
                    <a:pt x="6944243" y="1579762"/>
                  </a:lnTo>
                  <a:lnTo>
                    <a:pt x="6943575" y="1579762"/>
                  </a:lnTo>
                  <a:lnTo>
                    <a:pt x="6942907" y="1579762"/>
                  </a:lnTo>
                  <a:lnTo>
                    <a:pt x="6942239" y="1579762"/>
                  </a:lnTo>
                  <a:lnTo>
                    <a:pt x="6941571" y="1579762"/>
                  </a:lnTo>
                  <a:lnTo>
                    <a:pt x="6940902" y="1579762"/>
                  </a:lnTo>
                  <a:lnTo>
                    <a:pt x="6940234" y="1579762"/>
                  </a:lnTo>
                  <a:lnTo>
                    <a:pt x="6939566" y="1579762"/>
                  </a:lnTo>
                  <a:lnTo>
                    <a:pt x="6938898" y="1579762"/>
                  </a:lnTo>
                  <a:lnTo>
                    <a:pt x="6938230" y="1579762"/>
                  </a:lnTo>
                  <a:lnTo>
                    <a:pt x="6937562" y="1579762"/>
                  </a:lnTo>
                  <a:lnTo>
                    <a:pt x="6936894" y="1579762"/>
                  </a:lnTo>
                  <a:lnTo>
                    <a:pt x="6936226" y="1579762"/>
                  </a:lnTo>
                  <a:lnTo>
                    <a:pt x="6935558" y="1579762"/>
                  </a:lnTo>
                  <a:lnTo>
                    <a:pt x="6934890" y="1579762"/>
                  </a:lnTo>
                  <a:lnTo>
                    <a:pt x="6934222" y="1579762"/>
                  </a:lnTo>
                  <a:lnTo>
                    <a:pt x="6933554" y="1579762"/>
                  </a:lnTo>
                  <a:lnTo>
                    <a:pt x="6932886" y="1579762"/>
                  </a:lnTo>
                  <a:lnTo>
                    <a:pt x="6932218" y="1579762"/>
                  </a:lnTo>
                  <a:lnTo>
                    <a:pt x="6931550" y="1579762"/>
                  </a:lnTo>
                  <a:lnTo>
                    <a:pt x="6930882" y="1579762"/>
                  </a:lnTo>
                  <a:lnTo>
                    <a:pt x="6930214" y="1579762"/>
                  </a:lnTo>
                  <a:lnTo>
                    <a:pt x="6929546" y="1579762"/>
                  </a:lnTo>
                  <a:lnTo>
                    <a:pt x="6928878" y="1579762"/>
                  </a:lnTo>
                  <a:lnTo>
                    <a:pt x="6928210" y="1579762"/>
                  </a:lnTo>
                  <a:lnTo>
                    <a:pt x="6927542" y="1579762"/>
                  </a:lnTo>
                  <a:lnTo>
                    <a:pt x="6926874" y="1579762"/>
                  </a:lnTo>
                  <a:lnTo>
                    <a:pt x="6926206" y="1579762"/>
                  </a:lnTo>
                  <a:lnTo>
                    <a:pt x="6925538" y="1579762"/>
                  </a:lnTo>
                  <a:lnTo>
                    <a:pt x="6924870" y="1579762"/>
                  </a:lnTo>
                  <a:lnTo>
                    <a:pt x="6924202" y="1579762"/>
                  </a:lnTo>
                  <a:lnTo>
                    <a:pt x="6923534" y="1579762"/>
                  </a:lnTo>
                  <a:lnTo>
                    <a:pt x="6922866" y="1579762"/>
                  </a:lnTo>
                  <a:lnTo>
                    <a:pt x="6922198" y="1579762"/>
                  </a:lnTo>
                  <a:lnTo>
                    <a:pt x="6921530" y="1579762"/>
                  </a:lnTo>
                  <a:lnTo>
                    <a:pt x="6920862" y="1579762"/>
                  </a:lnTo>
                  <a:lnTo>
                    <a:pt x="6920194" y="1579762"/>
                  </a:lnTo>
                  <a:lnTo>
                    <a:pt x="6919526" y="1579762"/>
                  </a:lnTo>
                  <a:lnTo>
                    <a:pt x="6918858" y="1579762"/>
                  </a:lnTo>
                  <a:lnTo>
                    <a:pt x="6918190" y="1579762"/>
                  </a:lnTo>
                  <a:lnTo>
                    <a:pt x="6917522" y="1579762"/>
                  </a:lnTo>
                  <a:lnTo>
                    <a:pt x="6916854" y="1579762"/>
                  </a:lnTo>
                  <a:lnTo>
                    <a:pt x="6916185" y="1579762"/>
                  </a:lnTo>
                  <a:lnTo>
                    <a:pt x="6915517" y="1579762"/>
                  </a:lnTo>
                  <a:lnTo>
                    <a:pt x="6914849" y="1579762"/>
                  </a:lnTo>
                  <a:lnTo>
                    <a:pt x="6914181" y="1579762"/>
                  </a:lnTo>
                  <a:lnTo>
                    <a:pt x="6913513" y="1579762"/>
                  </a:lnTo>
                  <a:lnTo>
                    <a:pt x="6912845" y="1579762"/>
                  </a:lnTo>
                  <a:lnTo>
                    <a:pt x="6912177" y="1579762"/>
                  </a:lnTo>
                  <a:lnTo>
                    <a:pt x="6911509" y="1579762"/>
                  </a:lnTo>
                  <a:lnTo>
                    <a:pt x="6910841" y="1579762"/>
                  </a:lnTo>
                  <a:lnTo>
                    <a:pt x="6910173" y="1579762"/>
                  </a:lnTo>
                  <a:lnTo>
                    <a:pt x="6909505" y="1579762"/>
                  </a:lnTo>
                  <a:lnTo>
                    <a:pt x="6908837" y="1579762"/>
                  </a:lnTo>
                  <a:lnTo>
                    <a:pt x="6908169" y="1579762"/>
                  </a:lnTo>
                  <a:lnTo>
                    <a:pt x="6907501" y="1579762"/>
                  </a:lnTo>
                  <a:lnTo>
                    <a:pt x="6906833" y="1579762"/>
                  </a:lnTo>
                  <a:lnTo>
                    <a:pt x="6906165" y="1579762"/>
                  </a:lnTo>
                  <a:lnTo>
                    <a:pt x="6905497" y="1579762"/>
                  </a:lnTo>
                  <a:lnTo>
                    <a:pt x="6904829" y="1579762"/>
                  </a:lnTo>
                  <a:lnTo>
                    <a:pt x="6904161" y="1579762"/>
                  </a:lnTo>
                  <a:lnTo>
                    <a:pt x="6903493" y="1579762"/>
                  </a:lnTo>
                  <a:lnTo>
                    <a:pt x="6902825" y="1579762"/>
                  </a:lnTo>
                  <a:lnTo>
                    <a:pt x="6902157" y="1579762"/>
                  </a:lnTo>
                  <a:lnTo>
                    <a:pt x="6901489" y="1579762"/>
                  </a:lnTo>
                  <a:lnTo>
                    <a:pt x="6900821" y="1579762"/>
                  </a:lnTo>
                  <a:lnTo>
                    <a:pt x="6900153" y="1579762"/>
                  </a:lnTo>
                  <a:lnTo>
                    <a:pt x="6899485" y="1579762"/>
                  </a:lnTo>
                  <a:lnTo>
                    <a:pt x="6898817" y="1579762"/>
                  </a:lnTo>
                  <a:lnTo>
                    <a:pt x="6898149" y="1579762"/>
                  </a:lnTo>
                  <a:lnTo>
                    <a:pt x="6897481" y="1579762"/>
                  </a:lnTo>
                  <a:lnTo>
                    <a:pt x="6896813" y="1579762"/>
                  </a:lnTo>
                  <a:lnTo>
                    <a:pt x="6896145" y="1579762"/>
                  </a:lnTo>
                  <a:lnTo>
                    <a:pt x="6895477" y="1579762"/>
                  </a:lnTo>
                  <a:lnTo>
                    <a:pt x="6894809" y="1579762"/>
                  </a:lnTo>
                  <a:lnTo>
                    <a:pt x="6894141" y="1579762"/>
                  </a:lnTo>
                  <a:lnTo>
                    <a:pt x="6893473" y="1579762"/>
                  </a:lnTo>
                  <a:lnTo>
                    <a:pt x="6892805" y="1579762"/>
                  </a:lnTo>
                  <a:lnTo>
                    <a:pt x="6892137" y="1579762"/>
                  </a:lnTo>
                  <a:lnTo>
                    <a:pt x="6891468" y="1579762"/>
                  </a:lnTo>
                  <a:lnTo>
                    <a:pt x="6890800" y="1579762"/>
                  </a:lnTo>
                  <a:lnTo>
                    <a:pt x="6890132" y="1579762"/>
                  </a:lnTo>
                  <a:lnTo>
                    <a:pt x="6889464" y="1579762"/>
                  </a:lnTo>
                  <a:lnTo>
                    <a:pt x="6888796" y="1579762"/>
                  </a:lnTo>
                  <a:lnTo>
                    <a:pt x="6888128" y="1579762"/>
                  </a:lnTo>
                  <a:lnTo>
                    <a:pt x="6887460" y="1579762"/>
                  </a:lnTo>
                  <a:lnTo>
                    <a:pt x="6886792" y="1579762"/>
                  </a:lnTo>
                  <a:lnTo>
                    <a:pt x="6886124" y="1579762"/>
                  </a:lnTo>
                  <a:lnTo>
                    <a:pt x="6885456" y="1579762"/>
                  </a:lnTo>
                  <a:lnTo>
                    <a:pt x="6884788" y="1579762"/>
                  </a:lnTo>
                  <a:lnTo>
                    <a:pt x="6884120" y="1579762"/>
                  </a:lnTo>
                  <a:lnTo>
                    <a:pt x="6883452" y="1579762"/>
                  </a:lnTo>
                  <a:lnTo>
                    <a:pt x="6882784" y="1579762"/>
                  </a:lnTo>
                  <a:lnTo>
                    <a:pt x="6882116" y="1579762"/>
                  </a:lnTo>
                  <a:lnTo>
                    <a:pt x="6881448" y="1579762"/>
                  </a:lnTo>
                  <a:lnTo>
                    <a:pt x="6880780" y="1579762"/>
                  </a:lnTo>
                  <a:lnTo>
                    <a:pt x="6880112" y="1579762"/>
                  </a:lnTo>
                  <a:lnTo>
                    <a:pt x="6879444" y="1579762"/>
                  </a:lnTo>
                  <a:lnTo>
                    <a:pt x="6878776" y="1579762"/>
                  </a:lnTo>
                  <a:lnTo>
                    <a:pt x="6878108" y="1579762"/>
                  </a:lnTo>
                  <a:lnTo>
                    <a:pt x="6877440" y="1579762"/>
                  </a:lnTo>
                  <a:lnTo>
                    <a:pt x="6876772" y="1579762"/>
                  </a:lnTo>
                  <a:lnTo>
                    <a:pt x="6876104" y="1579762"/>
                  </a:lnTo>
                  <a:lnTo>
                    <a:pt x="6875436" y="1579762"/>
                  </a:lnTo>
                  <a:lnTo>
                    <a:pt x="6874768" y="1579762"/>
                  </a:lnTo>
                  <a:lnTo>
                    <a:pt x="6874100" y="1579762"/>
                  </a:lnTo>
                  <a:lnTo>
                    <a:pt x="6873432" y="1579762"/>
                  </a:lnTo>
                  <a:lnTo>
                    <a:pt x="6872764" y="1579762"/>
                  </a:lnTo>
                  <a:lnTo>
                    <a:pt x="6872096" y="1579762"/>
                  </a:lnTo>
                  <a:lnTo>
                    <a:pt x="6871428" y="1579762"/>
                  </a:lnTo>
                  <a:lnTo>
                    <a:pt x="6870760" y="1579762"/>
                  </a:lnTo>
                  <a:lnTo>
                    <a:pt x="6870092" y="1579762"/>
                  </a:lnTo>
                  <a:lnTo>
                    <a:pt x="6869424" y="1579762"/>
                  </a:lnTo>
                  <a:lnTo>
                    <a:pt x="6868756" y="1579762"/>
                  </a:lnTo>
                  <a:lnTo>
                    <a:pt x="6868088" y="1579762"/>
                  </a:lnTo>
                  <a:lnTo>
                    <a:pt x="6867420" y="1579762"/>
                  </a:lnTo>
                  <a:lnTo>
                    <a:pt x="6866751" y="1579762"/>
                  </a:lnTo>
                  <a:lnTo>
                    <a:pt x="6866083" y="1579762"/>
                  </a:lnTo>
                  <a:lnTo>
                    <a:pt x="6865415" y="1579762"/>
                  </a:lnTo>
                  <a:lnTo>
                    <a:pt x="6864747" y="1579762"/>
                  </a:lnTo>
                  <a:lnTo>
                    <a:pt x="6864079" y="1579762"/>
                  </a:lnTo>
                  <a:lnTo>
                    <a:pt x="6863411" y="1579762"/>
                  </a:lnTo>
                  <a:lnTo>
                    <a:pt x="6862743" y="1579762"/>
                  </a:lnTo>
                  <a:lnTo>
                    <a:pt x="6862075" y="1579762"/>
                  </a:lnTo>
                  <a:lnTo>
                    <a:pt x="6861407" y="1579762"/>
                  </a:lnTo>
                  <a:lnTo>
                    <a:pt x="6860739" y="1579762"/>
                  </a:lnTo>
                  <a:lnTo>
                    <a:pt x="6860071" y="1579762"/>
                  </a:lnTo>
                  <a:lnTo>
                    <a:pt x="6859403" y="1579762"/>
                  </a:lnTo>
                  <a:lnTo>
                    <a:pt x="6858735" y="1579762"/>
                  </a:lnTo>
                  <a:lnTo>
                    <a:pt x="6858067" y="1579762"/>
                  </a:lnTo>
                  <a:lnTo>
                    <a:pt x="6857399" y="1579762"/>
                  </a:lnTo>
                  <a:lnTo>
                    <a:pt x="6856731" y="1579762"/>
                  </a:lnTo>
                  <a:lnTo>
                    <a:pt x="6856063" y="1579762"/>
                  </a:lnTo>
                  <a:lnTo>
                    <a:pt x="6855395" y="1579762"/>
                  </a:lnTo>
                  <a:lnTo>
                    <a:pt x="6854727" y="1579762"/>
                  </a:lnTo>
                  <a:lnTo>
                    <a:pt x="6854059" y="1579762"/>
                  </a:lnTo>
                  <a:lnTo>
                    <a:pt x="6853391" y="1579762"/>
                  </a:lnTo>
                  <a:lnTo>
                    <a:pt x="6852723" y="1579762"/>
                  </a:lnTo>
                  <a:lnTo>
                    <a:pt x="6852055" y="1579762"/>
                  </a:lnTo>
                  <a:lnTo>
                    <a:pt x="6851387" y="1579762"/>
                  </a:lnTo>
                  <a:lnTo>
                    <a:pt x="6850719" y="1579762"/>
                  </a:lnTo>
                  <a:lnTo>
                    <a:pt x="6850051" y="1579762"/>
                  </a:lnTo>
                  <a:lnTo>
                    <a:pt x="6849383" y="1579762"/>
                  </a:lnTo>
                  <a:lnTo>
                    <a:pt x="6848715" y="1579762"/>
                  </a:lnTo>
                  <a:lnTo>
                    <a:pt x="6848047" y="1579762"/>
                  </a:lnTo>
                  <a:lnTo>
                    <a:pt x="6847379" y="1579762"/>
                  </a:lnTo>
                  <a:lnTo>
                    <a:pt x="6846711" y="1579762"/>
                  </a:lnTo>
                  <a:lnTo>
                    <a:pt x="6846043" y="1579762"/>
                  </a:lnTo>
                  <a:lnTo>
                    <a:pt x="6845375" y="1579762"/>
                  </a:lnTo>
                  <a:lnTo>
                    <a:pt x="6844707" y="1579762"/>
                  </a:lnTo>
                  <a:lnTo>
                    <a:pt x="6844039" y="1579762"/>
                  </a:lnTo>
                  <a:lnTo>
                    <a:pt x="6843371" y="1579762"/>
                  </a:lnTo>
                  <a:lnTo>
                    <a:pt x="6842702" y="1579762"/>
                  </a:lnTo>
                  <a:lnTo>
                    <a:pt x="6842034" y="1579762"/>
                  </a:lnTo>
                  <a:lnTo>
                    <a:pt x="6841366" y="1579762"/>
                  </a:lnTo>
                  <a:lnTo>
                    <a:pt x="6840698" y="1579762"/>
                  </a:lnTo>
                  <a:lnTo>
                    <a:pt x="6840030" y="1579762"/>
                  </a:lnTo>
                  <a:lnTo>
                    <a:pt x="6839362" y="1579762"/>
                  </a:lnTo>
                  <a:lnTo>
                    <a:pt x="6838694" y="1579762"/>
                  </a:lnTo>
                  <a:lnTo>
                    <a:pt x="6838026" y="1579762"/>
                  </a:lnTo>
                  <a:lnTo>
                    <a:pt x="6837358" y="1579762"/>
                  </a:lnTo>
                  <a:lnTo>
                    <a:pt x="6836690" y="1579762"/>
                  </a:lnTo>
                  <a:lnTo>
                    <a:pt x="6836022" y="1579762"/>
                  </a:lnTo>
                  <a:lnTo>
                    <a:pt x="6835354" y="1579762"/>
                  </a:lnTo>
                  <a:lnTo>
                    <a:pt x="6834686" y="1579762"/>
                  </a:lnTo>
                  <a:lnTo>
                    <a:pt x="6834018" y="1579762"/>
                  </a:lnTo>
                  <a:lnTo>
                    <a:pt x="6833350" y="1579762"/>
                  </a:lnTo>
                  <a:lnTo>
                    <a:pt x="6832682" y="1579762"/>
                  </a:lnTo>
                  <a:lnTo>
                    <a:pt x="6832014" y="1579762"/>
                  </a:lnTo>
                  <a:lnTo>
                    <a:pt x="6831346" y="1579762"/>
                  </a:lnTo>
                  <a:lnTo>
                    <a:pt x="6830678" y="1579762"/>
                  </a:lnTo>
                  <a:lnTo>
                    <a:pt x="6830010" y="1579762"/>
                  </a:lnTo>
                  <a:lnTo>
                    <a:pt x="6829342" y="1579762"/>
                  </a:lnTo>
                  <a:lnTo>
                    <a:pt x="6828674" y="1579762"/>
                  </a:lnTo>
                  <a:lnTo>
                    <a:pt x="6828006" y="1579762"/>
                  </a:lnTo>
                  <a:lnTo>
                    <a:pt x="6827338" y="1579762"/>
                  </a:lnTo>
                  <a:lnTo>
                    <a:pt x="6826670" y="1579762"/>
                  </a:lnTo>
                  <a:lnTo>
                    <a:pt x="6826002" y="1579762"/>
                  </a:lnTo>
                  <a:lnTo>
                    <a:pt x="6825334" y="1579762"/>
                  </a:lnTo>
                  <a:lnTo>
                    <a:pt x="6824666" y="1579762"/>
                  </a:lnTo>
                  <a:lnTo>
                    <a:pt x="6823998" y="1579762"/>
                  </a:lnTo>
                  <a:lnTo>
                    <a:pt x="6823330" y="1579762"/>
                  </a:lnTo>
                  <a:lnTo>
                    <a:pt x="6822662" y="1579762"/>
                  </a:lnTo>
                  <a:lnTo>
                    <a:pt x="6821994" y="1579762"/>
                  </a:lnTo>
                  <a:lnTo>
                    <a:pt x="6821326" y="1579762"/>
                  </a:lnTo>
                  <a:lnTo>
                    <a:pt x="6820658" y="1579762"/>
                  </a:lnTo>
                  <a:lnTo>
                    <a:pt x="6819990" y="1579762"/>
                  </a:lnTo>
                  <a:lnTo>
                    <a:pt x="6819322" y="1579762"/>
                  </a:lnTo>
                  <a:lnTo>
                    <a:pt x="6818654" y="1579762"/>
                  </a:lnTo>
                  <a:lnTo>
                    <a:pt x="6817985" y="1579762"/>
                  </a:lnTo>
                  <a:lnTo>
                    <a:pt x="6817317" y="1579762"/>
                  </a:lnTo>
                  <a:lnTo>
                    <a:pt x="6816649" y="1579762"/>
                  </a:lnTo>
                  <a:lnTo>
                    <a:pt x="6815981" y="1579762"/>
                  </a:lnTo>
                  <a:lnTo>
                    <a:pt x="6815313" y="1579762"/>
                  </a:lnTo>
                  <a:lnTo>
                    <a:pt x="6814645" y="1579762"/>
                  </a:lnTo>
                  <a:lnTo>
                    <a:pt x="6813977" y="1579762"/>
                  </a:lnTo>
                  <a:lnTo>
                    <a:pt x="6813309" y="1579762"/>
                  </a:lnTo>
                  <a:lnTo>
                    <a:pt x="6812641" y="1579762"/>
                  </a:lnTo>
                  <a:lnTo>
                    <a:pt x="6811973" y="1579762"/>
                  </a:lnTo>
                  <a:lnTo>
                    <a:pt x="6811305" y="1579762"/>
                  </a:lnTo>
                  <a:lnTo>
                    <a:pt x="6810637" y="1579762"/>
                  </a:lnTo>
                  <a:lnTo>
                    <a:pt x="6809969" y="1579762"/>
                  </a:lnTo>
                  <a:lnTo>
                    <a:pt x="6809301" y="1579762"/>
                  </a:lnTo>
                  <a:lnTo>
                    <a:pt x="6808633" y="1579762"/>
                  </a:lnTo>
                  <a:lnTo>
                    <a:pt x="6807965" y="1579762"/>
                  </a:lnTo>
                  <a:lnTo>
                    <a:pt x="6807297" y="1579762"/>
                  </a:lnTo>
                  <a:lnTo>
                    <a:pt x="6806629" y="1579762"/>
                  </a:lnTo>
                  <a:lnTo>
                    <a:pt x="6805961" y="1579762"/>
                  </a:lnTo>
                  <a:lnTo>
                    <a:pt x="6805293" y="1579762"/>
                  </a:lnTo>
                  <a:lnTo>
                    <a:pt x="6804625" y="1579762"/>
                  </a:lnTo>
                  <a:lnTo>
                    <a:pt x="6803957" y="1579762"/>
                  </a:lnTo>
                  <a:lnTo>
                    <a:pt x="6803289" y="1579762"/>
                  </a:lnTo>
                  <a:lnTo>
                    <a:pt x="6802621" y="1579762"/>
                  </a:lnTo>
                  <a:lnTo>
                    <a:pt x="6801953" y="1579762"/>
                  </a:lnTo>
                  <a:lnTo>
                    <a:pt x="6801285" y="1579762"/>
                  </a:lnTo>
                  <a:lnTo>
                    <a:pt x="6800617" y="1579762"/>
                  </a:lnTo>
                  <a:lnTo>
                    <a:pt x="6799949" y="1579762"/>
                  </a:lnTo>
                  <a:lnTo>
                    <a:pt x="6799281" y="1579762"/>
                  </a:lnTo>
                  <a:lnTo>
                    <a:pt x="6798613" y="1579762"/>
                  </a:lnTo>
                  <a:lnTo>
                    <a:pt x="6797945" y="1579762"/>
                  </a:lnTo>
                  <a:lnTo>
                    <a:pt x="6797277" y="1579762"/>
                  </a:lnTo>
                  <a:lnTo>
                    <a:pt x="6796609" y="1579762"/>
                  </a:lnTo>
                  <a:lnTo>
                    <a:pt x="6795941" y="1579762"/>
                  </a:lnTo>
                  <a:lnTo>
                    <a:pt x="6795273" y="1579762"/>
                  </a:lnTo>
                  <a:lnTo>
                    <a:pt x="6794605" y="1579762"/>
                  </a:lnTo>
                  <a:lnTo>
                    <a:pt x="6793937" y="1579762"/>
                  </a:lnTo>
                  <a:lnTo>
                    <a:pt x="6793268" y="1579762"/>
                  </a:lnTo>
                  <a:lnTo>
                    <a:pt x="6792600" y="1579762"/>
                  </a:lnTo>
                  <a:lnTo>
                    <a:pt x="6791932" y="1579762"/>
                  </a:lnTo>
                  <a:lnTo>
                    <a:pt x="6791264" y="1579762"/>
                  </a:lnTo>
                  <a:lnTo>
                    <a:pt x="6790596" y="1579762"/>
                  </a:lnTo>
                  <a:lnTo>
                    <a:pt x="6789928" y="1579762"/>
                  </a:lnTo>
                  <a:lnTo>
                    <a:pt x="6789260" y="1579762"/>
                  </a:lnTo>
                  <a:lnTo>
                    <a:pt x="6788592" y="1579762"/>
                  </a:lnTo>
                  <a:lnTo>
                    <a:pt x="6787924" y="1579762"/>
                  </a:lnTo>
                  <a:lnTo>
                    <a:pt x="6787256" y="1579762"/>
                  </a:lnTo>
                  <a:lnTo>
                    <a:pt x="6786588" y="1579762"/>
                  </a:lnTo>
                  <a:lnTo>
                    <a:pt x="6785920" y="1579762"/>
                  </a:lnTo>
                  <a:lnTo>
                    <a:pt x="6785252" y="1579762"/>
                  </a:lnTo>
                  <a:lnTo>
                    <a:pt x="6784584" y="1579762"/>
                  </a:lnTo>
                  <a:lnTo>
                    <a:pt x="6783916" y="1579762"/>
                  </a:lnTo>
                  <a:lnTo>
                    <a:pt x="6783248" y="1579762"/>
                  </a:lnTo>
                  <a:lnTo>
                    <a:pt x="6782580" y="1579762"/>
                  </a:lnTo>
                  <a:lnTo>
                    <a:pt x="6781912" y="1579762"/>
                  </a:lnTo>
                  <a:lnTo>
                    <a:pt x="6781244" y="1579762"/>
                  </a:lnTo>
                  <a:lnTo>
                    <a:pt x="6780576" y="1579762"/>
                  </a:lnTo>
                  <a:lnTo>
                    <a:pt x="6779908" y="1579762"/>
                  </a:lnTo>
                  <a:lnTo>
                    <a:pt x="6779240" y="1579762"/>
                  </a:lnTo>
                  <a:lnTo>
                    <a:pt x="6778572" y="1579762"/>
                  </a:lnTo>
                  <a:lnTo>
                    <a:pt x="6777904" y="1579762"/>
                  </a:lnTo>
                  <a:lnTo>
                    <a:pt x="6777236" y="1579762"/>
                  </a:lnTo>
                  <a:lnTo>
                    <a:pt x="6776568" y="1579762"/>
                  </a:lnTo>
                  <a:lnTo>
                    <a:pt x="6775900" y="1579762"/>
                  </a:lnTo>
                  <a:lnTo>
                    <a:pt x="6775232" y="1579762"/>
                  </a:lnTo>
                  <a:lnTo>
                    <a:pt x="6774564" y="1579762"/>
                  </a:lnTo>
                  <a:lnTo>
                    <a:pt x="6773896" y="1579762"/>
                  </a:lnTo>
                  <a:lnTo>
                    <a:pt x="6773228" y="1579762"/>
                  </a:lnTo>
                  <a:lnTo>
                    <a:pt x="6772560" y="1579762"/>
                  </a:lnTo>
                  <a:lnTo>
                    <a:pt x="6771892" y="1579762"/>
                  </a:lnTo>
                  <a:lnTo>
                    <a:pt x="6771224" y="1579762"/>
                  </a:lnTo>
                  <a:lnTo>
                    <a:pt x="6770556" y="1579762"/>
                  </a:lnTo>
                  <a:lnTo>
                    <a:pt x="6769888" y="1579762"/>
                  </a:lnTo>
                  <a:lnTo>
                    <a:pt x="6769220" y="1579762"/>
                  </a:lnTo>
                  <a:lnTo>
                    <a:pt x="6768551" y="1579762"/>
                  </a:lnTo>
                  <a:lnTo>
                    <a:pt x="6767883" y="1579762"/>
                  </a:lnTo>
                  <a:lnTo>
                    <a:pt x="6767215" y="1579762"/>
                  </a:lnTo>
                  <a:lnTo>
                    <a:pt x="6766547" y="1579762"/>
                  </a:lnTo>
                  <a:lnTo>
                    <a:pt x="6765879" y="1579762"/>
                  </a:lnTo>
                  <a:lnTo>
                    <a:pt x="6765211" y="1579762"/>
                  </a:lnTo>
                  <a:lnTo>
                    <a:pt x="6764543" y="1579762"/>
                  </a:lnTo>
                  <a:lnTo>
                    <a:pt x="6763875" y="1579762"/>
                  </a:lnTo>
                  <a:lnTo>
                    <a:pt x="6763207" y="1579762"/>
                  </a:lnTo>
                  <a:lnTo>
                    <a:pt x="6762539" y="1579762"/>
                  </a:lnTo>
                  <a:lnTo>
                    <a:pt x="6761871" y="1579762"/>
                  </a:lnTo>
                  <a:lnTo>
                    <a:pt x="6761203" y="1579762"/>
                  </a:lnTo>
                  <a:lnTo>
                    <a:pt x="6760535" y="1579762"/>
                  </a:lnTo>
                  <a:lnTo>
                    <a:pt x="6759867" y="1579762"/>
                  </a:lnTo>
                  <a:lnTo>
                    <a:pt x="6759199" y="1579762"/>
                  </a:lnTo>
                  <a:lnTo>
                    <a:pt x="6758531" y="1579762"/>
                  </a:lnTo>
                  <a:lnTo>
                    <a:pt x="6757863" y="1579762"/>
                  </a:lnTo>
                  <a:lnTo>
                    <a:pt x="6757195" y="1579762"/>
                  </a:lnTo>
                  <a:lnTo>
                    <a:pt x="6756527" y="1579762"/>
                  </a:lnTo>
                  <a:lnTo>
                    <a:pt x="6755859" y="1579762"/>
                  </a:lnTo>
                  <a:lnTo>
                    <a:pt x="6755191" y="1579762"/>
                  </a:lnTo>
                  <a:lnTo>
                    <a:pt x="6754523" y="1579762"/>
                  </a:lnTo>
                  <a:lnTo>
                    <a:pt x="6753855" y="1579762"/>
                  </a:lnTo>
                  <a:lnTo>
                    <a:pt x="6753187" y="1579762"/>
                  </a:lnTo>
                  <a:lnTo>
                    <a:pt x="6752519" y="1579762"/>
                  </a:lnTo>
                  <a:lnTo>
                    <a:pt x="6751851" y="1579762"/>
                  </a:lnTo>
                  <a:lnTo>
                    <a:pt x="6751183" y="1579762"/>
                  </a:lnTo>
                  <a:lnTo>
                    <a:pt x="6750515" y="1579762"/>
                  </a:lnTo>
                  <a:lnTo>
                    <a:pt x="6749847" y="1579762"/>
                  </a:lnTo>
                  <a:lnTo>
                    <a:pt x="6749179" y="1579762"/>
                  </a:lnTo>
                  <a:lnTo>
                    <a:pt x="6748511" y="1579762"/>
                  </a:lnTo>
                  <a:lnTo>
                    <a:pt x="6747843" y="1579762"/>
                  </a:lnTo>
                  <a:lnTo>
                    <a:pt x="6747175" y="1579762"/>
                  </a:lnTo>
                  <a:lnTo>
                    <a:pt x="6746507" y="1579762"/>
                  </a:lnTo>
                  <a:lnTo>
                    <a:pt x="6745839" y="1579762"/>
                  </a:lnTo>
                  <a:lnTo>
                    <a:pt x="6745171" y="1579762"/>
                  </a:lnTo>
                  <a:lnTo>
                    <a:pt x="6744502" y="1579762"/>
                  </a:lnTo>
                  <a:lnTo>
                    <a:pt x="6743834" y="1579762"/>
                  </a:lnTo>
                  <a:lnTo>
                    <a:pt x="6743166" y="1579762"/>
                  </a:lnTo>
                  <a:lnTo>
                    <a:pt x="6742498" y="1579762"/>
                  </a:lnTo>
                  <a:lnTo>
                    <a:pt x="6741830" y="1579762"/>
                  </a:lnTo>
                  <a:lnTo>
                    <a:pt x="6741162" y="1579762"/>
                  </a:lnTo>
                  <a:lnTo>
                    <a:pt x="6740494" y="1579762"/>
                  </a:lnTo>
                  <a:lnTo>
                    <a:pt x="6739826" y="1579762"/>
                  </a:lnTo>
                  <a:lnTo>
                    <a:pt x="6739158" y="1579762"/>
                  </a:lnTo>
                  <a:lnTo>
                    <a:pt x="6738490" y="1579762"/>
                  </a:lnTo>
                  <a:lnTo>
                    <a:pt x="6737822" y="1579762"/>
                  </a:lnTo>
                  <a:lnTo>
                    <a:pt x="6737154" y="1579762"/>
                  </a:lnTo>
                  <a:lnTo>
                    <a:pt x="6736486" y="1579762"/>
                  </a:lnTo>
                  <a:lnTo>
                    <a:pt x="6735818" y="1579762"/>
                  </a:lnTo>
                  <a:lnTo>
                    <a:pt x="6735150" y="1579762"/>
                  </a:lnTo>
                  <a:lnTo>
                    <a:pt x="6734482" y="1579762"/>
                  </a:lnTo>
                  <a:lnTo>
                    <a:pt x="6733814" y="1579762"/>
                  </a:lnTo>
                  <a:lnTo>
                    <a:pt x="6733146" y="1579762"/>
                  </a:lnTo>
                  <a:lnTo>
                    <a:pt x="6732478" y="1579762"/>
                  </a:lnTo>
                  <a:lnTo>
                    <a:pt x="6731810" y="1579762"/>
                  </a:lnTo>
                  <a:lnTo>
                    <a:pt x="6731142" y="1579762"/>
                  </a:lnTo>
                  <a:lnTo>
                    <a:pt x="6730474" y="1579762"/>
                  </a:lnTo>
                  <a:lnTo>
                    <a:pt x="6729806" y="1579762"/>
                  </a:lnTo>
                  <a:lnTo>
                    <a:pt x="6729138" y="1579762"/>
                  </a:lnTo>
                  <a:lnTo>
                    <a:pt x="6728470" y="1579762"/>
                  </a:lnTo>
                  <a:lnTo>
                    <a:pt x="6727802" y="1579762"/>
                  </a:lnTo>
                  <a:lnTo>
                    <a:pt x="6727134" y="1579762"/>
                  </a:lnTo>
                  <a:lnTo>
                    <a:pt x="6726466" y="1579762"/>
                  </a:lnTo>
                  <a:lnTo>
                    <a:pt x="6725798" y="1579762"/>
                  </a:lnTo>
                  <a:lnTo>
                    <a:pt x="6725130" y="1579762"/>
                  </a:lnTo>
                  <a:lnTo>
                    <a:pt x="6724462" y="1579762"/>
                  </a:lnTo>
                  <a:lnTo>
                    <a:pt x="6723794" y="1579762"/>
                  </a:lnTo>
                  <a:lnTo>
                    <a:pt x="6723126" y="1579762"/>
                  </a:lnTo>
                  <a:lnTo>
                    <a:pt x="6722458" y="1579762"/>
                  </a:lnTo>
                  <a:lnTo>
                    <a:pt x="6721790" y="1579762"/>
                  </a:lnTo>
                  <a:lnTo>
                    <a:pt x="6721122" y="1579762"/>
                  </a:lnTo>
                  <a:lnTo>
                    <a:pt x="6720454" y="1579762"/>
                  </a:lnTo>
                  <a:lnTo>
                    <a:pt x="6719785" y="1579762"/>
                  </a:lnTo>
                  <a:lnTo>
                    <a:pt x="6719117" y="1579762"/>
                  </a:lnTo>
                  <a:lnTo>
                    <a:pt x="6718449" y="1579762"/>
                  </a:lnTo>
                  <a:lnTo>
                    <a:pt x="6717781" y="1579762"/>
                  </a:lnTo>
                  <a:lnTo>
                    <a:pt x="6717113" y="1579762"/>
                  </a:lnTo>
                  <a:lnTo>
                    <a:pt x="6716445" y="1579762"/>
                  </a:lnTo>
                  <a:lnTo>
                    <a:pt x="6715777" y="1579762"/>
                  </a:lnTo>
                  <a:lnTo>
                    <a:pt x="6715109" y="1579762"/>
                  </a:lnTo>
                  <a:lnTo>
                    <a:pt x="6714441" y="1579762"/>
                  </a:lnTo>
                  <a:lnTo>
                    <a:pt x="6713773" y="1579762"/>
                  </a:lnTo>
                  <a:lnTo>
                    <a:pt x="6713105" y="1579762"/>
                  </a:lnTo>
                  <a:lnTo>
                    <a:pt x="6712437" y="1579762"/>
                  </a:lnTo>
                  <a:lnTo>
                    <a:pt x="6711769" y="1579762"/>
                  </a:lnTo>
                  <a:lnTo>
                    <a:pt x="6711101" y="1579762"/>
                  </a:lnTo>
                  <a:lnTo>
                    <a:pt x="6710433" y="1579762"/>
                  </a:lnTo>
                  <a:lnTo>
                    <a:pt x="6709765" y="1579762"/>
                  </a:lnTo>
                  <a:lnTo>
                    <a:pt x="6709097" y="1579762"/>
                  </a:lnTo>
                  <a:lnTo>
                    <a:pt x="6708429" y="1579762"/>
                  </a:lnTo>
                  <a:lnTo>
                    <a:pt x="6707761" y="1579762"/>
                  </a:lnTo>
                  <a:lnTo>
                    <a:pt x="6707093" y="1579762"/>
                  </a:lnTo>
                  <a:lnTo>
                    <a:pt x="6706425" y="1579762"/>
                  </a:lnTo>
                  <a:lnTo>
                    <a:pt x="6705757" y="1579762"/>
                  </a:lnTo>
                  <a:lnTo>
                    <a:pt x="6705089" y="1579762"/>
                  </a:lnTo>
                  <a:lnTo>
                    <a:pt x="6704421" y="1579762"/>
                  </a:lnTo>
                  <a:lnTo>
                    <a:pt x="6703753" y="1579762"/>
                  </a:lnTo>
                  <a:lnTo>
                    <a:pt x="6703085" y="1579762"/>
                  </a:lnTo>
                  <a:lnTo>
                    <a:pt x="6702417" y="1579762"/>
                  </a:lnTo>
                  <a:lnTo>
                    <a:pt x="6701749" y="1579762"/>
                  </a:lnTo>
                  <a:lnTo>
                    <a:pt x="6701081" y="1579762"/>
                  </a:lnTo>
                  <a:lnTo>
                    <a:pt x="6700413" y="1579762"/>
                  </a:lnTo>
                  <a:lnTo>
                    <a:pt x="6699745" y="1579762"/>
                  </a:lnTo>
                  <a:lnTo>
                    <a:pt x="6699077" y="1579762"/>
                  </a:lnTo>
                  <a:lnTo>
                    <a:pt x="6698409" y="1579762"/>
                  </a:lnTo>
                  <a:lnTo>
                    <a:pt x="6697741" y="1579762"/>
                  </a:lnTo>
                  <a:lnTo>
                    <a:pt x="6697073" y="1579762"/>
                  </a:lnTo>
                  <a:lnTo>
                    <a:pt x="6696405" y="1579762"/>
                  </a:lnTo>
                  <a:lnTo>
                    <a:pt x="6695737" y="1579762"/>
                  </a:lnTo>
                  <a:lnTo>
                    <a:pt x="6695068" y="1579762"/>
                  </a:lnTo>
                  <a:lnTo>
                    <a:pt x="6694400" y="1579762"/>
                  </a:lnTo>
                  <a:lnTo>
                    <a:pt x="6693732" y="1579762"/>
                  </a:lnTo>
                  <a:lnTo>
                    <a:pt x="6693064" y="1579762"/>
                  </a:lnTo>
                  <a:lnTo>
                    <a:pt x="6692396" y="1579762"/>
                  </a:lnTo>
                  <a:lnTo>
                    <a:pt x="6691728" y="1579762"/>
                  </a:lnTo>
                  <a:lnTo>
                    <a:pt x="6691060" y="1579762"/>
                  </a:lnTo>
                  <a:lnTo>
                    <a:pt x="6690392" y="1579762"/>
                  </a:lnTo>
                  <a:lnTo>
                    <a:pt x="6689724" y="1579762"/>
                  </a:lnTo>
                  <a:lnTo>
                    <a:pt x="6689056" y="1579762"/>
                  </a:lnTo>
                  <a:lnTo>
                    <a:pt x="6688388" y="1579762"/>
                  </a:lnTo>
                  <a:lnTo>
                    <a:pt x="6687720" y="1579762"/>
                  </a:lnTo>
                  <a:lnTo>
                    <a:pt x="6687052" y="1579762"/>
                  </a:lnTo>
                  <a:lnTo>
                    <a:pt x="6686384" y="1579762"/>
                  </a:lnTo>
                  <a:lnTo>
                    <a:pt x="6685716" y="1579762"/>
                  </a:lnTo>
                  <a:lnTo>
                    <a:pt x="6685048" y="1579762"/>
                  </a:lnTo>
                  <a:lnTo>
                    <a:pt x="6684380" y="1579762"/>
                  </a:lnTo>
                  <a:lnTo>
                    <a:pt x="6683712" y="1579762"/>
                  </a:lnTo>
                  <a:lnTo>
                    <a:pt x="6683044" y="1579762"/>
                  </a:lnTo>
                  <a:lnTo>
                    <a:pt x="6682376" y="1579762"/>
                  </a:lnTo>
                  <a:lnTo>
                    <a:pt x="6681708" y="1579762"/>
                  </a:lnTo>
                  <a:lnTo>
                    <a:pt x="6681040" y="1579762"/>
                  </a:lnTo>
                  <a:lnTo>
                    <a:pt x="6680372" y="1579762"/>
                  </a:lnTo>
                  <a:lnTo>
                    <a:pt x="6679704" y="1579762"/>
                  </a:lnTo>
                  <a:lnTo>
                    <a:pt x="6679036" y="1579762"/>
                  </a:lnTo>
                  <a:lnTo>
                    <a:pt x="6678368" y="1579762"/>
                  </a:lnTo>
                  <a:lnTo>
                    <a:pt x="6677700" y="1579762"/>
                  </a:lnTo>
                  <a:lnTo>
                    <a:pt x="6677032" y="1579762"/>
                  </a:lnTo>
                  <a:lnTo>
                    <a:pt x="6676364" y="1579762"/>
                  </a:lnTo>
                  <a:lnTo>
                    <a:pt x="6675696" y="1579762"/>
                  </a:lnTo>
                  <a:lnTo>
                    <a:pt x="6675028" y="1579762"/>
                  </a:lnTo>
                  <a:lnTo>
                    <a:pt x="6674360" y="1579762"/>
                  </a:lnTo>
                  <a:lnTo>
                    <a:pt x="6673692" y="1579762"/>
                  </a:lnTo>
                  <a:lnTo>
                    <a:pt x="6673024" y="1579762"/>
                  </a:lnTo>
                  <a:lnTo>
                    <a:pt x="6672356" y="1579762"/>
                  </a:lnTo>
                  <a:lnTo>
                    <a:pt x="6671688" y="1579762"/>
                  </a:lnTo>
                  <a:lnTo>
                    <a:pt x="6671020" y="1579762"/>
                  </a:lnTo>
                  <a:lnTo>
                    <a:pt x="6670351" y="1579762"/>
                  </a:lnTo>
                  <a:lnTo>
                    <a:pt x="6669683" y="1579762"/>
                  </a:lnTo>
                  <a:lnTo>
                    <a:pt x="6669015" y="1579762"/>
                  </a:lnTo>
                  <a:lnTo>
                    <a:pt x="6668347" y="1579762"/>
                  </a:lnTo>
                  <a:lnTo>
                    <a:pt x="6667679" y="1579762"/>
                  </a:lnTo>
                  <a:lnTo>
                    <a:pt x="6667011" y="1579762"/>
                  </a:lnTo>
                  <a:lnTo>
                    <a:pt x="6666343" y="1579762"/>
                  </a:lnTo>
                  <a:lnTo>
                    <a:pt x="6665675" y="1579762"/>
                  </a:lnTo>
                  <a:lnTo>
                    <a:pt x="6665007" y="1579762"/>
                  </a:lnTo>
                  <a:lnTo>
                    <a:pt x="6664339" y="1579762"/>
                  </a:lnTo>
                  <a:lnTo>
                    <a:pt x="6663671" y="1579762"/>
                  </a:lnTo>
                  <a:lnTo>
                    <a:pt x="6663003" y="1579762"/>
                  </a:lnTo>
                  <a:lnTo>
                    <a:pt x="6662335" y="1579762"/>
                  </a:lnTo>
                  <a:lnTo>
                    <a:pt x="6661667" y="1579762"/>
                  </a:lnTo>
                  <a:lnTo>
                    <a:pt x="6660999" y="1579762"/>
                  </a:lnTo>
                  <a:lnTo>
                    <a:pt x="6660331" y="1579762"/>
                  </a:lnTo>
                  <a:lnTo>
                    <a:pt x="6659663" y="1579762"/>
                  </a:lnTo>
                  <a:lnTo>
                    <a:pt x="6658995" y="1579762"/>
                  </a:lnTo>
                  <a:lnTo>
                    <a:pt x="6658327" y="1579762"/>
                  </a:lnTo>
                  <a:lnTo>
                    <a:pt x="6657659" y="1579762"/>
                  </a:lnTo>
                  <a:lnTo>
                    <a:pt x="6656991" y="1579762"/>
                  </a:lnTo>
                  <a:lnTo>
                    <a:pt x="6656323" y="1579762"/>
                  </a:lnTo>
                  <a:lnTo>
                    <a:pt x="6655655" y="1579762"/>
                  </a:lnTo>
                  <a:lnTo>
                    <a:pt x="6654987" y="1579762"/>
                  </a:lnTo>
                  <a:lnTo>
                    <a:pt x="6654319" y="1579762"/>
                  </a:lnTo>
                  <a:lnTo>
                    <a:pt x="6653651" y="1579762"/>
                  </a:lnTo>
                  <a:lnTo>
                    <a:pt x="6652983" y="1579762"/>
                  </a:lnTo>
                  <a:lnTo>
                    <a:pt x="6652315" y="1579762"/>
                  </a:lnTo>
                  <a:lnTo>
                    <a:pt x="6651647" y="1579762"/>
                  </a:lnTo>
                  <a:lnTo>
                    <a:pt x="6650979" y="1579762"/>
                  </a:lnTo>
                  <a:lnTo>
                    <a:pt x="6650311" y="1579762"/>
                  </a:lnTo>
                  <a:lnTo>
                    <a:pt x="6649643" y="1579762"/>
                  </a:lnTo>
                  <a:lnTo>
                    <a:pt x="6648975" y="1579762"/>
                  </a:lnTo>
                  <a:lnTo>
                    <a:pt x="6648307" y="1579762"/>
                  </a:lnTo>
                  <a:lnTo>
                    <a:pt x="6647639" y="1579762"/>
                  </a:lnTo>
                  <a:lnTo>
                    <a:pt x="6646971" y="1579762"/>
                  </a:lnTo>
                  <a:lnTo>
                    <a:pt x="6646302" y="1579762"/>
                  </a:lnTo>
                  <a:lnTo>
                    <a:pt x="6645634" y="1579762"/>
                  </a:lnTo>
                  <a:lnTo>
                    <a:pt x="6644966" y="1579762"/>
                  </a:lnTo>
                  <a:lnTo>
                    <a:pt x="6644298" y="1579762"/>
                  </a:lnTo>
                  <a:lnTo>
                    <a:pt x="6643630" y="1579762"/>
                  </a:lnTo>
                  <a:lnTo>
                    <a:pt x="6642962" y="1579762"/>
                  </a:lnTo>
                  <a:lnTo>
                    <a:pt x="6642294" y="1579762"/>
                  </a:lnTo>
                  <a:lnTo>
                    <a:pt x="6641626" y="1579762"/>
                  </a:lnTo>
                  <a:lnTo>
                    <a:pt x="6640958" y="1579762"/>
                  </a:lnTo>
                  <a:lnTo>
                    <a:pt x="6640290" y="1579762"/>
                  </a:lnTo>
                  <a:lnTo>
                    <a:pt x="6639622" y="1579762"/>
                  </a:lnTo>
                  <a:lnTo>
                    <a:pt x="6638954" y="1579762"/>
                  </a:lnTo>
                  <a:lnTo>
                    <a:pt x="6638286" y="1579762"/>
                  </a:lnTo>
                  <a:lnTo>
                    <a:pt x="6637618" y="1579762"/>
                  </a:lnTo>
                  <a:lnTo>
                    <a:pt x="6636950" y="1579762"/>
                  </a:lnTo>
                  <a:lnTo>
                    <a:pt x="6636282" y="1579762"/>
                  </a:lnTo>
                  <a:lnTo>
                    <a:pt x="6635614" y="1579762"/>
                  </a:lnTo>
                  <a:lnTo>
                    <a:pt x="6634946" y="1579762"/>
                  </a:lnTo>
                  <a:lnTo>
                    <a:pt x="6634278" y="1579762"/>
                  </a:lnTo>
                  <a:lnTo>
                    <a:pt x="6633610" y="1579762"/>
                  </a:lnTo>
                  <a:lnTo>
                    <a:pt x="6632942" y="1579762"/>
                  </a:lnTo>
                  <a:lnTo>
                    <a:pt x="6632274" y="1579762"/>
                  </a:lnTo>
                  <a:lnTo>
                    <a:pt x="6631606" y="1579762"/>
                  </a:lnTo>
                  <a:lnTo>
                    <a:pt x="6630938" y="1579762"/>
                  </a:lnTo>
                  <a:lnTo>
                    <a:pt x="6630270" y="1579762"/>
                  </a:lnTo>
                  <a:lnTo>
                    <a:pt x="6629602" y="1579762"/>
                  </a:lnTo>
                  <a:lnTo>
                    <a:pt x="6628934" y="1579762"/>
                  </a:lnTo>
                  <a:lnTo>
                    <a:pt x="6628266" y="1579762"/>
                  </a:lnTo>
                  <a:lnTo>
                    <a:pt x="6627598" y="1579762"/>
                  </a:lnTo>
                  <a:lnTo>
                    <a:pt x="6626930" y="1579762"/>
                  </a:lnTo>
                  <a:lnTo>
                    <a:pt x="6626262" y="1579762"/>
                  </a:lnTo>
                  <a:lnTo>
                    <a:pt x="6625594" y="1579762"/>
                  </a:lnTo>
                  <a:lnTo>
                    <a:pt x="6624926" y="1579762"/>
                  </a:lnTo>
                  <a:lnTo>
                    <a:pt x="6624258" y="1579762"/>
                  </a:lnTo>
                  <a:lnTo>
                    <a:pt x="6623590" y="1579762"/>
                  </a:lnTo>
                  <a:lnTo>
                    <a:pt x="6622922" y="1579762"/>
                  </a:lnTo>
                  <a:lnTo>
                    <a:pt x="6622254" y="1579762"/>
                  </a:lnTo>
                  <a:lnTo>
                    <a:pt x="6621585" y="1579762"/>
                  </a:lnTo>
                  <a:lnTo>
                    <a:pt x="6620917" y="1579762"/>
                  </a:lnTo>
                  <a:lnTo>
                    <a:pt x="6620249" y="1579762"/>
                  </a:lnTo>
                  <a:lnTo>
                    <a:pt x="6619581" y="1579762"/>
                  </a:lnTo>
                  <a:lnTo>
                    <a:pt x="6618913" y="1579762"/>
                  </a:lnTo>
                  <a:lnTo>
                    <a:pt x="6618245" y="1579762"/>
                  </a:lnTo>
                  <a:lnTo>
                    <a:pt x="6617577" y="1579762"/>
                  </a:lnTo>
                  <a:lnTo>
                    <a:pt x="6616909" y="1579762"/>
                  </a:lnTo>
                  <a:lnTo>
                    <a:pt x="6616241" y="1579762"/>
                  </a:lnTo>
                  <a:lnTo>
                    <a:pt x="6615573" y="1579762"/>
                  </a:lnTo>
                  <a:lnTo>
                    <a:pt x="6614905" y="1579762"/>
                  </a:lnTo>
                  <a:lnTo>
                    <a:pt x="6614237" y="1579762"/>
                  </a:lnTo>
                  <a:lnTo>
                    <a:pt x="6613569" y="1579762"/>
                  </a:lnTo>
                  <a:lnTo>
                    <a:pt x="6612901" y="1579762"/>
                  </a:lnTo>
                  <a:lnTo>
                    <a:pt x="6612233" y="1579762"/>
                  </a:lnTo>
                  <a:lnTo>
                    <a:pt x="6611565" y="1579762"/>
                  </a:lnTo>
                  <a:lnTo>
                    <a:pt x="6610897" y="1579762"/>
                  </a:lnTo>
                  <a:lnTo>
                    <a:pt x="6610229" y="1579762"/>
                  </a:lnTo>
                  <a:lnTo>
                    <a:pt x="6609561" y="1579762"/>
                  </a:lnTo>
                  <a:lnTo>
                    <a:pt x="6608893" y="1579762"/>
                  </a:lnTo>
                  <a:lnTo>
                    <a:pt x="6608225" y="1579762"/>
                  </a:lnTo>
                  <a:lnTo>
                    <a:pt x="6607557" y="1579762"/>
                  </a:lnTo>
                  <a:lnTo>
                    <a:pt x="6606889" y="1579762"/>
                  </a:lnTo>
                  <a:lnTo>
                    <a:pt x="6606221" y="1579762"/>
                  </a:lnTo>
                  <a:lnTo>
                    <a:pt x="6605553" y="1579762"/>
                  </a:lnTo>
                  <a:lnTo>
                    <a:pt x="6604885" y="1579762"/>
                  </a:lnTo>
                  <a:lnTo>
                    <a:pt x="6604217" y="1579762"/>
                  </a:lnTo>
                  <a:lnTo>
                    <a:pt x="6603549" y="1579762"/>
                  </a:lnTo>
                  <a:lnTo>
                    <a:pt x="6602881" y="1579762"/>
                  </a:lnTo>
                  <a:lnTo>
                    <a:pt x="6602213" y="1579762"/>
                  </a:lnTo>
                  <a:lnTo>
                    <a:pt x="6601545" y="1579762"/>
                  </a:lnTo>
                  <a:lnTo>
                    <a:pt x="6600877" y="1579762"/>
                  </a:lnTo>
                  <a:lnTo>
                    <a:pt x="6600209" y="1579762"/>
                  </a:lnTo>
                  <a:lnTo>
                    <a:pt x="6599541" y="1579762"/>
                  </a:lnTo>
                  <a:lnTo>
                    <a:pt x="6598873" y="1579762"/>
                  </a:lnTo>
                  <a:lnTo>
                    <a:pt x="6598205" y="1579762"/>
                  </a:lnTo>
                  <a:lnTo>
                    <a:pt x="6597537" y="1579762"/>
                  </a:lnTo>
                  <a:lnTo>
                    <a:pt x="6596868" y="1579762"/>
                  </a:lnTo>
                  <a:lnTo>
                    <a:pt x="6596200" y="1579762"/>
                  </a:lnTo>
                  <a:lnTo>
                    <a:pt x="6595532" y="1579762"/>
                  </a:lnTo>
                  <a:lnTo>
                    <a:pt x="6594864" y="1579762"/>
                  </a:lnTo>
                  <a:lnTo>
                    <a:pt x="6594196" y="1579762"/>
                  </a:lnTo>
                  <a:lnTo>
                    <a:pt x="6593528" y="1579762"/>
                  </a:lnTo>
                  <a:lnTo>
                    <a:pt x="6592860" y="1579762"/>
                  </a:lnTo>
                  <a:lnTo>
                    <a:pt x="6592192" y="1579762"/>
                  </a:lnTo>
                  <a:lnTo>
                    <a:pt x="6591524" y="1579762"/>
                  </a:lnTo>
                  <a:lnTo>
                    <a:pt x="6590856" y="1579762"/>
                  </a:lnTo>
                  <a:lnTo>
                    <a:pt x="6590188" y="1579762"/>
                  </a:lnTo>
                  <a:lnTo>
                    <a:pt x="6589520" y="1579762"/>
                  </a:lnTo>
                  <a:lnTo>
                    <a:pt x="6588852" y="1579762"/>
                  </a:lnTo>
                  <a:lnTo>
                    <a:pt x="6588184" y="1579762"/>
                  </a:lnTo>
                  <a:lnTo>
                    <a:pt x="6587516" y="1579762"/>
                  </a:lnTo>
                  <a:lnTo>
                    <a:pt x="6586848" y="1579762"/>
                  </a:lnTo>
                  <a:lnTo>
                    <a:pt x="6586180" y="1579762"/>
                  </a:lnTo>
                  <a:lnTo>
                    <a:pt x="6585512" y="1579762"/>
                  </a:lnTo>
                  <a:lnTo>
                    <a:pt x="6584844" y="1579762"/>
                  </a:lnTo>
                  <a:lnTo>
                    <a:pt x="6584176" y="1579762"/>
                  </a:lnTo>
                  <a:lnTo>
                    <a:pt x="6583508" y="1579762"/>
                  </a:lnTo>
                  <a:lnTo>
                    <a:pt x="6582840" y="1579762"/>
                  </a:lnTo>
                  <a:lnTo>
                    <a:pt x="6582172" y="1579762"/>
                  </a:lnTo>
                  <a:lnTo>
                    <a:pt x="6581504" y="1579762"/>
                  </a:lnTo>
                  <a:lnTo>
                    <a:pt x="6580836" y="1579762"/>
                  </a:lnTo>
                  <a:lnTo>
                    <a:pt x="6580168" y="1579762"/>
                  </a:lnTo>
                  <a:lnTo>
                    <a:pt x="6579500" y="1579762"/>
                  </a:lnTo>
                  <a:lnTo>
                    <a:pt x="6578832" y="1579762"/>
                  </a:lnTo>
                  <a:lnTo>
                    <a:pt x="6578164" y="1579762"/>
                  </a:lnTo>
                  <a:lnTo>
                    <a:pt x="6577496" y="1579762"/>
                  </a:lnTo>
                  <a:lnTo>
                    <a:pt x="6576828" y="1579762"/>
                  </a:lnTo>
                  <a:lnTo>
                    <a:pt x="6576160" y="1579762"/>
                  </a:lnTo>
                  <a:lnTo>
                    <a:pt x="6575492" y="1579762"/>
                  </a:lnTo>
                  <a:lnTo>
                    <a:pt x="6574824" y="1579762"/>
                  </a:lnTo>
                  <a:lnTo>
                    <a:pt x="6574156" y="1579762"/>
                  </a:lnTo>
                  <a:lnTo>
                    <a:pt x="6573488" y="1579762"/>
                  </a:lnTo>
                  <a:lnTo>
                    <a:pt x="6572820" y="1579762"/>
                  </a:lnTo>
                  <a:lnTo>
                    <a:pt x="6572151" y="1579762"/>
                  </a:lnTo>
                  <a:lnTo>
                    <a:pt x="6571483" y="1579762"/>
                  </a:lnTo>
                  <a:lnTo>
                    <a:pt x="6570815" y="1579762"/>
                  </a:lnTo>
                  <a:lnTo>
                    <a:pt x="6570147" y="1579762"/>
                  </a:lnTo>
                  <a:lnTo>
                    <a:pt x="6569479" y="1579762"/>
                  </a:lnTo>
                  <a:lnTo>
                    <a:pt x="6568811" y="1579762"/>
                  </a:lnTo>
                  <a:lnTo>
                    <a:pt x="6568143" y="1579762"/>
                  </a:lnTo>
                  <a:lnTo>
                    <a:pt x="6567475" y="1579762"/>
                  </a:lnTo>
                  <a:lnTo>
                    <a:pt x="6566807" y="1579762"/>
                  </a:lnTo>
                  <a:lnTo>
                    <a:pt x="6566139" y="1579762"/>
                  </a:lnTo>
                  <a:lnTo>
                    <a:pt x="6565471" y="1579762"/>
                  </a:lnTo>
                  <a:lnTo>
                    <a:pt x="6564803" y="1579762"/>
                  </a:lnTo>
                  <a:lnTo>
                    <a:pt x="6564135" y="1579762"/>
                  </a:lnTo>
                  <a:lnTo>
                    <a:pt x="6563467" y="1579762"/>
                  </a:lnTo>
                  <a:lnTo>
                    <a:pt x="6562799" y="1579762"/>
                  </a:lnTo>
                  <a:lnTo>
                    <a:pt x="6562131" y="1579762"/>
                  </a:lnTo>
                  <a:lnTo>
                    <a:pt x="6561463" y="1579762"/>
                  </a:lnTo>
                  <a:lnTo>
                    <a:pt x="6560795" y="1579762"/>
                  </a:lnTo>
                  <a:lnTo>
                    <a:pt x="6560127" y="1579762"/>
                  </a:lnTo>
                  <a:lnTo>
                    <a:pt x="6559459" y="1579762"/>
                  </a:lnTo>
                  <a:lnTo>
                    <a:pt x="6558791" y="1579762"/>
                  </a:lnTo>
                  <a:lnTo>
                    <a:pt x="6558123" y="1579762"/>
                  </a:lnTo>
                  <a:lnTo>
                    <a:pt x="6557455" y="1579762"/>
                  </a:lnTo>
                  <a:lnTo>
                    <a:pt x="6556787" y="1579762"/>
                  </a:lnTo>
                  <a:lnTo>
                    <a:pt x="6556119" y="1579762"/>
                  </a:lnTo>
                  <a:lnTo>
                    <a:pt x="6555451" y="1579762"/>
                  </a:lnTo>
                  <a:lnTo>
                    <a:pt x="6554783" y="1579762"/>
                  </a:lnTo>
                  <a:lnTo>
                    <a:pt x="6554115" y="1579762"/>
                  </a:lnTo>
                  <a:lnTo>
                    <a:pt x="6553447" y="1579762"/>
                  </a:lnTo>
                  <a:lnTo>
                    <a:pt x="6552779" y="1579762"/>
                  </a:lnTo>
                  <a:lnTo>
                    <a:pt x="6552111" y="1579762"/>
                  </a:lnTo>
                  <a:lnTo>
                    <a:pt x="6551443" y="1579762"/>
                  </a:lnTo>
                  <a:lnTo>
                    <a:pt x="6550775" y="1579762"/>
                  </a:lnTo>
                  <a:lnTo>
                    <a:pt x="6550107" y="1579762"/>
                  </a:lnTo>
                  <a:lnTo>
                    <a:pt x="6549439" y="1579762"/>
                  </a:lnTo>
                  <a:lnTo>
                    <a:pt x="6548771" y="1579762"/>
                  </a:lnTo>
                  <a:lnTo>
                    <a:pt x="6548102" y="1579762"/>
                  </a:lnTo>
                  <a:lnTo>
                    <a:pt x="6547434" y="1579762"/>
                  </a:lnTo>
                  <a:lnTo>
                    <a:pt x="6546766" y="1579762"/>
                  </a:lnTo>
                  <a:lnTo>
                    <a:pt x="6546098" y="1579762"/>
                  </a:lnTo>
                  <a:lnTo>
                    <a:pt x="6545430" y="1579762"/>
                  </a:lnTo>
                  <a:lnTo>
                    <a:pt x="6544762" y="1579762"/>
                  </a:lnTo>
                  <a:lnTo>
                    <a:pt x="6544094" y="1579762"/>
                  </a:lnTo>
                  <a:lnTo>
                    <a:pt x="6543426" y="1579762"/>
                  </a:lnTo>
                  <a:lnTo>
                    <a:pt x="6542758" y="1579762"/>
                  </a:lnTo>
                  <a:lnTo>
                    <a:pt x="6542090" y="1579762"/>
                  </a:lnTo>
                  <a:lnTo>
                    <a:pt x="6541422" y="1579762"/>
                  </a:lnTo>
                  <a:lnTo>
                    <a:pt x="6540754" y="1579762"/>
                  </a:lnTo>
                  <a:lnTo>
                    <a:pt x="6540086" y="1579762"/>
                  </a:lnTo>
                  <a:lnTo>
                    <a:pt x="6539418" y="1579762"/>
                  </a:lnTo>
                  <a:lnTo>
                    <a:pt x="6538750" y="1579762"/>
                  </a:lnTo>
                  <a:lnTo>
                    <a:pt x="6538082" y="1579762"/>
                  </a:lnTo>
                  <a:lnTo>
                    <a:pt x="6537414" y="1579762"/>
                  </a:lnTo>
                  <a:lnTo>
                    <a:pt x="6536746" y="1579762"/>
                  </a:lnTo>
                  <a:lnTo>
                    <a:pt x="6536078" y="1579762"/>
                  </a:lnTo>
                  <a:lnTo>
                    <a:pt x="6535410" y="1579762"/>
                  </a:lnTo>
                  <a:lnTo>
                    <a:pt x="6534742" y="1579762"/>
                  </a:lnTo>
                  <a:lnTo>
                    <a:pt x="6534074" y="1579762"/>
                  </a:lnTo>
                  <a:lnTo>
                    <a:pt x="6533406" y="1579762"/>
                  </a:lnTo>
                  <a:lnTo>
                    <a:pt x="6532738" y="1579762"/>
                  </a:lnTo>
                  <a:lnTo>
                    <a:pt x="6532070" y="1579762"/>
                  </a:lnTo>
                  <a:lnTo>
                    <a:pt x="6531402" y="1579762"/>
                  </a:lnTo>
                  <a:lnTo>
                    <a:pt x="6530734" y="1579762"/>
                  </a:lnTo>
                  <a:lnTo>
                    <a:pt x="6530066" y="1579762"/>
                  </a:lnTo>
                  <a:lnTo>
                    <a:pt x="6529398" y="1579762"/>
                  </a:lnTo>
                  <a:lnTo>
                    <a:pt x="6528730" y="1579762"/>
                  </a:lnTo>
                  <a:lnTo>
                    <a:pt x="6528062" y="1579762"/>
                  </a:lnTo>
                  <a:lnTo>
                    <a:pt x="6527394" y="1579762"/>
                  </a:lnTo>
                  <a:lnTo>
                    <a:pt x="6526726" y="1579762"/>
                  </a:lnTo>
                  <a:lnTo>
                    <a:pt x="6526058" y="1579762"/>
                  </a:lnTo>
                  <a:lnTo>
                    <a:pt x="6525390" y="1579762"/>
                  </a:lnTo>
                  <a:lnTo>
                    <a:pt x="6524722" y="1579762"/>
                  </a:lnTo>
                  <a:lnTo>
                    <a:pt x="6524054" y="1579762"/>
                  </a:lnTo>
                  <a:lnTo>
                    <a:pt x="6523385" y="1579762"/>
                  </a:lnTo>
                  <a:lnTo>
                    <a:pt x="6522717" y="1579762"/>
                  </a:lnTo>
                  <a:lnTo>
                    <a:pt x="6522049" y="1579762"/>
                  </a:lnTo>
                  <a:lnTo>
                    <a:pt x="6521381" y="1579762"/>
                  </a:lnTo>
                  <a:lnTo>
                    <a:pt x="6520713" y="1579762"/>
                  </a:lnTo>
                  <a:lnTo>
                    <a:pt x="6520045" y="1579762"/>
                  </a:lnTo>
                  <a:lnTo>
                    <a:pt x="6519377" y="1579762"/>
                  </a:lnTo>
                  <a:lnTo>
                    <a:pt x="6518709" y="1579762"/>
                  </a:lnTo>
                  <a:lnTo>
                    <a:pt x="6518041" y="1579762"/>
                  </a:lnTo>
                  <a:lnTo>
                    <a:pt x="6517373" y="1579762"/>
                  </a:lnTo>
                  <a:lnTo>
                    <a:pt x="6516705" y="1579762"/>
                  </a:lnTo>
                  <a:lnTo>
                    <a:pt x="6516037" y="1579762"/>
                  </a:lnTo>
                  <a:lnTo>
                    <a:pt x="6515369" y="1579762"/>
                  </a:lnTo>
                  <a:lnTo>
                    <a:pt x="6514701" y="1579762"/>
                  </a:lnTo>
                  <a:lnTo>
                    <a:pt x="6514033" y="1579762"/>
                  </a:lnTo>
                  <a:lnTo>
                    <a:pt x="6513365" y="1579762"/>
                  </a:lnTo>
                  <a:lnTo>
                    <a:pt x="6512697" y="1579762"/>
                  </a:lnTo>
                  <a:lnTo>
                    <a:pt x="6512029" y="1579762"/>
                  </a:lnTo>
                  <a:lnTo>
                    <a:pt x="6511361" y="1579762"/>
                  </a:lnTo>
                  <a:lnTo>
                    <a:pt x="6510693" y="1579762"/>
                  </a:lnTo>
                  <a:lnTo>
                    <a:pt x="6510025" y="1579762"/>
                  </a:lnTo>
                  <a:lnTo>
                    <a:pt x="6509357" y="1579762"/>
                  </a:lnTo>
                  <a:lnTo>
                    <a:pt x="6508689" y="1579762"/>
                  </a:lnTo>
                  <a:lnTo>
                    <a:pt x="6508021" y="1579762"/>
                  </a:lnTo>
                  <a:lnTo>
                    <a:pt x="6507353" y="1579762"/>
                  </a:lnTo>
                  <a:lnTo>
                    <a:pt x="6506685" y="1579762"/>
                  </a:lnTo>
                  <a:lnTo>
                    <a:pt x="6506017" y="1579762"/>
                  </a:lnTo>
                  <a:lnTo>
                    <a:pt x="6505349" y="1579762"/>
                  </a:lnTo>
                  <a:lnTo>
                    <a:pt x="6504681" y="1579762"/>
                  </a:lnTo>
                  <a:lnTo>
                    <a:pt x="6504013" y="1579762"/>
                  </a:lnTo>
                  <a:lnTo>
                    <a:pt x="6503345" y="1579762"/>
                  </a:lnTo>
                  <a:lnTo>
                    <a:pt x="6502677" y="1579762"/>
                  </a:lnTo>
                  <a:lnTo>
                    <a:pt x="6502009" y="1579762"/>
                  </a:lnTo>
                  <a:lnTo>
                    <a:pt x="6501341" y="1579762"/>
                  </a:lnTo>
                  <a:lnTo>
                    <a:pt x="6500673" y="1579762"/>
                  </a:lnTo>
                  <a:lnTo>
                    <a:pt x="6500005" y="1579762"/>
                  </a:lnTo>
                  <a:lnTo>
                    <a:pt x="6499337" y="1579762"/>
                  </a:lnTo>
                  <a:lnTo>
                    <a:pt x="6498668" y="1579762"/>
                  </a:lnTo>
                  <a:lnTo>
                    <a:pt x="6498000" y="1579762"/>
                  </a:lnTo>
                  <a:lnTo>
                    <a:pt x="6497332" y="1579762"/>
                  </a:lnTo>
                  <a:lnTo>
                    <a:pt x="6496664" y="1579762"/>
                  </a:lnTo>
                  <a:lnTo>
                    <a:pt x="6495996" y="1579762"/>
                  </a:lnTo>
                  <a:lnTo>
                    <a:pt x="6495328" y="1579762"/>
                  </a:lnTo>
                  <a:lnTo>
                    <a:pt x="6494660" y="1579762"/>
                  </a:lnTo>
                  <a:lnTo>
                    <a:pt x="6493992" y="1579762"/>
                  </a:lnTo>
                  <a:lnTo>
                    <a:pt x="6493324" y="1579762"/>
                  </a:lnTo>
                  <a:lnTo>
                    <a:pt x="6492656" y="1579762"/>
                  </a:lnTo>
                  <a:lnTo>
                    <a:pt x="6491988" y="1579762"/>
                  </a:lnTo>
                  <a:lnTo>
                    <a:pt x="6491320" y="1579762"/>
                  </a:lnTo>
                  <a:lnTo>
                    <a:pt x="6490652" y="1579762"/>
                  </a:lnTo>
                  <a:lnTo>
                    <a:pt x="6489984" y="1579762"/>
                  </a:lnTo>
                  <a:lnTo>
                    <a:pt x="6489316" y="1579762"/>
                  </a:lnTo>
                  <a:lnTo>
                    <a:pt x="6488648" y="1579762"/>
                  </a:lnTo>
                  <a:lnTo>
                    <a:pt x="6487980" y="1579762"/>
                  </a:lnTo>
                  <a:lnTo>
                    <a:pt x="6487312" y="1579762"/>
                  </a:lnTo>
                  <a:lnTo>
                    <a:pt x="6486644" y="1579762"/>
                  </a:lnTo>
                  <a:lnTo>
                    <a:pt x="6485976" y="1579762"/>
                  </a:lnTo>
                  <a:lnTo>
                    <a:pt x="6485308" y="1579762"/>
                  </a:lnTo>
                  <a:lnTo>
                    <a:pt x="6484640" y="1579762"/>
                  </a:lnTo>
                  <a:lnTo>
                    <a:pt x="6483972" y="1579762"/>
                  </a:lnTo>
                  <a:lnTo>
                    <a:pt x="6483304" y="1579762"/>
                  </a:lnTo>
                  <a:lnTo>
                    <a:pt x="6482636" y="1579762"/>
                  </a:lnTo>
                  <a:lnTo>
                    <a:pt x="6481968" y="1579762"/>
                  </a:lnTo>
                  <a:lnTo>
                    <a:pt x="6481300" y="1579762"/>
                  </a:lnTo>
                  <a:lnTo>
                    <a:pt x="6480632" y="1579762"/>
                  </a:lnTo>
                  <a:lnTo>
                    <a:pt x="6479964" y="1579762"/>
                  </a:lnTo>
                  <a:lnTo>
                    <a:pt x="6479296" y="1579762"/>
                  </a:lnTo>
                  <a:lnTo>
                    <a:pt x="6478628" y="1579762"/>
                  </a:lnTo>
                  <a:lnTo>
                    <a:pt x="6477960" y="1579762"/>
                  </a:lnTo>
                  <a:lnTo>
                    <a:pt x="6477292" y="1579762"/>
                  </a:lnTo>
                  <a:lnTo>
                    <a:pt x="6476624" y="1579762"/>
                  </a:lnTo>
                  <a:lnTo>
                    <a:pt x="6475956" y="1579762"/>
                  </a:lnTo>
                  <a:lnTo>
                    <a:pt x="6475288" y="1579762"/>
                  </a:lnTo>
                  <a:lnTo>
                    <a:pt x="6474620" y="1579762"/>
                  </a:lnTo>
                  <a:lnTo>
                    <a:pt x="6473951" y="1579762"/>
                  </a:lnTo>
                  <a:lnTo>
                    <a:pt x="6473283" y="1579762"/>
                  </a:lnTo>
                  <a:lnTo>
                    <a:pt x="6472615" y="1579762"/>
                  </a:lnTo>
                  <a:lnTo>
                    <a:pt x="6471947" y="1579762"/>
                  </a:lnTo>
                  <a:lnTo>
                    <a:pt x="6471279" y="1579762"/>
                  </a:lnTo>
                  <a:lnTo>
                    <a:pt x="6470611" y="1579762"/>
                  </a:lnTo>
                  <a:lnTo>
                    <a:pt x="6469943" y="1579762"/>
                  </a:lnTo>
                  <a:lnTo>
                    <a:pt x="6469275" y="1579762"/>
                  </a:lnTo>
                  <a:lnTo>
                    <a:pt x="6468607" y="1579762"/>
                  </a:lnTo>
                  <a:lnTo>
                    <a:pt x="6467939" y="1579762"/>
                  </a:lnTo>
                  <a:lnTo>
                    <a:pt x="6467271" y="1579762"/>
                  </a:lnTo>
                  <a:lnTo>
                    <a:pt x="6466603" y="1579762"/>
                  </a:lnTo>
                  <a:lnTo>
                    <a:pt x="6465935" y="1579762"/>
                  </a:lnTo>
                  <a:lnTo>
                    <a:pt x="6465267" y="1579762"/>
                  </a:lnTo>
                  <a:lnTo>
                    <a:pt x="6464599" y="1579762"/>
                  </a:lnTo>
                  <a:lnTo>
                    <a:pt x="6463931" y="1579762"/>
                  </a:lnTo>
                  <a:lnTo>
                    <a:pt x="6463263" y="1579762"/>
                  </a:lnTo>
                  <a:lnTo>
                    <a:pt x="6462595" y="1579762"/>
                  </a:lnTo>
                  <a:lnTo>
                    <a:pt x="6461927" y="1579762"/>
                  </a:lnTo>
                  <a:lnTo>
                    <a:pt x="6461259" y="1579762"/>
                  </a:lnTo>
                  <a:lnTo>
                    <a:pt x="6460591" y="1579762"/>
                  </a:lnTo>
                  <a:lnTo>
                    <a:pt x="6459923" y="1579762"/>
                  </a:lnTo>
                  <a:lnTo>
                    <a:pt x="6459255" y="1579762"/>
                  </a:lnTo>
                  <a:lnTo>
                    <a:pt x="6458587" y="1579762"/>
                  </a:lnTo>
                  <a:lnTo>
                    <a:pt x="6457919" y="1579762"/>
                  </a:lnTo>
                  <a:lnTo>
                    <a:pt x="6457251" y="1579762"/>
                  </a:lnTo>
                  <a:lnTo>
                    <a:pt x="6456583" y="1579762"/>
                  </a:lnTo>
                  <a:lnTo>
                    <a:pt x="6455915" y="1579762"/>
                  </a:lnTo>
                  <a:lnTo>
                    <a:pt x="6455247" y="1579762"/>
                  </a:lnTo>
                  <a:lnTo>
                    <a:pt x="6454579" y="1579762"/>
                  </a:lnTo>
                  <a:lnTo>
                    <a:pt x="6453911" y="1579762"/>
                  </a:lnTo>
                  <a:lnTo>
                    <a:pt x="6453243" y="1579762"/>
                  </a:lnTo>
                  <a:lnTo>
                    <a:pt x="6452575" y="1579762"/>
                  </a:lnTo>
                  <a:lnTo>
                    <a:pt x="6451907" y="1579762"/>
                  </a:lnTo>
                  <a:lnTo>
                    <a:pt x="6451239" y="1579762"/>
                  </a:lnTo>
                  <a:lnTo>
                    <a:pt x="6450571" y="1579762"/>
                  </a:lnTo>
                  <a:lnTo>
                    <a:pt x="6449902" y="1579762"/>
                  </a:lnTo>
                  <a:lnTo>
                    <a:pt x="6449234" y="1579762"/>
                  </a:lnTo>
                  <a:lnTo>
                    <a:pt x="6448566" y="1579762"/>
                  </a:lnTo>
                  <a:lnTo>
                    <a:pt x="6447898" y="1579762"/>
                  </a:lnTo>
                  <a:lnTo>
                    <a:pt x="6447230" y="1579762"/>
                  </a:lnTo>
                  <a:lnTo>
                    <a:pt x="6446562" y="1579762"/>
                  </a:lnTo>
                  <a:lnTo>
                    <a:pt x="6445894" y="1579762"/>
                  </a:lnTo>
                  <a:lnTo>
                    <a:pt x="6445226" y="1579762"/>
                  </a:lnTo>
                  <a:lnTo>
                    <a:pt x="6444558" y="1579762"/>
                  </a:lnTo>
                  <a:lnTo>
                    <a:pt x="6443890" y="1579762"/>
                  </a:lnTo>
                  <a:lnTo>
                    <a:pt x="6443222" y="1579762"/>
                  </a:lnTo>
                  <a:lnTo>
                    <a:pt x="6442554" y="1579762"/>
                  </a:lnTo>
                  <a:lnTo>
                    <a:pt x="6441886" y="1579762"/>
                  </a:lnTo>
                  <a:lnTo>
                    <a:pt x="6441218" y="1579762"/>
                  </a:lnTo>
                  <a:lnTo>
                    <a:pt x="6440550" y="1579762"/>
                  </a:lnTo>
                  <a:lnTo>
                    <a:pt x="6439882" y="1579762"/>
                  </a:lnTo>
                  <a:lnTo>
                    <a:pt x="6439214" y="1579762"/>
                  </a:lnTo>
                  <a:lnTo>
                    <a:pt x="6438546" y="1579762"/>
                  </a:lnTo>
                  <a:lnTo>
                    <a:pt x="6437878" y="1579762"/>
                  </a:lnTo>
                  <a:lnTo>
                    <a:pt x="6437210" y="1579762"/>
                  </a:lnTo>
                  <a:lnTo>
                    <a:pt x="6436542" y="1579762"/>
                  </a:lnTo>
                  <a:lnTo>
                    <a:pt x="6435874" y="1579762"/>
                  </a:lnTo>
                  <a:lnTo>
                    <a:pt x="6435206" y="1579762"/>
                  </a:lnTo>
                  <a:lnTo>
                    <a:pt x="6434538" y="1579762"/>
                  </a:lnTo>
                  <a:lnTo>
                    <a:pt x="6433870" y="1579762"/>
                  </a:lnTo>
                  <a:lnTo>
                    <a:pt x="6433202" y="1579762"/>
                  </a:lnTo>
                  <a:lnTo>
                    <a:pt x="6432534" y="1579762"/>
                  </a:lnTo>
                  <a:lnTo>
                    <a:pt x="6431866" y="1579762"/>
                  </a:lnTo>
                  <a:lnTo>
                    <a:pt x="6431198" y="1579762"/>
                  </a:lnTo>
                  <a:lnTo>
                    <a:pt x="6430530" y="1579762"/>
                  </a:lnTo>
                  <a:lnTo>
                    <a:pt x="6429862" y="1579762"/>
                  </a:lnTo>
                  <a:lnTo>
                    <a:pt x="6429194" y="1579762"/>
                  </a:lnTo>
                  <a:lnTo>
                    <a:pt x="6428526" y="1579762"/>
                  </a:lnTo>
                  <a:lnTo>
                    <a:pt x="6427858" y="1579762"/>
                  </a:lnTo>
                  <a:lnTo>
                    <a:pt x="6427190" y="1579762"/>
                  </a:lnTo>
                  <a:lnTo>
                    <a:pt x="6426522" y="1579762"/>
                  </a:lnTo>
                  <a:lnTo>
                    <a:pt x="6425854" y="1579762"/>
                  </a:lnTo>
                  <a:lnTo>
                    <a:pt x="6425185" y="1579762"/>
                  </a:lnTo>
                  <a:lnTo>
                    <a:pt x="6424517" y="1579762"/>
                  </a:lnTo>
                  <a:lnTo>
                    <a:pt x="6423849" y="1579762"/>
                  </a:lnTo>
                  <a:lnTo>
                    <a:pt x="6423181" y="1579762"/>
                  </a:lnTo>
                  <a:lnTo>
                    <a:pt x="6422513" y="1579762"/>
                  </a:lnTo>
                  <a:lnTo>
                    <a:pt x="6421845" y="1579762"/>
                  </a:lnTo>
                  <a:lnTo>
                    <a:pt x="6421177" y="1579762"/>
                  </a:lnTo>
                  <a:lnTo>
                    <a:pt x="6420509" y="1579762"/>
                  </a:lnTo>
                  <a:lnTo>
                    <a:pt x="6419841" y="1579762"/>
                  </a:lnTo>
                  <a:lnTo>
                    <a:pt x="6419173" y="1579762"/>
                  </a:lnTo>
                  <a:lnTo>
                    <a:pt x="6418505" y="1579762"/>
                  </a:lnTo>
                  <a:lnTo>
                    <a:pt x="6417837" y="1579762"/>
                  </a:lnTo>
                  <a:lnTo>
                    <a:pt x="6417169" y="1579762"/>
                  </a:lnTo>
                  <a:lnTo>
                    <a:pt x="6416501" y="1579762"/>
                  </a:lnTo>
                  <a:lnTo>
                    <a:pt x="6415833" y="1579762"/>
                  </a:lnTo>
                  <a:lnTo>
                    <a:pt x="6415165" y="1579762"/>
                  </a:lnTo>
                  <a:lnTo>
                    <a:pt x="6414497" y="1579762"/>
                  </a:lnTo>
                  <a:lnTo>
                    <a:pt x="6413829" y="1579762"/>
                  </a:lnTo>
                  <a:lnTo>
                    <a:pt x="6413161" y="1579762"/>
                  </a:lnTo>
                  <a:lnTo>
                    <a:pt x="6412493" y="1579762"/>
                  </a:lnTo>
                  <a:lnTo>
                    <a:pt x="6411825" y="1579762"/>
                  </a:lnTo>
                  <a:lnTo>
                    <a:pt x="6411157" y="1579762"/>
                  </a:lnTo>
                  <a:lnTo>
                    <a:pt x="6410489" y="1579762"/>
                  </a:lnTo>
                  <a:lnTo>
                    <a:pt x="6409821" y="1579762"/>
                  </a:lnTo>
                  <a:lnTo>
                    <a:pt x="6409153" y="1579762"/>
                  </a:lnTo>
                  <a:lnTo>
                    <a:pt x="6408485" y="1579762"/>
                  </a:lnTo>
                  <a:lnTo>
                    <a:pt x="6407817" y="1579762"/>
                  </a:lnTo>
                  <a:lnTo>
                    <a:pt x="6407149" y="1579762"/>
                  </a:lnTo>
                  <a:lnTo>
                    <a:pt x="6406481" y="1579762"/>
                  </a:lnTo>
                  <a:lnTo>
                    <a:pt x="6405813" y="1579762"/>
                  </a:lnTo>
                  <a:lnTo>
                    <a:pt x="6405145" y="1579762"/>
                  </a:lnTo>
                  <a:lnTo>
                    <a:pt x="6404477" y="1579762"/>
                  </a:lnTo>
                  <a:lnTo>
                    <a:pt x="6403809" y="1579762"/>
                  </a:lnTo>
                  <a:lnTo>
                    <a:pt x="6403141" y="1579762"/>
                  </a:lnTo>
                  <a:lnTo>
                    <a:pt x="6402473" y="1579762"/>
                  </a:lnTo>
                  <a:lnTo>
                    <a:pt x="6401805" y="1579762"/>
                  </a:lnTo>
                  <a:lnTo>
                    <a:pt x="6401137" y="1579762"/>
                  </a:lnTo>
                  <a:lnTo>
                    <a:pt x="6400468" y="1579762"/>
                  </a:lnTo>
                  <a:lnTo>
                    <a:pt x="6399800" y="1579762"/>
                  </a:lnTo>
                  <a:lnTo>
                    <a:pt x="6399132" y="1579762"/>
                  </a:lnTo>
                  <a:lnTo>
                    <a:pt x="6398464" y="1579762"/>
                  </a:lnTo>
                  <a:lnTo>
                    <a:pt x="6397796" y="1579762"/>
                  </a:lnTo>
                  <a:lnTo>
                    <a:pt x="6397128" y="1579762"/>
                  </a:lnTo>
                  <a:lnTo>
                    <a:pt x="6396460" y="1579762"/>
                  </a:lnTo>
                  <a:lnTo>
                    <a:pt x="6395792" y="1579762"/>
                  </a:lnTo>
                  <a:lnTo>
                    <a:pt x="6395124" y="1579762"/>
                  </a:lnTo>
                  <a:lnTo>
                    <a:pt x="6394456" y="1579762"/>
                  </a:lnTo>
                  <a:lnTo>
                    <a:pt x="6393788" y="1579762"/>
                  </a:lnTo>
                  <a:lnTo>
                    <a:pt x="6393120" y="1579762"/>
                  </a:lnTo>
                  <a:lnTo>
                    <a:pt x="6392452" y="1579762"/>
                  </a:lnTo>
                  <a:lnTo>
                    <a:pt x="6391784" y="1579762"/>
                  </a:lnTo>
                  <a:lnTo>
                    <a:pt x="6391116" y="1579762"/>
                  </a:lnTo>
                  <a:lnTo>
                    <a:pt x="6390448" y="1579762"/>
                  </a:lnTo>
                  <a:lnTo>
                    <a:pt x="6389780" y="1579762"/>
                  </a:lnTo>
                  <a:lnTo>
                    <a:pt x="6389112" y="1579762"/>
                  </a:lnTo>
                  <a:lnTo>
                    <a:pt x="6388444" y="1579762"/>
                  </a:lnTo>
                  <a:lnTo>
                    <a:pt x="6387776" y="1579762"/>
                  </a:lnTo>
                  <a:lnTo>
                    <a:pt x="6387108" y="1579762"/>
                  </a:lnTo>
                  <a:lnTo>
                    <a:pt x="6386440" y="1579762"/>
                  </a:lnTo>
                  <a:lnTo>
                    <a:pt x="6385772" y="1579762"/>
                  </a:lnTo>
                  <a:lnTo>
                    <a:pt x="6385104" y="1579762"/>
                  </a:lnTo>
                  <a:lnTo>
                    <a:pt x="6384436" y="1579762"/>
                  </a:lnTo>
                  <a:lnTo>
                    <a:pt x="6383768" y="1579762"/>
                  </a:lnTo>
                  <a:lnTo>
                    <a:pt x="6383100" y="1579762"/>
                  </a:lnTo>
                  <a:lnTo>
                    <a:pt x="6382432" y="1579762"/>
                  </a:lnTo>
                  <a:lnTo>
                    <a:pt x="6381764" y="1579762"/>
                  </a:lnTo>
                  <a:lnTo>
                    <a:pt x="6381096" y="1579762"/>
                  </a:lnTo>
                  <a:lnTo>
                    <a:pt x="6380428" y="1579762"/>
                  </a:lnTo>
                  <a:lnTo>
                    <a:pt x="6379760" y="1579762"/>
                  </a:lnTo>
                  <a:lnTo>
                    <a:pt x="6379092" y="1579762"/>
                  </a:lnTo>
                  <a:lnTo>
                    <a:pt x="6378424" y="1579762"/>
                  </a:lnTo>
                  <a:lnTo>
                    <a:pt x="6377756" y="1579762"/>
                  </a:lnTo>
                  <a:lnTo>
                    <a:pt x="6377088" y="1579762"/>
                  </a:lnTo>
                  <a:lnTo>
                    <a:pt x="6376419" y="1579762"/>
                  </a:lnTo>
                  <a:lnTo>
                    <a:pt x="6375751" y="1579762"/>
                  </a:lnTo>
                  <a:lnTo>
                    <a:pt x="6375083" y="1579762"/>
                  </a:lnTo>
                  <a:lnTo>
                    <a:pt x="6374415" y="1579762"/>
                  </a:lnTo>
                  <a:lnTo>
                    <a:pt x="6373747" y="1579762"/>
                  </a:lnTo>
                  <a:lnTo>
                    <a:pt x="6373079" y="1579762"/>
                  </a:lnTo>
                  <a:lnTo>
                    <a:pt x="6372411" y="1579762"/>
                  </a:lnTo>
                  <a:lnTo>
                    <a:pt x="6371743" y="1579762"/>
                  </a:lnTo>
                  <a:lnTo>
                    <a:pt x="6371075" y="1579762"/>
                  </a:lnTo>
                  <a:lnTo>
                    <a:pt x="6370407" y="1579762"/>
                  </a:lnTo>
                  <a:lnTo>
                    <a:pt x="6369739" y="1579762"/>
                  </a:lnTo>
                  <a:lnTo>
                    <a:pt x="6369071" y="1579762"/>
                  </a:lnTo>
                  <a:lnTo>
                    <a:pt x="6368403" y="1579762"/>
                  </a:lnTo>
                  <a:lnTo>
                    <a:pt x="6367735" y="1579762"/>
                  </a:lnTo>
                  <a:lnTo>
                    <a:pt x="6367067" y="1579762"/>
                  </a:lnTo>
                  <a:lnTo>
                    <a:pt x="6366399" y="1579762"/>
                  </a:lnTo>
                  <a:lnTo>
                    <a:pt x="6365731" y="1579762"/>
                  </a:lnTo>
                  <a:lnTo>
                    <a:pt x="6365063" y="1579762"/>
                  </a:lnTo>
                  <a:lnTo>
                    <a:pt x="6364395" y="1579762"/>
                  </a:lnTo>
                  <a:lnTo>
                    <a:pt x="6363727" y="1579762"/>
                  </a:lnTo>
                  <a:lnTo>
                    <a:pt x="6363059" y="1579762"/>
                  </a:lnTo>
                  <a:lnTo>
                    <a:pt x="6362391" y="1579762"/>
                  </a:lnTo>
                  <a:lnTo>
                    <a:pt x="6361723" y="1579762"/>
                  </a:lnTo>
                  <a:lnTo>
                    <a:pt x="6361055" y="1579762"/>
                  </a:lnTo>
                  <a:lnTo>
                    <a:pt x="6360387" y="1579762"/>
                  </a:lnTo>
                  <a:lnTo>
                    <a:pt x="6359719" y="1579762"/>
                  </a:lnTo>
                  <a:lnTo>
                    <a:pt x="6359051" y="1579762"/>
                  </a:lnTo>
                  <a:lnTo>
                    <a:pt x="6358383" y="1579762"/>
                  </a:lnTo>
                  <a:lnTo>
                    <a:pt x="6357715" y="1579762"/>
                  </a:lnTo>
                  <a:lnTo>
                    <a:pt x="6357047" y="1579762"/>
                  </a:lnTo>
                  <a:lnTo>
                    <a:pt x="6356379" y="1579762"/>
                  </a:lnTo>
                  <a:lnTo>
                    <a:pt x="6355711" y="1579762"/>
                  </a:lnTo>
                  <a:lnTo>
                    <a:pt x="6355043" y="1579762"/>
                  </a:lnTo>
                  <a:lnTo>
                    <a:pt x="6354375" y="1579762"/>
                  </a:lnTo>
                  <a:lnTo>
                    <a:pt x="6353707" y="1579762"/>
                  </a:lnTo>
                  <a:lnTo>
                    <a:pt x="6353039" y="1579762"/>
                  </a:lnTo>
                  <a:lnTo>
                    <a:pt x="6352371" y="1579762"/>
                  </a:lnTo>
                  <a:lnTo>
                    <a:pt x="6351702" y="1579762"/>
                  </a:lnTo>
                  <a:lnTo>
                    <a:pt x="6351034" y="1579762"/>
                  </a:lnTo>
                  <a:lnTo>
                    <a:pt x="6350366" y="1579762"/>
                  </a:lnTo>
                  <a:lnTo>
                    <a:pt x="6349698" y="1579762"/>
                  </a:lnTo>
                  <a:lnTo>
                    <a:pt x="6349030" y="1579762"/>
                  </a:lnTo>
                  <a:lnTo>
                    <a:pt x="6348362" y="1579762"/>
                  </a:lnTo>
                  <a:lnTo>
                    <a:pt x="6347694" y="1579762"/>
                  </a:lnTo>
                  <a:lnTo>
                    <a:pt x="6347026" y="1579762"/>
                  </a:lnTo>
                  <a:lnTo>
                    <a:pt x="6346358" y="1579762"/>
                  </a:lnTo>
                  <a:lnTo>
                    <a:pt x="6345690" y="1579762"/>
                  </a:lnTo>
                  <a:lnTo>
                    <a:pt x="6345022" y="1579762"/>
                  </a:lnTo>
                  <a:lnTo>
                    <a:pt x="6344354" y="1579762"/>
                  </a:lnTo>
                  <a:lnTo>
                    <a:pt x="6343686" y="1579762"/>
                  </a:lnTo>
                  <a:lnTo>
                    <a:pt x="6343018" y="1579762"/>
                  </a:lnTo>
                  <a:lnTo>
                    <a:pt x="6342350" y="1579762"/>
                  </a:lnTo>
                  <a:lnTo>
                    <a:pt x="6341682" y="1579762"/>
                  </a:lnTo>
                  <a:lnTo>
                    <a:pt x="6341014" y="1579762"/>
                  </a:lnTo>
                  <a:lnTo>
                    <a:pt x="6340346" y="1579762"/>
                  </a:lnTo>
                  <a:lnTo>
                    <a:pt x="6339678" y="1579762"/>
                  </a:lnTo>
                  <a:lnTo>
                    <a:pt x="6339010" y="1579762"/>
                  </a:lnTo>
                  <a:lnTo>
                    <a:pt x="6338342" y="1579762"/>
                  </a:lnTo>
                  <a:lnTo>
                    <a:pt x="6337674" y="1579762"/>
                  </a:lnTo>
                  <a:lnTo>
                    <a:pt x="6337006" y="1579762"/>
                  </a:lnTo>
                  <a:lnTo>
                    <a:pt x="6336338" y="1579762"/>
                  </a:lnTo>
                  <a:lnTo>
                    <a:pt x="6335670" y="1579762"/>
                  </a:lnTo>
                  <a:lnTo>
                    <a:pt x="6335002" y="1579762"/>
                  </a:lnTo>
                  <a:lnTo>
                    <a:pt x="6334334" y="1579762"/>
                  </a:lnTo>
                  <a:lnTo>
                    <a:pt x="6333666" y="1579762"/>
                  </a:lnTo>
                  <a:lnTo>
                    <a:pt x="6332998" y="1579762"/>
                  </a:lnTo>
                  <a:lnTo>
                    <a:pt x="6332330" y="1579762"/>
                  </a:lnTo>
                  <a:lnTo>
                    <a:pt x="6331662" y="1579762"/>
                  </a:lnTo>
                  <a:lnTo>
                    <a:pt x="6330994" y="1579762"/>
                  </a:lnTo>
                  <a:lnTo>
                    <a:pt x="6330326" y="1579762"/>
                  </a:lnTo>
                  <a:lnTo>
                    <a:pt x="6329658" y="1579762"/>
                  </a:lnTo>
                  <a:lnTo>
                    <a:pt x="6328990" y="1579762"/>
                  </a:lnTo>
                  <a:lnTo>
                    <a:pt x="6328322" y="1579762"/>
                  </a:lnTo>
                  <a:lnTo>
                    <a:pt x="6327654" y="1579762"/>
                  </a:lnTo>
                  <a:lnTo>
                    <a:pt x="6326985" y="1579762"/>
                  </a:lnTo>
                  <a:lnTo>
                    <a:pt x="6326317" y="1579762"/>
                  </a:lnTo>
                  <a:lnTo>
                    <a:pt x="6325649" y="1579762"/>
                  </a:lnTo>
                  <a:lnTo>
                    <a:pt x="6324981" y="1579762"/>
                  </a:lnTo>
                  <a:lnTo>
                    <a:pt x="6324313" y="1579762"/>
                  </a:lnTo>
                  <a:lnTo>
                    <a:pt x="6323645" y="1579762"/>
                  </a:lnTo>
                  <a:lnTo>
                    <a:pt x="6322977" y="1579762"/>
                  </a:lnTo>
                  <a:lnTo>
                    <a:pt x="6322309" y="1579762"/>
                  </a:lnTo>
                  <a:lnTo>
                    <a:pt x="6321641" y="1579762"/>
                  </a:lnTo>
                  <a:lnTo>
                    <a:pt x="6320973" y="1579762"/>
                  </a:lnTo>
                  <a:lnTo>
                    <a:pt x="6320305" y="1579762"/>
                  </a:lnTo>
                  <a:lnTo>
                    <a:pt x="6319637" y="1579762"/>
                  </a:lnTo>
                  <a:lnTo>
                    <a:pt x="6318969" y="1579762"/>
                  </a:lnTo>
                  <a:lnTo>
                    <a:pt x="6318301" y="1579762"/>
                  </a:lnTo>
                  <a:lnTo>
                    <a:pt x="6317633" y="1579762"/>
                  </a:lnTo>
                  <a:lnTo>
                    <a:pt x="6316965" y="1579762"/>
                  </a:lnTo>
                  <a:lnTo>
                    <a:pt x="6316297" y="1579762"/>
                  </a:lnTo>
                  <a:lnTo>
                    <a:pt x="6315629" y="1579762"/>
                  </a:lnTo>
                  <a:lnTo>
                    <a:pt x="6314961" y="1579762"/>
                  </a:lnTo>
                  <a:lnTo>
                    <a:pt x="6314293" y="1579762"/>
                  </a:lnTo>
                  <a:lnTo>
                    <a:pt x="6313625" y="1579762"/>
                  </a:lnTo>
                  <a:lnTo>
                    <a:pt x="6312957" y="1579762"/>
                  </a:lnTo>
                  <a:lnTo>
                    <a:pt x="6312289" y="1579762"/>
                  </a:lnTo>
                  <a:lnTo>
                    <a:pt x="6311621" y="1579762"/>
                  </a:lnTo>
                  <a:lnTo>
                    <a:pt x="6310953" y="1579762"/>
                  </a:lnTo>
                  <a:lnTo>
                    <a:pt x="6310285" y="1579762"/>
                  </a:lnTo>
                  <a:lnTo>
                    <a:pt x="6309617" y="1579762"/>
                  </a:lnTo>
                  <a:lnTo>
                    <a:pt x="6308949" y="1579762"/>
                  </a:lnTo>
                  <a:lnTo>
                    <a:pt x="6308281" y="1579762"/>
                  </a:lnTo>
                  <a:lnTo>
                    <a:pt x="6307613" y="1579762"/>
                  </a:lnTo>
                  <a:lnTo>
                    <a:pt x="6306945" y="1579762"/>
                  </a:lnTo>
                  <a:lnTo>
                    <a:pt x="6306277" y="1579762"/>
                  </a:lnTo>
                  <a:lnTo>
                    <a:pt x="6305609" y="1579762"/>
                  </a:lnTo>
                  <a:lnTo>
                    <a:pt x="6304941" y="1579762"/>
                  </a:lnTo>
                  <a:lnTo>
                    <a:pt x="6304273" y="1579762"/>
                  </a:lnTo>
                  <a:lnTo>
                    <a:pt x="6303605" y="1579762"/>
                  </a:lnTo>
                  <a:lnTo>
                    <a:pt x="6302937" y="1579762"/>
                  </a:lnTo>
                  <a:lnTo>
                    <a:pt x="6302268" y="1579762"/>
                  </a:lnTo>
                  <a:lnTo>
                    <a:pt x="6301600" y="1579762"/>
                  </a:lnTo>
                  <a:lnTo>
                    <a:pt x="6300932" y="1579762"/>
                  </a:lnTo>
                  <a:lnTo>
                    <a:pt x="6300264" y="1579762"/>
                  </a:lnTo>
                  <a:lnTo>
                    <a:pt x="6299596" y="1579762"/>
                  </a:lnTo>
                  <a:lnTo>
                    <a:pt x="6298928" y="1579762"/>
                  </a:lnTo>
                  <a:lnTo>
                    <a:pt x="6298260" y="1579762"/>
                  </a:lnTo>
                  <a:lnTo>
                    <a:pt x="6297592" y="1579762"/>
                  </a:lnTo>
                  <a:lnTo>
                    <a:pt x="6296924" y="1579762"/>
                  </a:lnTo>
                  <a:lnTo>
                    <a:pt x="6296256" y="1579762"/>
                  </a:lnTo>
                  <a:lnTo>
                    <a:pt x="6295588" y="1579762"/>
                  </a:lnTo>
                  <a:lnTo>
                    <a:pt x="6294920" y="1579762"/>
                  </a:lnTo>
                  <a:lnTo>
                    <a:pt x="6294252" y="1579762"/>
                  </a:lnTo>
                  <a:lnTo>
                    <a:pt x="6293584" y="1579762"/>
                  </a:lnTo>
                  <a:lnTo>
                    <a:pt x="6292916" y="1579762"/>
                  </a:lnTo>
                  <a:lnTo>
                    <a:pt x="6292248" y="1579762"/>
                  </a:lnTo>
                  <a:lnTo>
                    <a:pt x="6291580" y="1579762"/>
                  </a:lnTo>
                  <a:lnTo>
                    <a:pt x="6290912" y="1579762"/>
                  </a:lnTo>
                  <a:lnTo>
                    <a:pt x="6290244" y="1579762"/>
                  </a:lnTo>
                  <a:lnTo>
                    <a:pt x="6289576" y="1579762"/>
                  </a:lnTo>
                  <a:lnTo>
                    <a:pt x="6288908" y="1579762"/>
                  </a:lnTo>
                  <a:lnTo>
                    <a:pt x="6288240" y="1579762"/>
                  </a:lnTo>
                  <a:lnTo>
                    <a:pt x="6287572" y="1579762"/>
                  </a:lnTo>
                  <a:lnTo>
                    <a:pt x="6286904" y="1579762"/>
                  </a:lnTo>
                  <a:lnTo>
                    <a:pt x="6286236" y="1579762"/>
                  </a:lnTo>
                  <a:lnTo>
                    <a:pt x="6285568" y="1579762"/>
                  </a:lnTo>
                  <a:lnTo>
                    <a:pt x="6284900" y="1579762"/>
                  </a:lnTo>
                  <a:lnTo>
                    <a:pt x="6284232" y="1579762"/>
                  </a:lnTo>
                  <a:lnTo>
                    <a:pt x="6283564" y="1579762"/>
                  </a:lnTo>
                  <a:lnTo>
                    <a:pt x="6282896" y="1579762"/>
                  </a:lnTo>
                  <a:lnTo>
                    <a:pt x="6282228" y="1579762"/>
                  </a:lnTo>
                  <a:lnTo>
                    <a:pt x="6281560" y="1579762"/>
                  </a:lnTo>
                  <a:lnTo>
                    <a:pt x="6280892" y="1579762"/>
                  </a:lnTo>
                  <a:lnTo>
                    <a:pt x="6280224" y="1579762"/>
                  </a:lnTo>
                  <a:lnTo>
                    <a:pt x="6279556" y="1579762"/>
                  </a:lnTo>
                  <a:lnTo>
                    <a:pt x="6278888" y="1579762"/>
                  </a:lnTo>
                  <a:lnTo>
                    <a:pt x="6278219" y="1579762"/>
                  </a:lnTo>
                  <a:lnTo>
                    <a:pt x="6277551" y="1579762"/>
                  </a:lnTo>
                  <a:lnTo>
                    <a:pt x="6276883" y="1579762"/>
                  </a:lnTo>
                  <a:lnTo>
                    <a:pt x="6276215" y="1579762"/>
                  </a:lnTo>
                  <a:lnTo>
                    <a:pt x="6275547" y="1579762"/>
                  </a:lnTo>
                  <a:lnTo>
                    <a:pt x="6274879" y="1579762"/>
                  </a:lnTo>
                  <a:lnTo>
                    <a:pt x="6274211" y="1579762"/>
                  </a:lnTo>
                  <a:lnTo>
                    <a:pt x="6273543" y="1579762"/>
                  </a:lnTo>
                  <a:lnTo>
                    <a:pt x="6272875" y="1579762"/>
                  </a:lnTo>
                  <a:lnTo>
                    <a:pt x="6272207" y="1579762"/>
                  </a:lnTo>
                  <a:lnTo>
                    <a:pt x="6271539" y="1579762"/>
                  </a:lnTo>
                  <a:lnTo>
                    <a:pt x="6270871" y="1579762"/>
                  </a:lnTo>
                  <a:lnTo>
                    <a:pt x="6270203" y="1579762"/>
                  </a:lnTo>
                  <a:lnTo>
                    <a:pt x="6269535" y="1579762"/>
                  </a:lnTo>
                  <a:lnTo>
                    <a:pt x="6268867" y="1579762"/>
                  </a:lnTo>
                  <a:lnTo>
                    <a:pt x="6268199" y="1579762"/>
                  </a:lnTo>
                  <a:lnTo>
                    <a:pt x="6267531" y="1579762"/>
                  </a:lnTo>
                  <a:lnTo>
                    <a:pt x="6266863" y="1579762"/>
                  </a:lnTo>
                  <a:lnTo>
                    <a:pt x="6266195" y="1579762"/>
                  </a:lnTo>
                  <a:lnTo>
                    <a:pt x="6265527" y="1579762"/>
                  </a:lnTo>
                  <a:lnTo>
                    <a:pt x="6264859" y="1579762"/>
                  </a:lnTo>
                  <a:lnTo>
                    <a:pt x="6264191" y="1579762"/>
                  </a:lnTo>
                  <a:lnTo>
                    <a:pt x="6263523" y="1579762"/>
                  </a:lnTo>
                  <a:lnTo>
                    <a:pt x="6262855" y="1579762"/>
                  </a:lnTo>
                  <a:lnTo>
                    <a:pt x="6262187" y="1579762"/>
                  </a:lnTo>
                  <a:lnTo>
                    <a:pt x="6261519" y="1579762"/>
                  </a:lnTo>
                  <a:lnTo>
                    <a:pt x="6260851" y="1579762"/>
                  </a:lnTo>
                  <a:lnTo>
                    <a:pt x="6260183" y="1579762"/>
                  </a:lnTo>
                  <a:lnTo>
                    <a:pt x="6259515" y="1579762"/>
                  </a:lnTo>
                  <a:lnTo>
                    <a:pt x="6258847" y="1579762"/>
                  </a:lnTo>
                  <a:lnTo>
                    <a:pt x="6258179" y="1579762"/>
                  </a:lnTo>
                  <a:lnTo>
                    <a:pt x="6257511" y="1579762"/>
                  </a:lnTo>
                  <a:lnTo>
                    <a:pt x="6256843" y="1579762"/>
                  </a:lnTo>
                  <a:lnTo>
                    <a:pt x="6256175" y="1579762"/>
                  </a:lnTo>
                  <a:lnTo>
                    <a:pt x="6255507" y="1579762"/>
                  </a:lnTo>
                  <a:lnTo>
                    <a:pt x="6254839" y="1579762"/>
                  </a:lnTo>
                  <a:lnTo>
                    <a:pt x="6254171" y="1579762"/>
                  </a:lnTo>
                  <a:lnTo>
                    <a:pt x="6253502" y="1579762"/>
                  </a:lnTo>
                  <a:lnTo>
                    <a:pt x="6252834" y="1579762"/>
                  </a:lnTo>
                  <a:lnTo>
                    <a:pt x="6252166" y="1579762"/>
                  </a:lnTo>
                  <a:lnTo>
                    <a:pt x="6251498" y="1579762"/>
                  </a:lnTo>
                  <a:lnTo>
                    <a:pt x="6250830" y="1579762"/>
                  </a:lnTo>
                  <a:lnTo>
                    <a:pt x="6250162" y="1579762"/>
                  </a:lnTo>
                  <a:lnTo>
                    <a:pt x="6249494" y="1579762"/>
                  </a:lnTo>
                  <a:lnTo>
                    <a:pt x="6248826" y="1579762"/>
                  </a:lnTo>
                  <a:lnTo>
                    <a:pt x="6248158" y="1579762"/>
                  </a:lnTo>
                  <a:lnTo>
                    <a:pt x="6247490" y="1579762"/>
                  </a:lnTo>
                  <a:lnTo>
                    <a:pt x="6246822" y="1579762"/>
                  </a:lnTo>
                  <a:lnTo>
                    <a:pt x="6246154" y="1579762"/>
                  </a:lnTo>
                  <a:lnTo>
                    <a:pt x="6245486" y="1579762"/>
                  </a:lnTo>
                  <a:lnTo>
                    <a:pt x="6244818" y="1579762"/>
                  </a:lnTo>
                  <a:lnTo>
                    <a:pt x="6244150" y="1579762"/>
                  </a:lnTo>
                  <a:lnTo>
                    <a:pt x="6243482" y="1579762"/>
                  </a:lnTo>
                  <a:lnTo>
                    <a:pt x="6242814" y="1579762"/>
                  </a:lnTo>
                  <a:lnTo>
                    <a:pt x="6242146" y="1579762"/>
                  </a:lnTo>
                  <a:lnTo>
                    <a:pt x="6241478" y="1579762"/>
                  </a:lnTo>
                  <a:lnTo>
                    <a:pt x="6240810" y="1579762"/>
                  </a:lnTo>
                  <a:lnTo>
                    <a:pt x="6240142" y="1579762"/>
                  </a:lnTo>
                  <a:lnTo>
                    <a:pt x="6239474" y="1579762"/>
                  </a:lnTo>
                  <a:lnTo>
                    <a:pt x="6238806" y="1579762"/>
                  </a:lnTo>
                  <a:lnTo>
                    <a:pt x="6238138" y="1579762"/>
                  </a:lnTo>
                  <a:lnTo>
                    <a:pt x="6237470" y="1579762"/>
                  </a:lnTo>
                  <a:lnTo>
                    <a:pt x="6236802" y="1579762"/>
                  </a:lnTo>
                  <a:lnTo>
                    <a:pt x="6236134" y="1579762"/>
                  </a:lnTo>
                  <a:lnTo>
                    <a:pt x="6235466" y="1579762"/>
                  </a:lnTo>
                  <a:lnTo>
                    <a:pt x="6234798" y="1579762"/>
                  </a:lnTo>
                  <a:lnTo>
                    <a:pt x="6234130" y="1579762"/>
                  </a:lnTo>
                  <a:lnTo>
                    <a:pt x="6233462" y="1579762"/>
                  </a:lnTo>
                  <a:lnTo>
                    <a:pt x="6232794" y="1579762"/>
                  </a:lnTo>
                  <a:lnTo>
                    <a:pt x="6232126" y="1579762"/>
                  </a:lnTo>
                  <a:lnTo>
                    <a:pt x="6231458" y="1579762"/>
                  </a:lnTo>
                  <a:lnTo>
                    <a:pt x="6230790" y="1579762"/>
                  </a:lnTo>
                  <a:lnTo>
                    <a:pt x="6230122" y="1579762"/>
                  </a:lnTo>
                  <a:lnTo>
                    <a:pt x="6229454" y="1579762"/>
                  </a:lnTo>
                  <a:lnTo>
                    <a:pt x="6228785" y="1579762"/>
                  </a:lnTo>
                  <a:lnTo>
                    <a:pt x="6228117" y="1579762"/>
                  </a:lnTo>
                  <a:lnTo>
                    <a:pt x="6227449" y="1579762"/>
                  </a:lnTo>
                  <a:lnTo>
                    <a:pt x="6226781" y="1579762"/>
                  </a:lnTo>
                  <a:lnTo>
                    <a:pt x="6226113" y="1579762"/>
                  </a:lnTo>
                  <a:lnTo>
                    <a:pt x="6225445" y="1579762"/>
                  </a:lnTo>
                  <a:lnTo>
                    <a:pt x="6224777" y="1579762"/>
                  </a:lnTo>
                  <a:lnTo>
                    <a:pt x="6224109" y="1579762"/>
                  </a:lnTo>
                  <a:lnTo>
                    <a:pt x="6223441" y="1579762"/>
                  </a:lnTo>
                  <a:lnTo>
                    <a:pt x="6222773" y="1579762"/>
                  </a:lnTo>
                  <a:lnTo>
                    <a:pt x="6222105" y="1579762"/>
                  </a:lnTo>
                  <a:lnTo>
                    <a:pt x="6221437" y="1579762"/>
                  </a:lnTo>
                  <a:lnTo>
                    <a:pt x="6220769" y="1579762"/>
                  </a:lnTo>
                  <a:lnTo>
                    <a:pt x="6220101" y="1579762"/>
                  </a:lnTo>
                  <a:lnTo>
                    <a:pt x="6219433" y="1579762"/>
                  </a:lnTo>
                  <a:lnTo>
                    <a:pt x="6218765" y="1579762"/>
                  </a:lnTo>
                  <a:lnTo>
                    <a:pt x="6218097" y="1579762"/>
                  </a:lnTo>
                  <a:lnTo>
                    <a:pt x="6217429" y="1579762"/>
                  </a:lnTo>
                  <a:lnTo>
                    <a:pt x="6216761" y="1579762"/>
                  </a:lnTo>
                  <a:lnTo>
                    <a:pt x="6216093" y="1579762"/>
                  </a:lnTo>
                  <a:lnTo>
                    <a:pt x="6215425" y="1579762"/>
                  </a:lnTo>
                  <a:lnTo>
                    <a:pt x="6214757" y="1579762"/>
                  </a:lnTo>
                  <a:lnTo>
                    <a:pt x="6214089" y="1579762"/>
                  </a:lnTo>
                  <a:lnTo>
                    <a:pt x="6213421" y="1579762"/>
                  </a:lnTo>
                  <a:lnTo>
                    <a:pt x="6212753" y="1579762"/>
                  </a:lnTo>
                  <a:lnTo>
                    <a:pt x="6212085" y="1579762"/>
                  </a:lnTo>
                  <a:lnTo>
                    <a:pt x="6211417" y="1579762"/>
                  </a:lnTo>
                  <a:lnTo>
                    <a:pt x="6210749" y="1579762"/>
                  </a:lnTo>
                  <a:lnTo>
                    <a:pt x="6210081" y="1579762"/>
                  </a:lnTo>
                  <a:lnTo>
                    <a:pt x="6209413" y="1579762"/>
                  </a:lnTo>
                  <a:lnTo>
                    <a:pt x="6208745" y="1579762"/>
                  </a:lnTo>
                  <a:lnTo>
                    <a:pt x="6208077" y="1579762"/>
                  </a:lnTo>
                  <a:lnTo>
                    <a:pt x="6207409" y="1579762"/>
                  </a:lnTo>
                  <a:lnTo>
                    <a:pt x="6206741" y="1579762"/>
                  </a:lnTo>
                  <a:lnTo>
                    <a:pt x="6206073" y="1579762"/>
                  </a:lnTo>
                  <a:lnTo>
                    <a:pt x="6205405" y="1579762"/>
                  </a:lnTo>
                  <a:lnTo>
                    <a:pt x="6204737" y="1579762"/>
                  </a:lnTo>
                  <a:lnTo>
                    <a:pt x="6204068" y="1579762"/>
                  </a:lnTo>
                  <a:lnTo>
                    <a:pt x="6203400" y="1579762"/>
                  </a:lnTo>
                  <a:lnTo>
                    <a:pt x="6202732" y="1579762"/>
                  </a:lnTo>
                  <a:lnTo>
                    <a:pt x="6202064" y="1579762"/>
                  </a:lnTo>
                  <a:lnTo>
                    <a:pt x="6201396" y="1579762"/>
                  </a:lnTo>
                  <a:lnTo>
                    <a:pt x="6200728" y="1579762"/>
                  </a:lnTo>
                  <a:lnTo>
                    <a:pt x="6200060" y="1579762"/>
                  </a:lnTo>
                  <a:lnTo>
                    <a:pt x="6199392" y="1579762"/>
                  </a:lnTo>
                  <a:lnTo>
                    <a:pt x="6198724" y="1579762"/>
                  </a:lnTo>
                  <a:lnTo>
                    <a:pt x="6198056" y="1579762"/>
                  </a:lnTo>
                  <a:lnTo>
                    <a:pt x="6197388" y="1579762"/>
                  </a:lnTo>
                  <a:lnTo>
                    <a:pt x="6196720" y="1579762"/>
                  </a:lnTo>
                  <a:lnTo>
                    <a:pt x="6196052" y="1579762"/>
                  </a:lnTo>
                  <a:lnTo>
                    <a:pt x="6195384" y="1579762"/>
                  </a:lnTo>
                  <a:lnTo>
                    <a:pt x="6194716" y="1579762"/>
                  </a:lnTo>
                  <a:lnTo>
                    <a:pt x="6194048" y="1579762"/>
                  </a:lnTo>
                  <a:lnTo>
                    <a:pt x="6193380" y="1579762"/>
                  </a:lnTo>
                  <a:lnTo>
                    <a:pt x="6192712" y="1579762"/>
                  </a:lnTo>
                  <a:lnTo>
                    <a:pt x="6192044" y="1579762"/>
                  </a:lnTo>
                  <a:lnTo>
                    <a:pt x="6191376" y="1579762"/>
                  </a:lnTo>
                  <a:lnTo>
                    <a:pt x="6190708" y="1579762"/>
                  </a:lnTo>
                  <a:lnTo>
                    <a:pt x="6190040" y="1579762"/>
                  </a:lnTo>
                  <a:lnTo>
                    <a:pt x="6189372" y="1579762"/>
                  </a:lnTo>
                  <a:lnTo>
                    <a:pt x="6188704" y="1579762"/>
                  </a:lnTo>
                  <a:lnTo>
                    <a:pt x="6188036" y="1579762"/>
                  </a:lnTo>
                  <a:lnTo>
                    <a:pt x="6187368" y="1579762"/>
                  </a:lnTo>
                  <a:lnTo>
                    <a:pt x="6186700" y="1579762"/>
                  </a:lnTo>
                  <a:lnTo>
                    <a:pt x="6186032" y="1579762"/>
                  </a:lnTo>
                  <a:lnTo>
                    <a:pt x="6185364" y="1579762"/>
                  </a:lnTo>
                  <a:lnTo>
                    <a:pt x="6184696" y="1579762"/>
                  </a:lnTo>
                  <a:lnTo>
                    <a:pt x="6184028" y="1579762"/>
                  </a:lnTo>
                  <a:lnTo>
                    <a:pt x="6183360" y="1579762"/>
                  </a:lnTo>
                  <a:lnTo>
                    <a:pt x="6182692" y="1579762"/>
                  </a:lnTo>
                  <a:lnTo>
                    <a:pt x="6182024" y="1579762"/>
                  </a:lnTo>
                  <a:lnTo>
                    <a:pt x="6181356" y="1579762"/>
                  </a:lnTo>
                  <a:lnTo>
                    <a:pt x="6180688" y="1579762"/>
                  </a:lnTo>
                  <a:lnTo>
                    <a:pt x="6180019" y="1579762"/>
                  </a:lnTo>
                  <a:lnTo>
                    <a:pt x="6179351" y="1579762"/>
                  </a:lnTo>
                  <a:lnTo>
                    <a:pt x="6178683" y="1579762"/>
                  </a:lnTo>
                  <a:lnTo>
                    <a:pt x="6178015" y="1579762"/>
                  </a:lnTo>
                  <a:lnTo>
                    <a:pt x="6177347" y="1579762"/>
                  </a:lnTo>
                  <a:lnTo>
                    <a:pt x="6176679" y="1579762"/>
                  </a:lnTo>
                  <a:lnTo>
                    <a:pt x="6176011" y="1579762"/>
                  </a:lnTo>
                  <a:lnTo>
                    <a:pt x="6175343" y="1579762"/>
                  </a:lnTo>
                  <a:lnTo>
                    <a:pt x="6174675" y="1579762"/>
                  </a:lnTo>
                  <a:lnTo>
                    <a:pt x="6174007" y="1579762"/>
                  </a:lnTo>
                  <a:lnTo>
                    <a:pt x="6173339" y="1579762"/>
                  </a:lnTo>
                  <a:lnTo>
                    <a:pt x="6172671" y="1579762"/>
                  </a:lnTo>
                  <a:lnTo>
                    <a:pt x="6172003" y="1579762"/>
                  </a:lnTo>
                  <a:lnTo>
                    <a:pt x="6171335" y="1579762"/>
                  </a:lnTo>
                  <a:lnTo>
                    <a:pt x="6170667" y="1579762"/>
                  </a:lnTo>
                  <a:lnTo>
                    <a:pt x="6169999" y="1579762"/>
                  </a:lnTo>
                  <a:lnTo>
                    <a:pt x="6169331" y="1579762"/>
                  </a:lnTo>
                  <a:lnTo>
                    <a:pt x="6168663" y="1579762"/>
                  </a:lnTo>
                  <a:lnTo>
                    <a:pt x="6167995" y="1579762"/>
                  </a:lnTo>
                  <a:lnTo>
                    <a:pt x="6167327" y="1579762"/>
                  </a:lnTo>
                  <a:lnTo>
                    <a:pt x="6166659" y="1579762"/>
                  </a:lnTo>
                  <a:lnTo>
                    <a:pt x="6165991" y="1579762"/>
                  </a:lnTo>
                  <a:lnTo>
                    <a:pt x="6165323" y="1579762"/>
                  </a:lnTo>
                  <a:lnTo>
                    <a:pt x="6164655" y="1579762"/>
                  </a:lnTo>
                  <a:lnTo>
                    <a:pt x="6163987" y="1579762"/>
                  </a:lnTo>
                  <a:lnTo>
                    <a:pt x="6163319" y="1579762"/>
                  </a:lnTo>
                  <a:lnTo>
                    <a:pt x="6162651" y="1579762"/>
                  </a:lnTo>
                  <a:lnTo>
                    <a:pt x="6161983" y="1579762"/>
                  </a:lnTo>
                  <a:lnTo>
                    <a:pt x="6161315" y="1579762"/>
                  </a:lnTo>
                  <a:lnTo>
                    <a:pt x="6160647" y="1579762"/>
                  </a:lnTo>
                  <a:lnTo>
                    <a:pt x="6159979" y="1579762"/>
                  </a:lnTo>
                  <a:lnTo>
                    <a:pt x="6159311" y="1579762"/>
                  </a:lnTo>
                  <a:lnTo>
                    <a:pt x="6158643" y="1579762"/>
                  </a:lnTo>
                  <a:lnTo>
                    <a:pt x="6157975" y="1579762"/>
                  </a:lnTo>
                  <a:lnTo>
                    <a:pt x="6157307" y="1579762"/>
                  </a:lnTo>
                  <a:lnTo>
                    <a:pt x="6156639" y="1579762"/>
                  </a:lnTo>
                  <a:lnTo>
                    <a:pt x="6155971" y="1579762"/>
                  </a:lnTo>
                  <a:lnTo>
                    <a:pt x="6155302" y="1579762"/>
                  </a:lnTo>
                  <a:lnTo>
                    <a:pt x="6154634" y="1579762"/>
                  </a:lnTo>
                  <a:lnTo>
                    <a:pt x="6153966" y="1579762"/>
                  </a:lnTo>
                  <a:lnTo>
                    <a:pt x="6153298" y="1579762"/>
                  </a:lnTo>
                  <a:lnTo>
                    <a:pt x="6152630" y="1579762"/>
                  </a:lnTo>
                  <a:lnTo>
                    <a:pt x="6151962" y="1579762"/>
                  </a:lnTo>
                  <a:lnTo>
                    <a:pt x="6151294" y="1579762"/>
                  </a:lnTo>
                  <a:lnTo>
                    <a:pt x="6150626" y="1579762"/>
                  </a:lnTo>
                  <a:lnTo>
                    <a:pt x="6149958" y="1579762"/>
                  </a:lnTo>
                  <a:lnTo>
                    <a:pt x="6149290" y="1579762"/>
                  </a:lnTo>
                  <a:lnTo>
                    <a:pt x="6148622" y="1579762"/>
                  </a:lnTo>
                  <a:lnTo>
                    <a:pt x="6147954" y="1579762"/>
                  </a:lnTo>
                  <a:lnTo>
                    <a:pt x="6147286" y="1579762"/>
                  </a:lnTo>
                  <a:lnTo>
                    <a:pt x="6146618" y="1579762"/>
                  </a:lnTo>
                  <a:lnTo>
                    <a:pt x="6145950" y="1579762"/>
                  </a:lnTo>
                  <a:lnTo>
                    <a:pt x="6145282" y="1579762"/>
                  </a:lnTo>
                  <a:lnTo>
                    <a:pt x="6144614" y="1579762"/>
                  </a:lnTo>
                  <a:lnTo>
                    <a:pt x="6143946" y="1579762"/>
                  </a:lnTo>
                  <a:lnTo>
                    <a:pt x="6143278" y="1579762"/>
                  </a:lnTo>
                  <a:lnTo>
                    <a:pt x="6142610" y="1579762"/>
                  </a:lnTo>
                  <a:lnTo>
                    <a:pt x="6141942" y="1579762"/>
                  </a:lnTo>
                  <a:lnTo>
                    <a:pt x="6141274" y="1579762"/>
                  </a:lnTo>
                  <a:lnTo>
                    <a:pt x="6140606" y="1579762"/>
                  </a:lnTo>
                  <a:lnTo>
                    <a:pt x="6139938" y="1579762"/>
                  </a:lnTo>
                  <a:lnTo>
                    <a:pt x="6139270" y="1579762"/>
                  </a:lnTo>
                  <a:lnTo>
                    <a:pt x="6138602" y="1579762"/>
                  </a:lnTo>
                  <a:lnTo>
                    <a:pt x="6137934" y="1579762"/>
                  </a:lnTo>
                  <a:lnTo>
                    <a:pt x="6137266" y="1579762"/>
                  </a:lnTo>
                  <a:lnTo>
                    <a:pt x="6136598" y="1579762"/>
                  </a:lnTo>
                  <a:lnTo>
                    <a:pt x="6135930" y="1579762"/>
                  </a:lnTo>
                  <a:lnTo>
                    <a:pt x="6135262" y="1579762"/>
                  </a:lnTo>
                  <a:lnTo>
                    <a:pt x="6134594" y="1579762"/>
                  </a:lnTo>
                  <a:lnTo>
                    <a:pt x="6133926" y="1579762"/>
                  </a:lnTo>
                  <a:lnTo>
                    <a:pt x="6133258" y="1579762"/>
                  </a:lnTo>
                  <a:lnTo>
                    <a:pt x="6132590" y="1579762"/>
                  </a:lnTo>
                  <a:lnTo>
                    <a:pt x="6131922" y="1579762"/>
                  </a:lnTo>
                  <a:lnTo>
                    <a:pt x="6131254" y="1579762"/>
                  </a:lnTo>
                  <a:lnTo>
                    <a:pt x="6130585" y="1579762"/>
                  </a:lnTo>
                  <a:lnTo>
                    <a:pt x="6129917" y="1579762"/>
                  </a:lnTo>
                  <a:lnTo>
                    <a:pt x="6129249" y="1579762"/>
                  </a:lnTo>
                  <a:lnTo>
                    <a:pt x="6128581" y="1579762"/>
                  </a:lnTo>
                  <a:lnTo>
                    <a:pt x="6127913" y="1579762"/>
                  </a:lnTo>
                  <a:lnTo>
                    <a:pt x="6127245" y="1579762"/>
                  </a:lnTo>
                  <a:lnTo>
                    <a:pt x="6126577" y="1579762"/>
                  </a:lnTo>
                  <a:lnTo>
                    <a:pt x="6125909" y="1579762"/>
                  </a:lnTo>
                  <a:lnTo>
                    <a:pt x="6125241" y="1579762"/>
                  </a:lnTo>
                  <a:lnTo>
                    <a:pt x="6124573" y="1579762"/>
                  </a:lnTo>
                  <a:lnTo>
                    <a:pt x="6123905" y="1579762"/>
                  </a:lnTo>
                  <a:lnTo>
                    <a:pt x="6123237" y="1579762"/>
                  </a:lnTo>
                  <a:lnTo>
                    <a:pt x="6122569" y="1579762"/>
                  </a:lnTo>
                  <a:lnTo>
                    <a:pt x="6121901" y="1579762"/>
                  </a:lnTo>
                  <a:lnTo>
                    <a:pt x="6121233" y="1579762"/>
                  </a:lnTo>
                  <a:lnTo>
                    <a:pt x="6120565" y="1579762"/>
                  </a:lnTo>
                  <a:lnTo>
                    <a:pt x="6119897" y="1579762"/>
                  </a:lnTo>
                  <a:lnTo>
                    <a:pt x="6119229" y="1579762"/>
                  </a:lnTo>
                  <a:lnTo>
                    <a:pt x="6118561" y="1579762"/>
                  </a:lnTo>
                  <a:lnTo>
                    <a:pt x="6117893" y="1579762"/>
                  </a:lnTo>
                  <a:lnTo>
                    <a:pt x="6117225" y="1579762"/>
                  </a:lnTo>
                  <a:lnTo>
                    <a:pt x="6116557" y="1579762"/>
                  </a:lnTo>
                  <a:lnTo>
                    <a:pt x="6115889" y="1579762"/>
                  </a:lnTo>
                  <a:lnTo>
                    <a:pt x="6115221" y="1579762"/>
                  </a:lnTo>
                  <a:lnTo>
                    <a:pt x="6114553" y="1579762"/>
                  </a:lnTo>
                  <a:lnTo>
                    <a:pt x="6113885" y="1579762"/>
                  </a:lnTo>
                  <a:lnTo>
                    <a:pt x="6113217" y="1579762"/>
                  </a:lnTo>
                  <a:lnTo>
                    <a:pt x="6112549" y="1579762"/>
                  </a:lnTo>
                  <a:lnTo>
                    <a:pt x="6111881" y="1579762"/>
                  </a:lnTo>
                  <a:lnTo>
                    <a:pt x="6111213" y="1579762"/>
                  </a:lnTo>
                  <a:lnTo>
                    <a:pt x="6110545" y="1579762"/>
                  </a:lnTo>
                  <a:lnTo>
                    <a:pt x="6109877" y="1579762"/>
                  </a:lnTo>
                  <a:lnTo>
                    <a:pt x="6109209" y="1579762"/>
                  </a:lnTo>
                  <a:lnTo>
                    <a:pt x="6108541" y="1579762"/>
                  </a:lnTo>
                  <a:lnTo>
                    <a:pt x="6107873" y="1579762"/>
                  </a:lnTo>
                  <a:lnTo>
                    <a:pt x="6107205" y="1579762"/>
                  </a:lnTo>
                  <a:lnTo>
                    <a:pt x="6106537" y="1579762"/>
                  </a:lnTo>
                  <a:lnTo>
                    <a:pt x="6105868" y="1579762"/>
                  </a:lnTo>
                  <a:lnTo>
                    <a:pt x="6105200" y="1579762"/>
                  </a:lnTo>
                  <a:lnTo>
                    <a:pt x="6104532" y="1579762"/>
                  </a:lnTo>
                  <a:lnTo>
                    <a:pt x="6103864" y="1579762"/>
                  </a:lnTo>
                  <a:lnTo>
                    <a:pt x="6103196" y="1579762"/>
                  </a:lnTo>
                  <a:lnTo>
                    <a:pt x="6102528" y="1579762"/>
                  </a:lnTo>
                  <a:lnTo>
                    <a:pt x="6101860" y="1579762"/>
                  </a:lnTo>
                  <a:lnTo>
                    <a:pt x="6101192" y="1579762"/>
                  </a:lnTo>
                  <a:lnTo>
                    <a:pt x="6100524" y="1579762"/>
                  </a:lnTo>
                  <a:lnTo>
                    <a:pt x="6099856" y="1579762"/>
                  </a:lnTo>
                  <a:lnTo>
                    <a:pt x="6099188" y="1579762"/>
                  </a:lnTo>
                  <a:lnTo>
                    <a:pt x="6098520" y="1579762"/>
                  </a:lnTo>
                  <a:lnTo>
                    <a:pt x="6097852" y="1579762"/>
                  </a:lnTo>
                  <a:lnTo>
                    <a:pt x="6097184" y="1579762"/>
                  </a:lnTo>
                  <a:lnTo>
                    <a:pt x="6096516" y="1579762"/>
                  </a:lnTo>
                  <a:lnTo>
                    <a:pt x="6095848" y="1579762"/>
                  </a:lnTo>
                  <a:lnTo>
                    <a:pt x="6095180" y="1579762"/>
                  </a:lnTo>
                  <a:lnTo>
                    <a:pt x="6094512" y="1579762"/>
                  </a:lnTo>
                  <a:lnTo>
                    <a:pt x="6093844" y="1579762"/>
                  </a:lnTo>
                  <a:lnTo>
                    <a:pt x="6093176" y="1579762"/>
                  </a:lnTo>
                  <a:lnTo>
                    <a:pt x="6092508" y="1579762"/>
                  </a:lnTo>
                  <a:lnTo>
                    <a:pt x="6091840" y="1579762"/>
                  </a:lnTo>
                  <a:lnTo>
                    <a:pt x="6091172" y="1579762"/>
                  </a:lnTo>
                  <a:lnTo>
                    <a:pt x="6090504" y="1579762"/>
                  </a:lnTo>
                  <a:lnTo>
                    <a:pt x="6089836" y="1579762"/>
                  </a:lnTo>
                  <a:lnTo>
                    <a:pt x="6089168" y="1579762"/>
                  </a:lnTo>
                  <a:lnTo>
                    <a:pt x="6088500" y="1579762"/>
                  </a:lnTo>
                  <a:lnTo>
                    <a:pt x="6087832" y="1579762"/>
                  </a:lnTo>
                  <a:lnTo>
                    <a:pt x="6087164" y="1579762"/>
                  </a:lnTo>
                  <a:lnTo>
                    <a:pt x="6086496" y="1579762"/>
                  </a:lnTo>
                  <a:lnTo>
                    <a:pt x="6085828" y="1579762"/>
                  </a:lnTo>
                  <a:lnTo>
                    <a:pt x="6085160" y="1579762"/>
                  </a:lnTo>
                  <a:lnTo>
                    <a:pt x="6084492" y="1579762"/>
                  </a:lnTo>
                  <a:lnTo>
                    <a:pt x="6083824" y="1579762"/>
                  </a:lnTo>
                  <a:lnTo>
                    <a:pt x="6083156" y="1579762"/>
                  </a:lnTo>
                  <a:lnTo>
                    <a:pt x="6082488" y="1579762"/>
                  </a:lnTo>
                  <a:lnTo>
                    <a:pt x="6081819" y="1579762"/>
                  </a:lnTo>
                  <a:lnTo>
                    <a:pt x="6081151" y="1579762"/>
                  </a:lnTo>
                  <a:lnTo>
                    <a:pt x="6080483" y="1579762"/>
                  </a:lnTo>
                  <a:lnTo>
                    <a:pt x="6079815" y="1579762"/>
                  </a:lnTo>
                  <a:lnTo>
                    <a:pt x="6079147" y="1579762"/>
                  </a:lnTo>
                  <a:lnTo>
                    <a:pt x="6078479" y="1579762"/>
                  </a:lnTo>
                  <a:lnTo>
                    <a:pt x="6077811" y="1579762"/>
                  </a:lnTo>
                  <a:lnTo>
                    <a:pt x="6077143" y="1579762"/>
                  </a:lnTo>
                  <a:lnTo>
                    <a:pt x="6076475" y="1579762"/>
                  </a:lnTo>
                  <a:lnTo>
                    <a:pt x="6075807" y="1579762"/>
                  </a:lnTo>
                  <a:lnTo>
                    <a:pt x="6075139" y="1579762"/>
                  </a:lnTo>
                  <a:lnTo>
                    <a:pt x="6074471" y="1579762"/>
                  </a:lnTo>
                  <a:lnTo>
                    <a:pt x="6073803" y="1579762"/>
                  </a:lnTo>
                  <a:lnTo>
                    <a:pt x="6073135" y="1579762"/>
                  </a:lnTo>
                  <a:lnTo>
                    <a:pt x="6072467" y="1579762"/>
                  </a:lnTo>
                  <a:lnTo>
                    <a:pt x="6071799" y="1579762"/>
                  </a:lnTo>
                  <a:lnTo>
                    <a:pt x="6071131" y="1579762"/>
                  </a:lnTo>
                  <a:lnTo>
                    <a:pt x="6070463" y="1579762"/>
                  </a:lnTo>
                  <a:lnTo>
                    <a:pt x="6069795" y="1579762"/>
                  </a:lnTo>
                  <a:lnTo>
                    <a:pt x="6069127" y="1579762"/>
                  </a:lnTo>
                  <a:lnTo>
                    <a:pt x="6068459" y="1579762"/>
                  </a:lnTo>
                  <a:lnTo>
                    <a:pt x="6067791" y="1579762"/>
                  </a:lnTo>
                  <a:lnTo>
                    <a:pt x="6067123" y="1579762"/>
                  </a:lnTo>
                  <a:lnTo>
                    <a:pt x="6066455" y="1579762"/>
                  </a:lnTo>
                  <a:lnTo>
                    <a:pt x="6065787" y="1579762"/>
                  </a:lnTo>
                  <a:lnTo>
                    <a:pt x="6065119" y="1579762"/>
                  </a:lnTo>
                  <a:lnTo>
                    <a:pt x="6064451" y="1579762"/>
                  </a:lnTo>
                  <a:lnTo>
                    <a:pt x="6063783" y="1579762"/>
                  </a:lnTo>
                  <a:lnTo>
                    <a:pt x="6063115" y="1579762"/>
                  </a:lnTo>
                  <a:lnTo>
                    <a:pt x="6062447" y="1579762"/>
                  </a:lnTo>
                  <a:lnTo>
                    <a:pt x="6061779" y="1579762"/>
                  </a:lnTo>
                  <a:lnTo>
                    <a:pt x="6061111" y="1579762"/>
                  </a:lnTo>
                  <a:lnTo>
                    <a:pt x="6060443" y="1579762"/>
                  </a:lnTo>
                  <a:lnTo>
                    <a:pt x="6059775" y="1579762"/>
                  </a:lnTo>
                  <a:lnTo>
                    <a:pt x="6059107" y="1579762"/>
                  </a:lnTo>
                  <a:lnTo>
                    <a:pt x="6058439" y="1579762"/>
                  </a:lnTo>
                  <a:lnTo>
                    <a:pt x="6057771" y="1579762"/>
                  </a:lnTo>
                  <a:lnTo>
                    <a:pt x="6057102" y="1579762"/>
                  </a:lnTo>
                  <a:lnTo>
                    <a:pt x="6056434" y="1579762"/>
                  </a:lnTo>
                  <a:lnTo>
                    <a:pt x="6055766" y="1579762"/>
                  </a:lnTo>
                  <a:lnTo>
                    <a:pt x="6055098" y="1579762"/>
                  </a:lnTo>
                  <a:lnTo>
                    <a:pt x="6054430" y="1579762"/>
                  </a:lnTo>
                  <a:lnTo>
                    <a:pt x="6053762" y="1579762"/>
                  </a:lnTo>
                  <a:lnTo>
                    <a:pt x="6053094" y="1579762"/>
                  </a:lnTo>
                  <a:lnTo>
                    <a:pt x="6052426" y="1579762"/>
                  </a:lnTo>
                  <a:lnTo>
                    <a:pt x="6051758" y="1579762"/>
                  </a:lnTo>
                  <a:lnTo>
                    <a:pt x="6051090" y="1579762"/>
                  </a:lnTo>
                  <a:lnTo>
                    <a:pt x="6050422" y="1579762"/>
                  </a:lnTo>
                  <a:lnTo>
                    <a:pt x="6049754" y="1579762"/>
                  </a:lnTo>
                  <a:lnTo>
                    <a:pt x="6049086" y="1579762"/>
                  </a:lnTo>
                  <a:lnTo>
                    <a:pt x="6048418" y="1579762"/>
                  </a:lnTo>
                  <a:lnTo>
                    <a:pt x="6047750" y="1579762"/>
                  </a:lnTo>
                  <a:lnTo>
                    <a:pt x="6047082" y="1579762"/>
                  </a:lnTo>
                  <a:lnTo>
                    <a:pt x="6046414" y="1579762"/>
                  </a:lnTo>
                  <a:lnTo>
                    <a:pt x="6045746" y="1579762"/>
                  </a:lnTo>
                  <a:lnTo>
                    <a:pt x="6045078" y="1579762"/>
                  </a:lnTo>
                  <a:lnTo>
                    <a:pt x="6044410" y="1579762"/>
                  </a:lnTo>
                  <a:lnTo>
                    <a:pt x="6043742" y="1579762"/>
                  </a:lnTo>
                  <a:lnTo>
                    <a:pt x="6043074" y="1579762"/>
                  </a:lnTo>
                  <a:lnTo>
                    <a:pt x="6042406" y="1579762"/>
                  </a:lnTo>
                  <a:lnTo>
                    <a:pt x="6041738" y="1579762"/>
                  </a:lnTo>
                  <a:lnTo>
                    <a:pt x="6041070" y="1579762"/>
                  </a:lnTo>
                  <a:lnTo>
                    <a:pt x="6040402" y="1579762"/>
                  </a:lnTo>
                  <a:lnTo>
                    <a:pt x="6039734" y="1579762"/>
                  </a:lnTo>
                  <a:lnTo>
                    <a:pt x="6039066" y="1579762"/>
                  </a:lnTo>
                  <a:lnTo>
                    <a:pt x="6038398" y="1579762"/>
                  </a:lnTo>
                  <a:lnTo>
                    <a:pt x="6037730" y="1579762"/>
                  </a:lnTo>
                  <a:lnTo>
                    <a:pt x="6037062" y="1579762"/>
                  </a:lnTo>
                  <a:lnTo>
                    <a:pt x="6036394" y="1579762"/>
                  </a:lnTo>
                  <a:lnTo>
                    <a:pt x="6035726" y="1579762"/>
                  </a:lnTo>
                  <a:lnTo>
                    <a:pt x="6035058" y="1579762"/>
                  </a:lnTo>
                  <a:lnTo>
                    <a:pt x="6034390" y="1579762"/>
                  </a:lnTo>
                  <a:lnTo>
                    <a:pt x="6033722" y="1579762"/>
                  </a:lnTo>
                  <a:lnTo>
                    <a:pt x="6033054" y="1579762"/>
                  </a:lnTo>
                  <a:lnTo>
                    <a:pt x="6032385" y="1579762"/>
                  </a:lnTo>
                  <a:lnTo>
                    <a:pt x="6031717" y="1579762"/>
                  </a:lnTo>
                  <a:lnTo>
                    <a:pt x="6031049" y="1579762"/>
                  </a:lnTo>
                  <a:lnTo>
                    <a:pt x="6030381" y="1579762"/>
                  </a:lnTo>
                  <a:lnTo>
                    <a:pt x="6029713" y="1579762"/>
                  </a:lnTo>
                  <a:lnTo>
                    <a:pt x="6029045" y="1579762"/>
                  </a:lnTo>
                  <a:lnTo>
                    <a:pt x="6028377" y="1579762"/>
                  </a:lnTo>
                  <a:lnTo>
                    <a:pt x="6027709" y="1579762"/>
                  </a:lnTo>
                  <a:lnTo>
                    <a:pt x="6027041" y="1579762"/>
                  </a:lnTo>
                  <a:lnTo>
                    <a:pt x="6026373" y="1579762"/>
                  </a:lnTo>
                  <a:lnTo>
                    <a:pt x="6025705" y="1579762"/>
                  </a:lnTo>
                  <a:lnTo>
                    <a:pt x="6025037" y="1579762"/>
                  </a:lnTo>
                  <a:lnTo>
                    <a:pt x="6024369" y="1579762"/>
                  </a:lnTo>
                  <a:lnTo>
                    <a:pt x="6023701" y="1579762"/>
                  </a:lnTo>
                  <a:lnTo>
                    <a:pt x="6023033" y="1579762"/>
                  </a:lnTo>
                  <a:lnTo>
                    <a:pt x="6022365" y="1579762"/>
                  </a:lnTo>
                  <a:lnTo>
                    <a:pt x="6021697" y="1579762"/>
                  </a:lnTo>
                  <a:lnTo>
                    <a:pt x="6021029" y="1579762"/>
                  </a:lnTo>
                  <a:lnTo>
                    <a:pt x="6020361" y="1579762"/>
                  </a:lnTo>
                  <a:lnTo>
                    <a:pt x="6019693" y="1579762"/>
                  </a:lnTo>
                  <a:lnTo>
                    <a:pt x="6019025" y="1579762"/>
                  </a:lnTo>
                  <a:lnTo>
                    <a:pt x="6018357" y="1579762"/>
                  </a:lnTo>
                  <a:lnTo>
                    <a:pt x="6017689" y="1579762"/>
                  </a:lnTo>
                  <a:lnTo>
                    <a:pt x="6017021" y="1579762"/>
                  </a:lnTo>
                  <a:lnTo>
                    <a:pt x="6016353" y="1579762"/>
                  </a:lnTo>
                  <a:lnTo>
                    <a:pt x="6015685" y="1579762"/>
                  </a:lnTo>
                  <a:lnTo>
                    <a:pt x="6015017" y="1579762"/>
                  </a:lnTo>
                  <a:lnTo>
                    <a:pt x="6014349" y="1579762"/>
                  </a:lnTo>
                  <a:lnTo>
                    <a:pt x="6013681" y="1579762"/>
                  </a:lnTo>
                  <a:lnTo>
                    <a:pt x="6013013" y="1579762"/>
                  </a:lnTo>
                  <a:lnTo>
                    <a:pt x="6012345" y="1579762"/>
                  </a:lnTo>
                  <a:lnTo>
                    <a:pt x="6011677" y="1579762"/>
                  </a:lnTo>
                  <a:lnTo>
                    <a:pt x="6011009" y="1579762"/>
                  </a:lnTo>
                  <a:lnTo>
                    <a:pt x="6010341" y="1579762"/>
                  </a:lnTo>
                  <a:lnTo>
                    <a:pt x="6009673" y="1579762"/>
                  </a:lnTo>
                  <a:lnTo>
                    <a:pt x="6009005" y="1579762"/>
                  </a:lnTo>
                  <a:lnTo>
                    <a:pt x="6008337" y="1579762"/>
                  </a:lnTo>
                  <a:lnTo>
                    <a:pt x="6007668" y="1579762"/>
                  </a:lnTo>
                  <a:lnTo>
                    <a:pt x="6007000" y="1579762"/>
                  </a:lnTo>
                  <a:lnTo>
                    <a:pt x="6006332" y="1579762"/>
                  </a:lnTo>
                  <a:lnTo>
                    <a:pt x="6005664" y="1579762"/>
                  </a:lnTo>
                  <a:lnTo>
                    <a:pt x="6004996" y="1579762"/>
                  </a:lnTo>
                  <a:lnTo>
                    <a:pt x="6004328" y="1579762"/>
                  </a:lnTo>
                  <a:lnTo>
                    <a:pt x="6003660" y="1579762"/>
                  </a:lnTo>
                  <a:lnTo>
                    <a:pt x="6002992" y="1579762"/>
                  </a:lnTo>
                  <a:lnTo>
                    <a:pt x="6002324" y="1579762"/>
                  </a:lnTo>
                  <a:lnTo>
                    <a:pt x="6001656" y="1579762"/>
                  </a:lnTo>
                  <a:lnTo>
                    <a:pt x="6000988" y="1579762"/>
                  </a:lnTo>
                  <a:lnTo>
                    <a:pt x="6000320" y="1579762"/>
                  </a:lnTo>
                  <a:lnTo>
                    <a:pt x="5999652" y="1579762"/>
                  </a:lnTo>
                  <a:lnTo>
                    <a:pt x="5998984" y="1579762"/>
                  </a:lnTo>
                  <a:lnTo>
                    <a:pt x="5998316" y="1579762"/>
                  </a:lnTo>
                  <a:lnTo>
                    <a:pt x="5997648" y="1579762"/>
                  </a:lnTo>
                  <a:lnTo>
                    <a:pt x="5996980" y="1579762"/>
                  </a:lnTo>
                  <a:lnTo>
                    <a:pt x="5996312" y="1579762"/>
                  </a:lnTo>
                  <a:lnTo>
                    <a:pt x="5995644" y="1579762"/>
                  </a:lnTo>
                  <a:lnTo>
                    <a:pt x="5994976" y="1579762"/>
                  </a:lnTo>
                  <a:lnTo>
                    <a:pt x="5994308" y="1579762"/>
                  </a:lnTo>
                  <a:lnTo>
                    <a:pt x="5993640" y="1579762"/>
                  </a:lnTo>
                  <a:lnTo>
                    <a:pt x="5992972" y="1579762"/>
                  </a:lnTo>
                  <a:lnTo>
                    <a:pt x="5992304" y="1579762"/>
                  </a:lnTo>
                  <a:lnTo>
                    <a:pt x="5991636" y="1579762"/>
                  </a:lnTo>
                  <a:lnTo>
                    <a:pt x="5990968" y="1579762"/>
                  </a:lnTo>
                  <a:lnTo>
                    <a:pt x="5990300" y="1579762"/>
                  </a:lnTo>
                  <a:lnTo>
                    <a:pt x="5989632" y="1579762"/>
                  </a:lnTo>
                  <a:lnTo>
                    <a:pt x="5988964" y="1579762"/>
                  </a:lnTo>
                  <a:lnTo>
                    <a:pt x="5988296" y="1579762"/>
                  </a:lnTo>
                  <a:lnTo>
                    <a:pt x="5987628" y="1579762"/>
                  </a:lnTo>
                  <a:lnTo>
                    <a:pt x="5986960" y="1579762"/>
                  </a:lnTo>
                  <a:lnTo>
                    <a:pt x="5986292" y="1579762"/>
                  </a:lnTo>
                  <a:lnTo>
                    <a:pt x="5985624" y="1579762"/>
                  </a:lnTo>
                  <a:lnTo>
                    <a:pt x="5984956" y="1579762"/>
                  </a:lnTo>
                  <a:lnTo>
                    <a:pt x="5984288" y="1579762"/>
                  </a:lnTo>
                  <a:lnTo>
                    <a:pt x="5983619" y="1579762"/>
                  </a:lnTo>
                  <a:lnTo>
                    <a:pt x="5982951" y="1579762"/>
                  </a:lnTo>
                  <a:lnTo>
                    <a:pt x="5982283" y="1579762"/>
                  </a:lnTo>
                  <a:lnTo>
                    <a:pt x="5981615" y="1579762"/>
                  </a:lnTo>
                  <a:lnTo>
                    <a:pt x="5980947" y="1579762"/>
                  </a:lnTo>
                  <a:lnTo>
                    <a:pt x="5980279" y="1579762"/>
                  </a:lnTo>
                  <a:lnTo>
                    <a:pt x="5979611" y="1579762"/>
                  </a:lnTo>
                  <a:lnTo>
                    <a:pt x="5978943" y="1579762"/>
                  </a:lnTo>
                  <a:lnTo>
                    <a:pt x="5978275" y="1579762"/>
                  </a:lnTo>
                  <a:lnTo>
                    <a:pt x="5977607" y="1579762"/>
                  </a:lnTo>
                  <a:lnTo>
                    <a:pt x="5976939" y="1579762"/>
                  </a:lnTo>
                  <a:lnTo>
                    <a:pt x="5976271" y="1579762"/>
                  </a:lnTo>
                  <a:lnTo>
                    <a:pt x="5975603" y="1579762"/>
                  </a:lnTo>
                  <a:lnTo>
                    <a:pt x="5974935" y="1579762"/>
                  </a:lnTo>
                  <a:lnTo>
                    <a:pt x="5974267" y="1579762"/>
                  </a:lnTo>
                  <a:lnTo>
                    <a:pt x="5973599" y="1579762"/>
                  </a:lnTo>
                  <a:lnTo>
                    <a:pt x="5972931" y="1579762"/>
                  </a:lnTo>
                  <a:lnTo>
                    <a:pt x="5972263" y="1579762"/>
                  </a:lnTo>
                  <a:lnTo>
                    <a:pt x="5971595" y="1579762"/>
                  </a:lnTo>
                  <a:lnTo>
                    <a:pt x="5970927" y="1579762"/>
                  </a:lnTo>
                  <a:lnTo>
                    <a:pt x="5970259" y="1579762"/>
                  </a:lnTo>
                  <a:lnTo>
                    <a:pt x="5969591" y="1579762"/>
                  </a:lnTo>
                  <a:lnTo>
                    <a:pt x="5968923" y="1579762"/>
                  </a:lnTo>
                  <a:lnTo>
                    <a:pt x="5968255" y="1579762"/>
                  </a:lnTo>
                  <a:lnTo>
                    <a:pt x="5967587" y="1579762"/>
                  </a:lnTo>
                  <a:lnTo>
                    <a:pt x="5966919" y="1579762"/>
                  </a:lnTo>
                  <a:lnTo>
                    <a:pt x="5966251" y="1579762"/>
                  </a:lnTo>
                  <a:lnTo>
                    <a:pt x="5965583" y="1579762"/>
                  </a:lnTo>
                  <a:lnTo>
                    <a:pt x="5964915" y="1579762"/>
                  </a:lnTo>
                  <a:lnTo>
                    <a:pt x="5964247" y="1579762"/>
                  </a:lnTo>
                  <a:lnTo>
                    <a:pt x="5963579" y="1579762"/>
                  </a:lnTo>
                  <a:lnTo>
                    <a:pt x="5962911" y="1579762"/>
                  </a:lnTo>
                  <a:lnTo>
                    <a:pt x="5962243" y="1579762"/>
                  </a:lnTo>
                  <a:lnTo>
                    <a:pt x="5961575" y="1579762"/>
                  </a:lnTo>
                  <a:lnTo>
                    <a:pt x="5960907" y="1579762"/>
                  </a:lnTo>
                  <a:lnTo>
                    <a:pt x="5960239" y="1579762"/>
                  </a:lnTo>
                  <a:lnTo>
                    <a:pt x="5959571" y="1579762"/>
                  </a:lnTo>
                  <a:lnTo>
                    <a:pt x="5958902" y="1579762"/>
                  </a:lnTo>
                  <a:lnTo>
                    <a:pt x="5958234" y="1579762"/>
                  </a:lnTo>
                  <a:lnTo>
                    <a:pt x="5957566" y="1579762"/>
                  </a:lnTo>
                  <a:lnTo>
                    <a:pt x="5956898" y="1579762"/>
                  </a:lnTo>
                  <a:lnTo>
                    <a:pt x="5956230" y="1579762"/>
                  </a:lnTo>
                  <a:lnTo>
                    <a:pt x="5955562" y="1579762"/>
                  </a:lnTo>
                  <a:lnTo>
                    <a:pt x="5954894" y="1579762"/>
                  </a:lnTo>
                  <a:lnTo>
                    <a:pt x="5954226" y="1579762"/>
                  </a:lnTo>
                  <a:lnTo>
                    <a:pt x="5953558" y="1579762"/>
                  </a:lnTo>
                  <a:lnTo>
                    <a:pt x="5952890" y="1579762"/>
                  </a:lnTo>
                  <a:lnTo>
                    <a:pt x="5952222" y="1579762"/>
                  </a:lnTo>
                  <a:lnTo>
                    <a:pt x="5951554" y="1579762"/>
                  </a:lnTo>
                  <a:lnTo>
                    <a:pt x="5950886" y="1579762"/>
                  </a:lnTo>
                  <a:lnTo>
                    <a:pt x="5950218" y="1579762"/>
                  </a:lnTo>
                  <a:lnTo>
                    <a:pt x="5949550" y="1579762"/>
                  </a:lnTo>
                  <a:lnTo>
                    <a:pt x="5948882" y="1579762"/>
                  </a:lnTo>
                  <a:lnTo>
                    <a:pt x="5948214" y="1579762"/>
                  </a:lnTo>
                  <a:lnTo>
                    <a:pt x="5947546" y="1579762"/>
                  </a:lnTo>
                  <a:lnTo>
                    <a:pt x="5946878" y="1579762"/>
                  </a:lnTo>
                  <a:lnTo>
                    <a:pt x="5946210" y="1579762"/>
                  </a:lnTo>
                  <a:lnTo>
                    <a:pt x="5945542" y="1579762"/>
                  </a:lnTo>
                  <a:lnTo>
                    <a:pt x="5944874" y="1579762"/>
                  </a:lnTo>
                  <a:lnTo>
                    <a:pt x="5944206" y="1579762"/>
                  </a:lnTo>
                  <a:lnTo>
                    <a:pt x="5943538" y="1579762"/>
                  </a:lnTo>
                  <a:lnTo>
                    <a:pt x="5942870" y="1579762"/>
                  </a:lnTo>
                  <a:lnTo>
                    <a:pt x="5942202" y="1579762"/>
                  </a:lnTo>
                  <a:lnTo>
                    <a:pt x="5941534" y="1579762"/>
                  </a:lnTo>
                  <a:lnTo>
                    <a:pt x="5940866" y="1579762"/>
                  </a:lnTo>
                  <a:lnTo>
                    <a:pt x="5940198" y="1579762"/>
                  </a:lnTo>
                  <a:lnTo>
                    <a:pt x="5939530" y="1579762"/>
                  </a:lnTo>
                  <a:lnTo>
                    <a:pt x="5938862" y="1579762"/>
                  </a:lnTo>
                  <a:lnTo>
                    <a:pt x="5938194" y="1579762"/>
                  </a:lnTo>
                  <a:lnTo>
                    <a:pt x="5937526" y="1579762"/>
                  </a:lnTo>
                  <a:lnTo>
                    <a:pt x="5936858" y="1579762"/>
                  </a:lnTo>
                  <a:lnTo>
                    <a:pt x="5936190" y="1579762"/>
                  </a:lnTo>
                  <a:lnTo>
                    <a:pt x="5935522" y="1579762"/>
                  </a:lnTo>
                  <a:lnTo>
                    <a:pt x="5934854" y="1579762"/>
                  </a:lnTo>
                  <a:lnTo>
                    <a:pt x="5934185" y="1579762"/>
                  </a:lnTo>
                  <a:lnTo>
                    <a:pt x="5933517" y="1579762"/>
                  </a:lnTo>
                  <a:lnTo>
                    <a:pt x="5932849" y="1579762"/>
                  </a:lnTo>
                  <a:lnTo>
                    <a:pt x="5932181" y="1579762"/>
                  </a:lnTo>
                  <a:lnTo>
                    <a:pt x="5931513" y="1579762"/>
                  </a:lnTo>
                  <a:lnTo>
                    <a:pt x="5930845" y="1579762"/>
                  </a:lnTo>
                  <a:lnTo>
                    <a:pt x="5930177" y="1579762"/>
                  </a:lnTo>
                  <a:lnTo>
                    <a:pt x="5929509" y="1579762"/>
                  </a:lnTo>
                  <a:lnTo>
                    <a:pt x="5928841" y="1579762"/>
                  </a:lnTo>
                  <a:lnTo>
                    <a:pt x="5928173" y="1579762"/>
                  </a:lnTo>
                  <a:lnTo>
                    <a:pt x="5927505" y="1579762"/>
                  </a:lnTo>
                  <a:lnTo>
                    <a:pt x="5926837" y="1579762"/>
                  </a:lnTo>
                  <a:lnTo>
                    <a:pt x="5926169" y="1579762"/>
                  </a:lnTo>
                  <a:lnTo>
                    <a:pt x="5925501" y="1579762"/>
                  </a:lnTo>
                  <a:lnTo>
                    <a:pt x="5924833" y="1579762"/>
                  </a:lnTo>
                  <a:lnTo>
                    <a:pt x="5924165" y="1579762"/>
                  </a:lnTo>
                  <a:lnTo>
                    <a:pt x="5923497" y="1579762"/>
                  </a:lnTo>
                  <a:lnTo>
                    <a:pt x="5922829" y="1579762"/>
                  </a:lnTo>
                  <a:lnTo>
                    <a:pt x="5922161" y="1579762"/>
                  </a:lnTo>
                  <a:lnTo>
                    <a:pt x="5921493" y="1579762"/>
                  </a:lnTo>
                  <a:lnTo>
                    <a:pt x="5920825" y="1579762"/>
                  </a:lnTo>
                  <a:lnTo>
                    <a:pt x="5920157" y="1579762"/>
                  </a:lnTo>
                  <a:lnTo>
                    <a:pt x="5919489" y="1579762"/>
                  </a:lnTo>
                  <a:lnTo>
                    <a:pt x="5918821" y="1579762"/>
                  </a:lnTo>
                  <a:lnTo>
                    <a:pt x="5918153" y="1579762"/>
                  </a:lnTo>
                  <a:lnTo>
                    <a:pt x="5917485" y="1579762"/>
                  </a:lnTo>
                  <a:lnTo>
                    <a:pt x="5916817" y="1579762"/>
                  </a:lnTo>
                  <a:lnTo>
                    <a:pt x="5916149" y="1579762"/>
                  </a:lnTo>
                  <a:lnTo>
                    <a:pt x="5915481" y="1579762"/>
                  </a:lnTo>
                  <a:lnTo>
                    <a:pt x="5914813" y="1579762"/>
                  </a:lnTo>
                  <a:lnTo>
                    <a:pt x="5914145" y="1579762"/>
                  </a:lnTo>
                  <a:lnTo>
                    <a:pt x="5913477" y="1579762"/>
                  </a:lnTo>
                  <a:lnTo>
                    <a:pt x="5912809" y="1579762"/>
                  </a:lnTo>
                  <a:lnTo>
                    <a:pt x="5912141" y="1579762"/>
                  </a:lnTo>
                  <a:lnTo>
                    <a:pt x="5911473" y="1579762"/>
                  </a:lnTo>
                  <a:lnTo>
                    <a:pt x="5910805" y="1579762"/>
                  </a:lnTo>
                  <a:lnTo>
                    <a:pt x="5910137" y="1579762"/>
                  </a:lnTo>
                  <a:lnTo>
                    <a:pt x="5909468" y="1579762"/>
                  </a:lnTo>
                  <a:lnTo>
                    <a:pt x="5908800" y="1579762"/>
                  </a:lnTo>
                  <a:lnTo>
                    <a:pt x="5908132" y="1579762"/>
                  </a:lnTo>
                  <a:lnTo>
                    <a:pt x="5907464" y="1579762"/>
                  </a:lnTo>
                  <a:lnTo>
                    <a:pt x="5906796" y="1579762"/>
                  </a:lnTo>
                  <a:lnTo>
                    <a:pt x="5906128" y="1579762"/>
                  </a:lnTo>
                  <a:lnTo>
                    <a:pt x="5905460" y="1579762"/>
                  </a:lnTo>
                  <a:lnTo>
                    <a:pt x="5904792" y="1579762"/>
                  </a:lnTo>
                  <a:lnTo>
                    <a:pt x="5904124" y="1579762"/>
                  </a:lnTo>
                  <a:lnTo>
                    <a:pt x="5903456" y="1579762"/>
                  </a:lnTo>
                  <a:lnTo>
                    <a:pt x="5902788" y="1579762"/>
                  </a:lnTo>
                  <a:lnTo>
                    <a:pt x="5902120" y="1579762"/>
                  </a:lnTo>
                  <a:lnTo>
                    <a:pt x="5901452" y="1579762"/>
                  </a:lnTo>
                  <a:lnTo>
                    <a:pt x="5900784" y="1579762"/>
                  </a:lnTo>
                  <a:lnTo>
                    <a:pt x="5900116" y="1579762"/>
                  </a:lnTo>
                  <a:lnTo>
                    <a:pt x="5899448" y="1579762"/>
                  </a:lnTo>
                  <a:lnTo>
                    <a:pt x="5898780" y="1579762"/>
                  </a:lnTo>
                  <a:lnTo>
                    <a:pt x="5898112" y="1579762"/>
                  </a:lnTo>
                  <a:lnTo>
                    <a:pt x="5897444" y="1579762"/>
                  </a:lnTo>
                  <a:lnTo>
                    <a:pt x="5896776" y="1579762"/>
                  </a:lnTo>
                  <a:lnTo>
                    <a:pt x="5896108" y="1579762"/>
                  </a:lnTo>
                  <a:lnTo>
                    <a:pt x="5895440" y="1579762"/>
                  </a:lnTo>
                  <a:lnTo>
                    <a:pt x="5894772" y="1579762"/>
                  </a:lnTo>
                  <a:lnTo>
                    <a:pt x="5894104" y="1579762"/>
                  </a:lnTo>
                  <a:lnTo>
                    <a:pt x="5893436" y="1579762"/>
                  </a:lnTo>
                  <a:lnTo>
                    <a:pt x="5892768" y="1579762"/>
                  </a:lnTo>
                  <a:lnTo>
                    <a:pt x="5892100" y="1579762"/>
                  </a:lnTo>
                  <a:lnTo>
                    <a:pt x="5891432" y="1579762"/>
                  </a:lnTo>
                  <a:lnTo>
                    <a:pt x="5890764" y="1579762"/>
                  </a:lnTo>
                  <a:lnTo>
                    <a:pt x="5890096" y="1579762"/>
                  </a:lnTo>
                  <a:lnTo>
                    <a:pt x="5889428" y="1579762"/>
                  </a:lnTo>
                  <a:lnTo>
                    <a:pt x="5888760" y="1579762"/>
                  </a:lnTo>
                  <a:lnTo>
                    <a:pt x="5888092" y="1579762"/>
                  </a:lnTo>
                  <a:lnTo>
                    <a:pt x="5887424" y="1579762"/>
                  </a:lnTo>
                  <a:lnTo>
                    <a:pt x="5886756" y="1579762"/>
                  </a:lnTo>
                  <a:lnTo>
                    <a:pt x="5886088" y="1579762"/>
                  </a:lnTo>
                  <a:lnTo>
                    <a:pt x="5885419" y="1579762"/>
                  </a:lnTo>
                  <a:lnTo>
                    <a:pt x="5884751" y="1579762"/>
                  </a:lnTo>
                  <a:lnTo>
                    <a:pt x="5884083" y="1579762"/>
                  </a:lnTo>
                  <a:lnTo>
                    <a:pt x="5883415" y="1579762"/>
                  </a:lnTo>
                  <a:lnTo>
                    <a:pt x="5882747" y="1579762"/>
                  </a:lnTo>
                  <a:lnTo>
                    <a:pt x="5882079" y="1579762"/>
                  </a:lnTo>
                  <a:lnTo>
                    <a:pt x="5881411" y="1579762"/>
                  </a:lnTo>
                  <a:lnTo>
                    <a:pt x="5880743" y="1579762"/>
                  </a:lnTo>
                  <a:lnTo>
                    <a:pt x="5880075" y="1579762"/>
                  </a:lnTo>
                  <a:lnTo>
                    <a:pt x="5879407" y="1579762"/>
                  </a:lnTo>
                  <a:lnTo>
                    <a:pt x="5878739" y="1579762"/>
                  </a:lnTo>
                  <a:lnTo>
                    <a:pt x="5878071" y="1579762"/>
                  </a:lnTo>
                  <a:lnTo>
                    <a:pt x="5877403" y="1579762"/>
                  </a:lnTo>
                  <a:lnTo>
                    <a:pt x="5876735" y="1579762"/>
                  </a:lnTo>
                  <a:lnTo>
                    <a:pt x="5876067" y="1579762"/>
                  </a:lnTo>
                  <a:lnTo>
                    <a:pt x="5875399" y="1579762"/>
                  </a:lnTo>
                  <a:lnTo>
                    <a:pt x="5874731" y="1579762"/>
                  </a:lnTo>
                  <a:lnTo>
                    <a:pt x="5874063" y="1579762"/>
                  </a:lnTo>
                  <a:lnTo>
                    <a:pt x="5873395" y="1579762"/>
                  </a:lnTo>
                  <a:lnTo>
                    <a:pt x="5872727" y="1579762"/>
                  </a:lnTo>
                  <a:lnTo>
                    <a:pt x="5872059" y="1579762"/>
                  </a:lnTo>
                  <a:lnTo>
                    <a:pt x="5871391" y="1579762"/>
                  </a:lnTo>
                  <a:lnTo>
                    <a:pt x="5870723" y="1579762"/>
                  </a:lnTo>
                  <a:lnTo>
                    <a:pt x="5870055" y="1579762"/>
                  </a:lnTo>
                  <a:lnTo>
                    <a:pt x="5869387" y="1579762"/>
                  </a:lnTo>
                  <a:lnTo>
                    <a:pt x="5868719" y="1579762"/>
                  </a:lnTo>
                  <a:lnTo>
                    <a:pt x="5868051" y="1579762"/>
                  </a:lnTo>
                  <a:lnTo>
                    <a:pt x="5867383" y="1579762"/>
                  </a:lnTo>
                  <a:lnTo>
                    <a:pt x="5866715" y="1579762"/>
                  </a:lnTo>
                  <a:lnTo>
                    <a:pt x="5866047" y="1579762"/>
                  </a:lnTo>
                  <a:lnTo>
                    <a:pt x="5865379" y="1579762"/>
                  </a:lnTo>
                  <a:lnTo>
                    <a:pt x="5864711" y="1579762"/>
                  </a:lnTo>
                  <a:lnTo>
                    <a:pt x="5864043" y="1579762"/>
                  </a:lnTo>
                  <a:lnTo>
                    <a:pt x="5863375" y="1579762"/>
                  </a:lnTo>
                  <a:lnTo>
                    <a:pt x="5862707" y="1579762"/>
                  </a:lnTo>
                  <a:lnTo>
                    <a:pt x="5862039" y="1579762"/>
                  </a:lnTo>
                  <a:lnTo>
                    <a:pt x="5861371" y="1579762"/>
                  </a:lnTo>
                  <a:lnTo>
                    <a:pt x="5860702" y="1579762"/>
                  </a:lnTo>
                  <a:lnTo>
                    <a:pt x="5860034" y="1579762"/>
                  </a:lnTo>
                  <a:lnTo>
                    <a:pt x="5859366" y="1579762"/>
                  </a:lnTo>
                  <a:lnTo>
                    <a:pt x="5858698" y="1579762"/>
                  </a:lnTo>
                  <a:lnTo>
                    <a:pt x="5858030" y="1579762"/>
                  </a:lnTo>
                  <a:lnTo>
                    <a:pt x="5857362" y="1579762"/>
                  </a:lnTo>
                  <a:lnTo>
                    <a:pt x="5856694" y="1579762"/>
                  </a:lnTo>
                  <a:lnTo>
                    <a:pt x="5856026" y="1579762"/>
                  </a:lnTo>
                  <a:lnTo>
                    <a:pt x="5855358" y="1579762"/>
                  </a:lnTo>
                  <a:lnTo>
                    <a:pt x="5854690" y="1579762"/>
                  </a:lnTo>
                  <a:lnTo>
                    <a:pt x="5854022" y="1579762"/>
                  </a:lnTo>
                  <a:lnTo>
                    <a:pt x="5853354" y="1579762"/>
                  </a:lnTo>
                  <a:lnTo>
                    <a:pt x="5852686" y="1579762"/>
                  </a:lnTo>
                  <a:lnTo>
                    <a:pt x="5852018" y="1579762"/>
                  </a:lnTo>
                  <a:lnTo>
                    <a:pt x="5851350" y="1579762"/>
                  </a:lnTo>
                  <a:lnTo>
                    <a:pt x="5850682" y="1579762"/>
                  </a:lnTo>
                  <a:lnTo>
                    <a:pt x="5850014" y="1579762"/>
                  </a:lnTo>
                  <a:lnTo>
                    <a:pt x="5849346" y="1579762"/>
                  </a:lnTo>
                  <a:lnTo>
                    <a:pt x="5848678" y="1579762"/>
                  </a:lnTo>
                  <a:lnTo>
                    <a:pt x="5848010" y="1579762"/>
                  </a:lnTo>
                  <a:lnTo>
                    <a:pt x="5847342" y="1579762"/>
                  </a:lnTo>
                  <a:lnTo>
                    <a:pt x="5846674" y="1579762"/>
                  </a:lnTo>
                  <a:lnTo>
                    <a:pt x="5846006" y="1579762"/>
                  </a:lnTo>
                  <a:lnTo>
                    <a:pt x="5845338" y="1579762"/>
                  </a:lnTo>
                  <a:lnTo>
                    <a:pt x="5844670" y="1579762"/>
                  </a:lnTo>
                  <a:lnTo>
                    <a:pt x="5844002" y="1579762"/>
                  </a:lnTo>
                  <a:lnTo>
                    <a:pt x="5843334" y="1579762"/>
                  </a:lnTo>
                  <a:lnTo>
                    <a:pt x="5842666" y="1579762"/>
                  </a:lnTo>
                  <a:lnTo>
                    <a:pt x="5841998" y="1579762"/>
                  </a:lnTo>
                  <a:lnTo>
                    <a:pt x="5841330" y="1579762"/>
                  </a:lnTo>
                  <a:lnTo>
                    <a:pt x="5840662" y="1579762"/>
                  </a:lnTo>
                  <a:lnTo>
                    <a:pt x="5839994" y="1579762"/>
                  </a:lnTo>
                  <a:lnTo>
                    <a:pt x="5839326" y="1579762"/>
                  </a:lnTo>
                  <a:lnTo>
                    <a:pt x="5838658" y="1579762"/>
                  </a:lnTo>
                  <a:lnTo>
                    <a:pt x="5837990" y="1579762"/>
                  </a:lnTo>
                  <a:lnTo>
                    <a:pt x="5837322" y="1579762"/>
                  </a:lnTo>
                  <a:lnTo>
                    <a:pt x="5836654" y="1579762"/>
                  </a:lnTo>
                  <a:lnTo>
                    <a:pt x="5835985" y="1579762"/>
                  </a:lnTo>
                  <a:lnTo>
                    <a:pt x="5835317" y="1579762"/>
                  </a:lnTo>
                  <a:lnTo>
                    <a:pt x="5834649" y="1579762"/>
                  </a:lnTo>
                  <a:lnTo>
                    <a:pt x="5833981" y="1579762"/>
                  </a:lnTo>
                  <a:lnTo>
                    <a:pt x="5833313" y="1579762"/>
                  </a:lnTo>
                  <a:lnTo>
                    <a:pt x="5832645" y="1579762"/>
                  </a:lnTo>
                  <a:lnTo>
                    <a:pt x="5831977" y="1579762"/>
                  </a:lnTo>
                  <a:lnTo>
                    <a:pt x="5831309" y="1579762"/>
                  </a:lnTo>
                  <a:lnTo>
                    <a:pt x="5830641" y="1579762"/>
                  </a:lnTo>
                  <a:lnTo>
                    <a:pt x="5829973" y="1579762"/>
                  </a:lnTo>
                  <a:lnTo>
                    <a:pt x="5829305" y="1579762"/>
                  </a:lnTo>
                  <a:lnTo>
                    <a:pt x="5828637" y="1579762"/>
                  </a:lnTo>
                  <a:lnTo>
                    <a:pt x="5827969" y="1579762"/>
                  </a:lnTo>
                  <a:lnTo>
                    <a:pt x="5827301" y="1579762"/>
                  </a:lnTo>
                  <a:lnTo>
                    <a:pt x="5826633" y="1579762"/>
                  </a:lnTo>
                  <a:lnTo>
                    <a:pt x="5825965" y="1579762"/>
                  </a:lnTo>
                  <a:lnTo>
                    <a:pt x="5825297" y="1579762"/>
                  </a:lnTo>
                  <a:lnTo>
                    <a:pt x="5824629" y="1579762"/>
                  </a:lnTo>
                  <a:lnTo>
                    <a:pt x="5823961" y="1579762"/>
                  </a:lnTo>
                  <a:lnTo>
                    <a:pt x="5823293" y="1579762"/>
                  </a:lnTo>
                  <a:lnTo>
                    <a:pt x="5822625" y="1579762"/>
                  </a:lnTo>
                  <a:lnTo>
                    <a:pt x="5821957" y="1579762"/>
                  </a:lnTo>
                  <a:lnTo>
                    <a:pt x="5821289" y="1579762"/>
                  </a:lnTo>
                  <a:lnTo>
                    <a:pt x="5820621" y="1579762"/>
                  </a:lnTo>
                  <a:lnTo>
                    <a:pt x="5819953" y="1579762"/>
                  </a:lnTo>
                  <a:lnTo>
                    <a:pt x="5819285" y="1579762"/>
                  </a:lnTo>
                  <a:lnTo>
                    <a:pt x="5818617" y="1579762"/>
                  </a:lnTo>
                  <a:lnTo>
                    <a:pt x="5817949" y="1579762"/>
                  </a:lnTo>
                  <a:lnTo>
                    <a:pt x="5817281" y="1579762"/>
                  </a:lnTo>
                  <a:lnTo>
                    <a:pt x="5816613" y="1579762"/>
                  </a:lnTo>
                  <a:lnTo>
                    <a:pt x="5815945" y="1579762"/>
                  </a:lnTo>
                  <a:lnTo>
                    <a:pt x="5815277" y="1579762"/>
                  </a:lnTo>
                  <a:lnTo>
                    <a:pt x="5814609" y="1579762"/>
                  </a:lnTo>
                  <a:lnTo>
                    <a:pt x="5813941" y="1579762"/>
                  </a:lnTo>
                  <a:lnTo>
                    <a:pt x="5813273" y="1579762"/>
                  </a:lnTo>
                  <a:lnTo>
                    <a:pt x="5812605" y="1579762"/>
                  </a:lnTo>
                  <a:lnTo>
                    <a:pt x="5811937" y="1579762"/>
                  </a:lnTo>
                  <a:lnTo>
                    <a:pt x="5811268" y="1579762"/>
                  </a:lnTo>
                  <a:lnTo>
                    <a:pt x="5810600" y="1579762"/>
                  </a:lnTo>
                  <a:lnTo>
                    <a:pt x="5809932" y="1579762"/>
                  </a:lnTo>
                  <a:lnTo>
                    <a:pt x="5809264" y="1579762"/>
                  </a:lnTo>
                  <a:lnTo>
                    <a:pt x="5808596" y="1579762"/>
                  </a:lnTo>
                  <a:lnTo>
                    <a:pt x="5807928" y="1579762"/>
                  </a:lnTo>
                  <a:lnTo>
                    <a:pt x="5807260" y="1579762"/>
                  </a:lnTo>
                  <a:lnTo>
                    <a:pt x="5806592" y="1579762"/>
                  </a:lnTo>
                  <a:lnTo>
                    <a:pt x="5805924" y="1579762"/>
                  </a:lnTo>
                  <a:lnTo>
                    <a:pt x="5805256" y="1579762"/>
                  </a:lnTo>
                  <a:lnTo>
                    <a:pt x="5804588" y="1579762"/>
                  </a:lnTo>
                  <a:lnTo>
                    <a:pt x="5803920" y="1579762"/>
                  </a:lnTo>
                  <a:lnTo>
                    <a:pt x="5803252" y="1579762"/>
                  </a:lnTo>
                  <a:lnTo>
                    <a:pt x="5802584" y="1579762"/>
                  </a:lnTo>
                  <a:lnTo>
                    <a:pt x="5801916" y="1579762"/>
                  </a:lnTo>
                  <a:lnTo>
                    <a:pt x="5801248" y="1579762"/>
                  </a:lnTo>
                  <a:lnTo>
                    <a:pt x="5800580" y="1579762"/>
                  </a:lnTo>
                  <a:lnTo>
                    <a:pt x="5799912" y="1579762"/>
                  </a:lnTo>
                  <a:lnTo>
                    <a:pt x="5799244" y="1579762"/>
                  </a:lnTo>
                  <a:lnTo>
                    <a:pt x="5798576" y="1579762"/>
                  </a:lnTo>
                  <a:lnTo>
                    <a:pt x="5797908" y="1579762"/>
                  </a:lnTo>
                  <a:lnTo>
                    <a:pt x="5797240" y="1579762"/>
                  </a:lnTo>
                  <a:lnTo>
                    <a:pt x="5796572" y="1579762"/>
                  </a:lnTo>
                  <a:lnTo>
                    <a:pt x="5795904" y="1579762"/>
                  </a:lnTo>
                  <a:lnTo>
                    <a:pt x="5795236" y="1579762"/>
                  </a:lnTo>
                  <a:lnTo>
                    <a:pt x="5794568" y="1579762"/>
                  </a:lnTo>
                  <a:lnTo>
                    <a:pt x="5793900" y="1579762"/>
                  </a:lnTo>
                  <a:lnTo>
                    <a:pt x="5793232" y="1579762"/>
                  </a:lnTo>
                  <a:lnTo>
                    <a:pt x="5792564" y="1579762"/>
                  </a:lnTo>
                  <a:lnTo>
                    <a:pt x="5791896" y="1579762"/>
                  </a:lnTo>
                  <a:lnTo>
                    <a:pt x="5791228" y="1579762"/>
                  </a:lnTo>
                  <a:lnTo>
                    <a:pt x="5790560" y="1579762"/>
                  </a:lnTo>
                  <a:lnTo>
                    <a:pt x="5789892" y="1579762"/>
                  </a:lnTo>
                  <a:lnTo>
                    <a:pt x="5789224" y="1579762"/>
                  </a:lnTo>
                  <a:lnTo>
                    <a:pt x="5788556" y="1579762"/>
                  </a:lnTo>
                  <a:lnTo>
                    <a:pt x="5787888" y="1579762"/>
                  </a:lnTo>
                  <a:lnTo>
                    <a:pt x="5787219" y="1579762"/>
                  </a:lnTo>
                  <a:lnTo>
                    <a:pt x="5786551" y="1579762"/>
                  </a:lnTo>
                  <a:lnTo>
                    <a:pt x="5785883" y="1579762"/>
                  </a:lnTo>
                  <a:lnTo>
                    <a:pt x="5785215" y="1579762"/>
                  </a:lnTo>
                  <a:lnTo>
                    <a:pt x="5784547" y="1579762"/>
                  </a:lnTo>
                  <a:lnTo>
                    <a:pt x="5783879" y="1579762"/>
                  </a:lnTo>
                  <a:lnTo>
                    <a:pt x="5783211" y="1579762"/>
                  </a:lnTo>
                  <a:lnTo>
                    <a:pt x="5782543" y="1579762"/>
                  </a:lnTo>
                  <a:lnTo>
                    <a:pt x="5781875" y="1579762"/>
                  </a:lnTo>
                  <a:lnTo>
                    <a:pt x="5781207" y="1579762"/>
                  </a:lnTo>
                  <a:lnTo>
                    <a:pt x="5780539" y="1579762"/>
                  </a:lnTo>
                  <a:lnTo>
                    <a:pt x="5779871" y="1579762"/>
                  </a:lnTo>
                  <a:lnTo>
                    <a:pt x="5779203" y="1579762"/>
                  </a:lnTo>
                  <a:lnTo>
                    <a:pt x="5778535" y="1579762"/>
                  </a:lnTo>
                  <a:lnTo>
                    <a:pt x="5777867" y="1579762"/>
                  </a:lnTo>
                  <a:lnTo>
                    <a:pt x="5777199" y="1579762"/>
                  </a:lnTo>
                  <a:lnTo>
                    <a:pt x="5776531" y="1579762"/>
                  </a:lnTo>
                  <a:lnTo>
                    <a:pt x="5775863" y="1579762"/>
                  </a:lnTo>
                  <a:lnTo>
                    <a:pt x="5775195" y="1579762"/>
                  </a:lnTo>
                  <a:lnTo>
                    <a:pt x="5774527" y="1579762"/>
                  </a:lnTo>
                  <a:lnTo>
                    <a:pt x="5773859" y="1579762"/>
                  </a:lnTo>
                  <a:lnTo>
                    <a:pt x="5773191" y="1579762"/>
                  </a:lnTo>
                  <a:lnTo>
                    <a:pt x="5772523" y="1579762"/>
                  </a:lnTo>
                  <a:lnTo>
                    <a:pt x="5771855" y="1579762"/>
                  </a:lnTo>
                  <a:lnTo>
                    <a:pt x="5771187" y="1579762"/>
                  </a:lnTo>
                  <a:lnTo>
                    <a:pt x="5770519" y="1579762"/>
                  </a:lnTo>
                  <a:lnTo>
                    <a:pt x="5769851" y="1579762"/>
                  </a:lnTo>
                  <a:lnTo>
                    <a:pt x="5769183" y="1579762"/>
                  </a:lnTo>
                  <a:lnTo>
                    <a:pt x="5768515" y="1579762"/>
                  </a:lnTo>
                  <a:lnTo>
                    <a:pt x="5767847" y="1579762"/>
                  </a:lnTo>
                  <a:lnTo>
                    <a:pt x="5767179" y="1579762"/>
                  </a:lnTo>
                  <a:lnTo>
                    <a:pt x="5766511" y="1579762"/>
                  </a:lnTo>
                  <a:lnTo>
                    <a:pt x="5765843" y="1579762"/>
                  </a:lnTo>
                  <a:lnTo>
                    <a:pt x="5765175" y="1579762"/>
                  </a:lnTo>
                  <a:lnTo>
                    <a:pt x="5764507" y="1579762"/>
                  </a:lnTo>
                  <a:lnTo>
                    <a:pt x="5763839" y="1579762"/>
                  </a:lnTo>
                  <a:lnTo>
                    <a:pt x="5763171" y="1579762"/>
                  </a:lnTo>
                  <a:lnTo>
                    <a:pt x="5762502" y="1579762"/>
                  </a:lnTo>
                  <a:lnTo>
                    <a:pt x="5761834" y="1579762"/>
                  </a:lnTo>
                  <a:lnTo>
                    <a:pt x="5761166" y="1579762"/>
                  </a:lnTo>
                  <a:lnTo>
                    <a:pt x="5760498" y="1579762"/>
                  </a:lnTo>
                  <a:lnTo>
                    <a:pt x="5759830" y="1579762"/>
                  </a:lnTo>
                  <a:lnTo>
                    <a:pt x="5759162" y="1579762"/>
                  </a:lnTo>
                  <a:lnTo>
                    <a:pt x="5758494" y="1579762"/>
                  </a:lnTo>
                  <a:lnTo>
                    <a:pt x="5757826" y="1579762"/>
                  </a:lnTo>
                  <a:lnTo>
                    <a:pt x="5757158" y="1579762"/>
                  </a:lnTo>
                  <a:lnTo>
                    <a:pt x="5756490" y="1579762"/>
                  </a:lnTo>
                  <a:lnTo>
                    <a:pt x="5755822" y="1579762"/>
                  </a:lnTo>
                  <a:lnTo>
                    <a:pt x="5755154" y="1579762"/>
                  </a:lnTo>
                  <a:lnTo>
                    <a:pt x="5754486" y="1579762"/>
                  </a:lnTo>
                  <a:lnTo>
                    <a:pt x="5753818" y="1579762"/>
                  </a:lnTo>
                  <a:lnTo>
                    <a:pt x="5753150" y="1579762"/>
                  </a:lnTo>
                  <a:lnTo>
                    <a:pt x="5752482" y="1579762"/>
                  </a:lnTo>
                  <a:lnTo>
                    <a:pt x="5751814" y="1579762"/>
                  </a:lnTo>
                  <a:lnTo>
                    <a:pt x="5751146" y="1579762"/>
                  </a:lnTo>
                  <a:lnTo>
                    <a:pt x="5750478" y="1579762"/>
                  </a:lnTo>
                  <a:lnTo>
                    <a:pt x="5749810" y="1579762"/>
                  </a:lnTo>
                  <a:lnTo>
                    <a:pt x="5749142" y="1579762"/>
                  </a:lnTo>
                  <a:lnTo>
                    <a:pt x="5748474" y="1579762"/>
                  </a:lnTo>
                  <a:lnTo>
                    <a:pt x="5747806" y="1579762"/>
                  </a:lnTo>
                  <a:lnTo>
                    <a:pt x="5747138" y="1579762"/>
                  </a:lnTo>
                  <a:lnTo>
                    <a:pt x="5746470" y="1579762"/>
                  </a:lnTo>
                  <a:lnTo>
                    <a:pt x="5745802" y="1579762"/>
                  </a:lnTo>
                  <a:lnTo>
                    <a:pt x="5745134" y="1579762"/>
                  </a:lnTo>
                  <a:lnTo>
                    <a:pt x="5744466" y="1579762"/>
                  </a:lnTo>
                  <a:lnTo>
                    <a:pt x="5743798" y="1579762"/>
                  </a:lnTo>
                  <a:lnTo>
                    <a:pt x="5743130" y="1579762"/>
                  </a:lnTo>
                  <a:lnTo>
                    <a:pt x="5742462" y="1579762"/>
                  </a:lnTo>
                  <a:lnTo>
                    <a:pt x="5741794" y="1579762"/>
                  </a:lnTo>
                  <a:lnTo>
                    <a:pt x="5741126" y="1579762"/>
                  </a:lnTo>
                  <a:lnTo>
                    <a:pt x="5740458" y="1579762"/>
                  </a:lnTo>
                  <a:lnTo>
                    <a:pt x="5739790" y="1579762"/>
                  </a:lnTo>
                  <a:lnTo>
                    <a:pt x="5739122" y="1579762"/>
                  </a:lnTo>
                  <a:lnTo>
                    <a:pt x="5738454" y="1579762"/>
                  </a:lnTo>
                  <a:lnTo>
                    <a:pt x="5737785" y="1579762"/>
                  </a:lnTo>
                  <a:lnTo>
                    <a:pt x="5737117" y="1579762"/>
                  </a:lnTo>
                  <a:lnTo>
                    <a:pt x="5736449" y="1579762"/>
                  </a:lnTo>
                  <a:lnTo>
                    <a:pt x="5735781" y="1579762"/>
                  </a:lnTo>
                  <a:lnTo>
                    <a:pt x="5735113" y="1579762"/>
                  </a:lnTo>
                  <a:lnTo>
                    <a:pt x="5734445" y="1579762"/>
                  </a:lnTo>
                  <a:lnTo>
                    <a:pt x="5733777" y="1579762"/>
                  </a:lnTo>
                  <a:lnTo>
                    <a:pt x="5733109" y="1579762"/>
                  </a:lnTo>
                  <a:lnTo>
                    <a:pt x="5732441" y="1579762"/>
                  </a:lnTo>
                  <a:lnTo>
                    <a:pt x="5731773" y="1579762"/>
                  </a:lnTo>
                  <a:lnTo>
                    <a:pt x="5731105" y="1579762"/>
                  </a:lnTo>
                  <a:lnTo>
                    <a:pt x="5730437" y="1579762"/>
                  </a:lnTo>
                  <a:lnTo>
                    <a:pt x="5729769" y="1579762"/>
                  </a:lnTo>
                  <a:lnTo>
                    <a:pt x="5729101" y="1579762"/>
                  </a:lnTo>
                  <a:lnTo>
                    <a:pt x="5728433" y="1579762"/>
                  </a:lnTo>
                  <a:lnTo>
                    <a:pt x="5727765" y="1579762"/>
                  </a:lnTo>
                  <a:lnTo>
                    <a:pt x="5727097" y="1579762"/>
                  </a:lnTo>
                  <a:lnTo>
                    <a:pt x="5726429" y="1579762"/>
                  </a:lnTo>
                  <a:lnTo>
                    <a:pt x="5725761" y="1579762"/>
                  </a:lnTo>
                  <a:lnTo>
                    <a:pt x="5725093" y="1579762"/>
                  </a:lnTo>
                  <a:lnTo>
                    <a:pt x="5724425" y="1579762"/>
                  </a:lnTo>
                  <a:lnTo>
                    <a:pt x="5723757" y="1579762"/>
                  </a:lnTo>
                  <a:lnTo>
                    <a:pt x="5723089" y="1579762"/>
                  </a:lnTo>
                  <a:lnTo>
                    <a:pt x="5722421" y="1579762"/>
                  </a:lnTo>
                  <a:lnTo>
                    <a:pt x="5721753" y="1579762"/>
                  </a:lnTo>
                  <a:lnTo>
                    <a:pt x="5721085" y="1579762"/>
                  </a:lnTo>
                  <a:lnTo>
                    <a:pt x="5720417" y="1579762"/>
                  </a:lnTo>
                  <a:lnTo>
                    <a:pt x="5719749" y="1579762"/>
                  </a:lnTo>
                  <a:lnTo>
                    <a:pt x="5719081" y="1579762"/>
                  </a:lnTo>
                  <a:lnTo>
                    <a:pt x="5718413" y="1579762"/>
                  </a:lnTo>
                  <a:lnTo>
                    <a:pt x="5717745" y="1579762"/>
                  </a:lnTo>
                  <a:lnTo>
                    <a:pt x="5717077" y="1579762"/>
                  </a:lnTo>
                  <a:lnTo>
                    <a:pt x="5716409" y="1579762"/>
                  </a:lnTo>
                  <a:lnTo>
                    <a:pt x="5715741" y="1579762"/>
                  </a:lnTo>
                  <a:lnTo>
                    <a:pt x="5715073" y="1579762"/>
                  </a:lnTo>
                  <a:lnTo>
                    <a:pt x="5714405" y="1579762"/>
                  </a:lnTo>
                  <a:lnTo>
                    <a:pt x="5713736" y="1579762"/>
                  </a:lnTo>
                  <a:lnTo>
                    <a:pt x="5713068" y="1579762"/>
                  </a:lnTo>
                  <a:lnTo>
                    <a:pt x="5712400" y="1579762"/>
                  </a:lnTo>
                  <a:lnTo>
                    <a:pt x="5711732" y="1579762"/>
                  </a:lnTo>
                  <a:lnTo>
                    <a:pt x="5711064" y="1579762"/>
                  </a:lnTo>
                  <a:lnTo>
                    <a:pt x="5710396" y="1579762"/>
                  </a:lnTo>
                  <a:lnTo>
                    <a:pt x="5709728" y="1579762"/>
                  </a:lnTo>
                  <a:lnTo>
                    <a:pt x="5709060" y="1579762"/>
                  </a:lnTo>
                  <a:lnTo>
                    <a:pt x="5708392" y="1579762"/>
                  </a:lnTo>
                  <a:lnTo>
                    <a:pt x="5707724" y="1579762"/>
                  </a:lnTo>
                  <a:lnTo>
                    <a:pt x="5707056" y="1579762"/>
                  </a:lnTo>
                  <a:lnTo>
                    <a:pt x="5706388" y="1579762"/>
                  </a:lnTo>
                  <a:lnTo>
                    <a:pt x="5705720" y="1579762"/>
                  </a:lnTo>
                  <a:lnTo>
                    <a:pt x="5705052" y="1579762"/>
                  </a:lnTo>
                  <a:lnTo>
                    <a:pt x="5704384" y="1579762"/>
                  </a:lnTo>
                  <a:lnTo>
                    <a:pt x="5703716" y="1579762"/>
                  </a:lnTo>
                  <a:lnTo>
                    <a:pt x="5703048" y="1579762"/>
                  </a:lnTo>
                  <a:lnTo>
                    <a:pt x="5702380" y="1579762"/>
                  </a:lnTo>
                  <a:lnTo>
                    <a:pt x="5701712" y="1579762"/>
                  </a:lnTo>
                  <a:lnTo>
                    <a:pt x="5701044" y="1579762"/>
                  </a:lnTo>
                  <a:lnTo>
                    <a:pt x="5700376" y="1579762"/>
                  </a:lnTo>
                  <a:lnTo>
                    <a:pt x="5699708" y="1579762"/>
                  </a:lnTo>
                  <a:lnTo>
                    <a:pt x="5699040" y="1579762"/>
                  </a:lnTo>
                  <a:lnTo>
                    <a:pt x="5698372" y="1579762"/>
                  </a:lnTo>
                  <a:lnTo>
                    <a:pt x="5697704" y="1579762"/>
                  </a:lnTo>
                  <a:lnTo>
                    <a:pt x="5697036" y="1579762"/>
                  </a:lnTo>
                  <a:lnTo>
                    <a:pt x="5696368" y="1579762"/>
                  </a:lnTo>
                  <a:lnTo>
                    <a:pt x="5695700" y="1579762"/>
                  </a:lnTo>
                  <a:lnTo>
                    <a:pt x="5695032" y="1579762"/>
                  </a:lnTo>
                  <a:lnTo>
                    <a:pt x="5694364" y="1579762"/>
                  </a:lnTo>
                  <a:lnTo>
                    <a:pt x="5693696" y="1579762"/>
                  </a:lnTo>
                  <a:lnTo>
                    <a:pt x="5693028" y="1579762"/>
                  </a:lnTo>
                  <a:lnTo>
                    <a:pt x="5692360" y="1579762"/>
                  </a:lnTo>
                  <a:lnTo>
                    <a:pt x="5691692" y="1579762"/>
                  </a:lnTo>
                  <a:lnTo>
                    <a:pt x="5691024" y="1579762"/>
                  </a:lnTo>
                  <a:lnTo>
                    <a:pt x="5690356" y="1579762"/>
                  </a:lnTo>
                  <a:lnTo>
                    <a:pt x="5689688" y="1579762"/>
                  </a:lnTo>
                  <a:lnTo>
                    <a:pt x="5689019" y="1579762"/>
                  </a:lnTo>
                  <a:lnTo>
                    <a:pt x="5688351" y="1579762"/>
                  </a:lnTo>
                  <a:lnTo>
                    <a:pt x="5687683" y="1579762"/>
                  </a:lnTo>
                  <a:lnTo>
                    <a:pt x="5687015" y="1579762"/>
                  </a:lnTo>
                  <a:lnTo>
                    <a:pt x="5686347" y="1579762"/>
                  </a:lnTo>
                  <a:lnTo>
                    <a:pt x="5685679" y="1579762"/>
                  </a:lnTo>
                  <a:lnTo>
                    <a:pt x="5685011" y="1579762"/>
                  </a:lnTo>
                  <a:lnTo>
                    <a:pt x="5684343" y="1579762"/>
                  </a:lnTo>
                  <a:lnTo>
                    <a:pt x="5683675" y="1579762"/>
                  </a:lnTo>
                  <a:lnTo>
                    <a:pt x="5683007" y="1579762"/>
                  </a:lnTo>
                  <a:lnTo>
                    <a:pt x="5682339" y="1579762"/>
                  </a:lnTo>
                  <a:lnTo>
                    <a:pt x="5681671" y="1579762"/>
                  </a:lnTo>
                  <a:lnTo>
                    <a:pt x="5681003" y="1579762"/>
                  </a:lnTo>
                  <a:lnTo>
                    <a:pt x="5680335" y="1579762"/>
                  </a:lnTo>
                  <a:lnTo>
                    <a:pt x="5679667" y="1579762"/>
                  </a:lnTo>
                  <a:lnTo>
                    <a:pt x="5678999" y="1579762"/>
                  </a:lnTo>
                  <a:lnTo>
                    <a:pt x="5678331" y="1579762"/>
                  </a:lnTo>
                  <a:lnTo>
                    <a:pt x="5677663" y="1579762"/>
                  </a:lnTo>
                  <a:lnTo>
                    <a:pt x="5676995" y="1579762"/>
                  </a:lnTo>
                  <a:lnTo>
                    <a:pt x="5676327" y="1579762"/>
                  </a:lnTo>
                  <a:lnTo>
                    <a:pt x="5675659" y="1579762"/>
                  </a:lnTo>
                  <a:lnTo>
                    <a:pt x="5674991" y="1579762"/>
                  </a:lnTo>
                  <a:lnTo>
                    <a:pt x="5674323" y="1579762"/>
                  </a:lnTo>
                  <a:lnTo>
                    <a:pt x="5673655" y="1579762"/>
                  </a:lnTo>
                  <a:lnTo>
                    <a:pt x="5672987" y="1579762"/>
                  </a:lnTo>
                  <a:lnTo>
                    <a:pt x="5672319" y="1579762"/>
                  </a:lnTo>
                  <a:lnTo>
                    <a:pt x="5671651" y="1579762"/>
                  </a:lnTo>
                  <a:lnTo>
                    <a:pt x="5670983" y="1579762"/>
                  </a:lnTo>
                  <a:lnTo>
                    <a:pt x="5670315" y="1579762"/>
                  </a:lnTo>
                  <a:lnTo>
                    <a:pt x="5669647" y="1579762"/>
                  </a:lnTo>
                  <a:lnTo>
                    <a:pt x="5668979" y="1579762"/>
                  </a:lnTo>
                  <a:lnTo>
                    <a:pt x="5668311" y="1579762"/>
                  </a:lnTo>
                  <a:lnTo>
                    <a:pt x="5667643" y="1579762"/>
                  </a:lnTo>
                  <a:lnTo>
                    <a:pt x="5666975" y="1579762"/>
                  </a:lnTo>
                  <a:lnTo>
                    <a:pt x="5666307" y="1579762"/>
                  </a:lnTo>
                  <a:lnTo>
                    <a:pt x="5665639" y="1579762"/>
                  </a:lnTo>
                  <a:lnTo>
                    <a:pt x="5664971" y="1579762"/>
                  </a:lnTo>
                  <a:lnTo>
                    <a:pt x="5664302" y="1579762"/>
                  </a:lnTo>
                  <a:lnTo>
                    <a:pt x="5663634" y="1579762"/>
                  </a:lnTo>
                  <a:lnTo>
                    <a:pt x="5662966" y="1579762"/>
                  </a:lnTo>
                  <a:lnTo>
                    <a:pt x="5662298" y="1579762"/>
                  </a:lnTo>
                  <a:lnTo>
                    <a:pt x="5661630" y="1579762"/>
                  </a:lnTo>
                  <a:lnTo>
                    <a:pt x="5660962" y="1579762"/>
                  </a:lnTo>
                  <a:lnTo>
                    <a:pt x="5660294" y="1579762"/>
                  </a:lnTo>
                  <a:lnTo>
                    <a:pt x="5659626" y="1579762"/>
                  </a:lnTo>
                  <a:lnTo>
                    <a:pt x="5658958" y="1579762"/>
                  </a:lnTo>
                  <a:lnTo>
                    <a:pt x="5658290" y="1579762"/>
                  </a:lnTo>
                  <a:lnTo>
                    <a:pt x="5657622" y="1579762"/>
                  </a:lnTo>
                  <a:lnTo>
                    <a:pt x="5656954" y="1579762"/>
                  </a:lnTo>
                  <a:lnTo>
                    <a:pt x="5656286" y="1579762"/>
                  </a:lnTo>
                  <a:lnTo>
                    <a:pt x="5655618" y="1579762"/>
                  </a:lnTo>
                  <a:lnTo>
                    <a:pt x="5654950" y="1579762"/>
                  </a:lnTo>
                  <a:lnTo>
                    <a:pt x="5654282" y="1579762"/>
                  </a:lnTo>
                  <a:lnTo>
                    <a:pt x="5653614" y="1579762"/>
                  </a:lnTo>
                  <a:lnTo>
                    <a:pt x="5652946" y="1579762"/>
                  </a:lnTo>
                  <a:lnTo>
                    <a:pt x="5652278" y="1579762"/>
                  </a:lnTo>
                  <a:lnTo>
                    <a:pt x="5651610" y="1579762"/>
                  </a:lnTo>
                  <a:lnTo>
                    <a:pt x="5650942" y="1579762"/>
                  </a:lnTo>
                  <a:lnTo>
                    <a:pt x="5650274" y="1579762"/>
                  </a:lnTo>
                  <a:lnTo>
                    <a:pt x="5649606" y="1579762"/>
                  </a:lnTo>
                  <a:lnTo>
                    <a:pt x="5648938" y="1579762"/>
                  </a:lnTo>
                  <a:lnTo>
                    <a:pt x="5648270" y="1579762"/>
                  </a:lnTo>
                  <a:lnTo>
                    <a:pt x="5647602" y="1579762"/>
                  </a:lnTo>
                  <a:lnTo>
                    <a:pt x="5646934" y="1579762"/>
                  </a:lnTo>
                  <a:lnTo>
                    <a:pt x="5646266" y="1579762"/>
                  </a:lnTo>
                  <a:lnTo>
                    <a:pt x="5645598" y="1579762"/>
                  </a:lnTo>
                  <a:lnTo>
                    <a:pt x="5644930" y="1579762"/>
                  </a:lnTo>
                  <a:lnTo>
                    <a:pt x="5644262" y="1579762"/>
                  </a:lnTo>
                  <a:lnTo>
                    <a:pt x="5643594" y="1579762"/>
                  </a:lnTo>
                  <a:lnTo>
                    <a:pt x="5642926" y="1579762"/>
                  </a:lnTo>
                  <a:lnTo>
                    <a:pt x="5642258" y="1579762"/>
                  </a:lnTo>
                  <a:lnTo>
                    <a:pt x="5641590" y="1579762"/>
                  </a:lnTo>
                  <a:lnTo>
                    <a:pt x="5640922" y="1579762"/>
                  </a:lnTo>
                  <a:lnTo>
                    <a:pt x="5640254" y="1579762"/>
                  </a:lnTo>
                  <a:lnTo>
                    <a:pt x="5639585" y="1579762"/>
                  </a:lnTo>
                  <a:lnTo>
                    <a:pt x="5638917" y="1579762"/>
                  </a:lnTo>
                  <a:lnTo>
                    <a:pt x="5638249" y="1579762"/>
                  </a:lnTo>
                  <a:lnTo>
                    <a:pt x="5637581" y="1579762"/>
                  </a:lnTo>
                  <a:lnTo>
                    <a:pt x="5636913" y="1579762"/>
                  </a:lnTo>
                  <a:lnTo>
                    <a:pt x="5636245" y="1579762"/>
                  </a:lnTo>
                  <a:lnTo>
                    <a:pt x="5635577" y="1579762"/>
                  </a:lnTo>
                  <a:lnTo>
                    <a:pt x="5634909" y="1579762"/>
                  </a:lnTo>
                  <a:lnTo>
                    <a:pt x="5634241" y="1579762"/>
                  </a:lnTo>
                  <a:lnTo>
                    <a:pt x="5633573" y="1579762"/>
                  </a:lnTo>
                  <a:lnTo>
                    <a:pt x="5632905" y="1579762"/>
                  </a:lnTo>
                  <a:lnTo>
                    <a:pt x="5632237" y="1579762"/>
                  </a:lnTo>
                  <a:lnTo>
                    <a:pt x="5631569" y="1579762"/>
                  </a:lnTo>
                  <a:lnTo>
                    <a:pt x="5630901" y="1579762"/>
                  </a:lnTo>
                  <a:lnTo>
                    <a:pt x="5630233" y="1579762"/>
                  </a:lnTo>
                  <a:lnTo>
                    <a:pt x="5629565" y="1579762"/>
                  </a:lnTo>
                  <a:lnTo>
                    <a:pt x="5628897" y="1579762"/>
                  </a:lnTo>
                  <a:lnTo>
                    <a:pt x="5628229" y="1579762"/>
                  </a:lnTo>
                  <a:lnTo>
                    <a:pt x="5627561" y="1579762"/>
                  </a:lnTo>
                  <a:lnTo>
                    <a:pt x="5626893" y="1579762"/>
                  </a:lnTo>
                  <a:lnTo>
                    <a:pt x="5626225" y="1579762"/>
                  </a:lnTo>
                  <a:lnTo>
                    <a:pt x="5625557" y="1579762"/>
                  </a:lnTo>
                  <a:lnTo>
                    <a:pt x="5624889" y="1579762"/>
                  </a:lnTo>
                  <a:lnTo>
                    <a:pt x="5624221" y="1579762"/>
                  </a:lnTo>
                  <a:lnTo>
                    <a:pt x="5623553" y="1579762"/>
                  </a:lnTo>
                  <a:lnTo>
                    <a:pt x="5622885" y="1579762"/>
                  </a:lnTo>
                  <a:lnTo>
                    <a:pt x="5622217" y="1579762"/>
                  </a:lnTo>
                  <a:lnTo>
                    <a:pt x="5621549" y="1579762"/>
                  </a:lnTo>
                  <a:lnTo>
                    <a:pt x="5620881" y="1579762"/>
                  </a:lnTo>
                  <a:lnTo>
                    <a:pt x="5620213" y="1579762"/>
                  </a:lnTo>
                  <a:lnTo>
                    <a:pt x="5619545" y="1579762"/>
                  </a:lnTo>
                  <a:lnTo>
                    <a:pt x="5618877" y="1579762"/>
                  </a:lnTo>
                  <a:lnTo>
                    <a:pt x="5618209" y="1579762"/>
                  </a:lnTo>
                  <a:lnTo>
                    <a:pt x="5617541" y="1579762"/>
                  </a:lnTo>
                  <a:lnTo>
                    <a:pt x="5616873" y="1579762"/>
                  </a:lnTo>
                  <a:lnTo>
                    <a:pt x="5616205" y="1579762"/>
                  </a:lnTo>
                  <a:lnTo>
                    <a:pt x="5615536" y="1579762"/>
                  </a:lnTo>
                  <a:lnTo>
                    <a:pt x="5614868" y="1579762"/>
                  </a:lnTo>
                  <a:lnTo>
                    <a:pt x="5614200" y="1579762"/>
                  </a:lnTo>
                  <a:lnTo>
                    <a:pt x="5613532" y="1579762"/>
                  </a:lnTo>
                  <a:lnTo>
                    <a:pt x="5612864" y="1579762"/>
                  </a:lnTo>
                  <a:lnTo>
                    <a:pt x="5612196" y="1579762"/>
                  </a:lnTo>
                  <a:lnTo>
                    <a:pt x="5611528" y="1579762"/>
                  </a:lnTo>
                  <a:lnTo>
                    <a:pt x="5610860" y="1579762"/>
                  </a:lnTo>
                  <a:lnTo>
                    <a:pt x="5610192" y="1579762"/>
                  </a:lnTo>
                  <a:lnTo>
                    <a:pt x="5609524" y="1579762"/>
                  </a:lnTo>
                  <a:lnTo>
                    <a:pt x="5608856" y="1579762"/>
                  </a:lnTo>
                  <a:lnTo>
                    <a:pt x="5608188" y="1579762"/>
                  </a:lnTo>
                  <a:lnTo>
                    <a:pt x="5607520" y="1579762"/>
                  </a:lnTo>
                  <a:lnTo>
                    <a:pt x="5606852" y="1579762"/>
                  </a:lnTo>
                  <a:lnTo>
                    <a:pt x="5606184" y="1579762"/>
                  </a:lnTo>
                  <a:lnTo>
                    <a:pt x="5605516" y="1579762"/>
                  </a:lnTo>
                  <a:lnTo>
                    <a:pt x="5604848" y="1579762"/>
                  </a:lnTo>
                  <a:lnTo>
                    <a:pt x="5604180" y="1579762"/>
                  </a:lnTo>
                  <a:lnTo>
                    <a:pt x="5603512" y="1579762"/>
                  </a:lnTo>
                  <a:lnTo>
                    <a:pt x="5602844" y="1579762"/>
                  </a:lnTo>
                  <a:lnTo>
                    <a:pt x="5602176" y="1579762"/>
                  </a:lnTo>
                  <a:lnTo>
                    <a:pt x="5601508" y="1579762"/>
                  </a:lnTo>
                  <a:lnTo>
                    <a:pt x="5600840" y="1579762"/>
                  </a:lnTo>
                  <a:lnTo>
                    <a:pt x="5600172" y="1579762"/>
                  </a:lnTo>
                  <a:lnTo>
                    <a:pt x="5599504" y="1579762"/>
                  </a:lnTo>
                  <a:lnTo>
                    <a:pt x="5598836" y="1579762"/>
                  </a:lnTo>
                  <a:lnTo>
                    <a:pt x="5598168" y="1579762"/>
                  </a:lnTo>
                  <a:lnTo>
                    <a:pt x="5597500" y="1579762"/>
                  </a:lnTo>
                  <a:lnTo>
                    <a:pt x="5596832" y="1579762"/>
                  </a:lnTo>
                  <a:lnTo>
                    <a:pt x="5596164" y="1579762"/>
                  </a:lnTo>
                  <a:lnTo>
                    <a:pt x="5595496" y="1579762"/>
                  </a:lnTo>
                  <a:lnTo>
                    <a:pt x="5594828" y="1579762"/>
                  </a:lnTo>
                  <a:lnTo>
                    <a:pt x="5594160" y="1579762"/>
                  </a:lnTo>
                  <a:lnTo>
                    <a:pt x="5593492" y="1579762"/>
                  </a:lnTo>
                  <a:lnTo>
                    <a:pt x="5592824" y="1579762"/>
                  </a:lnTo>
                  <a:lnTo>
                    <a:pt x="5592156" y="1579762"/>
                  </a:lnTo>
                  <a:lnTo>
                    <a:pt x="5591488" y="1579762"/>
                  </a:lnTo>
                  <a:lnTo>
                    <a:pt x="5590819" y="1579762"/>
                  </a:lnTo>
                  <a:lnTo>
                    <a:pt x="5590151" y="1579762"/>
                  </a:lnTo>
                  <a:lnTo>
                    <a:pt x="5589483" y="1579762"/>
                  </a:lnTo>
                  <a:lnTo>
                    <a:pt x="5588815" y="1579762"/>
                  </a:lnTo>
                  <a:lnTo>
                    <a:pt x="5588147" y="1579762"/>
                  </a:lnTo>
                  <a:lnTo>
                    <a:pt x="5587479" y="1579762"/>
                  </a:lnTo>
                  <a:lnTo>
                    <a:pt x="5586811" y="1579762"/>
                  </a:lnTo>
                  <a:lnTo>
                    <a:pt x="5586143" y="1579762"/>
                  </a:lnTo>
                  <a:lnTo>
                    <a:pt x="5585475" y="1579762"/>
                  </a:lnTo>
                  <a:lnTo>
                    <a:pt x="5584807" y="1579762"/>
                  </a:lnTo>
                  <a:lnTo>
                    <a:pt x="5584139" y="1579762"/>
                  </a:lnTo>
                  <a:lnTo>
                    <a:pt x="5583471" y="1579762"/>
                  </a:lnTo>
                  <a:lnTo>
                    <a:pt x="5582803" y="1579762"/>
                  </a:lnTo>
                  <a:lnTo>
                    <a:pt x="5582135" y="1579762"/>
                  </a:lnTo>
                  <a:lnTo>
                    <a:pt x="5581467" y="1579762"/>
                  </a:lnTo>
                  <a:lnTo>
                    <a:pt x="5580799" y="1579762"/>
                  </a:lnTo>
                  <a:lnTo>
                    <a:pt x="5580131" y="1579762"/>
                  </a:lnTo>
                  <a:lnTo>
                    <a:pt x="5579463" y="1579762"/>
                  </a:lnTo>
                  <a:lnTo>
                    <a:pt x="5578795" y="1579762"/>
                  </a:lnTo>
                  <a:lnTo>
                    <a:pt x="5578127" y="1579762"/>
                  </a:lnTo>
                  <a:lnTo>
                    <a:pt x="5577459" y="1579762"/>
                  </a:lnTo>
                  <a:lnTo>
                    <a:pt x="5576791" y="1579762"/>
                  </a:lnTo>
                  <a:lnTo>
                    <a:pt x="5576123" y="1579762"/>
                  </a:lnTo>
                  <a:lnTo>
                    <a:pt x="5575455" y="1579762"/>
                  </a:lnTo>
                  <a:lnTo>
                    <a:pt x="5574787" y="1579762"/>
                  </a:lnTo>
                  <a:lnTo>
                    <a:pt x="5574119" y="1579762"/>
                  </a:lnTo>
                  <a:lnTo>
                    <a:pt x="5573451" y="1579762"/>
                  </a:lnTo>
                  <a:lnTo>
                    <a:pt x="5572783" y="1579762"/>
                  </a:lnTo>
                  <a:lnTo>
                    <a:pt x="5572115" y="1579762"/>
                  </a:lnTo>
                  <a:lnTo>
                    <a:pt x="5571447" y="1579762"/>
                  </a:lnTo>
                  <a:lnTo>
                    <a:pt x="5570779" y="1579762"/>
                  </a:lnTo>
                  <a:lnTo>
                    <a:pt x="5570111" y="1579762"/>
                  </a:lnTo>
                  <a:lnTo>
                    <a:pt x="5569443" y="1579762"/>
                  </a:lnTo>
                  <a:lnTo>
                    <a:pt x="5568775" y="1579762"/>
                  </a:lnTo>
                  <a:lnTo>
                    <a:pt x="5568107" y="1579762"/>
                  </a:lnTo>
                  <a:lnTo>
                    <a:pt x="5567439" y="1579762"/>
                  </a:lnTo>
                  <a:lnTo>
                    <a:pt x="5566771" y="1579762"/>
                  </a:lnTo>
                  <a:lnTo>
                    <a:pt x="5566102" y="1579762"/>
                  </a:lnTo>
                  <a:lnTo>
                    <a:pt x="5565434" y="1579762"/>
                  </a:lnTo>
                  <a:lnTo>
                    <a:pt x="5564766" y="1579762"/>
                  </a:lnTo>
                  <a:lnTo>
                    <a:pt x="5564098" y="1579762"/>
                  </a:lnTo>
                  <a:lnTo>
                    <a:pt x="5563430" y="1579762"/>
                  </a:lnTo>
                  <a:lnTo>
                    <a:pt x="5562762" y="1579762"/>
                  </a:lnTo>
                  <a:lnTo>
                    <a:pt x="5562094" y="1579762"/>
                  </a:lnTo>
                  <a:lnTo>
                    <a:pt x="5561426" y="1579762"/>
                  </a:lnTo>
                  <a:lnTo>
                    <a:pt x="5560758" y="1579762"/>
                  </a:lnTo>
                  <a:lnTo>
                    <a:pt x="5560090" y="1579762"/>
                  </a:lnTo>
                  <a:lnTo>
                    <a:pt x="5559422" y="1579762"/>
                  </a:lnTo>
                  <a:lnTo>
                    <a:pt x="5558754" y="1579762"/>
                  </a:lnTo>
                  <a:lnTo>
                    <a:pt x="5558086" y="1579762"/>
                  </a:lnTo>
                  <a:lnTo>
                    <a:pt x="5557418" y="1579762"/>
                  </a:lnTo>
                  <a:lnTo>
                    <a:pt x="5556750" y="1579762"/>
                  </a:lnTo>
                  <a:lnTo>
                    <a:pt x="5556082" y="1579762"/>
                  </a:lnTo>
                  <a:lnTo>
                    <a:pt x="5555414" y="1579762"/>
                  </a:lnTo>
                  <a:lnTo>
                    <a:pt x="5554746" y="1579762"/>
                  </a:lnTo>
                  <a:lnTo>
                    <a:pt x="5554078" y="1579762"/>
                  </a:lnTo>
                  <a:lnTo>
                    <a:pt x="5553410" y="1579762"/>
                  </a:lnTo>
                  <a:lnTo>
                    <a:pt x="5552742" y="1579762"/>
                  </a:lnTo>
                  <a:lnTo>
                    <a:pt x="5552074" y="1579762"/>
                  </a:lnTo>
                  <a:lnTo>
                    <a:pt x="5551406" y="1579762"/>
                  </a:lnTo>
                  <a:lnTo>
                    <a:pt x="5550738" y="1579762"/>
                  </a:lnTo>
                  <a:lnTo>
                    <a:pt x="5550070" y="1579762"/>
                  </a:lnTo>
                  <a:lnTo>
                    <a:pt x="5549402" y="1579762"/>
                  </a:lnTo>
                  <a:lnTo>
                    <a:pt x="5548734" y="1579762"/>
                  </a:lnTo>
                  <a:lnTo>
                    <a:pt x="5548066" y="1579762"/>
                  </a:lnTo>
                  <a:lnTo>
                    <a:pt x="5547398" y="1579762"/>
                  </a:lnTo>
                  <a:lnTo>
                    <a:pt x="5546730" y="1579762"/>
                  </a:lnTo>
                  <a:lnTo>
                    <a:pt x="5546062" y="1579762"/>
                  </a:lnTo>
                  <a:lnTo>
                    <a:pt x="5545394" y="1579762"/>
                  </a:lnTo>
                  <a:lnTo>
                    <a:pt x="5544726" y="1579762"/>
                  </a:lnTo>
                  <a:lnTo>
                    <a:pt x="5544058" y="1579762"/>
                  </a:lnTo>
                  <a:lnTo>
                    <a:pt x="5543390" y="1579762"/>
                  </a:lnTo>
                  <a:lnTo>
                    <a:pt x="5542722" y="1579762"/>
                  </a:lnTo>
                  <a:lnTo>
                    <a:pt x="5542054" y="1579762"/>
                  </a:lnTo>
                  <a:lnTo>
                    <a:pt x="5541385" y="1579762"/>
                  </a:lnTo>
                  <a:lnTo>
                    <a:pt x="5540717" y="1579762"/>
                  </a:lnTo>
                  <a:lnTo>
                    <a:pt x="5540049" y="1579762"/>
                  </a:lnTo>
                  <a:lnTo>
                    <a:pt x="5539381" y="1579762"/>
                  </a:lnTo>
                  <a:lnTo>
                    <a:pt x="5538713" y="1579762"/>
                  </a:lnTo>
                  <a:lnTo>
                    <a:pt x="5538045" y="1579762"/>
                  </a:lnTo>
                  <a:lnTo>
                    <a:pt x="5537377" y="1579762"/>
                  </a:lnTo>
                  <a:lnTo>
                    <a:pt x="5536709" y="1579762"/>
                  </a:lnTo>
                  <a:lnTo>
                    <a:pt x="5536041" y="1579762"/>
                  </a:lnTo>
                  <a:lnTo>
                    <a:pt x="5535373" y="1579762"/>
                  </a:lnTo>
                  <a:lnTo>
                    <a:pt x="5534705" y="1579762"/>
                  </a:lnTo>
                  <a:lnTo>
                    <a:pt x="5534037" y="1579762"/>
                  </a:lnTo>
                  <a:lnTo>
                    <a:pt x="5533369" y="1579762"/>
                  </a:lnTo>
                  <a:lnTo>
                    <a:pt x="5532701" y="1579762"/>
                  </a:lnTo>
                  <a:lnTo>
                    <a:pt x="5532033" y="1579762"/>
                  </a:lnTo>
                  <a:lnTo>
                    <a:pt x="5531365" y="1579762"/>
                  </a:lnTo>
                  <a:lnTo>
                    <a:pt x="5530697" y="1579762"/>
                  </a:lnTo>
                  <a:lnTo>
                    <a:pt x="5530029" y="1579762"/>
                  </a:lnTo>
                  <a:lnTo>
                    <a:pt x="5529361" y="1579762"/>
                  </a:lnTo>
                  <a:lnTo>
                    <a:pt x="5528693" y="1579762"/>
                  </a:lnTo>
                  <a:lnTo>
                    <a:pt x="5528025" y="1579762"/>
                  </a:lnTo>
                  <a:lnTo>
                    <a:pt x="5527357" y="1579762"/>
                  </a:lnTo>
                  <a:lnTo>
                    <a:pt x="5526689" y="1579762"/>
                  </a:lnTo>
                  <a:lnTo>
                    <a:pt x="5526021" y="1579762"/>
                  </a:lnTo>
                  <a:lnTo>
                    <a:pt x="5525353" y="1579762"/>
                  </a:lnTo>
                  <a:lnTo>
                    <a:pt x="5524685" y="1579762"/>
                  </a:lnTo>
                  <a:lnTo>
                    <a:pt x="5524017" y="1579762"/>
                  </a:lnTo>
                  <a:lnTo>
                    <a:pt x="5523349" y="1579762"/>
                  </a:lnTo>
                  <a:lnTo>
                    <a:pt x="5522681" y="1579762"/>
                  </a:lnTo>
                  <a:lnTo>
                    <a:pt x="5522013" y="1579762"/>
                  </a:lnTo>
                  <a:lnTo>
                    <a:pt x="5521345" y="1579762"/>
                  </a:lnTo>
                  <a:lnTo>
                    <a:pt x="5520677" y="1579762"/>
                  </a:lnTo>
                  <a:lnTo>
                    <a:pt x="5520009" y="1579762"/>
                  </a:lnTo>
                  <a:lnTo>
                    <a:pt x="5519341" y="1579762"/>
                  </a:lnTo>
                  <a:lnTo>
                    <a:pt x="5518673" y="1579762"/>
                  </a:lnTo>
                  <a:lnTo>
                    <a:pt x="5518005" y="1579762"/>
                  </a:lnTo>
                  <a:lnTo>
                    <a:pt x="5517336" y="1579762"/>
                  </a:lnTo>
                  <a:lnTo>
                    <a:pt x="5516668" y="1579762"/>
                  </a:lnTo>
                  <a:lnTo>
                    <a:pt x="5516000" y="1579762"/>
                  </a:lnTo>
                  <a:lnTo>
                    <a:pt x="5515332" y="1579762"/>
                  </a:lnTo>
                  <a:lnTo>
                    <a:pt x="5514664" y="1579762"/>
                  </a:lnTo>
                  <a:lnTo>
                    <a:pt x="5513996" y="1579762"/>
                  </a:lnTo>
                  <a:lnTo>
                    <a:pt x="5513328" y="1579762"/>
                  </a:lnTo>
                  <a:lnTo>
                    <a:pt x="5512660" y="1579762"/>
                  </a:lnTo>
                  <a:lnTo>
                    <a:pt x="5511992" y="1579762"/>
                  </a:lnTo>
                  <a:lnTo>
                    <a:pt x="5511324" y="1579762"/>
                  </a:lnTo>
                  <a:lnTo>
                    <a:pt x="5510656" y="1579762"/>
                  </a:lnTo>
                  <a:lnTo>
                    <a:pt x="5509988" y="1579762"/>
                  </a:lnTo>
                  <a:lnTo>
                    <a:pt x="5509320" y="1579762"/>
                  </a:lnTo>
                  <a:lnTo>
                    <a:pt x="5508652" y="1579762"/>
                  </a:lnTo>
                  <a:lnTo>
                    <a:pt x="5507984" y="1579762"/>
                  </a:lnTo>
                  <a:lnTo>
                    <a:pt x="5507316" y="1579762"/>
                  </a:lnTo>
                  <a:lnTo>
                    <a:pt x="5506648" y="1579762"/>
                  </a:lnTo>
                  <a:lnTo>
                    <a:pt x="5505980" y="1579762"/>
                  </a:lnTo>
                  <a:lnTo>
                    <a:pt x="5505312" y="1579762"/>
                  </a:lnTo>
                  <a:lnTo>
                    <a:pt x="5504644" y="1579762"/>
                  </a:lnTo>
                  <a:lnTo>
                    <a:pt x="5503976" y="1579762"/>
                  </a:lnTo>
                  <a:lnTo>
                    <a:pt x="5503308" y="1579762"/>
                  </a:lnTo>
                  <a:lnTo>
                    <a:pt x="5502640" y="1579762"/>
                  </a:lnTo>
                  <a:lnTo>
                    <a:pt x="5501972" y="1579762"/>
                  </a:lnTo>
                  <a:lnTo>
                    <a:pt x="5501304" y="1579762"/>
                  </a:lnTo>
                  <a:lnTo>
                    <a:pt x="5500636" y="1579762"/>
                  </a:lnTo>
                  <a:lnTo>
                    <a:pt x="5499968" y="1579762"/>
                  </a:lnTo>
                  <a:lnTo>
                    <a:pt x="5499300" y="1579762"/>
                  </a:lnTo>
                  <a:lnTo>
                    <a:pt x="5498632" y="1579762"/>
                  </a:lnTo>
                  <a:lnTo>
                    <a:pt x="5497964" y="1579762"/>
                  </a:lnTo>
                  <a:lnTo>
                    <a:pt x="5497296" y="1579762"/>
                  </a:lnTo>
                  <a:lnTo>
                    <a:pt x="5496628" y="1579762"/>
                  </a:lnTo>
                  <a:lnTo>
                    <a:pt x="5495960" y="1579762"/>
                  </a:lnTo>
                  <a:lnTo>
                    <a:pt x="5495292" y="1579762"/>
                  </a:lnTo>
                  <a:lnTo>
                    <a:pt x="5494624" y="1579762"/>
                  </a:lnTo>
                  <a:lnTo>
                    <a:pt x="5493956" y="1579762"/>
                  </a:lnTo>
                  <a:lnTo>
                    <a:pt x="5493288" y="1579762"/>
                  </a:lnTo>
                  <a:lnTo>
                    <a:pt x="5492619" y="1579762"/>
                  </a:lnTo>
                  <a:lnTo>
                    <a:pt x="5491951" y="1579762"/>
                  </a:lnTo>
                  <a:lnTo>
                    <a:pt x="5491283" y="1579762"/>
                  </a:lnTo>
                  <a:lnTo>
                    <a:pt x="5490615" y="1579762"/>
                  </a:lnTo>
                  <a:lnTo>
                    <a:pt x="5489947" y="1579762"/>
                  </a:lnTo>
                  <a:lnTo>
                    <a:pt x="5489279" y="1579762"/>
                  </a:lnTo>
                  <a:lnTo>
                    <a:pt x="5488611" y="1579762"/>
                  </a:lnTo>
                  <a:lnTo>
                    <a:pt x="5487943" y="1579762"/>
                  </a:lnTo>
                  <a:lnTo>
                    <a:pt x="5487275" y="1579762"/>
                  </a:lnTo>
                  <a:lnTo>
                    <a:pt x="5486607" y="1579762"/>
                  </a:lnTo>
                  <a:lnTo>
                    <a:pt x="5485939" y="1579762"/>
                  </a:lnTo>
                  <a:lnTo>
                    <a:pt x="5485271" y="1579762"/>
                  </a:lnTo>
                  <a:lnTo>
                    <a:pt x="5484603" y="1579762"/>
                  </a:lnTo>
                  <a:lnTo>
                    <a:pt x="5483935" y="1579762"/>
                  </a:lnTo>
                  <a:lnTo>
                    <a:pt x="5483267" y="1579762"/>
                  </a:lnTo>
                  <a:lnTo>
                    <a:pt x="5482599" y="1579762"/>
                  </a:lnTo>
                  <a:lnTo>
                    <a:pt x="5481931" y="1579762"/>
                  </a:lnTo>
                  <a:lnTo>
                    <a:pt x="5481263" y="1579762"/>
                  </a:lnTo>
                  <a:lnTo>
                    <a:pt x="5480595" y="1579762"/>
                  </a:lnTo>
                  <a:lnTo>
                    <a:pt x="5479927" y="1579762"/>
                  </a:lnTo>
                  <a:lnTo>
                    <a:pt x="5479259" y="1579762"/>
                  </a:lnTo>
                  <a:lnTo>
                    <a:pt x="5478591" y="1579762"/>
                  </a:lnTo>
                  <a:lnTo>
                    <a:pt x="5477923" y="1579762"/>
                  </a:lnTo>
                  <a:lnTo>
                    <a:pt x="5477255" y="1579762"/>
                  </a:lnTo>
                  <a:lnTo>
                    <a:pt x="5476587" y="1579762"/>
                  </a:lnTo>
                  <a:lnTo>
                    <a:pt x="5475919" y="1579762"/>
                  </a:lnTo>
                  <a:lnTo>
                    <a:pt x="5475251" y="1579762"/>
                  </a:lnTo>
                  <a:lnTo>
                    <a:pt x="5474583" y="1579762"/>
                  </a:lnTo>
                  <a:lnTo>
                    <a:pt x="5473915" y="1579762"/>
                  </a:lnTo>
                  <a:lnTo>
                    <a:pt x="5473247" y="1579762"/>
                  </a:lnTo>
                  <a:lnTo>
                    <a:pt x="5472579" y="1579762"/>
                  </a:lnTo>
                  <a:lnTo>
                    <a:pt x="5471911" y="1579762"/>
                  </a:lnTo>
                  <a:lnTo>
                    <a:pt x="5471243" y="1579762"/>
                  </a:lnTo>
                  <a:lnTo>
                    <a:pt x="5470575" y="1579762"/>
                  </a:lnTo>
                  <a:lnTo>
                    <a:pt x="5469907" y="1579762"/>
                  </a:lnTo>
                  <a:lnTo>
                    <a:pt x="5469239" y="1579762"/>
                  </a:lnTo>
                  <a:lnTo>
                    <a:pt x="5468571" y="1579762"/>
                  </a:lnTo>
                  <a:lnTo>
                    <a:pt x="5467902" y="1579762"/>
                  </a:lnTo>
                  <a:lnTo>
                    <a:pt x="5467234" y="1579762"/>
                  </a:lnTo>
                  <a:lnTo>
                    <a:pt x="5466566" y="1579762"/>
                  </a:lnTo>
                  <a:lnTo>
                    <a:pt x="5465898" y="1579762"/>
                  </a:lnTo>
                  <a:lnTo>
                    <a:pt x="5465230" y="1579762"/>
                  </a:lnTo>
                  <a:lnTo>
                    <a:pt x="5464562" y="1579762"/>
                  </a:lnTo>
                  <a:lnTo>
                    <a:pt x="5463894" y="1579762"/>
                  </a:lnTo>
                  <a:lnTo>
                    <a:pt x="5463226" y="1579762"/>
                  </a:lnTo>
                  <a:lnTo>
                    <a:pt x="5462558" y="1579762"/>
                  </a:lnTo>
                  <a:lnTo>
                    <a:pt x="5461890" y="1579762"/>
                  </a:lnTo>
                  <a:lnTo>
                    <a:pt x="5461222" y="1579762"/>
                  </a:lnTo>
                  <a:lnTo>
                    <a:pt x="5460554" y="1579762"/>
                  </a:lnTo>
                  <a:lnTo>
                    <a:pt x="5459886" y="1579762"/>
                  </a:lnTo>
                  <a:lnTo>
                    <a:pt x="5459218" y="1579762"/>
                  </a:lnTo>
                  <a:lnTo>
                    <a:pt x="5458550" y="1579762"/>
                  </a:lnTo>
                  <a:lnTo>
                    <a:pt x="5457882" y="1579762"/>
                  </a:lnTo>
                  <a:lnTo>
                    <a:pt x="5457214" y="1579762"/>
                  </a:lnTo>
                  <a:lnTo>
                    <a:pt x="5456546" y="1579762"/>
                  </a:lnTo>
                  <a:lnTo>
                    <a:pt x="5455878" y="1579762"/>
                  </a:lnTo>
                  <a:lnTo>
                    <a:pt x="5455210" y="1579762"/>
                  </a:lnTo>
                  <a:lnTo>
                    <a:pt x="5454542" y="1579762"/>
                  </a:lnTo>
                  <a:lnTo>
                    <a:pt x="5453874" y="1579762"/>
                  </a:lnTo>
                  <a:lnTo>
                    <a:pt x="5453206" y="1579762"/>
                  </a:lnTo>
                  <a:lnTo>
                    <a:pt x="5452538" y="1579762"/>
                  </a:lnTo>
                  <a:lnTo>
                    <a:pt x="5451870" y="1579762"/>
                  </a:lnTo>
                  <a:lnTo>
                    <a:pt x="5451202" y="1579762"/>
                  </a:lnTo>
                  <a:lnTo>
                    <a:pt x="5450534" y="1579762"/>
                  </a:lnTo>
                  <a:lnTo>
                    <a:pt x="5449866" y="1579762"/>
                  </a:lnTo>
                  <a:lnTo>
                    <a:pt x="5449198" y="1579762"/>
                  </a:lnTo>
                  <a:lnTo>
                    <a:pt x="5448530" y="1579762"/>
                  </a:lnTo>
                  <a:lnTo>
                    <a:pt x="5447862" y="1579762"/>
                  </a:lnTo>
                  <a:lnTo>
                    <a:pt x="5447194" y="1579762"/>
                  </a:lnTo>
                  <a:lnTo>
                    <a:pt x="5446526" y="1579762"/>
                  </a:lnTo>
                  <a:lnTo>
                    <a:pt x="5445858" y="1579762"/>
                  </a:lnTo>
                  <a:lnTo>
                    <a:pt x="5445190" y="1579762"/>
                  </a:lnTo>
                  <a:lnTo>
                    <a:pt x="5444522" y="1579762"/>
                  </a:lnTo>
                  <a:lnTo>
                    <a:pt x="5443854" y="1579762"/>
                  </a:lnTo>
                  <a:lnTo>
                    <a:pt x="5443185" y="1579762"/>
                  </a:lnTo>
                  <a:lnTo>
                    <a:pt x="5442517" y="1579762"/>
                  </a:lnTo>
                  <a:lnTo>
                    <a:pt x="5441849" y="1579762"/>
                  </a:lnTo>
                  <a:lnTo>
                    <a:pt x="5441181" y="1579762"/>
                  </a:lnTo>
                  <a:lnTo>
                    <a:pt x="5440513" y="1579762"/>
                  </a:lnTo>
                  <a:lnTo>
                    <a:pt x="5439845" y="1579762"/>
                  </a:lnTo>
                  <a:lnTo>
                    <a:pt x="5439177" y="1579762"/>
                  </a:lnTo>
                  <a:lnTo>
                    <a:pt x="5438509" y="1579762"/>
                  </a:lnTo>
                  <a:lnTo>
                    <a:pt x="5437841" y="1579762"/>
                  </a:lnTo>
                  <a:lnTo>
                    <a:pt x="5437173" y="1579762"/>
                  </a:lnTo>
                  <a:lnTo>
                    <a:pt x="5436505" y="1579762"/>
                  </a:lnTo>
                  <a:lnTo>
                    <a:pt x="5435837" y="1579762"/>
                  </a:lnTo>
                  <a:lnTo>
                    <a:pt x="5435169" y="1579762"/>
                  </a:lnTo>
                  <a:lnTo>
                    <a:pt x="5434501" y="1579762"/>
                  </a:lnTo>
                  <a:lnTo>
                    <a:pt x="5433833" y="1579762"/>
                  </a:lnTo>
                  <a:lnTo>
                    <a:pt x="5433165" y="1579762"/>
                  </a:lnTo>
                  <a:lnTo>
                    <a:pt x="5432497" y="1579762"/>
                  </a:lnTo>
                  <a:lnTo>
                    <a:pt x="5431829" y="1579762"/>
                  </a:lnTo>
                  <a:lnTo>
                    <a:pt x="5431161" y="1579762"/>
                  </a:lnTo>
                  <a:lnTo>
                    <a:pt x="5430493" y="1579762"/>
                  </a:lnTo>
                  <a:lnTo>
                    <a:pt x="5429825" y="1579762"/>
                  </a:lnTo>
                  <a:lnTo>
                    <a:pt x="5429157" y="1579762"/>
                  </a:lnTo>
                  <a:lnTo>
                    <a:pt x="5428489" y="1579762"/>
                  </a:lnTo>
                  <a:lnTo>
                    <a:pt x="5427821" y="1579762"/>
                  </a:lnTo>
                  <a:lnTo>
                    <a:pt x="5427153" y="1579762"/>
                  </a:lnTo>
                  <a:lnTo>
                    <a:pt x="5426485" y="1579762"/>
                  </a:lnTo>
                  <a:lnTo>
                    <a:pt x="5425817" y="1579762"/>
                  </a:lnTo>
                  <a:lnTo>
                    <a:pt x="5425149" y="1579762"/>
                  </a:lnTo>
                  <a:lnTo>
                    <a:pt x="5424481" y="1579762"/>
                  </a:lnTo>
                  <a:lnTo>
                    <a:pt x="5423813" y="1579762"/>
                  </a:lnTo>
                  <a:lnTo>
                    <a:pt x="5423145" y="1579762"/>
                  </a:lnTo>
                  <a:lnTo>
                    <a:pt x="5422477" y="1579762"/>
                  </a:lnTo>
                  <a:lnTo>
                    <a:pt x="5421809" y="1579762"/>
                  </a:lnTo>
                  <a:lnTo>
                    <a:pt x="5421141" y="1579762"/>
                  </a:lnTo>
                  <a:lnTo>
                    <a:pt x="5420473" y="1579762"/>
                  </a:lnTo>
                  <a:lnTo>
                    <a:pt x="5419805" y="1579762"/>
                  </a:lnTo>
                  <a:lnTo>
                    <a:pt x="5419136" y="1579762"/>
                  </a:lnTo>
                  <a:lnTo>
                    <a:pt x="5418468" y="1579762"/>
                  </a:lnTo>
                  <a:lnTo>
                    <a:pt x="5417800" y="1579762"/>
                  </a:lnTo>
                  <a:lnTo>
                    <a:pt x="5417132" y="1579762"/>
                  </a:lnTo>
                  <a:lnTo>
                    <a:pt x="5416464" y="1579762"/>
                  </a:lnTo>
                  <a:lnTo>
                    <a:pt x="5415796" y="1579762"/>
                  </a:lnTo>
                  <a:lnTo>
                    <a:pt x="5415128" y="1579762"/>
                  </a:lnTo>
                  <a:lnTo>
                    <a:pt x="5414460" y="1579762"/>
                  </a:lnTo>
                  <a:lnTo>
                    <a:pt x="5413792" y="1579762"/>
                  </a:lnTo>
                  <a:lnTo>
                    <a:pt x="5413124" y="1579762"/>
                  </a:lnTo>
                  <a:lnTo>
                    <a:pt x="5412456" y="1579762"/>
                  </a:lnTo>
                  <a:lnTo>
                    <a:pt x="5411788" y="1579762"/>
                  </a:lnTo>
                  <a:lnTo>
                    <a:pt x="5411120" y="1579762"/>
                  </a:lnTo>
                  <a:lnTo>
                    <a:pt x="5410452" y="1579762"/>
                  </a:lnTo>
                  <a:lnTo>
                    <a:pt x="5409784" y="1579762"/>
                  </a:lnTo>
                  <a:lnTo>
                    <a:pt x="5409116" y="1579762"/>
                  </a:lnTo>
                  <a:lnTo>
                    <a:pt x="5408448" y="1579762"/>
                  </a:lnTo>
                  <a:lnTo>
                    <a:pt x="5407780" y="1579762"/>
                  </a:lnTo>
                  <a:lnTo>
                    <a:pt x="5407112" y="1579762"/>
                  </a:lnTo>
                  <a:lnTo>
                    <a:pt x="5406444" y="1579762"/>
                  </a:lnTo>
                  <a:lnTo>
                    <a:pt x="5405776" y="1579762"/>
                  </a:lnTo>
                  <a:lnTo>
                    <a:pt x="5405108" y="1579762"/>
                  </a:lnTo>
                  <a:lnTo>
                    <a:pt x="5404440" y="1579762"/>
                  </a:lnTo>
                  <a:lnTo>
                    <a:pt x="5403772" y="1579762"/>
                  </a:lnTo>
                  <a:lnTo>
                    <a:pt x="5403104" y="1579762"/>
                  </a:lnTo>
                  <a:lnTo>
                    <a:pt x="5402436" y="1579762"/>
                  </a:lnTo>
                  <a:lnTo>
                    <a:pt x="5401768" y="1579762"/>
                  </a:lnTo>
                  <a:lnTo>
                    <a:pt x="5401100" y="1579762"/>
                  </a:lnTo>
                  <a:lnTo>
                    <a:pt x="5400432" y="1579762"/>
                  </a:lnTo>
                  <a:lnTo>
                    <a:pt x="5399764" y="1579762"/>
                  </a:lnTo>
                  <a:lnTo>
                    <a:pt x="5399096" y="1579762"/>
                  </a:lnTo>
                  <a:lnTo>
                    <a:pt x="5398428" y="1579762"/>
                  </a:lnTo>
                  <a:lnTo>
                    <a:pt x="5397760" y="1579762"/>
                  </a:lnTo>
                  <a:lnTo>
                    <a:pt x="5397092" y="1579762"/>
                  </a:lnTo>
                  <a:lnTo>
                    <a:pt x="5396424" y="1579762"/>
                  </a:lnTo>
                  <a:lnTo>
                    <a:pt x="5395756" y="1579762"/>
                  </a:lnTo>
                  <a:lnTo>
                    <a:pt x="5395088" y="1579762"/>
                  </a:lnTo>
                  <a:lnTo>
                    <a:pt x="5394419" y="1579762"/>
                  </a:lnTo>
                  <a:lnTo>
                    <a:pt x="5393751" y="1579762"/>
                  </a:lnTo>
                  <a:lnTo>
                    <a:pt x="5393083" y="1579762"/>
                  </a:lnTo>
                  <a:lnTo>
                    <a:pt x="5392415" y="1579762"/>
                  </a:lnTo>
                  <a:lnTo>
                    <a:pt x="5391747" y="1579762"/>
                  </a:lnTo>
                  <a:lnTo>
                    <a:pt x="5391079" y="1579762"/>
                  </a:lnTo>
                  <a:lnTo>
                    <a:pt x="5390411" y="1579762"/>
                  </a:lnTo>
                  <a:lnTo>
                    <a:pt x="5389743" y="1579762"/>
                  </a:lnTo>
                  <a:lnTo>
                    <a:pt x="5389075" y="1579762"/>
                  </a:lnTo>
                  <a:lnTo>
                    <a:pt x="5388407" y="1579762"/>
                  </a:lnTo>
                  <a:lnTo>
                    <a:pt x="5387739" y="1579762"/>
                  </a:lnTo>
                  <a:lnTo>
                    <a:pt x="5387071" y="1579762"/>
                  </a:lnTo>
                  <a:lnTo>
                    <a:pt x="5386403" y="1579762"/>
                  </a:lnTo>
                  <a:lnTo>
                    <a:pt x="5385735" y="1579762"/>
                  </a:lnTo>
                  <a:lnTo>
                    <a:pt x="5385067" y="1579762"/>
                  </a:lnTo>
                  <a:lnTo>
                    <a:pt x="5384399" y="1579762"/>
                  </a:lnTo>
                  <a:lnTo>
                    <a:pt x="5383731" y="1579762"/>
                  </a:lnTo>
                  <a:lnTo>
                    <a:pt x="5383063" y="1579762"/>
                  </a:lnTo>
                  <a:lnTo>
                    <a:pt x="5382395" y="1579762"/>
                  </a:lnTo>
                  <a:lnTo>
                    <a:pt x="5381727" y="1579762"/>
                  </a:lnTo>
                  <a:lnTo>
                    <a:pt x="5381059" y="1579762"/>
                  </a:lnTo>
                  <a:lnTo>
                    <a:pt x="5380391" y="1579762"/>
                  </a:lnTo>
                  <a:lnTo>
                    <a:pt x="5379723" y="1579762"/>
                  </a:lnTo>
                  <a:lnTo>
                    <a:pt x="5379055" y="1579762"/>
                  </a:lnTo>
                  <a:lnTo>
                    <a:pt x="5378387" y="1579762"/>
                  </a:lnTo>
                  <a:lnTo>
                    <a:pt x="5377719" y="1579762"/>
                  </a:lnTo>
                  <a:lnTo>
                    <a:pt x="5377051" y="1579762"/>
                  </a:lnTo>
                  <a:lnTo>
                    <a:pt x="5376383" y="1579762"/>
                  </a:lnTo>
                  <a:lnTo>
                    <a:pt x="5375715" y="1579762"/>
                  </a:lnTo>
                  <a:lnTo>
                    <a:pt x="5375047" y="1579762"/>
                  </a:lnTo>
                  <a:lnTo>
                    <a:pt x="5374379" y="1579762"/>
                  </a:lnTo>
                  <a:lnTo>
                    <a:pt x="5373711" y="1579762"/>
                  </a:lnTo>
                  <a:lnTo>
                    <a:pt x="5373043" y="1579762"/>
                  </a:lnTo>
                  <a:lnTo>
                    <a:pt x="5372375" y="1579762"/>
                  </a:lnTo>
                  <a:lnTo>
                    <a:pt x="5371707" y="1579762"/>
                  </a:lnTo>
                  <a:lnTo>
                    <a:pt x="5371039" y="1579762"/>
                  </a:lnTo>
                  <a:lnTo>
                    <a:pt x="5370371" y="1579762"/>
                  </a:lnTo>
                  <a:lnTo>
                    <a:pt x="5369702" y="1579762"/>
                  </a:lnTo>
                  <a:lnTo>
                    <a:pt x="5369034" y="1579762"/>
                  </a:lnTo>
                  <a:lnTo>
                    <a:pt x="5368366" y="1579762"/>
                  </a:lnTo>
                  <a:lnTo>
                    <a:pt x="5367698" y="1579762"/>
                  </a:lnTo>
                  <a:lnTo>
                    <a:pt x="5367030" y="1579762"/>
                  </a:lnTo>
                  <a:lnTo>
                    <a:pt x="5366362" y="1579762"/>
                  </a:lnTo>
                  <a:lnTo>
                    <a:pt x="5365694" y="1579762"/>
                  </a:lnTo>
                  <a:lnTo>
                    <a:pt x="5365026" y="1579762"/>
                  </a:lnTo>
                  <a:lnTo>
                    <a:pt x="5364358" y="1579762"/>
                  </a:lnTo>
                  <a:lnTo>
                    <a:pt x="5363690" y="1579762"/>
                  </a:lnTo>
                  <a:lnTo>
                    <a:pt x="5363022" y="1579762"/>
                  </a:lnTo>
                  <a:lnTo>
                    <a:pt x="5362354" y="1579762"/>
                  </a:lnTo>
                  <a:lnTo>
                    <a:pt x="5361686" y="1579762"/>
                  </a:lnTo>
                  <a:lnTo>
                    <a:pt x="5361018" y="1579762"/>
                  </a:lnTo>
                  <a:lnTo>
                    <a:pt x="5360350" y="1579762"/>
                  </a:lnTo>
                  <a:lnTo>
                    <a:pt x="5359682" y="1579762"/>
                  </a:lnTo>
                  <a:lnTo>
                    <a:pt x="5359014" y="1579762"/>
                  </a:lnTo>
                  <a:lnTo>
                    <a:pt x="5358346" y="1579762"/>
                  </a:lnTo>
                  <a:lnTo>
                    <a:pt x="5357678" y="1579762"/>
                  </a:lnTo>
                  <a:lnTo>
                    <a:pt x="5357010" y="1579762"/>
                  </a:lnTo>
                  <a:lnTo>
                    <a:pt x="5356342" y="1579762"/>
                  </a:lnTo>
                  <a:lnTo>
                    <a:pt x="5355674" y="1579762"/>
                  </a:lnTo>
                  <a:lnTo>
                    <a:pt x="5355006" y="1579762"/>
                  </a:lnTo>
                  <a:lnTo>
                    <a:pt x="5354338" y="1579762"/>
                  </a:lnTo>
                  <a:lnTo>
                    <a:pt x="5353670" y="1579762"/>
                  </a:lnTo>
                  <a:lnTo>
                    <a:pt x="5353002" y="1579762"/>
                  </a:lnTo>
                  <a:lnTo>
                    <a:pt x="5352334" y="1579762"/>
                  </a:lnTo>
                  <a:lnTo>
                    <a:pt x="5351666" y="1579762"/>
                  </a:lnTo>
                  <a:lnTo>
                    <a:pt x="5350998" y="1579762"/>
                  </a:lnTo>
                  <a:lnTo>
                    <a:pt x="5350330" y="1579762"/>
                  </a:lnTo>
                  <a:lnTo>
                    <a:pt x="5349662" y="1579762"/>
                  </a:lnTo>
                  <a:lnTo>
                    <a:pt x="5348994" y="1579762"/>
                  </a:lnTo>
                  <a:lnTo>
                    <a:pt x="5348326" y="1579762"/>
                  </a:lnTo>
                  <a:lnTo>
                    <a:pt x="5347658" y="1579762"/>
                  </a:lnTo>
                  <a:lnTo>
                    <a:pt x="5346990" y="1579762"/>
                  </a:lnTo>
                  <a:lnTo>
                    <a:pt x="5346322" y="1579762"/>
                  </a:lnTo>
                  <a:lnTo>
                    <a:pt x="5345654" y="1579762"/>
                  </a:lnTo>
                  <a:lnTo>
                    <a:pt x="5344985" y="1579762"/>
                  </a:lnTo>
                  <a:lnTo>
                    <a:pt x="5344317" y="1579762"/>
                  </a:lnTo>
                  <a:lnTo>
                    <a:pt x="5343649" y="1579762"/>
                  </a:lnTo>
                  <a:lnTo>
                    <a:pt x="5342981" y="1579762"/>
                  </a:lnTo>
                  <a:lnTo>
                    <a:pt x="5342313" y="1579762"/>
                  </a:lnTo>
                  <a:lnTo>
                    <a:pt x="5341645" y="1579762"/>
                  </a:lnTo>
                  <a:lnTo>
                    <a:pt x="5340977" y="1579762"/>
                  </a:lnTo>
                  <a:lnTo>
                    <a:pt x="5340309" y="1579762"/>
                  </a:lnTo>
                  <a:lnTo>
                    <a:pt x="5339641" y="1579762"/>
                  </a:lnTo>
                  <a:lnTo>
                    <a:pt x="5338973" y="1579762"/>
                  </a:lnTo>
                  <a:lnTo>
                    <a:pt x="5338305" y="1579762"/>
                  </a:lnTo>
                  <a:lnTo>
                    <a:pt x="5337637" y="1579762"/>
                  </a:lnTo>
                  <a:lnTo>
                    <a:pt x="5336969" y="1579762"/>
                  </a:lnTo>
                  <a:lnTo>
                    <a:pt x="5336301" y="1579762"/>
                  </a:lnTo>
                  <a:lnTo>
                    <a:pt x="5335633" y="1579762"/>
                  </a:lnTo>
                  <a:lnTo>
                    <a:pt x="5334965" y="1579762"/>
                  </a:lnTo>
                  <a:lnTo>
                    <a:pt x="5334297" y="1579762"/>
                  </a:lnTo>
                  <a:lnTo>
                    <a:pt x="5333629" y="1579762"/>
                  </a:lnTo>
                  <a:lnTo>
                    <a:pt x="5332961" y="1579762"/>
                  </a:lnTo>
                  <a:lnTo>
                    <a:pt x="5332293" y="1579762"/>
                  </a:lnTo>
                  <a:lnTo>
                    <a:pt x="5331625" y="1579762"/>
                  </a:lnTo>
                  <a:lnTo>
                    <a:pt x="5330957" y="1579762"/>
                  </a:lnTo>
                  <a:lnTo>
                    <a:pt x="5330289" y="1579762"/>
                  </a:lnTo>
                  <a:lnTo>
                    <a:pt x="5329621" y="1579762"/>
                  </a:lnTo>
                  <a:lnTo>
                    <a:pt x="5328953" y="1579762"/>
                  </a:lnTo>
                  <a:lnTo>
                    <a:pt x="5328285" y="1579762"/>
                  </a:lnTo>
                  <a:lnTo>
                    <a:pt x="5327617" y="1579762"/>
                  </a:lnTo>
                  <a:lnTo>
                    <a:pt x="5326949" y="1579762"/>
                  </a:lnTo>
                  <a:lnTo>
                    <a:pt x="5326281" y="1579762"/>
                  </a:lnTo>
                  <a:lnTo>
                    <a:pt x="5325613" y="1579762"/>
                  </a:lnTo>
                  <a:lnTo>
                    <a:pt x="5324945" y="1579762"/>
                  </a:lnTo>
                  <a:lnTo>
                    <a:pt x="5324277" y="1579762"/>
                  </a:lnTo>
                  <a:lnTo>
                    <a:pt x="5323609" y="1579762"/>
                  </a:lnTo>
                  <a:lnTo>
                    <a:pt x="5322941" y="1579762"/>
                  </a:lnTo>
                  <a:lnTo>
                    <a:pt x="5322273" y="1579762"/>
                  </a:lnTo>
                  <a:lnTo>
                    <a:pt x="5321605" y="1579762"/>
                  </a:lnTo>
                  <a:lnTo>
                    <a:pt x="5320936" y="1579762"/>
                  </a:lnTo>
                  <a:lnTo>
                    <a:pt x="5320268" y="1579762"/>
                  </a:lnTo>
                  <a:lnTo>
                    <a:pt x="5319600" y="1579762"/>
                  </a:lnTo>
                  <a:lnTo>
                    <a:pt x="5318932" y="1579762"/>
                  </a:lnTo>
                  <a:lnTo>
                    <a:pt x="5318264" y="1579762"/>
                  </a:lnTo>
                  <a:lnTo>
                    <a:pt x="5317596" y="1579762"/>
                  </a:lnTo>
                  <a:lnTo>
                    <a:pt x="5316928" y="1579762"/>
                  </a:lnTo>
                  <a:lnTo>
                    <a:pt x="5316260" y="1579762"/>
                  </a:lnTo>
                  <a:lnTo>
                    <a:pt x="5315592" y="1579762"/>
                  </a:lnTo>
                  <a:lnTo>
                    <a:pt x="5314924" y="1579762"/>
                  </a:lnTo>
                  <a:lnTo>
                    <a:pt x="5314256" y="1579762"/>
                  </a:lnTo>
                  <a:lnTo>
                    <a:pt x="5313588" y="1579762"/>
                  </a:lnTo>
                  <a:lnTo>
                    <a:pt x="5312920" y="1579762"/>
                  </a:lnTo>
                  <a:lnTo>
                    <a:pt x="5312252" y="1579762"/>
                  </a:lnTo>
                  <a:lnTo>
                    <a:pt x="5311584" y="1579762"/>
                  </a:lnTo>
                  <a:lnTo>
                    <a:pt x="5310916" y="1579762"/>
                  </a:lnTo>
                  <a:lnTo>
                    <a:pt x="5310248" y="1579762"/>
                  </a:lnTo>
                  <a:lnTo>
                    <a:pt x="5309580" y="1579762"/>
                  </a:lnTo>
                  <a:lnTo>
                    <a:pt x="5308912" y="1579762"/>
                  </a:lnTo>
                  <a:lnTo>
                    <a:pt x="5308244" y="1579762"/>
                  </a:lnTo>
                  <a:lnTo>
                    <a:pt x="5307576" y="1579762"/>
                  </a:lnTo>
                  <a:lnTo>
                    <a:pt x="5306908" y="1579762"/>
                  </a:lnTo>
                  <a:lnTo>
                    <a:pt x="5306240" y="1579762"/>
                  </a:lnTo>
                  <a:lnTo>
                    <a:pt x="5305572" y="1579762"/>
                  </a:lnTo>
                  <a:lnTo>
                    <a:pt x="5304904" y="1579762"/>
                  </a:lnTo>
                  <a:lnTo>
                    <a:pt x="5304236" y="1579762"/>
                  </a:lnTo>
                  <a:lnTo>
                    <a:pt x="5303568" y="1579762"/>
                  </a:lnTo>
                  <a:lnTo>
                    <a:pt x="5302900" y="1579762"/>
                  </a:lnTo>
                  <a:lnTo>
                    <a:pt x="5302232" y="1579762"/>
                  </a:lnTo>
                  <a:lnTo>
                    <a:pt x="5301564" y="1579762"/>
                  </a:lnTo>
                  <a:lnTo>
                    <a:pt x="5300896" y="1579762"/>
                  </a:lnTo>
                  <a:lnTo>
                    <a:pt x="5300228" y="1579762"/>
                  </a:lnTo>
                  <a:lnTo>
                    <a:pt x="5299560" y="1579762"/>
                  </a:lnTo>
                  <a:lnTo>
                    <a:pt x="5298892" y="1579762"/>
                  </a:lnTo>
                  <a:lnTo>
                    <a:pt x="5298224" y="1579762"/>
                  </a:lnTo>
                  <a:lnTo>
                    <a:pt x="5297556" y="1579762"/>
                  </a:lnTo>
                  <a:lnTo>
                    <a:pt x="5296888" y="1579762"/>
                  </a:lnTo>
                  <a:lnTo>
                    <a:pt x="5296219" y="1579762"/>
                  </a:lnTo>
                  <a:lnTo>
                    <a:pt x="5295551" y="1579762"/>
                  </a:lnTo>
                  <a:lnTo>
                    <a:pt x="5294883" y="1579762"/>
                  </a:lnTo>
                  <a:lnTo>
                    <a:pt x="5294215" y="1579762"/>
                  </a:lnTo>
                  <a:lnTo>
                    <a:pt x="5293547" y="1579762"/>
                  </a:lnTo>
                  <a:lnTo>
                    <a:pt x="5292879" y="1579762"/>
                  </a:lnTo>
                  <a:lnTo>
                    <a:pt x="5292211" y="1579762"/>
                  </a:lnTo>
                  <a:lnTo>
                    <a:pt x="5291543" y="1579762"/>
                  </a:lnTo>
                  <a:lnTo>
                    <a:pt x="5290875" y="1579762"/>
                  </a:lnTo>
                  <a:lnTo>
                    <a:pt x="5290207" y="1579762"/>
                  </a:lnTo>
                  <a:lnTo>
                    <a:pt x="5289539" y="1579762"/>
                  </a:lnTo>
                  <a:lnTo>
                    <a:pt x="5288871" y="1579762"/>
                  </a:lnTo>
                  <a:lnTo>
                    <a:pt x="5288203" y="1579762"/>
                  </a:lnTo>
                  <a:lnTo>
                    <a:pt x="5287535" y="1579762"/>
                  </a:lnTo>
                  <a:lnTo>
                    <a:pt x="5286867" y="1579762"/>
                  </a:lnTo>
                  <a:lnTo>
                    <a:pt x="5286199" y="1579762"/>
                  </a:lnTo>
                  <a:lnTo>
                    <a:pt x="5285531" y="1579762"/>
                  </a:lnTo>
                  <a:lnTo>
                    <a:pt x="5284863" y="1579762"/>
                  </a:lnTo>
                  <a:lnTo>
                    <a:pt x="5284195" y="1579762"/>
                  </a:lnTo>
                  <a:lnTo>
                    <a:pt x="5283527" y="1579762"/>
                  </a:lnTo>
                  <a:lnTo>
                    <a:pt x="5282859" y="1579762"/>
                  </a:lnTo>
                  <a:lnTo>
                    <a:pt x="5282191" y="1579762"/>
                  </a:lnTo>
                  <a:lnTo>
                    <a:pt x="5281523" y="1579762"/>
                  </a:lnTo>
                  <a:lnTo>
                    <a:pt x="5280855" y="1579762"/>
                  </a:lnTo>
                  <a:lnTo>
                    <a:pt x="5280187" y="1579762"/>
                  </a:lnTo>
                  <a:lnTo>
                    <a:pt x="5279519" y="1579762"/>
                  </a:lnTo>
                  <a:lnTo>
                    <a:pt x="5278851" y="1579762"/>
                  </a:lnTo>
                  <a:lnTo>
                    <a:pt x="5278183" y="1579762"/>
                  </a:lnTo>
                  <a:lnTo>
                    <a:pt x="5277515" y="1579762"/>
                  </a:lnTo>
                  <a:lnTo>
                    <a:pt x="5276847" y="1579762"/>
                  </a:lnTo>
                  <a:lnTo>
                    <a:pt x="5276179" y="1579762"/>
                  </a:lnTo>
                  <a:lnTo>
                    <a:pt x="5275511" y="1579762"/>
                  </a:lnTo>
                  <a:lnTo>
                    <a:pt x="5274843" y="1579762"/>
                  </a:lnTo>
                  <a:lnTo>
                    <a:pt x="5274175" y="1579762"/>
                  </a:lnTo>
                  <a:lnTo>
                    <a:pt x="5273507" y="1579762"/>
                  </a:lnTo>
                  <a:lnTo>
                    <a:pt x="5272839" y="1579762"/>
                  </a:lnTo>
                  <a:lnTo>
                    <a:pt x="5272171" y="1579762"/>
                  </a:lnTo>
                  <a:lnTo>
                    <a:pt x="5271502" y="1579762"/>
                  </a:lnTo>
                  <a:lnTo>
                    <a:pt x="5270834" y="1579762"/>
                  </a:lnTo>
                  <a:lnTo>
                    <a:pt x="5270166" y="1579762"/>
                  </a:lnTo>
                  <a:lnTo>
                    <a:pt x="5269498" y="1579762"/>
                  </a:lnTo>
                  <a:lnTo>
                    <a:pt x="5268830" y="1579762"/>
                  </a:lnTo>
                  <a:lnTo>
                    <a:pt x="5268162" y="1579762"/>
                  </a:lnTo>
                  <a:lnTo>
                    <a:pt x="5267494" y="1579762"/>
                  </a:lnTo>
                  <a:lnTo>
                    <a:pt x="5266826" y="1579762"/>
                  </a:lnTo>
                  <a:lnTo>
                    <a:pt x="5266158" y="1579762"/>
                  </a:lnTo>
                  <a:lnTo>
                    <a:pt x="5265490" y="1579762"/>
                  </a:lnTo>
                  <a:lnTo>
                    <a:pt x="5264822" y="1579762"/>
                  </a:lnTo>
                  <a:lnTo>
                    <a:pt x="5264154" y="1579762"/>
                  </a:lnTo>
                  <a:lnTo>
                    <a:pt x="5263486" y="1579762"/>
                  </a:lnTo>
                  <a:lnTo>
                    <a:pt x="5262818" y="1579762"/>
                  </a:lnTo>
                  <a:lnTo>
                    <a:pt x="5262150" y="1579762"/>
                  </a:lnTo>
                  <a:lnTo>
                    <a:pt x="5261482" y="1579762"/>
                  </a:lnTo>
                  <a:lnTo>
                    <a:pt x="5260814" y="1579762"/>
                  </a:lnTo>
                  <a:lnTo>
                    <a:pt x="5260146" y="1579762"/>
                  </a:lnTo>
                  <a:lnTo>
                    <a:pt x="5259478" y="1579762"/>
                  </a:lnTo>
                  <a:lnTo>
                    <a:pt x="5258810" y="1579762"/>
                  </a:lnTo>
                  <a:lnTo>
                    <a:pt x="5258142" y="1579762"/>
                  </a:lnTo>
                  <a:lnTo>
                    <a:pt x="5257474" y="1579762"/>
                  </a:lnTo>
                  <a:lnTo>
                    <a:pt x="5256806" y="1579762"/>
                  </a:lnTo>
                  <a:lnTo>
                    <a:pt x="5256138" y="1579762"/>
                  </a:lnTo>
                  <a:lnTo>
                    <a:pt x="5255470" y="1579762"/>
                  </a:lnTo>
                  <a:lnTo>
                    <a:pt x="5254802" y="1579762"/>
                  </a:lnTo>
                  <a:lnTo>
                    <a:pt x="5254134" y="1579762"/>
                  </a:lnTo>
                  <a:lnTo>
                    <a:pt x="5253466" y="1579762"/>
                  </a:lnTo>
                  <a:lnTo>
                    <a:pt x="5252798" y="1579762"/>
                  </a:lnTo>
                  <a:lnTo>
                    <a:pt x="5252130" y="1579762"/>
                  </a:lnTo>
                  <a:lnTo>
                    <a:pt x="5251462" y="1579762"/>
                  </a:lnTo>
                  <a:lnTo>
                    <a:pt x="5250794" y="1579762"/>
                  </a:lnTo>
                  <a:lnTo>
                    <a:pt x="5250126" y="1579762"/>
                  </a:lnTo>
                  <a:lnTo>
                    <a:pt x="5249458" y="1579762"/>
                  </a:lnTo>
                  <a:lnTo>
                    <a:pt x="5248790" y="1579762"/>
                  </a:lnTo>
                  <a:lnTo>
                    <a:pt x="5248122" y="1579762"/>
                  </a:lnTo>
                  <a:lnTo>
                    <a:pt x="5247454" y="1579762"/>
                  </a:lnTo>
                  <a:lnTo>
                    <a:pt x="5246785" y="1579762"/>
                  </a:lnTo>
                  <a:lnTo>
                    <a:pt x="5246117" y="1579762"/>
                  </a:lnTo>
                  <a:lnTo>
                    <a:pt x="5245449" y="1579762"/>
                  </a:lnTo>
                  <a:lnTo>
                    <a:pt x="5244781" y="1579762"/>
                  </a:lnTo>
                  <a:lnTo>
                    <a:pt x="5244113" y="1579762"/>
                  </a:lnTo>
                  <a:lnTo>
                    <a:pt x="5243445" y="1579762"/>
                  </a:lnTo>
                  <a:lnTo>
                    <a:pt x="5242777" y="1579762"/>
                  </a:lnTo>
                  <a:lnTo>
                    <a:pt x="5242109" y="1579762"/>
                  </a:lnTo>
                  <a:lnTo>
                    <a:pt x="5241441" y="1579762"/>
                  </a:lnTo>
                  <a:lnTo>
                    <a:pt x="5240773" y="1579762"/>
                  </a:lnTo>
                  <a:lnTo>
                    <a:pt x="5240105" y="1579762"/>
                  </a:lnTo>
                  <a:lnTo>
                    <a:pt x="5239437" y="1579762"/>
                  </a:lnTo>
                  <a:lnTo>
                    <a:pt x="5238769" y="1579762"/>
                  </a:lnTo>
                  <a:lnTo>
                    <a:pt x="5238101" y="1579762"/>
                  </a:lnTo>
                  <a:lnTo>
                    <a:pt x="5237433" y="1579762"/>
                  </a:lnTo>
                  <a:lnTo>
                    <a:pt x="5236765" y="1579762"/>
                  </a:lnTo>
                  <a:lnTo>
                    <a:pt x="5236097" y="1579762"/>
                  </a:lnTo>
                  <a:lnTo>
                    <a:pt x="5235429" y="1579762"/>
                  </a:lnTo>
                  <a:lnTo>
                    <a:pt x="5234761" y="1579762"/>
                  </a:lnTo>
                  <a:lnTo>
                    <a:pt x="5234093" y="1579762"/>
                  </a:lnTo>
                  <a:lnTo>
                    <a:pt x="5233425" y="1579762"/>
                  </a:lnTo>
                  <a:lnTo>
                    <a:pt x="5232757" y="1579762"/>
                  </a:lnTo>
                  <a:lnTo>
                    <a:pt x="5232089" y="1579762"/>
                  </a:lnTo>
                  <a:lnTo>
                    <a:pt x="5231421" y="1579762"/>
                  </a:lnTo>
                  <a:lnTo>
                    <a:pt x="5230753" y="1579762"/>
                  </a:lnTo>
                  <a:lnTo>
                    <a:pt x="5230085" y="1579762"/>
                  </a:lnTo>
                  <a:lnTo>
                    <a:pt x="5229417" y="1579762"/>
                  </a:lnTo>
                  <a:lnTo>
                    <a:pt x="5228749" y="1579762"/>
                  </a:lnTo>
                  <a:lnTo>
                    <a:pt x="5228081" y="1579762"/>
                  </a:lnTo>
                  <a:lnTo>
                    <a:pt x="5227413" y="1579762"/>
                  </a:lnTo>
                  <a:lnTo>
                    <a:pt x="5226745" y="1579762"/>
                  </a:lnTo>
                  <a:lnTo>
                    <a:pt x="5226077" y="1579762"/>
                  </a:lnTo>
                  <a:lnTo>
                    <a:pt x="5225409" y="1579762"/>
                  </a:lnTo>
                  <a:lnTo>
                    <a:pt x="5224741" y="1579762"/>
                  </a:lnTo>
                  <a:lnTo>
                    <a:pt x="5224073" y="1579762"/>
                  </a:lnTo>
                  <a:lnTo>
                    <a:pt x="5223405" y="1579762"/>
                  </a:lnTo>
                  <a:lnTo>
                    <a:pt x="5222736" y="1579762"/>
                  </a:lnTo>
                  <a:lnTo>
                    <a:pt x="5222068" y="1579762"/>
                  </a:lnTo>
                  <a:lnTo>
                    <a:pt x="5221400" y="1579762"/>
                  </a:lnTo>
                  <a:lnTo>
                    <a:pt x="5220732" y="1579762"/>
                  </a:lnTo>
                  <a:lnTo>
                    <a:pt x="5220064" y="1579762"/>
                  </a:lnTo>
                  <a:lnTo>
                    <a:pt x="5219396" y="1579762"/>
                  </a:lnTo>
                  <a:lnTo>
                    <a:pt x="5218728" y="1579762"/>
                  </a:lnTo>
                  <a:lnTo>
                    <a:pt x="5218060" y="1579762"/>
                  </a:lnTo>
                  <a:lnTo>
                    <a:pt x="5217392" y="1579762"/>
                  </a:lnTo>
                  <a:lnTo>
                    <a:pt x="5216724" y="1579762"/>
                  </a:lnTo>
                  <a:lnTo>
                    <a:pt x="5216056" y="1579762"/>
                  </a:lnTo>
                  <a:lnTo>
                    <a:pt x="5215388" y="1579762"/>
                  </a:lnTo>
                  <a:lnTo>
                    <a:pt x="5214720" y="1579762"/>
                  </a:lnTo>
                  <a:lnTo>
                    <a:pt x="5214052" y="1579762"/>
                  </a:lnTo>
                  <a:lnTo>
                    <a:pt x="5213384" y="1579762"/>
                  </a:lnTo>
                  <a:lnTo>
                    <a:pt x="5212716" y="1579762"/>
                  </a:lnTo>
                  <a:lnTo>
                    <a:pt x="5212048" y="1579762"/>
                  </a:lnTo>
                  <a:lnTo>
                    <a:pt x="5211380" y="1579762"/>
                  </a:lnTo>
                  <a:lnTo>
                    <a:pt x="5210712" y="1579762"/>
                  </a:lnTo>
                  <a:lnTo>
                    <a:pt x="5210044" y="1579762"/>
                  </a:lnTo>
                  <a:lnTo>
                    <a:pt x="5209376" y="1579762"/>
                  </a:lnTo>
                  <a:lnTo>
                    <a:pt x="5208708" y="1579762"/>
                  </a:lnTo>
                  <a:lnTo>
                    <a:pt x="5208040" y="1579762"/>
                  </a:lnTo>
                  <a:lnTo>
                    <a:pt x="5207372" y="1579762"/>
                  </a:lnTo>
                  <a:lnTo>
                    <a:pt x="5206704" y="1579762"/>
                  </a:lnTo>
                  <a:lnTo>
                    <a:pt x="5206036" y="1579762"/>
                  </a:lnTo>
                  <a:lnTo>
                    <a:pt x="5205368" y="1579762"/>
                  </a:lnTo>
                  <a:lnTo>
                    <a:pt x="5204700" y="1579762"/>
                  </a:lnTo>
                  <a:lnTo>
                    <a:pt x="5204032" y="1579762"/>
                  </a:lnTo>
                  <a:lnTo>
                    <a:pt x="5203364" y="1579762"/>
                  </a:lnTo>
                  <a:lnTo>
                    <a:pt x="5202696" y="1579762"/>
                  </a:lnTo>
                  <a:lnTo>
                    <a:pt x="5202028" y="1579762"/>
                  </a:lnTo>
                  <a:lnTo>
                    <a:pt x="5201360" y="1579762"/>
                  </a:lnTo>
                  <a:lnTo>
                    <a:pt x="5200692" y="1579762"/>
                  </a:lnTo>
                  <a:lnTo>
                    <a:pt x="5200024" y="1579762"/>
                  </a:lnTo>
                  <a:lnTo>
                    <a:pt x="5199356" y="1579762"/>
                  </a:lnTo>
                  <a:lnTo>
                    <a:pt x="5198688" y="1579762"/>
                  </a:lnTo>
                  <a:lnTo>
                    <a:pt x="5198019" y="1579762"/>
                  </a:lnTo>
                  <a:lnTo>
                    <a:pt x="5197351" y="1579762"/>
                  </a:lnTo>
                  <a:lnTo>
                    <a:pt x="5196683" y="1579762"/>
                  </a:lnTo>
                  <a:lnTo>
                    <a:pt x="5196015" y="1579762"/>
                  </a:lnTo>
                  <a:lnTo>
                    <a:pt x="5195347" y="1579762"/>
                  </a:lnTo>
                  <a:lnTo>
                    <a:pt x="5194679" y="1579762"/>
                  </a:lnTo>
                  <a:lnTo>
                    <a:pt x="5194011" y="1579762"/>
                  </a:lnTo>
                  <a:lnTo>
                    <a:pt x="5193343" y="1579762"/>
                  </a:lnTo>
                  <a:lnTo>
                    <a:pt x="5192675" y="1579762"/>
                  </a:lnTo>
                  <a:lnTo>
                    <a:pt x="5192007" y="1579762"/>
                  </a:lnTo>
                  <a:lnTo>
                    <a:pt x="5191339" y="1579762"/>
                  </a:lnTo>
                  <a:lnTo>
                    <a:pt x="5190671" y="1579762"/>
                  </a:lnTo>
                  <a:lnTo>
                    <a:pt x="5190003" y="1579762"/>
                  </a:lnTo>
                  <a:lnTo>
                    <a:pt x="5189335" y="1579762"/>
                  </a:lnTo>
                  <a:lnTo>
                    <a:pt x="5188667" y="1579762"/>
                  </a:lnTo>
                  <a:lnTo>
                    <a:pt x="5187999" y="1579762"/>
                  </a:lnTo>
                  <a:lnTo>
                    <a:pt x="5187331" y="1579762"/>
                  </a:lnTo>
                  <a:lnTo>
                    <a:pt x="5186663" y="1579762"/>
                  </a:lnTo>
                  <a:lnTo>
                    <a:pt x="5185995" y="1579762"/>
                  </a:lnTo>
                  <a:lnTo>
                    <a:pt x="5185327" y="1579762"/>
                  </a:lnTo>
                  <a:lnTo>
                    <a:pt x="5184659" y="1579762"/>
                  </a:lnTo>
                  <a:lnTo>
                    <a:pt x="5183991" y="1579762"/>
                  </a:lnTo>
                  <a:lnTo>
                    <a:pt x="5183323" y="1579762"/>
                  </a:lnTo>
                  <a:lnTo>
                    <a:pt x="5182655" y="1579762"/>
                  </a:lnTo>
                  <a:lnTo>
                    <a:pt x="5181987" y="1579762"/>
                  </a:lnTo>
                  <a:lnTo>
                    <a:pt x="5181319" y="1579762"/>
                  </a:lnTo>
                  <a:lnTo>
                    <a:pt x="5180651" y="1579762"/>
                  </a:lnTo>
                  <a:lnTo>
                    <a:pt x="5179983" y="1579762"/>
                  </a:lnTo>
                  <a:lnTo>
                    <a:pt x="5179315" y="1579762"/>
                  </a:lnTo>
                  <a:lnTo>
                    <a:pt x="5178647" y="1579762"/>
                  </a:lnTo>
                  <a:lnTo>
                    <a:pt x="5177979" y="1579762"/>
                  </a:lnTo>
                  <a:lnTo>
                    <a:pt x="5177311" y="1579762"/>
                  </a:lnTo>
                  <a:lnTo>
                    <a:pt x="5176643" y="1579762"/>
                  </a:lnTo>
                  <a:lnTo>
                    <a:pt x="5175975" y="1579762"/>
                  </a:lnTo>
                  <a:lnTo>
                    <a:pt x="5175307" y="1579762"/>
                  </a:lnTo>
                  <a:lnTo>
                    <a:pt x="5174639" y="1579762"/>
                  </a:lnTo>
                  <a:lnTo>
                    <a:pt x="5173971" y="1579762"/>
                  </a:lnTo>
                  <a:lnTo>
                    <a:pt x="5173302" y="1579762"/>
                  </a:lnTo>
                  <a:lnTo>
                    <a:pt x="5172634" y="1579762"/>
                  </a:lnTo>
                  <a:lnTo>
                    <a:pt x="5171966" y="1579762"/>
                  </a:lnTo>
                  <a:lnTo>
                    <a:pt x="5171298" y="1579762"/>
                  </a:lnTo>
                  <a:lnTo>
                    <a:pt x="5170630" y="1579762"/>
                  </a:lnTo>
                  <a:lnTo>
                    <a:pt x="5169962" y="1579762"/>
                  </a:lnTo>
                  <a:lnTo>
                    <a:pt x="5169294" y="1579762"/>
                  </a:lnTo>
                  <a:lnTo>
                    <a:pt x="5168626" y="1579762"/>
                  </a:lnTo>
                  <a:lnTo>
                    <a:pt x="5167958" y="1579762"/>
                  </a:lnTo>
                  <a:lnTo>
                    <a:pt x="5167290" y="1579762"/>
                  </a:lnTo>
                  <a:lnTo>
                    <a:pt x="5166622" y="1579762"/>
                  </a:lnTo>
                  <a:lnTo>
                    <a:pt x="5165954" y="1579762"/>
                  </a:lnTo>
                  <a:lnTo>
                    <a:pt x="5165286" y="1579762"/>
                  </a:lnTo>
                  <a:lnTo>
                    <a:pt x="5164618" y="1579762"/>
                  </a:lnTo>
                  <a:lnTo>
                    <a:pt x="5163950" y="1579762"/>
                  </a:lnTo>
                  <a:lnTo>
                    <a:pt x="5163282" y="1579762"/>
                  </a:lnTo>
                  <a:lnTo>
                    <a:pt x="5162614" y="1579762"/>
                  </a:lnTo>
                  <a:lnTo>
                    <a:pt x="5161946" y="1579762"/>
                  </a:lnTo>
                  <a:lnTo>
                    <a:pt x="5161278" y="1579762"/>
                  </a:lnTo>
                  <a:lnTo>
                    <a:pt x="5160610" y="1579762"/>
                  </a:lnTo>
                  <a:lnTo>
                    <a:pt x="5159942" y="1579762"/>
                  </a:lnTo>
                  <a:lnTo>
                    <a:pt x="5159274" y="1579762"/>
                  </a:lnTo>
                  <a:lnTo>
                    <a:pt x="5158606" y="1579762"/>
                  </a:lnTo>
                  <a:lnTo>
                    <a:pt x="5157938" y="1579762"/>
                  </a:lnTo>
                  <a:lnTo>
                    <a:pt x="5157270" y="1579762"/>
                  </a:lnTo>
                  <a:lnTo>
                    <a:pt x="5156602" y="1579762"/>
                  </a:lnTo>
                  <a:lnTo>
                    <a:pt x="5155934" y="1579762"/>
                  </a:lnTo>
                  <a:lnTo>
                    <a:pt x="5155266" y="1579762"/>
                  </a:lnTo>
                  <a:lnTo>
                    <a:pt x="5154598" y="1579762"/>
                  </a:lnTo>
                  <a:lnTo>
                    <a:pt x="5153930" y="1579762"/>
                  </a:lnTo>
                  <a:lnTo>
                    <a:pt x="5153262" y="1579762"/>
                  </a:lnTo>
                  <a:lnTo>
                    <a:pt x="5152594" y="1579762"/>
                  </a:lnTo>
                  <a:lnTo>
                    <a:pt x="5151926" y="1579762"/>
                  </a:lnTo>
                  <a:lnTo>
                    <a:pt x="5151258" y="1579762"/>
                  </a:lnTo>
                  <a:lnTo>
                    <a:pt x="5150590" y="1579762"/>
                  </a:lnTo>
                  <a:lnTo>
                    <a:pt x="5149922" y="1579762"/>
                  </a:lnTo>
                  <a:lnTo>
                    <a:pt x="5149254" y="1579762"/>
                  </a:lnTo>
                  <a:lnTo>
                    <a:pt x="5148585" y="1579762"/>
                  </a:lnTo>
                  <a:lnTo>
                    <a:pt x="5147917" y="1579762"/>
                  </a:lnTo>
                  <a:lnTo>
                    <a:pt x="5147249" y="1579762"/>
                  </a:lnTo>
                  <a:lnTo>
                    <a:pt x="5146581" y="1579762"/>
                  </a:lnTo>
                  <a:lnTo>
                    <a:pt x="5145913" y="1579762"/>
                  </a:lnTo>
                  <a:lnTo>
                    <a:pt x="5145245" y="1579762"/>
                  </a:lnTo>
                  <a:lnTo>
                    <a:pt x="5144577" y="1579762"/>
                  </a:lnTo>
                  <a:lnTo>
                    <a:pt x="5143909" y="1579762"/>
                  </a:lnTo>
                  <a:lnTo>
                    <a:pt x="5143241" y="1579762"/>
                  </a:lnTo>
                  <a:lnTo>
                    <a:pt x="5142573" y="1579762"/>
                  </a:lnTo>
                  <a:lnTo>
                    <a:pt x="5141905" y="1579762"/>
                  </a:lnTo>
                  <a:lnTo>
                    <a:pt x="5141237" y="1579762"/>
                  </a:lnTo>
                  <a:lnTo>
                    <a:pt x="5140569" y="1579762"/>
                  </a:lnTo>
                  <a:lnTo>
                    <a:pt x="5139901" y="1579762"/>
                  </a:lnTo>
                  <a:lnTo>
                    <a:pt x="5139233" y="1579762"/>
                  </a:lnTo>
                  <a:lnTo>
                    <a:pt x="5138565" y="1579762"/>
                  </a:lnTo>
                  <a:lnTo>
                    <a:pt x="5137897" y="1579762"/>
                  </a:lnTo>
                  <a:lnTo>
                    <a:pt x="5137229" y="1579762"/>
                  </a:lnTo>
                  <a:lnTo>
                    <a:pt x="5136561" y="1579762"/>
                  </a:lnTo>
                  <a:lnTo>
                    <a:pt x="5135893" y="1579762"/>
                  </a:lnTo>
                  <a:lnTo>
                    <a:pt x="5135225" y="1579762"/>
                  </a:lnTo>
                  <a:lnTo>
                    <a:pt x="5134557" y="1579762"/>
                  </a:lnTo>
                  <a:lnTo>
                    <a:pt x="5133889" y="1579762"/>
                  </a:lnTo>
                  <a:lnTo>
                    <a:pt x="5133221" y="1579762"/>
                  </a:lnTo>
                  <a:lnTo>
                    <a:pt x="5132553" y="1579762"/>
                  </a:lnTo>
                  <a:lnTo>
                    <a:pt x="5131885" y="1579762"/>
                  </a:lnTo>
                  <a:lnTo>
                    <a:pt x="5131217" y="1579762"/>
                  </a:lnTo>
                  <a:lnTo>
                    <a:pt x="5130549" y="1579762"/>
                  </a:lnTo>
                  <a:lnTo>
                    <a:pt x="5129881" y="1579762"/>
                  </a:lnTo>
                  <a:lnTo>
                    <a:pt x="5129213" y="1579762"/>
                  </a:lnTo>
                  <a:lnTo>
                    <a:pt x="5128545" y="1579762"/>
                  </a:lnTo>
                  <a:lnTo>
                    <a:pt x="5127877" y="1579762"/>
                  </a:lnTo>
                  <a:lnTo>
                    <a:pt x="5127209" y="1579762"/>
                  </a:lnTo>
                  <a:lnTo>
                    <a:pt x="5126541" y="1579762"/>
                  </a:lnTo>
                  <a:lnTo>
                    <a:pt x="5125873" y="1579762"/>
                  </a:lnTo>
                  <a:lnTo>
                    <a:pt x="5125205" y="1579762"/>
                  </a:lnTo>
                  <a:lnTo>
                    <a:pt x="5124536" y="1579762"/>
                  </a:lnTo>
                  <a:lnTo>
                    <a:pt x="5123868" y="1579762"/>
                  </a:lnTo>
                  <a:lnTo>
                    <a:pt x="5123200" y="1579762"/>
                  </a:lnTo>
                  <a:lnTo>
                    <a:pt x="5122532" y="1579762"/>
                  </a:lnTo>
                  <a:lnTo>
                    <a:pt x="5121864" y="1579762"/>
                  </a:lnTo>
                  <a:lnTo>
                    <a:pt x="5121196" y="1579762"/>
                  </a:lnTo>
                  <a:lnTo>
                    <a:pt x="5120528" y="1579762"/>
                  </a:lnTo>
                  <a:lnTo>
                    <a:pt x="5119860" y="1579762"/>
                  </a:lnTo>
                  <a:lnTo>
                    <a:pt x="5119192" y="1579762"/>
                  </a:lnTo>
                  <a:lnTo>
                    <a:pt x="5118524" y="1579762"/>
                  </a:lnTo>
                  <a:lnTo>
                    <a:pt x="5117856" y="1579762"/>
                  </a:lnTo>
                  <a:lnTo>
                    <a:pt x="5117188" y="1579762"/>
                  </a:lnTo>
                  <a:lnTo>
                    <a:pt x="5116520" y="1579762"/>
                  </a:lnTo>
                  <a:lnTo>
                    <a:pt x="5115852" y="1579762"/>
                  </a:lnTo>
                  <a:lnTo>
                    <a:pt x="5115184" y="1579762"/>
                  </a:lnTo>
                  <a:lnTo>
                    <a:pt x="5114516" y="1579762"/>
                  </a:lnTo>
                  <a:lnTo>
                    <a:pt x="5113848" y="1579762"/>
                  </a:lnTo>
                  <a:lnTo>
                    <a:pt x="5113180" y="1579762"/>
                  </a:lnTo>
                  <a:lnTo>
                    <a:pt x="5112512" y="1579762"/>
                  </a:lnTo>
                  <a:lnTo>
                    <a:pt x="5111844" y="1579762"/>
                  </a:lnTo>
                  <a:lnTo>
                    <a:pt x="5111176" y="1579762"/>
                  </a:lnTo>
                  <a:lnTo>
                    <a:pt x="5110508" y="1579762"/>
                  </a:lnTo>
                  <a:lnTo>
                    <a:pt x="5109840" y="1579762"/>
                  </a:lnTo>
                  <a:lnTo>
                    <a:pt x="5109172" y="1579762"/>
                  </a:lnTo>
                  <a:lnTo>
                    <a:pt x="5108504" y="1579762"/>
                  </a:lnTo>
                  <a:lnTo>
                    <a:pt x="5107836" y="1579762"/>
                  </a:lnTo>
                  <a:lnTo>
                    <a:pt x="5107168" y="1579762"/>
                  </a:lnTo>
                  <a:lnTo>
                    <a:pt x="5106500" y="1579762"/>
                  </a:lnTo>
                  <a:lnTo>
                    <a:pt x="5105832" y="1579762"/>
                  </a:lnTo>
                  <a:lnTo>
                    <a:pt x="5105164" y="1579762"/>
                  </a:lnTo>
                  <a:lnTo>
                    <a:pt x="5104496" y="1579762"/>
                  </a:lnTo>
                  <a:lnTo>
                    <a:pt x="5103828" y="1579762"/>
                  </a:lnTo>
                  <a:lnTo>
                    <a:pt x="5103160" y="1579762"/>
                  </a:lnTo>
                  <a:lnTo>
                    <a:pt x="5102492" y="1579762"/>
                  </a:lnTo>
                  <a:lnTo>
                    <a:pt x="5101824" y="1579762"/>
                  </a:lnTo>
                  <a:lnTo>
                    <a:pt x="5101156" y="1579762"/>
                  </a:lnTo>
                  <a:lnTo>
                    <a:pt x="5100488" y="1579762"/>
                  </a:lnTo>
                  <a:lnTo>
                    <a:pt x="5099819" y="1579762"/>
                  </a:lnTo>
                  <a:lnTo>
                    <a:pt x="5099151" y="1579762"/>
                  </a:lnTo>
                  <a:lnTo>
                    <a:pt x="5098483" y="1579762"/>
                  </a:lnTo>
                  <a:lnTo>
                    <a:pt x="5097815" y="1579762"/>
                  </a:lnTo>
                  <a:lnTo>
                    <a:pt x="5097147" y="1579762"/>
                  </a:lnTo>
                  <a:lnTo>
                    <a:pt x="5096479" y="1579762"/>
                  </a:lnTo>
                  <a:lnTo>
                    <a:pt x="5095811" y="1579762"/>
                  </a:lnTo>
                  <a:lnTo>
                    <a:pt x="5095143" y="1579762"/>
                  </a:lnTo>
                  <a:lnTo>
                    <a:pt x="5094475" y="1579762"/>
                  </a:lnTo>
                  <a:lnTo>
                    <a:pt x="5093807" y="1579762"/>
                  </a:lnTo>
                  <a:lnTo>
                    <a:pt x="5093139" y="1579762"/>
                  </a:lnTo>
                  <a:lnTo>
                    <a:pt x="5092471" y="1579762"/>
                  </a:lnTo>
                  <a:lnTo>
                    <a:pt x="5091803" y="1579762"/>
                  </a:lnTo>
                  <a:lnTo>
                    <a:pt x="5091135" y="1579762"/>
                  </a:lnTo>
                  <a:lnTo>
                    <a:pt x="5090467" y="1579762"/>
                  </a:lnTo>
                  <a:lnTo>
                    <a:pt x="5089799" y="1579762"/>
                  </a:lnTo>
                  <a:lnTo>
                    <a:pt x="5089131" y="1579762"/>
                  </a:lnTo>
                  <a:lnTo>
                    <a:pt x="5088463" y="1579762"/>
                  </a:lnTo>
                  <a:lnTo>
                    <a:pt x="5087795" y="1579762"/>
                  </a:lnTo>
                  <a:lnTo>
                    <a:pt x="5087127" y="1579762"/>
                  </a:lnTo>
                  <a:lnTo>
                    <a:pt x="5086459" y="1579762"/>
                  </a:lnTo>
                  <a:lnTo>
                    <a:pt x="5085791" y="1579762"/>
                  </a:lnTo>
                  <a:lnTo>
                    <a:pt x="5085123" y="1579762"/>
                  </a:lnTo>
                  <a:lnTo>
                    <a:pt x="5084455" y="1579762"/>
                  </a:lnTo>
                  <a:lnTo>
                    <a:pt x="5083787" y="1579762"/>
                  </a:lnTo>
                  <a:lnTo>
                    <a:pt x="5083119" y="1579762"/>
                  </a:lnTo>
                  <a:lnTo>
                    <a:pt x="5082451" y="1579762"/>
                  </a:lnTo>
                  <a:lnTo>
                    <a:pt x="5081783" y="1579762"/>
                  </a:lnTo>
                  <a:lnTo>
                    <a:pt x="5081115" y="1579762"/>
                  </a:lnTo>
                  <a:lnTo>
                    <a:pt x="5080447" y="1579762"/>
                  </a:lnTo>
                  <a:lnTo>
                    <a:pt x="5079779" y="1579762"/>
                  </a:lnTo>
                  <a:lnTo>
                    <a:pt x="5079111" y="1579762"/>
                  </a:lnTo>
                  <a:lnTo>
                    <a:pt x="5078443" y="1579762"/>
                  </a:lnTo>
                  <a:lnTo>
                    <a:pt x="5077775" y="1579762"/>
                  </a:lnTo>
                  <a:lnTo>
                    <a:pt x="5077107" y="1579762"/>
                  </a:lnTo>
                  <a:lnTo>
                    <a:pt x="5076439" y="1579762"/>
                  </a:lnTo>
                  <a:lnTo>
                    <a:pt x="5075771" y="1579762"/>
                  </a:lnTo>
                  <a:lnTo>
                    <a:pt x="5075102" y="1579762"/>
                  </a:lnTo>
                  <a:lnTo>
                    <a:pt x="5074434" y="1579762"/>
                  </a:lnTo>
                  <a:lnTo>
                    <a:pt x="5073766" y="1579762"/>
                  </a:lnTo>
                  <a:lnTo>
                    <a:pt x="5073098" y="1579762"/>
                  </a:lnTo>
                  <a:lnTo>
                    <a:pt x="5072430" y="1579762"/>
                  </a:lnTo>
                  <a:lnTo>
                    <a:pt x="5071762" y="1579762"/>
                  </a:lnTo>
                  <a:lnTo>
                    <a:pt x="5071094" y="1579762"/>
                  </a:lnTo>
                  <a:lnTo>
                    <a:pt x="5070426" y="1579762"/>
                  </a:lnTo>
                  <a:lnTo>
                    <a:pt x="5069758" y="1579762"/>
                  </a:lnTo>
                  <a:lnTo>
                    <a:pt x="5069090" y="1579762"/>
                  </a:lnTo>
                  <a:lnTo>
                    <a:pt x="5068422" y="1579762"/>
                  </a:lnTo>
                  <a:lnTo>
                    <a:pt x="5067754" y="1579762"/>
                  </a:lnTo>
                  <a:lnTo>
                    <a:pt x="5067086" y="1579762"/>
                  </a:lnTo>
                  <a:lnTo>
                    <a:pt x="5066418" y="1579762"/>
                  </a:lnTo>
                  <a:lnTo>
                    <a:pt x="5065750" y="1579762"/>
                  </a:lnTo>
                  <a:lnTo>
                    <a:pt x="5065082" y="1579762"/>
                  </a:lnTo>
                  <a:lnTo>
                    <a:pt x="5064414" y="1579762"/>
                  </a:lnTo>
                  <a:lnTo>
                    <a:pt x="5063746" y="1579762"/>
                  </a:lnTo>
                  <a:lnTo>
                    <a:pt x="5063078" y="1579762"/>
                  </a:lnTo>
                  <a:lnTo>
                    <a:pt x="5062410" y="1579762"/>
                  </a:lnTo>
                  <a:lnTo>
                    <a:pt x="5061742" y="1579762"/>
                  </a:lnTo>
                  <a:lnTo>
                    <a:pt x="5061074" y="1579762"/>
                  </a:lnTo>
                  <a:lnTo>
                    <a:pt x="5060406" y="1579762"/>
                  </a:lnTo>
                  <a:lnTo>
                    <a:pt x="5059738" y="1579762"/>
                  </a:lnTo>
                  <a:lnTo>
                    <a:pt x="5059070" y="1579762"/>
                  </a:lnTo>
                  <a:lnTo>
                    <a:pt x="5058402" y="1579762"/>
                  </a:lnTo>
                  <a:lnTo>
                    <a:pt x="5057734" y="1579762"/>
                  </a:lnTo>
                  <a:lnTo>
                    <a:pt x="5057066" y="1579762"/>
                  </a:lnTo>
                  <a:lnTo>
                    <a:pt x="5056398" y="1579762"/>
                  </a:lnTo>
                  <a:lnTo>
                    <a:pt x="5055730" y="1579762"/>
                  </a:lnTo>
                  <a:lnTo>
                    <a:pt x="5055062" y="1579762"/>
                  </a:lnTo>
                  <a:lnTo>
                    <a:pt x="5054394" y="1579762"/>
                  </a:lnTo>
                  <a:lnTo>
                    <a:pt x="5053726" y="1579762"/>
                  </a:lnTo>
                  <a:lnTo>
                    <a:pt x="5053058" y="1579762"/>
                  </a:lnTo>
                  <a:lnTo>
                    <a:pt x="5052390" y="1579762"/>
                  </a:lnTo>
                  <a:lnTo>
                    <a:pt x="5051722" y="1579762"/>
                  </a:lnTo>
                  <a:lnTo>
                    <a:pt x="5051053" y="1579762"/>
                  </a:lnTo>
                  <a:lnTo>
                    <a:pt x="5050385" y="1579762"/>
                  </a:lnTo>
                  <a:lnTo>
                    <a:pt x="5049717" y="1579762"/>
                  </a:lnTo>
                  <a:lnTo>
                    <a:pt x="5049049" y="1579762"/>
                  </a:lnTo>
                  <a:lnTo>
                    <a:pt x="5048381" y="1579762"/>
                  </a:lnTo>
                  <a:lnTo>
                    <a:pt x="5047713" y="1579762"/>
                  </a:lnTo>
                  <a:lnTo>
                    <a:pt x="5047045" y="1579762"/>
                  </a:lnTo>
                  <a:lnTo>
                    <a:pt x="5046377" y="1579762"/>
                  </a:lnTo>
                  <a:lnTo>
                    <a:pt x="5045709" y="1579762"/>
                  </a:lnTo>
                  <a:lnTo>
                    <a:pt x="5045041" y="1579762"/>
                  </a:lnTo>
                  <a:lnTo>
                    <a:pt x="5044373" y="1579762"/>
                  </a:lnTo>
                  <a:lnTo>
                    <a:pt x="5043705" y="1579762"/>
                  </a:lnTo>
                  <a:lnTo>
                    <a:pt x="5043037" y="1579762"/>
                  </a:lnTo>
                  <a:lnTo>
                    <a:pt x="5042369" y="1579762"/>
                  </a:lnTo>
                  <a:lnTo>
                    <a:pt x="5041701" y="1579762"/>
                  </a:lnTo>
                  <a:lnTo>
                    <a:pt x="5041033" y="1579762"/>
                  </a:lnTo>
                  <a:lnTo>
                    <a:pt x="5040365" y="1579762"/>
                  </a:lnTo>
                  <a:lnTo>
                    <a:pt x="5039697" y="1579762"/>
                  </a:lnTo>
                  <a:lnTo>
                    <a:pt x="5039029" y="1579762"/>
                  </a:lnTo>
                  <a:lnTo>
                    <a:pt x="5038361" y="1579762"/>
                  </a:lnTo>
                  <a:lnTo>
                    <a:pt x="5037693" y="1579762"/>
                  </a:lnTo>
                  <a:lnTo>
                    <a:pt x="5037025" y="1579762"/>
                  </a:lnTo>
                  <a:lnTo>
                    <a:pt x="5036357" y="1579762"/>
                  </a:lnTo>
                  <a:lnTo>
                    <a:pt x="5035689" y="1579762"/>
                  </a:lnTo>
                  <a:lnTo>
                    <a:pt x="5035021" y="1579762"/>
                  </a:lnTo>
                  <a:lnTo>
                    <a:pt x="5034353" y="1579762"/>
                  </a:lnTo>
                  <a:lnTo>
                    <a:pt x="5033685" y="1579762"/>
                  </a:lnTo>
                  <a:lnTo>
                    <a:pt x="5033017" y="1579762"/>
                  </a:lnTo>
                  <a:lnTo>
                    <a:pt x="5032349" y="1579762"/>
                  </a:lnTo>
                  <a:lnTo>
                    <a:pt x="5031681" y="1579762"/>
                  </a:lnTo>
                  <a:lnTo>
                    <a:pt x="5031013" y="1579762"/>
                  </a:lnTo>
                  <a:lnTo>
                    <a:pt x="5030345" y="1579762"/>
                  </a:lnTo>
                  <a:lnTo>
                    <a:pt x="5029677" y="1579762"/>
                  </a:lnTo>
                  <a:lnTo>
                    <a:pt x="5029009" y="1579762"/>
                  </a:lnTo>
                  <a:lnTo>
                    <a:pt x="5028341" y="1579762"/>
                  </a:lnTo>
                  <a:lnTo>
                    <a:pt x="5027673" y="1579762"/>
                  </a:lnTo>
                  <a:lnTo>
                    <a:pt x="5027005" y="1579762"/>
                  </a:lnTo>
                  <a:lnTo>
                    <a:pt x="5026336" y="1579762"/>
                  </a:lnTo>
                  <a:lnTo>
                    <a:pt x="5025668" y="1579762"/>
                  </a:lnTo>
                  <a:lnTo>
                    <a:pt x="5025000" y="1579762"/>
                  </a:lnTo>
                  <a:lnTo>
                    <a:pt x="5024332" y="1579762"/>
                  </a:lnTo>
                  <a:lnTo>
                    <a:pt x="5023664" y="1579762"/>
                  </a:lnTo>
                  <a:lnTo>
                    <a:pt x="5022996" y="1579762"/>
                  </a:lnTo>
                  <a:lnTo>
                    <a:pt x="5022328" y="1579762"/>
                  </a:lnTo>
                  <a:lnTo>
                    <a:pt x="5021660" y="1579762"/>
                  </a:lnTo>
                  <a:lnTo>
                    <a:pt x="5020992" y="1579762"/>
                  </a:lnTo>
                  <a:lnTo>
                    <a:pt x="5020324" y="1579762"/>
                  </a:lnTo>
                  <a:lnTo>
                    <a:pt x="5019656" y="1579762"/>
                  </a:lnTo>
                  <a:lnTo>
                    <a:pt x="5018988" y="1579762"/>
                  </a:lnTo>
                  <a:lnTo>
                    <a:pt x="5018320" y="1579762"/>
                  </a:lnTo>
                  <a:lnTo>
                    <a:pt x="5017652" y="1579762"/>
                  </a:lnTo>
                  <a:lnTo>
                    <a:pt x="5016984" y="1579762"/>
                  </a:lnTo>
                  <a:lnTo>
                    <a:pt x="5016316" y="1579762"/>
                  </a:lnTo>
                  <a:lnTo>
                    <a:pt x="5015648" y="1579762"/>
                  </a:lnTo>
                  <a:lnTo>
                    <a:pt x="5014980" y="1579762"/>
                  </a:lnTo>
                  <a:lnTo>
                    <a:pt x="5014312" y="1579762"/>
                  </a:lnTo>
                  <a:lnTo>
                    <a:pt x="5013644" y="1579762"/>
                  </a:lnTo>
                  <a:lnTo>
                    <a:pt x="5012976" y="1579762"/>
                  </a:lnTo>
                  <a:lnTo>
                    <a:pt x="5012308" y="1579762"/>
                  </a:lnTo>
                  <a:lnTo>
                    <a:pt x="5011640" y="1579762"/>
                  </a:lnTo>
                  <a:lnTo>
                    <a:pt x="5010972" y="1579762"/>
                  </a:lnTo>
                  <a:lnTo>
                    <a:pt x="5010304" y="1579762"/>
                  </a:lnTo>
                  <a:lnTo>
                    <a:pt x="5009636" y="1579762"/>
                  </a:lnTo>
                  <a:lnTo>
                    <a:pt x="5008968" y="1579762"/>
                  </a:lnTo>
                  <a:lnTo>
                    <a:pt x="5008300" y="1579762"/>
                  </a:lnTo>
                  <a:lnTo>
                    <a:pt x="5007632" y="1579762"/>
                  </a:lnTo>
                  <a:lnTo>
                    <a:pt x="5006964" y="1579762"/>
                  </a:lnTo>
                  <a:lnTo>
                    <a:pt x="5006296" y="1579762"/>
                  </a:lnTo>
                  <a:lnTo>
                    <a:pt x="5005628" y="1579762"/>
                  </a:lnTo>
                  <a:lnTo>
                    <a:pt x="5004960" y="1579762"/>
                  </a:lnTo>
                  <a:lnTo>
                    <a:pt x="5004292" y="1579762"/>
                  </a:lnTo>
                  <a:lnTo>
                    <a:pt x="5003624" y="1579762"/>
                  </a:lnTo>
                  <a:lnTo>
                    <a:pt x="5002956" y="1579762"/>
                  </a:lnTo>
                  <a:lnTo>
                    <a:pt x="5002288" y="1579762"/>
                  </a:lnTo>
                  <a:lnTo>
                    <a:pt x="5001619" y="1579762"/>
                  </a:lnTo>
                  <a:lnTo>
                    <a:pt x="5000951" y="1579762"/>
                  </a:lnTo>
                  <a:lnTo>
                    <a:pt x="5000283" y="1579762"/>
                  </a:lnTo>
                  <a:lnTo>
                    <a:pt x="4999615" y="1579762"/>
                  </a:lnTo>
                  <a:lnTo>
                    <a:pt x="4998947" y="1579762"/>
                  </a:lnTo>
                  <a:lnTo>
                    <a:pt x="4998279" y="1579762"/>
                  </a:lnTo>
                  <a:lnTo>
                    <a:pt x="4997611" y="1579762"/>
                  </a:lnTo>
                  <a:lnTo>
                    <a:pt x="4996943" y="1579762"/>
                  </a:lnTo>
                  <a:lnTo>
                    <a:pt x="4996275" y="1579762"/>
                  </a:lnTo>
                  <a:lnTo>
                    <a:pt x="4995607" y="1579762"/>
                  </a:lnTo>
                  <a:lnTo>
                    <a:pt x="4994939" y="1579762"/>
                  </a:lnTo>
                  <a:lnTo>
                    <a:pt x="4994271" y="1579762"/>
                  </a:lnTo>
                  <a:lnTo>
                    <a:pt x="4993603" y="1579762"/>
                  </a:lnTo>
                  <a:lnTo>
                    <a:pt x="4992935" y="1579762"/>
                  </a:lnTo>
                  <a:lnTo>
                    <a:pt x="4992267" y="1579762"/>
                  </a:lnTo>
                  <a:lnTo>
                    <a:pt x="4991599" y="1579762"/>
                  </a:lnTo>
                  <a:lnTo>
                    <a:pt x="4990931" y="1579762"/>
                  </a:lnTo>
                  <a:lnTo>
                    <a:pt x="4990263" y="1579762"/>
                  </a:lnTo>
                  <a:lnTo>
                    <a:pt x="4989595" y="1579762"/>
                  </a:lnTo>
                  <a:lnTo>
                    <a:pt x="4988927" y="1579762"/>
                  </a:lnTo>
                  <a:lnTo>
                    <a:pt x="4988259" y="1579762"/>
                  </a:lnTo>
                  <a:lnTo>
                    <a:pt x="4987591" y="1579762"/>
                  </a:lnTo>
                  <a:lnTo>
                    <a:pt x="4986923" y="1579762"/>
                  </a:lnTo>
                  <a:lnTo>
                    <a:pt x="4986255" y="1579762"/>
                  </a:lnTo>
                  <a:lnTo>
                    <a:pt x="4985587" y="1579762"/>
                  </a:lnTo>
                  <a:lnTo>
                    <a:pt x="4984919" y="1579762"/>
                  </a:lnTo>
                  <a:lnTo>
                    <a:pt x="4984251" y="1579762"/>
                  </a:lnTo>
                  <a:lnTo>
                    <a:pt x="4983583" y="1579762"/>
                  </a:lnTo>
                  <a:lnTo>
                    <a:pt x="4982915" y="1579762"/>
                  </a:lnTo>
                  <a:lnTo>
                    <a:pt x="4982247" y="1579762"/>
                  </a:lnTo>
                  <a:lnTo>
                    <a:pt x="4981579" y="1579762"/>
                  </a:lnTo>
                  <a:lnTo>
                    <a:pt x="4980911" y="1579762"/>
                  </a:lnTo>
                  <a:lnTo>
                    <a:pt x="4980243" y="1579762"/>
                  </a:lnTo>
                  <a:lnTo>
                    <a:pt x="4979575" y="1579762"/>
                  </a:lnTo>
                  <a:lnTo>
                    <a:pt x="4978907" y="1579762"/>
                  </a:lnTo>
                  <a:lnTo>
                    <a:pt x="4978239" y="1579762"/>
                  </a:lnTo>
                  <a:lnTo>
                    <a:pt x="4977571" y="1579762"/>
                  </a:lnTo>
                  <a:lnTo>
                    <a:pt x="4976902" y="1579762"/>
                  </a:lnTo>
                  <a:lnTo>
                    <a:pt x="4976234" y="1579762"/>
                  </a:lnTo>
                  <a:lnTo>
                    <a:pt x="4975566" y="1579762"/>
                  </a:lnTo>
                  <a:lnTo>
                    <a:pt x="4974898" y="1579762"/>
                  </a:lnTo>
                  <a:lnTo>
                    <a:pt x="4974230" y="1579762"/>
                  </a:lnTo>
                  <a:lnTo>
                    <a:pt x="4973562" y="1579762"/>
                  </a:lnTo>
                  <a:lnTo>
                    <a:pt x="4972894" y="1579762"/>
                  </a:lnTo>
                  <a:lnTo>
                    <a:pt x="4972226" y="1579762"/>
                  </a:lnTo>
                  <a:lnTo>
                    <a:pt x="4971558" y="1579762"/>
                  </a:lnTo>
                  <a:lnTo>
                    <a:pt x="4970890" y="1579762"/>
                  </a:lnTo>
                  <a:lnTo>
                    <a:pt x="4970222" y="1579762"/>
                  </a:lnTo>
                  <a:lnTo>
                    <a:pt x="4969554" y="1579762"/>
                  </a:lnTo>
                  <a:lnTo>
                    <a:pt x="4968886" y="1579762"/>
                  </a:lnTo>
                  <a:lnTo>
                    <a:pt x="4968218" y="1579762"/>
                  </a:lnTo>
                  <a:lnTo>
                    <a:pt x="4967550" y="1579762"/>
                  </a:lnTo>
                  <a:lnTo>
                    <a:pt x="4966882" y="1579762"/>
                  </a:lnTo>
                  <a:lnTo>
                    <a:pt x="4966214" y="1579762"/>
                  </a:lnTo>
                  <a:lnTo>
                    <a:pt x="4965546" y="1579762"/>
                  </a:lnTo>
                  <a:lnTo>
                    <a:pt x="4964878" y="1579762"/>
                  </a:lnTo>
                  <a:lnTo>
                    <a:pt x="4964210" y="1579762"/>
                  </a:lnTo>
                  <a:lnTo>
                    <a:pt x="4963542" y="1579762"/>
                  </a:lnTo>
                  <a:lnTo>
                    <a:pt x="4962874" y="1579762"/>
                  </a:lnTo>
                  <a:lnTo>
                    <a:pt x="4962206" y="1579762"/>
                  </a:lnTo>
                  <a:lnTo>
                    <a:pt x="4961538" y="1579762"/>
                  </a:lnTo>
                  <a:lnTo>
                    <a:pt x="4960870" y="1579762"/>
                  </a:lnTo>
                  <a:lnTo>
                    <a:pt x="4960202" y="1579762"/>
                  </a:lnTo>
                  <a:lnTo>
                    <a:pt x="4959534" y="1579762"/>
                  </a:lnTo>
                  <a:lnTo>
                    <a:pt x="4958866" y="1579762"/>
                  </a:lnTo>
                  <a:lnTo>
                    <a:pt x="4958198" y="1579762"/>
                  </a:lnTo>
                  <a:lnTo>
                    <a:pt x="4957530" y="1579762"/>
                  </a:lnTo>
                  <a:lnTo>
                    <a:pt x="4956862" y="1579762"/>
                  </a:lnTo>
                  <a:lnTo>
                    <a:pt x="4956194" y="1579762"/>
                  </a:lnTo>
                  <a:lnTo>
                    <a:pt x="4955526" y="1579762"/>
                  </a:lnTo>
                  <a:lnTo>
                    <a:pt x="4954858" y="1579762"/>
                  </a:lnTo>
                  <a:lnTo>
                    <a:pt x="4954190" y="1579762"/>
                  </a:lnTo>
                  <a:lnTo>
                    <a:pt x="4953522" y="1579762"/>
                  </a:lnTo>
                  <a:lnTo>
                    <a:pt x="4952853" y="1579762"/>
                  </a:lnTo>
                  <a:lnTo>
                    <a:pt x="4952185" y="1579762"/>
                  </a:lnTo>
                  <a:lnTo>
                    <a:pt x="4951517" y="1579762"/>
                  </a:lnTo>
                  <a:lnTo>
                    <a:pt x="4950849" y="1579762"/>
                  </a:lnTo>
                  <a:lnTo>
                    <a:pt x="4950181" y="1579762"/>
                  </a:lnTo>
                  <a:lnTo>
                    <a:pt x="4949513" y="1579762"/>
                  </a:lnTo>
                  <a:lnTo>
                    <a:pt x="4948845" y="1579762"/>
                  </a:lnTo>
                  <a:lnTo>
                    <a:pt x="4948177" y="1579762"/>
                  </a:lnTo>
                  <a:lnTo>
                    <a:pt x="4947509" y="1579762"/>
                  </a:lnTo>
                  <a:lnTo>
                    <a:pt x="4946841" y="1579762"/>
                  </a:lnTo>
                  <a:lnTo>
                    <a:pt x="4946173" y="1579762"/>
                  </a:lnTo>
                  <a:lnTo>
                    <a:pt x="4945505" y="1579762"/>
                  </a:lnTo>
                  <a:lnTo>
                    <a:pt x="4944837" y="1579762"/>
                  </a:lnTo>
                  <a:lnTo>
                    <a:pt x="4944169" y="1579762"/>
                  </a:lnTo>
                  <a:lnTo>
                    <a:pt x="4943501" y="1579762"/>
                  </a:lnTo>
                  <a:lnTo>
                    <a:pt x="4942833" y="1579762"/>
                  </a:lnTo>
                  <a:lnTo>
                    <a:pt x="4942165" y="1579762"/>
                  </a:lnTo>
                  <a:lnTo>
                    <a:pt x="4941497" y="1579762"/>
                  </a:lnTo>
                  <a:lnTo>
                    <a:pt x="4940829" y="1579762"/>
                  </a:lnTo>
                  <a:lnTo>
                    <a:pt x="4940161" y="1579762"/>
                  </a:lnTo>
                  <a:lnTo>
                    <a:pt x="4939493" y="1579762"/>
                  </a:lnTo>
                  <a:lnTo>
                    <a:pt x="4938825" y="1579762"/>
                  </a:lnTo>
                  <a:lnTo>
                    <a:pt x="4938157" y="1579762"/>
                  </a:lnTo>
                  <a:lnTo>
                    <a:pt x="4937489" y="1579762"/>
                  </a:lnTo>
                  <a:lnTo>
                    <a:pt x="4936821" y="1579762"/>
                  </a:lnTo>
                  <a:lnTo>
                    <a:pt x="4936153" y="1579762"/>
                  </a:lnTo>
                  <a:lnTo>
                    <a:pt x="4935485" y="1579762"/>
                  </a:lnTo>
                  <a:lnTo>
                    <a:pt x="4934817" y="1579762"/>
                  </a:lnTo>
                  <a:lnTo>
                    <a:pt x="4934149" y="1579762"/>
                  </a:lnTo>
                  <a:lnTo>
                    <a:pt x="4933481" y="1579762"/>
                  </a:lnTo>
                  <a:lnTo>
                    <a:pt x="4932813" y="1579762"/>
                  </a:lnTo>
                  <a:lnTo>
                    <a:pt x="4932145" y="1579762"/>
                  </a:lnTo>
                  <a:lnTo>
                    <a:pt x="4931477" y="1579762"/>
                  </a:lnTo>
                  <a:lnTo>
                    <a:pt x="4930809" y="1579762"/>
                  </a:lnTo>
                  <a:lnTo>
                    <a:pt x="4930141" y="1579762"/>
                  </a:lnTo>
                  <a:lnTo>
                    <a:pt x="4929473" y="1579762"/>
                  </a:lnTo>
                  <a:lnTo>
                    <a:pt x="4928805" y="1579762"/>
                  </a:lnTo>
                  <a:lnTo>
                    <a:pt x="4928136" y="1579762"/>
                  </a:lnTo>
                  <a:lnTo>
                    <a:pt x="4927468" y="1579762"/>
                  </a:lnTo>
                  <a:lnTo>
                    <a:pt x="4926800" y="1579762"/>
                  </a:lnTo>
                  <a:lnTo>
                    <a:pt x="4926132" y="1579762"/>
                  </a:lnTo>
                  <a:lnTo>
                    <a:pt x="4925464" y="1579762"/>
                  </a:lnTo>
                  <a:lnTo>
                    <a:pt x="4924796" y="1579762"/>
                  </a:lnTo>
                  <a:lnTo>
                    <a:pt x="4924128" y="1579762"/>
                  </a:lnTo>
                  <a:lnTo>
                    <a:pt x="4923460" y="1579762"/>
                  </a:lnTo>
                  <a:lnTo>
                    <a:pt x="4922792" y="1579762"/>
                  </a:lnTo>
                  <a:lnTo>
                    <a:pt x="4922124" y="1579762"/>
                  </a:lnTo>
                  <a:lnTo>
                    <a:pt x="4921456" y="1579762"/>
                  </a:lnTo>
                  <a:lnTo>
                    <a:pt x="4920788" y="1579762"/>
                  </a:lnTo>
                  <a:lnTo>
                    <a:pt x="4920120" y="1579762"/>
                  </a:lnTo>
                  <a:lnTo>
                    <a:pt x="4919452" y="1579762"/>
                  </a:lnTo>
                  <a:lnTo>
                    <a:pt x="4918784" y="1579762"/>
                  </a:lnTo>
                  <a:lnTo>
                    <a:pt x="4918116" y="1579762"/>
                  </a:lnTo>
                  <a:lnTo>
                    <a:pt x="4917448" y="1579762"/>
                  </a:lnTo>
                  <a:lnTo>
                    <a:pt x="4916780" y="1579762"/>
                  </a:lnTo>
                  <a:lnTo>
                    <a:pt x="4916112" y="1579762"/>
                  </a:lnTo>
                  <a:lnTo>
                    <a:pt x="4915444" y="1579762"/>
                  </a:lnTo>
                  <a:lnTo>
                    <a:pt x="4914776" y="1579762"/>
                  </a:lnTo>
                  <a:lnTo>
                    <a:pt x="4914108" y="1579762"/>
                  </a:lnTo>
                  <a:lnTo>
                    <a:pt x="4913440" y="1579762"/>
                  </a:lnTo>
                  <a:lnTo>
                    <a:pt x="4912772" y="1579762"/>
                  </a:lnTo>
                  <a:lnTo>
                    <a:pt x="4912104" y="1579762"/>
                  </a:lnTo>
                  <a:lnTo>
                    <a:pt x="4911436" y="1579762"/>
                  </a:lnTo>
                  <a:lnTo>
                    <a:pt x="4910768" y="1579762"/>
                  </a:lnTo>
                  <a:lnTo>
                    <a:pt x="4910100" y="1579762"/>
                  </a:lnTo>
                  <a:lnTo>
                    <a:pt x="4909432" y="1579762"/>
                  </a:lnTo>
                  <a:lnTo>
                    <a:pt x="4908764" y="1579762"/>
                  </a:lnTo>
                  <a:lnTo>
                    <a:pt x="4908096" y="1579762"/>
                  </a:lnTo>
                  <a:lnTo>
                    <a:pt x="4907428" y="1579762"/>
                  </a:lnTo>
                  <a:lnTo>
                    <a:pt x="4906760" y="1579762"/>
                  </a:lnTo>
                  <a:lnTo>
                    <a:pt x="4906092" y="1579762"/>
                  </a:lnTo>
                  <a:lnTo>
                    <a:pt x="4905424" y="1579762"/>
                  </a:lnTo>
                  <a:lnTo>
                    <a:pt x="4904756" y="1579762"/>
                  </a:lnTo>
                  <a:lnTo>
                    <a:pt x="4904088" y="1579762"/>
                  </a:lnTo>
                  <a:lnTo>
                    <a:pt x="4903419" y="1579762"/>
                  </a:lnTo>
                  <a:lnTo>
                    <a:pt x="4902751" y="1579762"/>
                  </a:lnTo>
                  <a:lnTo>
                    <a:pt x="4902083" y="1579762"/>
                  </a:lnTo>
                  <a:lnTo>
                    <a:pt x="4901415" y="1579762"/>
                  </a:lnTo>
                  <a:lnTo>
                    <a:pt x="4900747" y="1579762"/>
                  </a:lnTo>
                  <a:lnTo>
                    <a:pt x="4900079" y="1579762"/>
                  </a:lnTo>
                  <a:lnTo>
                    <a:pt x="4899411" y="1579762"/>
                  </a:lnTo>
                  <a:lnTo>
                    <a:pt x="4898743" y="1579762"/>
                  </a:lnTo>
                  <a:lnTo>
                    <a:pt x="4898075" y="1579762"/>
                  </a:lnTo>
                  <a:lnTo>
                    <a:pt x="4897407" y="1579762"/>
                  </a:lnTo>
                  <a:lnTo>
                    <a:pt x="4896739" y="1579762"/>
                  </a:lnTo>
                  <a:lnTo>
                    <a:pt x="4896071" y="1579762"/>
                  </a:lnTo>
                  <a:lnTo>
                    <a:pt x="4895403" y="1579762"/>
                  </a:lnTo>
                  <a:lnTo>
                    <a:pt x="4894735" y="1579762"/>
                  </a:lnTo>
                  <a:lnTo>
                    <a:pt x="4894067" y="1579762"/>
                  </a:lnTo>
                  <a:lnTo>
                    <a:pt x="4893399" y="1579762"/>
                  </a:lnTo>
                  <a:lnTo>
                    <a:pt x="4892731" y="1579762"/>
                  </a:lnTo>
                  <a:lnTo>
                    <a:pt x="4892063" y="1579762"/>
                  </a:lnTo>
                  <a:lnTo>
                    <a:pt x="4891395" y="1579762"/>
                  </a:lnTo>
                  <a:lnTo>
                    <a:pt x="4890727" y="1579762"/>
                  </a:lnTo>
                  <a:lnTo>
                    <a:pt x="4890059" y="1579762"/>
                  </a:lnTo>
                  <a:lnTo>
                    <a:pt x="4889391" y="1579762"/>
                  </a:lnTo>
                  <a:lnTo>
                    <a:pt x="4888723" y="1579762"/>
                  </a:lnTo>
                  <a:lnTo>
                    <a:pt x="4888055" y="1579762"/>
                  </a:lnTo>
                  <a:lnTo>
                    <a:pt x="4887387" y="1579762"/>
                  </a:lnTo>
                  <a:lnTo>
                    <a:pt x="4886719" y="1579762"/>
                  </a:lnTo>
                  <a:lnTo>
                    <a:pt x="4886051" y="1579762"/>
                  </a:lnTo>
                  <a:lnTo>
                    <a:pt x="4885383" y="1579762"/>
                  </a:lnTo>
                  <a:lnTo>
                    <a:pt x="4884715" y="1579762"/>
                  </a:lnTo>
                  <a:lnTo>
                    <a:pt x="4884047" y="1579762"/>
                  </a:lnTo>
                  <a:lnTo>
                    <a:pt x="4883379" y="1579762"/>
                  </a:lnTo>
                  <a:lnTo>
                    <a:pt x="4882711" y="1579762"/>
                  </a:lnTo>
                  <a:lnTo>
                    <a:pt x="4882043" y="1579762"/>
                  </a:lnTo>
                  <a:lnTo>
                    <a:pt x="4881375" y="1579762"/>
                  </a:lnTo>
                  <a:lnTo>
                    <a:pt x="4880707" y="1579762"/>
                  </a:lnTo>
                  <a:lnTo>
                    <a:pt x="4880039" y="1579762"/>
                  </a:lnTo>
                  <a:lnTo>
                    <a:pt x="4879371" y="1579762"/>
                  </a:lnTo>
                  <a:lnTo>
                    <a:pt x="4878702" y="1579762"/>
                  </a:lnTo>
                  <a:lnTo>
                    <a:pt x="4878034" y="1579762"/>
                  </a:lnTo>
                  <a:lnTo>
                    <a:pt x="4877366" y="1579762"/>
                  </a:lnTo>
                  <a:lnTo>
                    <a:pt x="4876698" y="1579762"/>
                  </a:lnTo>
                  <a:lnTo>
                    <a:pt x="4876030" y="1579762"/>
                  </a:lnTo>
                  <a:lnTo>
                    <a:pt x="4875362" y="1579762"/>
                  </a:lnTo>
                  <a:lnTo>
                    <a:pt x="4874694" y="1579762"/>
                  </a:lnTo>
                  <a:lnTo>
                    <a:pt x="4874026" y="1579762"/>
                  </a:lnTo>
                  <a:lnTo>
                    <a:pt x="4873358" y="1579762"/>
                  </a:lnTo>
                  <a:lnTo>
                    <a:pt x="4872690" y="1579762"/>
                  </a:lnTo>
                  <a:lnTo>
                    <a:pt x="4872022" y="1579762"/>
                  </a:lnTo>
                  <a:lnTo>
                    <a:pt x="4871354" y="1579762"/>
                  </a:lnTo>
                  <a:lnTo>
                    <a:pt x="4870686" y="1579762"/>
                  </a:lnTo>
                  <a:lnTo>
                    <a:pt x="4870018" y="1579762"/>
                  </a:lnTo>
                  <a:lnTo>
                    <a:pt x="4869350" y="1579762"/>
                  </a:lnTo>
                  <a:lnTo>
                    <a:pt x="4868682" y="1579762"/>
                  </a:lnTo>
                  <a:lnTo>
                    <a:pt x="4868014" y="1579762"/>
                  </a:lnTo>
                  <a:lnTo>
                    <a:pt x="4867346" y="1579762"/>
                  </a:lnTo>
                  <a:lnTo>
                    <a:pt x="4866678" y="1579762"/>
                  </a:lnTo>
                  <a:lnTo>
                    <a:pt x="4866010" y="1579762"/>
                  </a:lnTo>
                  <a:lnTo>
                    <a:pt x="4865342" y="1579762"/>
                  </a:lnTo>
                  <a:lnTo>
                    <a:pt x="4864674" y="1579762"/>
                  </a:lnTo>
                  <a:lnTo>
                    <a:pt x="4864006" y="1579762"/>
                  </a:lnTo>
                  <a:lnTo>
                    <a:pt x="4863338" y="1579762"/>
                  </a:lnTo>
                  <a:lnTo>
                    <a:pt x="4862670" y="1579762"/>
                  </a:lnTo>
                  <a:lnTo>
                    <a:pt x="4862002" y="1579762"/>
                  </a:lnTo>
                  <a:lnTo>
                    <a:pt x="4861334" y="1579762"/>
                  </a:lnTo>
                  <a:lnTo>
                    <a:pt x="4860666" y="1579762"/>
                  </a:lnTo>
                  <a:lnTo>
                    <a:pt x="4859998" y="1579762"/>
                  </a:lnTo>
                  <a:lnTo>
                    <a:pt x="4859330" y="1579762"/>
                  </a:lnTo>
                  <a:lnTo>
                    <a:pt x="4858662" y="1579762"/>
                  </a:lnTo>
                  <a:lnTo>
                    <a:pt x="4857994" y="1579762"/>
                  </a:lnTo>
                  <a:lnTo>
                    <a:pt x="4857326" y="1579762"/>
                  </a:lnTo>
                  <a:lnTo>
                    <a:pt x="4856658" y="1579762"/>
                  </a:lnTo>
                  <a:lnTo>
                    <a:pt x="4855990" y="1579762"/>
                  </a:lnTo>
                  <a:lnTo>
                    <a:pt x="4855322" y="1579762"/>
                  </a:lnTo>
                  <a:lnTo>
                    <a:pt x="4854653" y="1579762"/>
                  </a:lnTo>
                  <a:lnTo>
                    <a:pt x="4853985" y="1579762"/>
                  </a:lnTo>
                  <a:lnTo>
                    <a:pt x="4853317" y="1579762"/>
                  </a:lnTo>
                  <a:lnTo>
                    <a:pt x="4852649" y="1579762"/>
                  </a:lnTo>
                  <a:lnTo>
                    <a:pt x="4851981" y="1579762"/>
                  </a:lnTo>
                  <a:lnTo>
                    <a:pt x="4851313" y="1579762"/>
                  </a:lnTo>
                  <a:lnTo>
                    <a:pt x="4850645" y="1579762"/>
                  </a:lnTo>
                  <a:lnTo>
                    <a:pt x="4849977" y="1579762"/>
                  </a:lnTo>
                  <a:lnTo>
                    <a:pt x="4849309" y="1579762"/>
                  </a:lnTo>
                  <a:lnTo>
                    <a:pt x="4848641" y="1579762"/>
                  </a:lnTo>
                  <a:lnTo>
                    <a:pt x="4847973" y="1579762"/>
                  </a:lnTo>
                  <a:lnTo>
                    <a:pt x="4847305" y="1579762"/>
                  </a:lnTo>
                  <a:lnTo>
                    <a:pt x="4846637" y="1579762"/>
                  </a:lnTo>
                  <a:lnTo>
                    <a:pt x="4845969" y="1579762"/>
                  </a:lnTo>
                  <a:lnTo>
                    <a:pt x="4845301" y="1579762"/>
                  </a:lnTo>
                  <a:lnTo>
                    <a:pt x="4844633" y="1579762"/>
                  </a:lnTo>
                  <a:lnTo>
                    <a:pt x="4843965" y="1579762"/>
                  </a:lnTo>
                  <a:lnTo>
                    <a:pt x="4843297" y="1579762"/>
                  </a:lnTo>
                  <a:lnTo>
                    <a:pt x="4842629" y="1579762"/>
                  </a:lnTo>
                  <a:lnTo>
                    <a:pt x="4841961" y="1579762"/>
                  </a:lnTo>
                  <a:lnTo>
                    <a:pt x="4841293" y="1579762"/>
                  </a:lnTo>
                  <a:lnTo>
                    <a:pt x="4840625" y="1579762"/>
                  </a:lnTo>
                  <a:lnTo>
                    <a:pt x="4839957" y="1579762"/>
                  </a:lnTo>
                  <a:lnTo>
                    <a:pt x="4839289" y="1579762"/>
                  </a:lnTo>
                  <a:lnTo>
                    <a:pt x="4838621" y="1579762"/>
                  </a:lnTo>
                  <a:lnTo>
                    <a:pt x="4837953" y="1579762"/>
                  </a:lnTo>
                  <a:lnTo>
                    <a:pt x="4837285" y="1579762"/>
                  </a:lnTo>
                  <a:lnTo>
                    <a:pt x="4836617" y="1579762"/>
                  </a:lnTo>
                  <a:lnTo>
                    <a:pt x="4835949" y="1579762"/>
                  </a:lnTo>
                  <a:lnTo>
                    <a:pt x="4835281" y="1579762"/>
                  </a:lnTo>
                  <a:lnTo>
                    <a:pt x="4834613" y="1579762"/>
                  </a:lnTo>
                  <a:lnTo>
                    <a:pt x="4833945" y="1579762"/>
                  </a:lnTo>
                  <a:lnTo>
                    <a:pt x="4833277" y="1579762"/>
                  </a:lnTo>
                  <a:lnTo>
                    <a:pt x="4832609" y="1579762"/>
                  </a:lnTo>
                  <a:lnTo>
                    <a:pt x="4831941" y="1579762"/>
                  </a:lnTo>
                  <a:lnTo>
                    <a:pt x="4831273" y="1579762"/>
                  </a:lnTo>
                  <a:lnTo>
                    <a:pt x="4830605" y="1579762"/>
                  </a:lnTo>
                  <a:lnTo>
                    <a:pt x="4829936" y="1579762"/>
                  </a:lnTo>
                  <a:lnTo>
                    <a:pt x="4829268" y="1579762"/>
                  </a:lnTo>
                  <a:lnTo>
                    <a:pt x="4828600" y="1579762"/>
                  </a:lnTo>
                  <a:lnTo>
                    <a:pt x="4827932" y="1579762"/>
                  </a:lnTo>
                  <a:lnTo>
                    <a:pt x="4827264" y="1579762"/>
                  </a:lnTo>
                  <a:lnTo>
                    <a:pt x="4826596" y="1579762"/>
                  </a:lnTo>
                  <a:lnTo>
                    <a:pt x="4825928" y="1579762"/>
                  </a:lnTo>
                  <a:lnTo>
                    <a:pt x="4825260" y="1579762"/>
                  </a:lnTo>
                  <a:lnTo>
                    <a:pt x="4824592" y="1579762"/>
                  </a:lnTo>
                  <a:lnTo>
                    <a:pt x="4823924" y="1579762"/>
                  </a:lnTo>
                  <a:lnTo>
                    <a:pt x="4823256" y="1579762"/>
                  </a:lnTo>
                  <a:lnTo>
                    <a:pt x="4822588" y="1579762"/>
                  </a:lnTo>
                  <a:lnTo>
                    <a:pt x="4821920" y="1579762"/>
                  </a:lnTo>
                  <a:lnTo>
                    <a:pt x="4821252" y="1579762"/>
                  </a:lnTo>
                  <a:lnTo>
                    <a:pt x="4820584" y="1579762"/>
                  </a:lnTo>
                  <a:lnTo>
                    <a:pt x="4819916" y="1579762"/>
                  </a:lnTo>
                  <a:lnTo>
                    <a:pt x="4819248" y="1579762"/>
                  </a:lnTo>
                  <a:lnTo>
                    <a:pt x="4818580" y="1579762"/>
                  </a:lnTo>
                  <a:lnTo>
                    <a:pt x="4817912" y="1579762"/>
                  </a:lnTo>
                  <a:lnTo>
                    <a:pt x="4817244" y="1579762"/>
                  </a:lnTo>
                  <a:lnTo>
                    <a:pt x="4816576" y="1579762"/>
                  </a:lnTo>
                  <a:lnTo>
                    <a:pt x="4815908" y="1579762"/>
                  </a:lnTo>
                  <a:lnTo>
                    <a:pt x="4815240" y="1579762"/>
                  </a:lnTo>
                  <a:lnTo>
                    <a:pt x="4814572" y="1579762"/>
                  </a:lnTo>
                  <a:lnTo>
                    <a:pt x="4813904" y="1579762"/>
                  </a:lnTo>
                  <a:lnTo>
                    <a:pt x="4813236" y="1579762"/>
                  </a:lnTo>
                  <a:lnTo>
                    <a:pt x="4812568" y="1579762"/>
                  </a:lnTo>
                  <a:lnTo>
                    <a:pt x="4811900" y="1579762"/>
                  </a:lnTo>
                  <a:lnTo>
                    <a:pt x="4811232" y="1579762"/>
                  </a:lnTo>
                  <a:lnTo>
                    <a:pt x="4810564" y="1579762"/>
                  </a:lnTo>
                  <a:lnTo>
                    <a:pt x="4809896" y="1579762"/>
                  </a:lnTo>
                  <a:lnTo>
                    <a:pt x="4809228" y="1579762"/>
                  </a:lnTo>
                  <a:lnTo>
                    <a:pt x="4808560" y="1579762"/>
                  </a:lnTo>
                  <a:lnTo>
                    <a:pt x="4807892" y="1579762"/>
                  </a:lnTo>
                  <a:lnTo>
                    <a:pt x="4807224" y="1579762"/>
                  </a:lnTo>
                  <a:lnTo>
                    <a:pt x="4806556" y="1579762"/>
                  </a:lnTo>
                  <a:lnTo>
                    <a:pt x="4805888" y="1579762"/>
                  </a:lnTo>
                  <a:lnTo>
                    <a:pt x="4805219" y="1579762"/>
                  </a:lnTo>
                  <a:lnTo>
                    <a:pt x="4804551" y="1579762"/>
                  </a:lnTo>
                  <a:lnTo>
                    <a:pt x="4803883" y="1579762"/>
                  </a:lnTo>
                  <a:lnTo>
                    <a:pt x="4803215" y="1579762"/>
                  </a:lnTo>
                  <a:lnTo>
                    <a:pt x="4802547" y="1579762"/>
                  </a:lnTo>
                  <a:lnTo>
                    <a:pt x="4801879" y="1579762"/>
                  </a:lnTo>
                  <a:lnTo>
                    <a:pt x="4801211" y="1579762"/>
                  </a:lnTo>
                  <a:lnTo>
                    <a:pt x="4800543" y="1579762"/>
                  </a:lnTo>
                  <a:lnTo>
                    <a:pt x="4799875" y="1579762"/>
                  </a:lnTo>
                  <a:lnTo>
                    <a:pt x="4799207" y="1579762"/>
                  </a:lnTo>
                  <a:lnTo>
                    <a:pt x="4798539" y="1579762"/>
                  </a:lnTo>
                  <a:lnTo>
                    <a:pt x="4797871" y="1579762"/>
                  </a:lnTo>
                  <a:lnTo>
                    <a:pt x="4797203" y="1579762"/>
                  </a:lnTo>
                  <a:lnTo>
                    <a:pt x="4796535" y="1579762"/>
                  </a:lnTo>
                  <a:lnTo>
                    <a:pt x="4795867" y="1579762"/>
                  </a:lnTo>
                  <a:lnTo>
                    <a:pt x="4795199" y="1579762"/>
                  </a:lnTo>
                  <a:lnTo>
                    <a:pt x="4794531" y="1579762"/>
                  </a:lnTo>
                  <a:lnTo>
                    <a:pt x="4793863" y="1579762"/>
                  </a:lnTo>
                  <a:lnTo>
                    <a:pt x="4793195" y="1579762"/>
                  </a:lnTo>
                  <a:lnTo>
                    <a:pt x="4792527" y="1579762"/>
                  </a:lnTo>
                  <a:lnTo>
                    <a:pt x="4791859" y="1579762"/>
                  </a:lnTo>
                  <a:lnTo>
                    <a:pt x="4791191" y="1579762"/>
                  </a:lnTo>
                  <a:lnTo>
                    <a:pt x="4790523" y="1579762"/>
                  </a:lnTo>
                  <a:lnTo>
                    <a:pt x="4789855" y="1579762"/>
                  </a:lnTo>
                  <a:lnTo>
                    <a:pt x="4789187" y="1579762"/>
                  </a:lnTo>
                  <a:lnTo>
                    <a:pt x="4788519" y="1579762"/>
                  </a:lnTo>
                  <a:lnTo>
                    <a:pt x="4787851" y="1579762"/>
                  </a:lnTo>
                  <a:lnTo>
                    <a:pt x="4787183" y="1579762"/>
                  </a:lnTo>
                  <a:lnTo>
                    <a:pt x="4786515" y="1579762"/>
                  </a:lnTo>
                  <a:lnTo>
                    <a:pt x="4785847" y="1579762"/>
                  </a:lnTo>
                  <a:lnTo>
                    <a:pt x="4785179" y="1579762"/>
                  </a:lnTo>
                  <a:lnTo>
                    <a:pt x="4784511" y="1579762"/>
                  </a:lnTo>
                  <a:lnTo>
                    <a:pt x="4783843" y="1579762"/>
                  </a:lnTo>
                  <a:lnTo>
                    <a:pt x="4783175" y="1579762"/>
                  </a:lnTo>
                  <a:lnTo>
                    <a:pt x="4782507" y="1579762"/>
                  </a:lnTo>
                  <a:lnTo>
                    <a:pt x="4781839" y="1579762"/>
                  </a:lnTo>
                  <a:lnTo>
                    <a:pt x="4781171" y="1579762"/>
                  </a:lnTo>
                  <a:lnTo>
                    <a:pt x="4780502" y="1579762"/>
                  </a:lnTo>
                  <a:lnTo>
                    <a:pt x="4779834" y="1579762"/>
                  </a:lnTo>
                  <a:lnTo>
                    <a:pt x="4779166" y="1579762"/>
                  </a:lnTo>
                  <a:lnTo>
                    <a:pt x="4778498" y="1579762"/>
                  </a:lnTo>
                  <a:lnTo>
                    <a:pt x="4777830" y="1579762"/>
                  </a:lnTo>
                  <a:lnTo>
                    <a:pt x="4777162" y="1579762"/>
                  </a:lnTo>
                  <a:lnTo>
                    <a:pt x="4776494" y="1579762"/>
                  </a:lnTo>
                  <a:lnTo>
                    <a:pt x="4775826" y="1579762"/>
                  </a:lnTo>
                  <a:lnTo>
                    <a:pt x="4775158" y="1579762"/>
                  </a:lnTo>
                  <a:lnTo>
                    <a:pt x="4774490" y="1579762"/>
                  </a:lnTo>
                  <a:lnTo>
                    <a:pt x="4773822" y="1579762"/>
                  </a:lnTo>
                  <a:lnTo>
                    <a:pt x="4773154" y="1579762"/>
                  </a:lnTo>
                  <a:lnTo>
                    <a:pt x="4772486" y="1579762"/>
                  </a:lnTo>
                  <a:lnTo>
                    <a:pt x="4771818" y="1579762"/>
                  </a:lnTo>
                  <a:lnTo>
                    <a:pt x="4771150" y="1579762"/>
                  </a:lnTo>
                  <a:lnTo>
                    <a:pt x="4770482" y="1579762"/>
                  </a:lnTo>
                  <a:lnTo>
                    <a:pt x="4769814" y="1579762"/>
                  </a:lnTo>
                  <a:lnTo>
                    <a:pt x="4769146" y="1579762"/>
                  </a:lnTo>
                  <a:lnTo>
                    <a:pt x="4768478" y="1579762"/>
                  </a:lnTo>
                  <a:lnTo>
                    <a:pt x="4767810" y="1579762"/>
                  </a:lnTo>
                  <a:lnTo>
                    <a:pt x="4767142" y="1579762"/>
                  </a:lnTo>
                  <a:lnTo>
                    <a:pt x="4766474" y="1579762"/>
                  </a:lnTo>
                  <a:lnTo>
                    <a:pt x="4765806" y="1579762"/>
                  </a:lnTo>
                  <a:lnTo>
                    <a:pt x="4765138" y="1579762"/>
                  </a:lnTo>
                  <a:lnTo>
                    <a:pt x="4764470" y="1579762"/>
                  </a:lnTo>
                  <a:lnTo>
                    <a:pt x="4763802" y="1579762"/>
                  </a:lnTo>
                  <a:lnTo>
                    <a:pt x="4763134" y="1579762"/>
                  </a:lnTo>
                  <a:lnTo>
                    <a:pt x="4762466" y="1579762"/>
                  </a:lnTo>
                  <a:lnTo>
                    <a:pt x="4761798" y="1579762"/>
                  </a:lnTo>
                  <a:lnTo>
                    <a:pt x="4761130" y="1579762"/>
                  </a:lnTo>
                  <a:lnTo>
                    <a:pt x="4760462" y="1579762"/>
                  </a:lnTo>
                  <a:lnTo>
                    <a:pt x="4759794" y="1579762"/>
                  </a:lnTo>
                  <a:lnTo>
                    <a:pt x="4759126" y="1579762"/>
                  </a:lnTo>
                  <a:lnTo>
                    <a:pt x="4758458" y="1579762"/>
                  </a:lnTo>
                  <a:lnTo>
                    <a:pt x="4757790" y="1579762"/>
                  </a:lnTo>
                  <a:lnTo>
                    <a:pt x="4757122" y="1579762"/>
                  </a:lnTo>
                  <a:lnTo>
                    <a:pt x="4756453" y="1579762"/>
                  </a:lnTo>
                  <a:lnTo>
                    <a:pt x="4755785" y="1579762"/>
                  </a:lnTo>
                  <a:lnTo>
                    <a:pt x="4755117" y="1579762"/>
                  </a:lnTo>
                  <a:lnTo>
                    <a:pt x="4754449" y="1579762"/>
                  </a:lnTo>
                  <a:lnTo>
                    <a:pt x="4753781" y="1579762"/>
                  </a:lnTo>
                  <a:lnTo>
                    <a:pt x="4753113" y="1579762"/>
                  </a:lnTo>
                  <a:lnTo>
                    <a:pt x="4752445" y="1579762"/>
                  </a:lnTo>
                  <a:lnTo>
                    <a:pt x="4751777" y="1579762"/>
                  </a:lnTo>
                  <a:lnTo>
                    <a:pt x="4751109" y="1579762"/>
                  </a:lnTo>
                  <a:lnTo>
                    <a:pt x="4750441" y="1579762"/>
                  </a:lnTo>
                  <a:lnTo>
                    <a:pt x="4749773" y="1579762"/>
                  </a:lnTo>
                  <a:lnTo>
                    <a:pt x="4749105" y="1579762"/>
                  </a:lnTo>
                  <a:lnTo>
                    <a:pt x="4748437" y="1579762"/>
                  </a:lnTo>
                  <a:lnTo>
                    <a:pt x="4747769" y="1579762"/>
                  </a:lnTo>
                  <a:lnTo>
                    <a:pt x="4747101" y="1579762"/>
                  </a:lnTo>
                  <a:lnTo>
                    <a:pt x="4746433" y="1579762"/>
                  </a:lnTo>
                  <a:lnTo>
                    <a:pt x="4745765" y="1579762"/>
                  </a:lnTo>
                  <a:lnTo>
                    <a:pt x="4745097" y="1579762"/>
                  </a:lnTo>
                  <a:lnTo>
                    <a:pt x="4744429" y="1579762"/>
                  </a:lnTo>
                  <a:lnTo>
                    <a:pt x="4743761" y="1579762"/>
                  </a:lnTo>
                  <a:lnTo>
                    <a:pt x="4743093" y="1579762"/>
                  </a:lnTo>
                  <a:lnTo>
                    <a:pt x="4742425" y="1579762"/>
                  </a:lnTo>
                  <a:lnTo>
                    <a:pt x="4741757" y="1579762"/>
                  </a:lnTo>
                  <a:lnTo>
                    <a:pt x="4741089" y="1579762"/>
                  </a:lnTo>
                  <a:lnTo>
                    <a:pt x="4740421" y="1579762"/>
                  </a:lnTo>
                  <a:lnTo>
                    <a:pt x="4739753" y="1579762"/>
                  </a:lnTo>
                  <a:lnTo>
                    <a:pt x="4739085" y="1579762"/>
                  </a:lnTo>
                  <a:lnTo>
                    <a:pt x="4738417" y="1579762"/>
                  </a:lnTo>
                  <a:lnTo>
                    <a:pt x="4737749" y="1579762"/>
                  </a:lnTo>
                  <a:lnTo>
                    <a:pt x="4737081" y="1579762"/>
                  </a:lnTo>
                  <a:lnTo>
                    <a:pt x="4736413" y="1579762"/>
                  </a:lnTo>
                  <a:lnTo>
                    <a:pt x="4735745" y="1579762"/>
                  </a:lnTo>
                  <a:lnTo>
                    <a:pt x="4735077" y="1579762"/>
                  </a:lnTo>
                  <a:lnTo>
                    <a:pt x="4734409" y="1579762"/>
                  </a:lnTo>
                  <a:lnTo>
                    <a:pt x="4733741" y="1579762"/>
                  </a:lnTo>
                  <a:lnTo>
                    <a:pt x="4733073" y="1579762"/>
                  </a:lnTo>
                  <a:lnTo>
                    <a:pt x="4732405" y="1579762"/>
                  </a:lnTo>
                  <a:lnTo>
                    <a:pt x="4731736" y="1579762"/>
                  </a:lnTo>
                  <a:lnTo>
                    <a:pt x="4731068" y="1579762"/>
                  </a:lnTo>
                  <a:lnTo>
                    <a:pt x="4730400" y="1579762"/>
                  </a:lnTo>
                  <a:lnTo>
                    <a:pt x="4729732" y="1579762"/>
                  </a:lnTo>
                  <a:lnTo>
                    <a:pt x="4729064" y="1579762"/>
                  </a:lnTo>
                  <a:lnTo>
                    <a:pt x="4728396" y="1579762"/>
                  </a:lnTo>
                  <a:lnTo>
                    <a:pt x="4727728" y="1579762"/>
                  </a:lnTo>
                  <a:lnTo>
                    <a:pt x="4727060" y="1579762"/>
                  </a:lnTo>
                  <a:lnTo>
                    <a:pt x="4726392" y="1579762"/>
                  </a:lnTo>
                  <a:lnTo>
                    <a:pt x="4725724" y="1579762"/>
                  </a:lnTo>
                  <a:lnTo>
                    <a:pt x="4725056" y="1579762"/>
                  </a:lnTo>
                  <a:lnTo>
                    <a:pt x="4724388" y="1579762"/>
                  </a:lnTo>
                  <a:lnTo>
                    <a:pt x="4723720" y="1579762"/>
                  </a:lnTo>
                  <a:lnTo>
                    <a:pt x="4723052" y="1579762"/>
                  </a:lnTo>
                  <a:lnTo>
                    <a:pt x="4722384" y="1579762"/>
                  </a:lnTo>
                  <a:lnTo>
                    <a:pt x="4721716" y="1579762"/>
                  </a:lnTo>
                  <a:lnTo>
                    <a:pt x="4721048" y="1579762"/>
                  </a:lnTo>
                  <a:lnTo>
                    <a:pt x="4720380" y="1579762"/>
                  </a:lnTo>
                  <a:lnTo>
                    <a:pt x="4719712" y="1579762"/>
                  </a:lnTo>
                  <a:lnTo>
                    <a:pt x="4719044" y="1579762"/>
                  </a:lnTo>
                  <a:lnTo>
                    <a:pt x="4718376" y="1579762"/>
                  </a:lnTo>
                  <a:lnTo>
                    <a:pt x="4717708" y="1579762"/>
                  </a:lnTo>
                  <a:lnTo>
                    <a:pt x="4717040" y="1579762"/>
                  </a:lnTo>
                  <a:lnTo>
                    <a:pt x="4716372" y="1579762"/>
                  </a:lnTo>
                  <a:lnTo>
                    <a:pt x="4715704" y="1579762"/>
                  </a:lnTo>
                  <a:lnTo>
                    <a:pt x="4715036" y="1579762"/>
                  </a:lnTo>
                  <a:lnTo>
                    <a:pt x="4714368" y="1579762"/>
                  </a:lnTo>
                  <a:lnTo>
                    <a:pt x="4713700" y="1579762"/>
                  </a:lnTo>
                  <a:lnTo>
                    <a:pt x="4713032" y="1579762"/>
                  </a:lnTo>
                  <a:lnTo>
                    <a:pt x="4712364" y="1579762"/>
                  </a:lnTo>
                  <a:lnTo>
                    <a:pt x="4711696" y="1579762"/>
                  </a:lnTo>
                  <a:lnTo>
                    <a:pt x="4711028" y="1579762"/>
                  </a:lnTo>
                  <a:lnTo>
                    <a:pt x="4710360" y="1579762"/>
                  </a:lnTo>
                  <a:lnTo>
                    <a:pt x="4709692" y="1579762"/>
                  </a:lnTo>
                  <a:lnTo>
                    <a:pt x="4709024" y="1579762"/>
                  </a:lnTo>
                  <a:lnTo>
                    <a:pt x="4708356" y="1579762"/>
                  </a:lnTo>
                  <a:lnTo>
                    <a:pt x="4707688" y="1579762"/>
                  </a:lnTo>
                  <a:lnTo>
                    <a:pt x="4707019" y="1579762"/>
                  </a:lnTo>
                  <a:lnTo>
                    <a:pt x="4706351" y="1579762"/>
                  </a:lnTo>
                  <a:lnTo>
                    <a:pt x="4705683" y="1579762"/>
                  </a:lnTo>
                  <a:lnTo>
                    <a:pt x="4705015" y="1579762"/>
                  </a:lnTo>
                  <a:lnTo>
                    <a:pt x="4704347" y="1579762"/>
                  </a:lnTo>
                  <a:lnTo>
                    <a:pt x="4703679" y="1579762"/>
                  </a:lnTo>
                  <a:lnTo>
                    <a:pt x="4703011" y="1579762"/>
                  </a:lnTo>
                  <a:lnTo>
                    <a:pt x="4702343" y="1579762"/>
                  </a:lnTo>
                  <a:lnTo>
                    <a:pt x="4701675" y="1579762"/>
                  </a:lnTo>
                  <a:lnTo>
                    <a:pt x="4701007" y="1579762"/>
                  </a:lnTo>
                  <a:lnTo>
                    <a:pt x="4700339" y="1579762"/>
                  </a:lnTo>
                  <a:lnTo>
                    <a:pt x="4699671" y="1579762"/>
                  </a:lnTo>
                  <a:lnTo>
                    <a:pt x="4699003" y="1579762"/>
                  </a:lnTo>
                  <a:lnTo>
                    <a:pt x="4698335" y="1579762"/>
                  </a:lnTo>
                  <a:lnTo>
                    <a:pt x="4697667" y="1579762"/>
                  </a:lnTo>
                  <a:lnTo>
                    <a:pt x="4696999" y="1579762"/>
                  </a:lnTo>
                  <a:lnTo>
                    <a:pt x="4696331" y="1579762"/>
                  </a:lnTo>
                  <a:lnTo>
                    <a:pt x="4695663" y="1579762"/>
                  </a:lnTo>
                  <a:lnTo>
                    <a:pt x="4694995" y="1579762"/>
                  </a:lnTo>
                  <a:lnTo>
                    <a:pt x="4694327" y="1579762"/>
                  </a:lnTo>
                  <a:lnTo>
                    <a:pt x="4693659" y="1579762"/>
                  </a:lnTo>
                  <a:lnTo>
                    <a:pt x="4692991" y="1579762"/>
                  </a:lnTo>
                  <a:lnTo>
                    <a:pt x="4692323" y="1579762"/>
                  </a:lnTo>
                  <a:lnTo>
                    <a:pt x="4691655" y="1579762"/>
                  </a:lnTo>
                  <a:lnTo>
                    <a:pt x="4690987" y="1579762"/>
                  </a:lnTo>
                  <a:lnTo>
                    <a:pt x="4690319" y="1579762"/>
                  </a:lnTo>
                  <a:lnTo>
                    <a:pt x="4689651" y="1579762"/>
                  </a:lnTo>
                  <a:lnTo>
                    <a:pt x="4688983" y="1579762"/>
                  </a:lnTo>
                  <a:lnTo>
                    <a:pt x="4688315" y="1579762"/>
                  </a:lnTo>
                  <a:lnTo>
                    <a:pt x="4687647" y="1579762"/>
                  </a:lnTo>
                  <a:lnTo>
                    <a:pt x="4686979" y="1579762"/>
                  </a:lnTo>
                  <a:lnTo>
                    <a:pt x="4686311" y="1579762"/>
                  </a:lnTo>
                  <a:lnTo>
                    <a:pt x="4685643" y="1579762"/>
                  </a:lnTo>
                  <a:lnTo>
                    <a:pt x="4684975" y="1579762"/>
                  </a:lnTo>
                  <a:lnTo>
                    <a:pt x="4684307" y="1579762"/>
                  </a:lnTo>
                  <a:lnTo>
                    <a:pt x="4683639" y="1579762"/>
                  </a:lnTo>
                  <a:lnTo>
                    <a:pt x="4682971" y="1579762"/>
                  </a:lnTo>
                  <a:lnTo>
                    <a:pt x="4682302" y="1579762"/>
                  </a:lnTo>
                  <a:lnTo>
                    <a:pt x="4681634" y="1579762"/>
                  </a:lnTo>
                  <a:lnTo>
                    <a:pt x="4680966" y="1579762"/>
                  </a:lnTo>
                  <a:lnTo>
                    <a:pt x="4680298" y="1579762"/>
                  </a:lnTo>
                  <a:lnTo>
                    <a:pt x="4679630" y="1579762"/>
                  </a:lnTo>
                  <a:lnTo>
                    <a:pt x="4678962" y="1579762"/>
                  </a:lnTo>
                  <a:lnTo>
                    <a:pt x="4678294" y="1579762"/>
                  </a:lnTo>
                  <a:lnTo>
                    <a:pt x="4677626" y="1579762"/>
                  </a:lnTo>
                  <a:lnTo>
                    <a:pt x="4676958" y="1579762"/>
                  </a:lnTo>
                  <a:lnTo>
                    <a:pt x="4676290" y="1579762"/>
                  </a:lnTo>
                  <a:lnTo>
                    <a:pt x="4675622" y="1579762"/>
                  </a:lnTo>
                  <a:lnTo>
                    <a:pt x="4674954" y="1579762"/>
                  </a:lnTo>
                  <a:lnTo>
                    <a:pt x="4674286" y="1579762"/>
                  </a:lnTo>
                  <a:lnTo>
                    <a:pt x="4673618" y="1579762"/>
                  </a:lnTo>
                  <a:lnTo>
                    <a:pt x="4672950" y="1579762"/>
                  </a:lnTo>
                  <a:lnTo>
                    <a:pt x="4672282" y="1579762"/>
                  </a:lnTo>
                  <a:lnTo>
                    <a:pt x="4671614" y="1579762"/>
                  </a:lnTo>
                  <a:lnTo>
                    <a:pt x="4670946" y="1579762"/>
                  </a:lnTo>
                  <a:lnTo>
                    <a:pt x="4670278" y="1579762"/>
                  </a:lnTo>
                  <a:lnTo>
                    <a:pt x="4669610" y="1579762"/>
                  </a:lnTo>
                  <a:lnTo>
                    <a:pt x="4668942" y="1579762"/>
                  </a:lnTo>
                  <a:lnTo>
                    <a:pt x="4668274" y="1579762"/>
                  </a:lnTo>
                  <a:lnTo>
                    <a:pt x="4667606" y="1579762"/>
                  </a:lnTo>
                  <a:lnTo>
                    <a:pt x="4666938" y="1579762"/>
                  </a:lnTo>
                  <a:lnTo>
                    <a:pt x="4666270" y="1579762"/>
                  </a:lnTo>
                  <a:lnTo>
                    <a:pt x="4665602" y="1579762"/>
                  </a:lnTo>
                  <a:lnTo>
                    <a:pt x="4664934" y="1579762"/>
                  </a:lnTo>
                  <a:lnTo>
                    <a:pt x="4664266" y="1579762"/>
                  </a:lnTo>
                  <a:lnTo>
                    <a:pt x="4663598" y="1579762"/>
                  </a:lnTo>
                  <a:lnTo>
                    <a:pt x="4662930" y="1579762"/>
                  </a:lnTo>
                  <a:lnTo>
                    <a:pt x="4662262" y="1579762"/>
                  </a:lnTo>
                  <a:lnTo>
                    <a:pt x="4661594" y="1579762"/>
                  </a:lnTo>
                  <a:lnTo>
                    <a:pt x="4660926" y="1579762"/>
                  </a:lnTo>
                  <a:lnTo>
                    <a:pt x="4660258" y="1579762"/>
                  </a:lnTo>
                  <a:lnTo>
                    <a:pt x="4659590" y="1579762"/>
                  </a:lnTo>
                  <a:lnTo>
                    <a:pt x="4658922" y="1579762"/>
                  </a:lnTo>
                  <a:lnTo>
                    <a:pt x="4658253" y="1579762"/>
                  </a:lnTo>
                  <a:lnTo>
                    <a:pt x="4657585" y="1579762"/>
                  </a:lnTo>
                  <a:lnTo>
                    <a:pt x="4656917" y="1579762"/>
                  </a:lnTo>
                  <a:lnTo>
                    <a:pt x="4656249" y="1579762"/>
                  </a:lnTo>
                  <a:lnTo>
                    <a:pt x="4655581" y="1579762"/>
                  </a:lnTo>
                  <a:lnTo>
                    <a:pt x="4654913" y="1579762"/>
                  </a:lnTo>
                  <a:lnTo>
                    <a:pt x="4654245" y="1579762"/>
                  </a:lnTo>
                  <a:lnTo>
                    <a:pt x="4653577" y="1579762"/>
                  </a:lnTo>
                  <a:lnTo>
                    <a:pt x="4652909" y="1579762"/>
                  </a:lnTo>
                  <a:lnTo>
                    <a:pt x="4652241" y="1579762"/>
                  </a:lnTo>
                  <a:lnTo>
                    <a:pt x="4651573" y="1579762"/>
                  </a:lnTo>
                  <a:lnTo>
                    <a:pt x="4650905" y="1579762"/>
                  </a:lnTo>
                  <a:lnTo>
                    <a:pt x="4650237" y="1579762"/>
                  </a:lnTo>
                  <a:lnTo>
                    <a:pt x="4649569" y="1579762"/>
                  </a:lnTo>
                  <a:lnTo>
                    <a:pt x="4648901" y="1579762"/>
                  </a:lnTo>
                  <a:lnTo>
                    <a:pt x="4648233" y="1579762"/>
                  </a:lnTo>
                  <a:lnTo>
                    <a:pt x="4647565" y="1579762"/>
                  </a:lnTo>
                  <a:lnTo>
                    <a:pt x="4646897" y="1579762"/>
                  </a:lnTo>
                  <a:lnTo>
                    <a:pt x="4646229" y="1579762"/>
                  </a:lnTo>
                  <a:lnTo>
                    <a:pt x="4645561" y="1579762"/>
                  </a:lnTo>
                  <a:lnTo>
                    <a:pt x="4644893" y="1579762"/>
                  </a:lnTo>
                  <a:lnTo>
                    <a:pt x="4644225" y="1579762"/>
                  </a:lnTo>
                  <a:lnTo>
                    <a:pt x="4643557" y="1579762"/>
                  </a:lnTo>
                  <a:lnTo>
                    <a:pt x="4642889" y="1579762"/>
                  </a:lnTo>
                  <a:lnTo>
                    <a:pt x="4642221" y="1579762"/>
                  </a:lnTo>
                  <a:lnTo>
                    <a:pt x="4641553" y="1579762"/>
                  </a:lnTo>
                  <a:lnTo>
                    <a:pt x="4640885" y="1579762"/>
                  </a:lnTo>
                  <a:lnTo>
                    <a:pt x="4640217" y="1579762"/>
                  </a:lnTo>
                  <a:lnTo>
                    <a:pt x="4639549" y="1579762"/>
                  </a:lnTo>
                  <a:lnTo>
                    <a:pt x="4638881" y="1579762"/>
                  </a:lnTo>
                  <a:lnTo>
                    <a:pt x="4638213" y="1579762"/>
                  </a:lnTo>
                  <a:lnTo>
                    <a:pt x="4637545" y="1579762"/>
                  </a:lnTo>
                  <a:lnTo>
                    <a:pt x="4636877" y="1579762"/>
                  </a:lnTo>
                  <a:lnTo>
                    <a:pt x="4636209" y="1579762"/>
                  </a:lnTo>
                  <a:lnTo>
                    <a:pt x="4635541" y="1579762"/>
                  </a:lnTo>
                  <a:lnTo>
                    <a:pt x="4634873" y="1579762"/>
                  </a:lnTo>
                  <a:lnTo>
                    <a:pt x="4634205" y="1579762"/>
                  </a:lnTo>
                  <a:lnTo>
                    <a:pt x="4633536" y="1579762"/>
                  </a:lnTo>
                  <a:lnTo>
                    <a:pt x="4632868" y="1579762"/>
                  </a:lnTo>
                  <a:lnTo>
                    <a:pt x="4632200" y="1579762"/>
                  </a:lnTo>
                  <a:lnTo>
                    <a:pt x="4631532" y="1579762"/>
                  </a:lnTo>
                  <a:lnTo>
                    <a:pt x="4630864" y="1579762"/>
                  </a:lnTo>
                  <a:lnTo>
                    <a:pt x="4630196" y="1579762"/>
                  </a:lnTo>
                  <a:lnTo>
                    <a:pt x="4629528" y="1579762"/>
                  </a:lnTo>
                  <a:lnTo>
                    <a:pt x="4628860" y="1579762"/>
                  </a:lnTo>
                  <a:lnTo>
                    <a:pt x="4628192" y="1579762"/>
                  </a:lnTo>
                  <a:lnTo>
                    <a:pt x="4627524" y="1579762"/>
                  </a:lnTo>
                  <a:lnTo>
                    <a:pt x="4626856" y="1579762"/>
                  </a:lnTo>
                  <a:lnTo>
                    <a:pt x="4626188" y="1579762"/>
                  </a:lnTo>
                  <a:lnTo>
                    <a:pt x="4625520" y="1579762"/>
                  </a:lnTo>
                  <a:lnTo>
                    <a:pt x="4624852" y="1579762"/>
                  </a:lnTo>
                  <a:lnTo>
                    <a:pt x="4624184" y="1579762"/>
                  </a:lnTo>
                  <a:lnTo>
                    <a:pt x="4623516" y="1579762"/>
                  </a:lnTo>
                  <a:lnTo>
                    <a:pt x="4622848" y="1579762"/>
                  </a:lnTo>
                  <a:lnTo>
                    <a:pt x="4622180" y="1579762"/>
                  </a:lnTo>
                  <a:lnTo>
                    <a:pt x="4621512" y="1579762"/>
                  </a:lnTo>
                  <a:lnTo>
                    <a:pt x="4620844" y="1579762"/>
                  </a:lnTo>
                  <a:lnTo>
                    <a:pt x="4620176" y="1579762"/>
                  </a:lnTo>
                  <a:lnTo>
                    <a:pt x="4619508" y="1579762"/>
                  </a:lnTo>
                  <a:lnTo>
                    <a:pt x="4618840" y="1579762"/>
                  </a:lnTo>
                  <a:lnTo>
                    <a:pt x="4618172" y="1579762"/>
                  </a:lnTo>
                  <a:lnTo>
                    <a:pt x="4617504" y="1579762"/>
                  </a:lnTo>
                  <a:lnTo>
                    <a:pt x="4616836" y="1579762"/>
                  </a:lnTo>
                  <a:lnTo>
                    <a:pt x="4616168" y="1579762"/>
                  </a:lnTo>
                  <a:lnTo>
                    <a:pt x="4615500" y="1579762"/>
                  </a:lnTo>
                  <a:lnTo>
                    <a:pt x="4614832" y="1579762"/>
                  </a:lnTo>
                  <a:lnTo>
                    <a:pt x="4614164" y="1579762"/>
                  </a:lnTo>
                  <a:lnTo>
                    <a:pt x="4613496" y="1579762"/>
                  </a:lnTo>
                  <a:lnTo>
                    <a:pt x="4612828" y="1579762"/>
                  </a:lnTo>
                  <a:lnTo>
                    <a:pt x="4612160" y="1579762"/>
                  </a:lnTo>
                  <a:lnTo>
                    <a:pt x="4611492" y="1579762"/>
                  </a:lnTo>
                  <a:lnTo>
                    <a:pt x="4610824" y="1579762"/>
                  </a:lnTo>
                  <a:lnTo>
                    <a:pt x="4610156" y="1579762"/>
                  </a:lnTo>
                  <a:lnTo>
                    <a:pt x="4609488" y="1579762"/>
                  </a:lnTo>
                  <a:lnTo>
                    <a:pt x="4608819" y="1579762"/>
                  </a:lnTo>
                  <a:lnTo>
                    <a:pt x="4608151" y="1579762"/>
                  </a:lnTo>
                  <a:lnTo>
                    <a:pt x="4607483" y="1579762"/>
                  </a:lnTo>
                  <a:lnTo>
                    <a:pt x="4606815" y="1579762"/>
                  </a:lnTo>
                  <a:lnTo>
                    <a:pt x="4606147" y="1579762"/>
                  </a:lnTo>
                  <a:lnTo>
                    <a:pt x="4605479" y="1579762"/>
                  </a:lnTo>
                  <a:lnTo>
                    <a:pt x="4604811" y="1579762"/>
                  </a:lnTo>
                  <a:lnTo>
                    <a:pt x="4604143" y="1579762"/>
                  </a:lnTo>
                  <a:lnTo>
                    <a:pt x="4603475" y="1579762"/>
                  </a:lnTo>
                  <a:lnTo>
                    <a:pt x="4602807" y="1579762"/>
                  </a:lnTo>
                  <a:lnTo>
                    <a:pt x="4602139" y="1579762"/>
                  </a:lnTo>
                  <a:lnTo>
                    <a:pt x="4601471" y="1579762"/>
                  </a:lnTo>
                  <a:lnTo>
                    <a:pt x="4600803" y="1579762"/>
                  </a:lnTo>
                  <a:lnTo>
                    <a:pt x="4600135" y="1579762"/>
                  </a:lnTo>
                  <a:lnTo>
                    <a:pt x="4599467" y="1579762"/>
                  </a:lnTo>
                  <a:lnTo>
                    <a:pt x="4598799" y="1579762"/>
                  </a:lnTo>
                  <a:lnTo>
                    <a:pt x="4598131" y="1579762"/>
                  </a:lnTo>
                  <a:lnTo>
                    <a:pt x="4597463" y="1579762"/>
                  </a:lnTo>
                  <a:lnTo>
                    <a:pt x="4596795" y="1579762"/>
                  </a:lnTo>
                  <a:lnTo>
                    <a:pt x="4596127" y="1579762"/>
                  </a:lnTo>
                  <a:lnTo>
                    <a:pt x="4595459" y="1579762"/>
                  </a:lnTo>
                  <a:lnTo>
                    <a:pt x="4594791" y="1579762"/>
                  </a:lnTo>
                  <a:lnTo>
                    <a:pt x="4594123" y="1579762"/>
                  </a:lnTo>
                  <a:lnTo>
                    <a:pt x="4593455" y="1579762"/>
                  </a:lnTo>
                  <a:lnTo>
                    <a:pt x="4592787" y="1579762"/>
                  </a:lnTo>
                  <a:lnTo>
                    <a:pt x="4592119" y="1579762"/>
                  </a:lnTo>
                  <a:lnTo>
                    <a:pt x="4591451" y="1579762"/>
                  </a:lnTo>
                  <a:lnTo>
                    <a:pt x="4590783" y="1579762"/>
                  </a:lnTo>
                  <a:lnTo>
                    <a:pt x="4590115" y="1579762"/>
                  </a:lnTo>
                  <a:lnTo>
                    <a:pt x="4589447" y="1579762"/>
                  </a:lnTo>
                  <a:lnTo>
                    <a:pt x="4588779" y="1579762"/>
                  </a:lnTo>
                  <a:lnTo>
                    <a:pt x="4588111" y="1579762"/>
                  </a:lnTo>
                  <a:lnTo>
                    <a:pt x="4587443" y="1579762"/>
                  </a:lnTo>
                  <a:lnTo>
                    <a:pt x="4586775" y="1579762"/>
                  </a:lnTo>
                  <a:lnTo>
                    <a:pt x="4586107" y="1579762"/>
                  </a:lnTo>
                  <a:lnTo>
                    <a:pt x="4585439" y="1579762"/>
                  </a:lnTo>
                  <a:lnTo>
                    <a:pt x="4584771" y="1579762"/>
                  </a:lnTo>
                  <a:lnTo>
                    <a:pt x="4584102" y="1579762"/>
                  </a:lnTo>
                  <a:lnTo>
                    <a:pt x="4583434" y="1579762"/>
                  </a:lnTo>
                  <a:lnTo>
                    <a:pt x="4582766" y="1579762"/>
                  </a:lnTo>
                  <a:lnTo>
                    <a:pt x="4582098" y="1579762"/>
                  </a:lnTo>
                  <a:lnTo>
                    <a:pt x="4581430" y="1579762"/>
                  </a:lnTo>
                  <a:lnTo>
                    <a:pt x="4580762" y="1579762"/>
                  </a:lnTo>
                  <a:lnTo>
                    <a:pt x="4580094" y="1579762"/>
                  </a:lnTo>
                  <a:lnTo>
                    <a:pt x="4579426" y="1579762"/>
                  </a:lnTo>
                  <a:lnTo>
                    <a:pt x="4578758" y="1579762"/>
                  </a:lnTo>
                  <a:lnTo>
                    <a:pt x="4578090" y="1579762"/>
                  </a:lnTo>
                  <a:lnTo>
                    <a:pt x="4577422" y="1579762"/>
                  </a:lnTo>
                  <a:lnTo>
                    <a:pt x="4576754" y="1579762"/>
                  </a:lnTo>
                  <a:lnTo>
                    <a:pt x="4576086" y="1579762"/>
                  </a:lnTo>
                  <a:lnTo>
                    <a:pt x="4575418" y="1579762"/>
                  </a:lnTo>
                  <a:lnTo>
                    <a:pt x="4574750" y="1579762"/>
                  </a:lnTo>
                  <a:lnTo>
                    <a:pt x="4574082" y="1579762"/>
                  </a:lnTo>
                  <a:lnTo>
                    <a:pt x="4573414" y="1579762"/>
                  </a:lnTo>
                  <a:lnTo>
                    <a:pt x="4572746" y="1579762"/>
                  </a:lnTo>
                  <a:lnTo>
                    <a:pt x="4572078" y="1579762"/>
                  </a:lnTo>
                  <a:lnTo>
                    <a:pt x="4571410" y="1579762"/>
                  </a:lnTo>
                  <a:lnTo>
                    <a:pt x="4570742" y="1579762"/>
                  </a:lnTo>
                  <a:lnTo>
                    <a:pt x="4570074" y="1579762"/>
                  </a:lnTo>
                  <a:lnTo>
                    <a:pt x="4569406" y="1579762"/>
                  </a:lnTo>
                  <a:lnTo>
                    <a:pt x="4568738" y="1579762"/>
                  </a:lnTo>
                  <a:lnTo>
                    <a:pt x="4568070" y="1579762"/>
                  </a:lnTo>
                  <a:lnTo>
                    <a:pt x="4567402" y="1579762"/>
                  </a:lnTo>
                  <a:lnTo>
                    <a:pt x="4566734" y="1579762"/>
                  </a:lnTo>
                  <a:lnTo>
                    <a:pt x="4566066" y="1579762"/>
                  </a:lnTo>
                  <a:lnTo>
                    <a:pt x="4565398" y="1579762"/>
                  </a:lnTo>
                  <a:lnTo>
                    <a:pt x="4564730" y="1579762"/>
                  </a:lnTo>
                  <a:lnTo>
                    <a:pt x="4564062" y="1579762"/>
                  </a:lnTo>
                  <a:lnTo>
                    <a:pt x="4563394" y="1579762"/>
                  </a:lnTo>
                  <a:lnTo>
                    <a:pt x="4562726" y="1579762"/>
                  </a:lnTo>
                  <a:lnTo>
                    <a:pt x="4562058" y="1579762"/>
                  </a:lnTo>
                  <a:lnTo>
                    <a:pt x="4561390" y="1579762"/>
                  </a:lnTo>
                  <a:lnTo>
                    <a:pt x="4560722" y="1579762"/>
                  </a:lnTo>
                  <a:lnTo>
                    <a:pt x="4560053" y="1579762"/>
                  </a:lnTo>
                  <a:lnTo>
                    <a:pt x="4559385" y="1579762"/>
                  </a:lnTo>
                  <a:lnTo>
                    <a:pt x="4558717" y="1579762"/>
                  </a:lnTo>
                  <a:lnTo>
                    <a:pt x="4558049" y="1579762"/>
                  </a:lnTo>
                  <a:lnTo>
                    <a:pt x="4557381" y="1579762"/>
                  </a:lnTo>
                  <a:lnTo>
                    <a:pt x="4556713" y="1579762"/>
                  </a:lnTo>
                  <a:lnTo>
                    <a:pt x="4556045" y="1579762"/>
                  </a:lnTo>
                  <a:lnTo>
                    <a:pt x="4555377" y="1579762"/>
                  </a:lnTo>
                  <a:lnTo>
                    <a:pt x="4554709" y="1579762"/>
                  </a:lnTo>
                  <a:lnTo>
                    <a:pt x="4554041" y="1579762"/>
                  </a:lnTo>
                  <a:lnTo>
                    <a:pt x="4553373" y="1579762"/>
                  </a:lnTo>
                  <a:lnTo>
                    <a:pt x="4552705" y="1579762"/>
                  </a:lnTo>
                  <a:lnTo>
                    <a:pt x="4552037" y="1579762"/>
                  </a:lnTo>
                  <a:lnTo>
                    <a:pt x="4551369" y="1579762"/>
                  </a:lnTo>
                  <a:lnTo>
                    <a:pt x="4550701" y="1579762"/>
                  </a:lnTo>
                  <a:lnTo>
                    <a:pt x="4550033" y="1579762"/>
                  </a:lnTo>
                  <a:lnTo>
                    <a:pt x="4549365" y="1579762"/>
                  </a:lnTo>
                  <a:lnTo>
                    <a:pt x="4548697" y="1579762"/>
                  </a:lnTo>
                  <a:lnTo>
                    <a:pt x="4548029" y="1579762"/>
                  </a:lnTo>
                  <a:lnTo>
                    <a:pt x="4547361" y="1579762"/>
                  </a:lnTo>
                  <a:lnTo>
                    <a:pt x="4546693" y="1579762"/>
                  </a:lnTo>
                  <a:lnTo>
                    <a:pt x="4546025" y="1579762"/>
                  </a:lnTo>
                  <a:lnTo>
                    <a:pt x="4545357" y="1579762"/>
                  </a:lnTo>
                  <a:lnTo>
                    <a:pt x="4544689" y="1579762"/>
                  </a:lnTo>
                  <a:lnTo>
                    <a:pt x="4544021" y="1579762"/>
                  </a:lnTo>
                  <a:lnTo>
                    <a:pt x="4543353" y="1579762"/>
                  </a:lnTo>
                  <a:lnTo>
                    <a:pt x="4542685" y="1579762"/>
                  </a:lnTo>
                  <a:lnTo>
                    <a:pt x="4542017" y="1579762"/>
                  </a:lnTo>
                  <a:lnTo>
                    <a:pt x="4541349" y="1579762"/>
                  </a:lnTo>
                  <a:lnTo>
                    <a:pt x="4540681" y="1579762"/>
                  </a:lnTo>
                  <a:lnTo>
                    <a:pt x="4540013" y="1579762"/>
                  </a:lnTo>
                  <a:lnTo>
                    <a:pt x="4539345" y="1579762"/>
                  </a:lnTo>
                  <a:lnTo>
                    <a:pt x="4538677" y="1579762"/>
                  </a:lnTo>
                  <a:lnTo>
                    <a:pt x="4538009" y="1579762"/>
                  </a:lnTo>
                  <a:lnTo>
                    <a:pt x="4537341" y="1579762"/>
                  </a:lnTo>
                  <a:lnTo>
                    <a:pt x="4536673" y="1579762"/>
                  </a:lnTo>
                  <a:lnTo>
                    <a:pt x="4536005" y="1579762"/>
                  </a:lnTo>
                  <a:lnTo>
                    <a:pt x="4535336" y="1579762"/>
                  </a:lnTo>
                  <a:lnTo>
                    <a:pt x="4534668" y="1579762"/>
                  </a:lnTo>
                  <a:lnTo>
                    <a:pt x="4534000" y="1579762"/>
                  </a:lnTo>
                  <a:lnTo>
                    <a:pt x="4533332" y="1579762"/>
                  </a:lnTo>
                  <a:lnTo>
                    <a:pt x="4532664" y="1579762"/>
                  </a:lnTo>
                  <a:lnTo>
                    <a:pt x="4531996" y="1579762"/>
                  </a:lnTo>
                  <a:lnTo>
                    <a:pt x="4531328" y="1579762"/>
                  </a:lnTo>
                  <a:lnTo>
                    <a:pt x="4530660" y="1579762"/>
                  </a:lnTo>
                  <a:lnTo>
                    <a:pt x="4529992" y="1579762"/>
                  </a:lnTo>
                  <a:lnTo>
                    <a:pt x="4529324" y="1579762"/>
                  </a:lnTo>
                  <a:lnTo>
                    <a:pt x="4528656" y="1579762"/>
                  </a:lnTo>
                  <a:lnTo>
                    <a:pt x="4527988" y="1579762"/>
                  </a:lnTo>
                  <a:lnTo>
                    <a:pt x="4527320" y="1579762"/>
                  </a:lnTo>
                  <a:lnTo>
                    <a:pt x="4526652" y="1579762"/>
                  </a:lnTo>
                  <a:lnTo>
                    <a:pt x="4525984" y="1579762"/>
                  </a:lnTo>
                  <a:lnTo>
                    <a:pt x="4525316" y="1579762"/>
                  </a:lnTo>
                  <a:lnTo>
                    <a:pt x="4524648" y="1579762"/>
                  </a:lnTo>
                  <a:lnTo>
                    <a:pt x="4523980" y="1579762"/>
                  </a:lnTo>
                  <a:lnTo>
                    <a:pt x="4523312" y="1579762"/>
                  </a:lnTo>
                  <a:lnTo>
                    <a:pt x="4522644" y="1579762"/>
                  </a:lnTo>
                  <a:lnTo>
                    <a:pt x="4521976" y="1579762"/>
                  </a:lnTo>
                  <a:lnTo>
                    <a:pt x="4521308" y="1579762"/>
                  </a:lnTo>
                  <a:lnTo>
                    <a:pt x="4520640" y="1579762"/>
                  </a:lnTo>
                  <a:lnTo>
                    <a:pt x="4519972" y="1579762"/>
                  </a:lnTo>
                  <a:lnTo>
                    <a:pt x="4519304" y="1579762"/>
                  </a:lnTo>
                  <a:lnTo>
                    <a:pt x="4518636" y="1579762"/>
                  </a:lnTo>
                  <a:lnTo>
                    <a:pt x="4517968" y="1579762"/>
                  </a:lnTo>
                  <a:lnTo>
                    <a:pt x="4517300" y="1579762"/>
                  </a:lnTo>
                  <a:lnTo>
                    <a:pt x="4516632" y="1579762"/>
                  </a:lnTo>
                  <a:lnTo>
                    <a:pt x="4515964" y="1579762"/>
                  </a:lnTo>
                  <a:lnTo>
                    <a:pt x="4515296" y="1579762"/>
                  </a:lnTo>
                  <a:lnTo>
                    <a:pt x="4514628" y="1579762"/>
                  </a:lnTo>
                  <a:lnTo>
                    <a:pt x="4513960" y="1579762"/>
                  </a:lnTo>
                  <a:lnTo>
                    <a:pt x="4513292" y="1579762"/>
                  </a:lnTo>
                  <a:lnTo>
                    <a:pt x="4512624" y="1579762"/>
                  </a:lnTo>
                  <a:lnTo>
                    <a:pt x="4511956" y="1579762"/>
                  </a:lnTo>
                  <a:lnTo>
                    <a:pt x="4511288" y="1579762"/>
                  </a:lnTo>
                  <a:lnTo>
                    <a:pt x="4510619" y="1579762"/>
                  </a:lnTo>
                  <a:lnTo>
                    <a:pt x="4509951" y="1579762"/>
                  </a:lnTo>
                  <a:lnTo>
                    <a:pt x="4509283" y="1579762"/>
                  </a:lnTo>
                  <a:lnTo>
                    <a:pt x="4508615" y="1579762"/>
                  </a:lnTo>
                  <a:lnTo>
                    <a:pt x="4507947" y="1579762"/>
                  </a:lnTo>
                  <a:lnTo>
                    <a:pt x="4507279" y="1579762"/>
                  </a:lnTo>
                  <a:lnTo>
                    <a:pt x="4506611" y="1579762"/>
                  </a:lnTo>
                  <a:lnTo>
                    <a:pt x="4505943" y="1579762"/>
                  </a:lnTo>
                  <a:lnTo>
                    <a:pt x="4505275" y="1579762"/>
                  </a:lnTo>
                  <a:lnTo>
                    <a:pt x="4504607" y="1579762"/>
                  </a:lnTo>
                  <a:lnTo>
                    <a:pt x="4503939" y="1579762"/>
                  </a:lnTo>
                  <a:lnTo>
                    <a:pt x="4503271" y="1579762"/>
                  </a:lnTo>
                  <a:lnTo>
                    <a:pt x="4502603" y="1579762"/>
                  </a:lnTo>
                  <a:lnTo>
                    <a:pt x="4501935" y="1579762"/>
                  </a:lnTo>
                  <a:lnTo>
                    <a:pt x="4501267" y="1579762"/>
                  </a:lnTo>
                  <a:lnTo>
                    <a:pt x="4500599" y="1579762"/>
                  </a:lnTo>
                  <a:lnTo>
                    <a:pt x="4499931" y="1579762"/>
                  </a:lnTo>
                  <a:lnTo>
                    <a:pt x="4499263" y="1579762"/>
                  </a:lnTo>
                  <a:lnTo>
                    <a:pt x="4498595" y="1579762"/>
                  </a:lnTo>
                  <a:lnTo>
                    <a:pt x="4497927" y="1579762"/>
                  </a:lnTo>
                  <a:lnTo>
                    <a:pt x="4497259" y="1579762"/>
                  </a:lnTo>
                  <a:lnTo>
                    <a:pt x="4496591" y="1579762"/>
                  </a:lnTo>
                  <a:lnTo>
                    <a:pt x="4495923" y="1579762"/>
                  </a:lnTo>
                  <a:lnTo>
                    <a:pt x="4495255" y="1579762"/>
                  </a:lnTo>
                  <a:lnTo>
                    <a:pt x="4494587" y="1579762"/>
                  </a:lnTo>
                  <a:lnTo>
                    <a:pt x="4493919" y="1579762"/>
                  </a:lnTo>
                  <a:lnTo>
                    <a:pt x="4493251" y="1579762"/>
                  </a:lnTo>
                  <a:lnTo>
                    <a:pt x="4492583" y="1579762"/>
                  </a:lnTo>
                  <a:lnTo>
                    <a:pt x="4491915" y="1579762"/>
                  </a:lnTo>
                  <a:lnTo>
                    <a:pt x="4491247" y="1579762"/>
                  </a:lnTo>
                  <a:lnTo>
                    <a:pt x="4490579" y="1579762"/>
                  </a:lnTo>
                  <a:lnTo>
                    <a:pt x="4489911" y="1579762"/>
                  </a:lnTo>
                  <a:lnTo>
                    <a:pt x="4489243" y="1579762"/>
                  </a:lnTo>
                  <a:lnTo>
                    <a:pt x="4488575" y="1579762"/>
                  </a:lnTo>
                  <a:lnTo>
                    <a:pt x="4487907" y="1579762"/>
                  </a:lnTo>
                  <a:lnTo>
                    <a:pt x="4487239" y="1579762"/>
                  </a:lnTo>
                  <a:lnTo>
                    <a:pt x="4486570" y="1579762"/>
                  </a:lnTo>
                  <a:lnTo>
                    <a:pt x="4485902" y="1579762"/>
                  </a:lnTo>
                  <a:lnTo>
                    <a:pt x="4485234" y="1579762"/>
                  </a:lnTo>
                  <a:lnTo>
                    <a:pt x="4484566" y="1579762"/>
                  </a:lnTo>
                  <a:lnTo>
                    <a:pt x="4483898" y="1579762"/>
                  </a:lnTo>
                  <a:lnTo>
                    <a:pt x="4483230" y="1579762"/>
                  </a:lnTo>
                  <a:lnTo>
                    <a:pt x="4482562" y="1579762"/>
                  </a:lnTo>
                  <a:lnTo>
                    <a:pt x="4481894" y="1579762"/>
                  </a:lnTo>
                  <a:lnTo>
                    <a:pt x="4481226" y="1579762"/>
                  </a:lnTo>
                  <a:lnTo>
                    <a:pt x="4480558" y="1579762"/>
                  </a:lnTo>
                  <a:lnTo>
                    <a:pt x="4479890" y="1579762"/>
                  </a:lnTo>
                  <a:lnTo>
                    <a:pt x="4479222" y="1579762"/>
                  </a:lnTo>
                  <a:lnTo>
                    <a:pt x="4478554" y="1579762"/>
                  </a:lnTo>
                  <a:lnTo>
                    <a:pt x="4477886" y="1579762"/>
                  </a:lnTo>
                  <a:lnTo>
                    <a:pt x="4477218" y="1579762"/>
                  </a:lnTo>
                  <a:lnTo>
                    <a:pt x="4476550" y="1579762"/>
                  </a:lnTo>
                  <a:lnTo>
                    <a:pt x="4475882" y="1579762"/>
                  </a:lnTo>
                  <a:lnTo>
                    <a:pt x="4475214" y="1579762"/>
                  </a:lnTo>
                  <a:lnTo>
                    <a:pt x="4474546" y="1579762"/>
                  </a:lnTo>
                  <a:lnTo>
                    <a:pt x="4473878" y="1579762"/>
                  </a:lnTo>
                  <a:lnTo>
                    <a:pt x="4473210" y="1579762"/>
                  </a:lnTo>
                  <a:lnTo>
                    <a:pt x="4472542" y="1579762"/>
                  </a:lnTo>
                  <a:lnTo>
                    <a:pt x="4471874" y="1579762"/>
                  </a:lnTo>
                  <a:lnTo>
                    <a:pt x="4471206" y="1579762"/>
                  </a:lnTo>
                  <a:lnTo>
                    <a:pt x="4470538" y="1579762"/>
                  </a:lnTo>
                  <a:lnTo>
                    <a:pt x="4469870" y="1579762"/>
                  </a:lnTo>
                  <a:lnTo>
                    <a:pt x="4469202" y="1579762"/>
                  </a:lnTo>
                  <a:lnTo>
                    <a:pt x="4468534" y="1579762"/>
                  </a:lnTo>
                  <a:lnTo>
                    <a:pt x="4467866" y="1579762"/>
                  </a:lnTo>
                  <a:lnTo>
                    <a:pt x="4467198" y="1579762"/>
                  </a:lnTo>
                  <a:lnTo>
                    <a:pt x="4466530" y="1579762"/>
                  </a:lnTo>
                  <a:lnTo>
                    <a:pt x="4465862" y="1579762"/>
                  </a:lnTo>
                  <a:lnTo>
                    <a:pt x="4465194" y="1579762"/>
                  </a:lnTo>
                  <a:lnTo>
                    <a:pt x="4464526" y="1579762"/>
                  </a:lnTo>
                  <a:lnTo>
                    <a:pt x="4463858" y="1579762"/>
                  </a:lnTo>
                  <a:lnTo>
                    <a:pt x="4463190" y="1579762"/>
                  </a:lnTo>
                  <a:lnTo>
                    <a:pt x="4462522" y="1579762"/>
                  </a:lnTo>
                  <a:lnTo>
                    <a:pt x="4461853" y="1579762"/>
                  </a:lnTo>
                  <a:lnTo>
                    <a:pt x="4461185" y="1579762"/>
                  </a:lnTo>
                  <a:lnTo>
                    <a:pt x="4460517" y="1579762"/>
                  </a:lnTo>
                  <a:lnTo>
                    <a:pt x="4459849" y="1579762"/>
                  </a:lnTo>
                  <a:lnTo>
                    <a:pt x="4459181" y="1579762"/>
                  </a:lnTo>
                  <a:lnTo>
                    <a:pt x="4458513" y="1579762"/>
                  </a:lnTo>
                  <a:lnTo>
                    <a:pt x="4457845" y="1579762"/>
                  </a:lnTo>
                  <a:lnTo>
                    <a:pt x="4457177" y="1579762"/>
                  </a:lnTo>
                  <a:lnTo>
                    <a:pt x="4456509" y="1579762"/>
                  </a:lnTo>
                  <a:lnTo>
                    <a:pt x="4455841" y="1579762"/>
                  </a:lnTo>
                  <a:lnTo>
                    <a:pt x="4455173" y="1579762"/>
                  </a:lnTo>
                  <a:lnTo>
                    <a:pt x="4454505" y="1579762"/>
                  </a:lnTo>
                  <a:lnTo>
                    <a:pt x="4453837" y="1579762"/>
                  </a:lnTo>
                  <a:lnTo>
                    <a:pt x="4453169" y="1579762"/>
                  </a:lnTo>
                  <a:lnTo>
                    <a:pt x="4452501" y="1579762"/>
                  </a:lnTo>
                  <a:lnTo>
                    <a:pt x="4451833" y="1579762"/>
                  </a:lnTo>
                  <a:lnTo>
                    <a:pt x="4451165" y="1579762"/>
                  </a:lnTo>
                  <a:lnTo>
                    <a:pt x="4450497" y="1579762"/>
                  </a:lnTo>
                  <a:lnTo>
                    <a:pt x="4449829" y="1579762"/>
                  </a:lnTo>
                  <a:lnTo>
                    <a:pt x="4449161" y="1579762"/>
                  </a:lnTo>
                  <a:lnTo>
                    <a:pt x="4448493" y="1579762"/>
                  </a:lnTo>
                  <a:lnTo>
                    <a:pt x="4447825" y="1579762"/>
                  </a:lnTo>
                  <a:lnTo>
                    <a:pt x="4447157" y="1579762"/>
                  </a:lnTo>
                  <a:lnTo>
                    <a:pt x="4446489" y="1579762"/>
                  </a:lnTo>
                  <a:lnTo>
                    <a:pt x="4445821" y="1579762"/>
                  </a:lnTo>
                  <a:lnTo>
                    <a:pt x="4445153" y="1579762"/>
                  </a:lnTo>
                  <a:lnTo>
                    <a:pt x="4444485" y="1579762"/>
                  </a:lnTo>
                  <a:lnTo>
                    <a:pt x="4443817" y="1579762"/>
                  </a:lnTo>
                  <a:lnTo>
                    <a:pt x="4443149" y="1579762"/>
                  </a:lnTo>
                  <a:lnTo>
                    <a:pt x="4442481" y="1579762"/>
                  </a:lnTo>
                  <a:lnTo>
                    <a:pt x="4441813" y="1579762"/>
                  </a:lnTo>
                  <a:lnTo>
                    <a:pt x="4441145" y="1579762"/>
                  </a:lnTo>
                  <a:lnTo>
                    <a:pt x="4440477" y="1579762"/>
                  </a:lnTo>
                  <a:lnTo>
                    <a:pt x="4439809" y="1579762"/>
                  </a:lnTo>
                  <a:lnTo>
                    <a:pt x="4439141" y="1579762"/>
                  </a:lnTo>
                  <a:lnTo>
                    <a:pt x="4438473" y="1579762"/>
                  </a:lnTo>
                  <a:lnTo>
                    <a:pt x="4437805" y="1579762"/>
                  </a:lnTo>
                  <a:lnTo>
                    <a:pt x="4437136" y="1579762"/>
                  </a:lnTo>
                  <a:lnTo>
                    <a:pt x="4436468" y="1579762"/>
                  </a:lnTo>
                  <a:lnTo>
                    <a:pt x="4435800" y="1579762"/>
                  </a:lnTo>
                  <a:lnTo>
                    <a:pt x="4435132" y="1579762"/>
                  </a:lnTo>
                  <a:lnTo>
                    <a:pt x="4434464" y="1579762"/>
                  </a:lnTo>
                  <a:lnTo>
                    <a:pt x="4433796" y="1579762"/>
                  </a:lnTo>
                  <a:lnTo>
                    <a:pt x="4433128" y="1579762"/>
                  </a:lnTo>
                  <a:lnTo>
                    <a:pt x="4432460" y="1579762"/>
                  </a:lnTo>
                  <a:lnTo>
                    <a:pt x="4431792" y="1579762"/>
                  </a:lnTo>
                  <a:lnTo>
                    <a:pt x="4431124" y="1579762"/>
                  </a:lnTo>
                  <a:lnTo>
                    <a:pt x="4430456" y="1579762"/>
                  </a:lnTo>
                  <a:lnTo>
                    <a:pt x="4429788" y="1579762"/>
                  </a:lnTo>
                  <a:lnTo>
                    <a:pt x="4429120" y="1579762"/>
                  </a:lnTo>
                  <a:lnTo>
                    <a:pt x="4428452" y="1579762"/>
                  </a:lnTo>
                  <a:lnTo>
                    <a:pt x="4427784" y="1579762"/>
                  </a:lnTo>
                  <a:lnTo>
                    <a:pt x="4427116" y="1579762"/>
                  </a:lnTo>
                  <a:lnTo>
                    <a:pt x="4426448" y="1579762"/>
                  </a:lnTo>
                  <a:lnTo>
                    <a:pt x="4425780" y="1579762"/>
                  </a:lnTo>
                  <a:lnTo>
                    <a:pt x="4425112" y="1579762"/>
                  </a:lnTo>
                  <a:lnTo>
                    <a:pt x="4424444" y="1579762"/>
                  </a:lnTo>
                  <a:lnTo>
                    <a:pt x="4423776" y="1579762"/>
                  </a:lnTo>
                  <a:lnTo>
                    <a:pt x="4423108" y="1579762"/>
                  </a:lnTo>
                  <a:lnTo>
                    <a:pt x="4422440" y="1579762"/>
                  </a:lnTo>
                  <a:lnTo>
                    <a:pt x="4421772" y="1579762"/>
                  </a:lnTo>
                  <a:lnTo>
                    <a:pt x="4421104" y="1579762"/>
                  </a:lnTo>
                  <a:lnTo>
                    <a:pt x="4420436" y="1579762"/>
                  </a:lnTo>
                  <a:lnTo>
                    <a:pt x="4419768" y="1579762"/>
                  </a:lnTo>
                  <a:lnTo>
                    <a:pt x="4419100" y="1579762"/>
                  </a:lnTo>
                  <a:lnTo>
                    <a:pt x="4418432" y="1579762"/>
                  </a:lnTo>
                  <a:lnTo>
                    <a:pt x="4417764" y="1579762"/>
                  </a:lnTo>
                  <a:lnTo>
                    <a:pt x="4417096" y="1579762"/>
                  </a:lnTo>
                  <a:lnTo>
                    <a:pt x="4416428" y="1579762"/>
                  </a:lnTo>
                  <a:lnTo>
                    <a:pt x="4415760" y="1579762"/>
                  </a:lnTo>
                  <a:lnTo>
                    <a:pt x="4415092" y="1579762"/>
                  </a:lnTo>
                  <a:lnTo>
                    <a:pt x="4414424" y="1579762"/>
                  </a:lnTo>
                  <a:lnTo>
                    <a:pt x="4413756" y="1579762"/>
                  </a:lnTo>
                  <a:lnTo>
                    <a:pt x="4413088" y="1579762"/>
                  </a:lnTo>
                  <a:lnTo>
                    <a:pt x="4412419" y="1579762"/>
                  </a:lnTo>
                  <a:lnTo>
                    <a:pt x="4411751" y="1579762"/>
                  </a:lnTo>
                  <a:lnTo>
                    <a:pt x="4411083" y="1579762"/>
                  </a:lnTo>
                  <a:lnTo>
                    <a:pt x="4410415" y="1579762"/>
                  </a:lnTo>
                  <a:lnTo>
                    <a:pt x="4409747" y="1579762"/>
                  </a:lnTo>
                  <a:lnTo>
                    <a:pt x="4409079" y="1579762"/>
                  </a:lnTo>
                  <a:lnTo>
                    <a:pt x="4408411" y="1579762"/>
                  </a:lnTo>
                  <a:lnTo>
                    <a:pt x="4407743" y="1579762"/>
                  </a:lnTo>
                  <a:lnTo>
                    <a:pt x="4407075" y="1579762"/>
                  </a:lnTo>
                  <a:lnTo>
                    <a:pt x="4406407" y="1579762"/>
                  </a:lnTo>
                  <a:lnTo>
                    <a:pt x="4405739" y="1579762"/>
                  </a:lnTo>
                  <a:lnTo>
                    <a:pt x="4405071" y="1579762"/>
                  </a:lnTo>
                  <a:lnTo>
                    <a:pt x="4404403" y="1579762"/>
                  </a:lnTo>
                  <a:lnTo>
                    <a:pt x="4403735" y="1579762"/>
                  </a:lnTo>
                  <a:lnTo>
                    <a:pt x="4403067" y="1579762"/>
                  </a:lnTo>
                  <a:lnTo>
                    <a:pt x="4402399" y="1579762"/>
                  </a:lnTo>
                  <a:lnTo>
                    <a:pt x="4401731" y="1579762"/>
                  </a:lnTo>
                  <a:lnTo>
                    <a:pt x="4401063" y="1579762"/>
                  </a:lnTo>
                  <a:lnTo>
                    <a:pt x="4400395" y="1579762"/>
                  </a:lnTo>
                  <a:lnTo>
                    <a:pt x="4399727" y="1579762"/>
                  </a:lnTo>
                  <a:lnTo>
                    <a:pt x="4399059" y="1579762"/>
                  </a:lnTo>
                  <a:lnTo>
                    <a:pt x="4398391" y="1579762"/>
                  </a:lnTo>
                  <a:lnTo>
                    <a:pt x="4397723" y="1579762"/>
                  </a:lnTo>
                  <a:lnTo>
                    <a:pt x="4397055" y="1579762"/>
                  </a:lnTo>
                  <a:lnTo>
                    <a:pt x="4396387" y="1579762"/>
                  </a:lnTo>
                  <a:lnTo>
                    <a:pt x="4395719" y="1579762"/>
                  </a:lnTo>
                  <a:lnTo>
                    <a:pt x="4395051" y="1579762"/>
                  </a:lnTo>
                  <a:lnTo>
                    <a:pt x="4394383" y="1579762"/>
                  </a:lnTo>
                  <a:lnTo>
                    <a:pt x="4393715" y="1579762"/>
                  </a:lnTo>
                  <a:lnTo>
                    <a:pt x="4393047" y="1579762"/>
                  </a:lnTo>
                  <a:lnTo>
                    <a:pt x="4392379" y="1579762"/>
                  </a:lnTo>
                  <a:lnTo>
                    <a:pt x="4391711" y="1579762"/>
                  </a:lnTo>
                  <a:lnTo>
                    <a:pt x="4391043" y="1579762"/>
                  </a:lnTo>
                  <a:lnTo>
                    <a:pt x="4390375" y="1579762"/>
                  </a:lnTo>
                  <a:lnTo>
                    <a:pt x="4389707" y="1579762"/>
                  </a:lnTo>
                  <a:lnTo>
                    <a:pt x="4389039" y="1579762"/>
                  </a:lnTo>
                  <a:lnTo>
                    <a:pt x="4388370" y="1579762"/>
                  </a:lnTo>
                  <a:lnTo>
                    <a:pt x="4387702" y="1579762"/>
                  </a:lnTo>
                  <a:lnTo>
                    <a:pt x="4387034" y="1579762"/>
                  </a:lnTo>
                  <a:lnTo>
                    <a:pt x="4386366" y="1579762"/>
                  </a:lnTo>
                  <a:lnTo>
                    <a:pt x="4385698" y="1579762"/>
                  </a:lnTo>
                  <a:lnTo>
                    <a:pt x="4385030" y="1579762"/>
                  </a:lnTo>
                  <a:lnTo>
                    <a:pt x="4384362" y="1579762"/>
                  </a:lnTo>
                  <a:lnTo>
                    <a:pt x="4383694" y="1579762"/>
                  </a:lnTo>
                  <a:lnTo>
                    <a:pt x="4383026" y="1579762"/>
                  </a:lnTo>
                  <a:lnTo>
                    <a:pt x="4382358" y="1579762"/>
                  </a:lnTo>
                  <a:lnTo>
                    <a:pt x="4381690" y="1579762"/>
                  </a:lnTo>
                  <a:lnTo>
                    <a:pt x="4381022" y="1579762"/>
                  </a:lnTo>
                  <a:lnTo>
                    <a:pt x="4380354" y="1579762"/>
                  </a:lnTo>
                  <a:lnTo>
                    <a:pt x="4379686" y="1579762"/>
                  </a:lnTo>
                  <a:lnTo>
                    <a:pt x="4379018" y="1579762"/>
                  </a:lnTo>
                  <a:lnTo>
                    <a:pt x="4378350" y="1579762"/>
                  </a:lnTo>
                  <a:lnTo>
                    <a:pt x="4377682" y="1579762"/>
                  </a:lnTo>
                  <a:lnTo>
                    <a:pt x="4377014" y="1579762"/>
                  </a:lnTo>
                  <a:lnTo>
                    <a:pt x="4376346" y="1579762"/>
                  </a:lnTo>
                  <a:lnTo>
                    <a:pt x="4375678" y="1579762"/>
                  </a:lnTo>
                  <a:lnTo>
                    <a:pt x="4375010" y="1579762"/>
                  </a:lnTo>
                  <a:lnTo>
                    <a:pt x="4374342" y="1579762"/>
                  </a:lnTo>
                  <a:lnTo>
                    <a:pt x="4373674" y="1579762"/>
                  </a:lnTo>
                  <a:lnTo>
                    <a:pt x="4373006" y="1579762"/>
                  </a:lnTo>
                  <a:lnTo>
                    <a:pt x="4372338" y="1579762"/>
                  </a:lnTo>
                  <a:lnTo>
                    <a:pt x="4371670" y="1579762"/>
                  </a:lnTo>
                  <a:lnTo>
                    <a:pt x="4371002" y="1579762"/>
                  </a:lnTo>
                  <a:lnTo>
                    <a:pt x="4370334" y="1579762"/>
                  </a:lnTo>
                  <a:lnTo>
                    <a:pt x="4369666" y="1579762"/>
                  </a:lnTo>
                  <a:lnTo>
                    <a:pt x="4368998" y="1579762"/>
                  </a:lnTo>
                  <a:lnTo>
                    <a:pt x="4368330" y="1579762"/>
                  </a:lnTo>
                  <a:lnTo>
                    <a:pt x="4367662" y="1579762"/>
                  </a:lnTo>
                  <a:lnTo>
                    <a:pt x="4366994" y="1579762"/>
                  </a:lnTo>
                  <a:lnTo>
                    <a:pt x="4366326" y="1579762"/>
                  </a:lnTo>
                  <a:lnTo>
                    <a:pt x="4365658" y="1579762"/>
                  </a:lnTo>
                  <a:lnTo>
                    <a:pt x="4364990" y="1579762"/>
                  </a:lnTo>
                  <a:lnTo>
                    <a:pt x="4364322" y="1579762"/>
                  </a:lnTo>
                  <a:lnTo>
                    <a:pt x="4363653" y="1579762"/>
                  </a:lnTo>
                  <a:lnTo>
                    <a:pt x="4362985" y="1579762"/>
                  </a:lnTo>
                  <a:lnTo>
                    <a:pt x="4362317" y="1579762"/>
                  </a:lnTo>
                  <a:lnTo>
                    <a:pt x="4361649" y="1579762"/>
                  </a:lnTo>
                  <a:lnTo>
                    <a:pt x="4360981" y="1579762"/>
                  </a:lnTo>
                  <a:lnTo>
                    <a:pt x="4360313" y="1579762"/>
                  </a:lnTo>
                  <a:lnTo>
                    <a:pt x="4359645" y="1579762"/>
                  </a:lnTo>
                  <a:lnTo>
                    <a:pt x="4358977" y="1579762"/>
                  </a:lnTo>
                  <a:lnTo>
                    <a:pt x="4358309" y="1579762"/>
                  </a:lnTo>
                  <a:lnTo>
                    <a:pt x="4357641" y="1579762"/>
                  </a:lnTo>
                  <a:lnTo>
                    <a:pt x="4356973" y="1579762"/>
                  </a:lnTo>
                  <a:lnTo>
                    <a:pt x="4356305" y="1579762"/>
                  </a:lnTo>
                  <a:lnTo>
                    <a:pt x="4355637" y="1579762"/>
                  </a:lnTo>
                  <a:lnTo>
                    <a:pt x="4354969" y="1579762"/>
                  </a:lnTo>
                  <a:lnTo>
                    <a:pt x="4354301" y="1579762"/>
                  </a:lnTo>
                  <a:lnTo>
                    <a:pt x="4353633" y="1579762"/>
                  </a:lnTo>
                  <a:lnTo>
                    <a:pt x="4352965" y="1579762"/>
                  </a:lnTo>
                  <a:lnTo>
                    <a:pt x="4352297" y="1579762"/>
                  </a:lnTo>
                  <a:lnTo>
                    <a:pt x="4351629" y="1579762"/>
                  </a:lnTo>
                  <a:lnTo>
                    <a:pt x="4350961" y="1579762"/>
                  </a:lnTo>
                  <a:lnTo>
                    <a:pt x="4350293" y="1579762"/>
                  </a:lnTo>
                  <a:lnTo>
                    <a:pt x="4349625" y="1579762"/>
                  </a:lnTo>
                  <a:lnTo>
                    <a:pt x="4348957" y="1579762"/>
                  </a:lnTo>
                  <a:lnTo>
                    <a:pt x="4348289" y="1579762"/>
                  </a:lnTo>
                  <a:lnTo>
                    <a:pt x="4347621" y="1579762"/>
                  </a:lnTo>
                  <a:lnTo>
                    <a:pt x="4346953" y="1579762"/>
                  </a:lnTo>
                  <a:lnTo>
                    <a:pt x="4346285" y="1579762"/>
                  </a:lnTo>
                  <a:lnTo>
                    <a:pt x="4345617" y="1579762"/>
                  </a:lnTo>
                  <a:lnTo>
                    <a:pt x="4344949" y="1579762"/>
                  </a:lnTo>
                  <a:lnTo>
                    <a:pt x="4344281" y="1579762"/>
                  </a:lnTo>
                  <a:lnTo>
                    <a:pt x="4343613" y="1579762"/>
                  </a:lnTo>
                  <a:lnTo>
                    <a:pt x="4342945" y="1579762"/>
                  </a:lnTo>
                  <a:lnTo>
                    <a:pt x="4342277" y="1579762"/>
                  </a:lnTo>
                  <a:lnTo>
                    <a:pt x="4341609" y="1579762"/>
                  </a:lnTo>
                  <a:lnTo>
                    <a:pt x="4340941" y="1579762"/>
                  </a:lnTo>
                  <a:lnTo>
                    <a:pt x="4340273" y="1579762"/>
                  </a:lnTo>
                  <a:lnTo>
                    <a:pt x="4339605" y="1579762"/>
                  </a:lnTo>
                  <a:lnTo>
                    <a:pt x="4338936" y="1579762"/>
                  </a:lnTo>
                  <a:lnTo>
                    <a:pt x="4338268" y="1579762"/>
                  </a:lnTo>
                  <a:lnTo>
                    <a:pt x="4337600" y="1579762"/>
                  </a:lnTo>
                  <a:lnTo>
                    <a:pt x="4336932" y="1579762"/>
                  </a:lnTo>
                  <a:lnTo>
                    <a:pt x="4336264" y="1579762"/>
                  </a:lnTo>
                  <a:lnTo>
                    <a:pt x="4335596" y="1579762"/>
                  </a:lnTo>
                  <a:lnTo>
                    <a:pt x="4334928" y="1579762"/>
                  </a:lnTo>
                  <a:lnTo>
                    <a:pt x="4334260" y="1579762"/>
                  </a:lnTo>
                  <a:lnTo>
                    <a:pt x="4333592" y="1579762"/>
                  </a:lnTo>
                  <a:lnTo>
                    <a:pt x="4332924" y="1579762"/>
                  </a:lnTo>
                  <a:lnTo>
                    <a:pt x="4332256" y="1579762"/>
                  </a:lnTo>
                  <a:lnTo>
                    <a:pt x="4331588" y="1579762"/>
                  </a:lnTo>
                  <a:lnTo>
                    <a:pt x="4330920" y="1579762"/>
                  </a:lnTo>
                  <a:lnTo>
                    <a:pt x="4330252" y="1579762"/>
                  </a:lnTo>
                  <a:lnTo>
                    <a:pt x="4329584" y="1579762"/>
                  </a:lnTo>
                  <a:lnTo>
                    <a:pt x="4328916" y="1579762"/>
                  </a:lnTo>
                  <a:lnTo>
                    <a:pt x="4328248" y="1579762"/>
                  </a:lnTo>
                  <a:lnTo>
                    <a:pt x="4327580" y="1579762"/>
                  </a:lnTo>
                  <a:lnTo>
                    <a:pt x="4326912" y="1579762"/>
                  </a:lnTo>
                  <a:lnTo>
                    <a:pt x="4326244" y="1579762"/>
                  </a:lnTo>
                  <a:lnTo>
                    <a:pt x="4325576" y="1579762"/>
                  </a:lnTo>
                  <a:lnTo>
                    <a:pt x="4324908" y="1579762"/>
                  </a:lnTo>
                  <a:lnTo>
                    <a:pt x="4324240" y="1579762"/>
                  </a:lnTo>
                  <a:lnTo>
                    <a:pt x="4323572" y="1579762"/>
                  </a:lnTo>
                  <a:lnTo>
                    <a:pt x="4322904" y="1579762"/>
                  </a:lnTo>
                  <a:lnTo>
                    <a:pt x="4322236" y="1579762"/>
                  </a:lnTo>
                  <a:lnTo>
                    <a:pt x="4321568" y="1579762"/>
                  </a:lnTo>
                  <a:lnTo>
                    <a:pt x="4320900" y="1579762"/>
                  </a:lnTo>
                  <a:lnTo>
                    <a:pt x="4320232" y="1579762"/>
                  </a:lnTo>
                  <a:lnTo>
                    <a:pt x="4319564" y="1579762"/>
                  </a:lnTo>
                  <a:lnTo>
                    <a:pt x="4318896" y="1579762"/>
                  </a:lnTo>
                  <a:lnTo>
                    <a:pt x="4318228" y="1579762"/>
                  </a:lnTo>
                  <a:lnTo>
                    <a:pt x="4317560" y="1579762"/>
                  </a:lnTo>
                  <a:lnTo>
                    <a:pt x="4316892" y="1579762"/>
                  </a:lnTo>
                  <a:lnTo>
                    <a:pt x="4316224" y="1579762"/>
                  </a:lnTo>
                  <a:lnTo>
                    <a:pt x="4315556" y="1579762"/>
                  </a:lnTo>
                  <a:lnTo>
                    <a:pt x="4314888" y="1579762"/>
                  </a:lnTo>
                  <a:lnTo>
                    <a:pt x="4314219" y="1579762"/>
                  </a:lnTo>
                  <a:lnTo>
                    <a:pt x="4313551" y="1579762"/>
                  </a:lnTo>
                  <a:lnTo>
                    <a:pt x="4312883" y="1579762"/>
                  </a:lnTo>
                  <a:lnTo>
                    <a:pt x="4312215" y="1579762"/>
                  </a:lnTo>
                  <a:lnTo>
                    <a:pt x="4311547" y="1579762"/>
                  </a:lnTo>
                  <a:lnTo>
                    <a:pt x="4310879" y="1579762"/>
                  </a:lnTo>
                  <a:lnTo>
                    <a:pt x="4310211" y="1579762"/>
                  </a:lnTo>
                  <a:lnTo>
                    <a:pt x="4309543" y="1579762"/>
                  </a:lnTo>
                  <a:lnTo>
                    <a:pt x="4308875" y="1579762"/>
                  </a:lnTo>
                  <a:lnTo>
                    <a:pt x="4308207" y="1579762"/>
                  </a:lnTo>
                  <a:lnTo>
                    <a:pt x="4307539" y="1579762"/>
                  </a:lnTo>
                  <a:lnTo>
                    <a:pt x="4306871" y="1579762"/>
                  </a:lnTo>
                  <a:lnTo>
                    <a:pt x="4306203" y="1579762"/>
                  </a:lnTo>
                  <a:lnTo>
                    <a:pt x="4305535" y="1579762"/>
                  </a:lnTo>
                  <a:lnTo>
                    <a:pt x="4304867" y="1579762"/>
                  </a:lnTo>
                  <a:lnTo>
                    <a:pt x="4304199" y="1579762"/>
                  </a:lnTo>
                  <a:lnTo>
                    <a:pt x="4303531" y="1579762"/>
                  </a:lnTo>
                  <a:lnTo>
                    <a:pt x="4302863" y="1579762"/>
                  </a:lnTo>
                  <a:lnTo>
                    <a:pt x="4302195" y="1579762"/>
                  </a:lnTo>
                  <a:lnTo>
                    <a:pt x="4301527" y="1579762"/>
                  </a:lnTo>
                  <a:lnTo>
                    <a:pt x="4300859" y="1579762"/>
                  </a:lnTo>
                  <a:lnTo>
                    <a:pt x="4300191" y="1579762"/>
                  </a:lnTo>
                  <a:lnTo>
                    <a:pt x="4299523" y="1579762"/>
                  </a:lnTo>
                  <a:lnTo>
                    <a:pt x="4298855" y="1579762"/>
                  </a:lnTo>
                  <a:lnTo>
                    <a:pt x="4298187" y="1579762"/>
                  </a:lnTo>
                  <a:lnTo>
                    <a:pt x="4297519" y="1579762"/>
                  </a:lnTo>
                  <a:lnTo>
                    <a:pt x="4296851" y="1579762"/>
                  </a:lnTo>
                  <a:lnTo>
                    <a:pt x="4296183" y="1579762"/>
                  </a:lnTo>
                  <a:lnTo>
                    <a:pt x="4295515" y="1579762"/>
                  </a:lnTo>
                  <a:lnTo>
                    <a:pt x="4294847" y="1579762"/>
                  </a:lnTo>
                  <a:lnTo>
                    <a:pt x="4294179" y="1579762"/>
                  </a:lnTo>
                  <a:lnTo>
                    <a:pt x="4293511" y="1579762"/>
                  </a:lnTo>
                  <a:lnTo>
                    <a:pt x="4292843" y="1579762"/>
                  </a:lnTo>
                  <a:lnTo>
                    <a:pt x="4292175" y="1579762"/>
                  </a:lnTo>
                  <a:lnTo>
                    <a:pt x="4291507" y="1579762"/>
                  </a:lnTo>
                  <a:lnTo>
                    <a:pt x="4290839" y="1579762"/>
                  </a:lnTo>
                  <a:lnTo>
                    <a:pt x="4290170" y="1579762"/>
                  </a:lnTo>
                  <a:lnTo>
                    <a:pt x="4289502" y="1579762"/>
                  </a:lnTo>
                  <a:lnTo>
                    <a:pt x="4288834" y="1579762"/>
                  </a:lnTo>
                  <a:lnTo>
                    <a:pt x="4288166" y="1579762"/>
                  </a:lnTo>
                  <a:lnTo>
                    <a:pt x="4287498" y="1579762"/>
                  </a:lnTo>
                  <a:lnTo>
                    <a:pt x="4286830" y="1579762"/>
                  </a:lnTo>
                  <a:lnTo>
                    <a:pt x="4286162" y="1579762"/>
                  </a:lnTo>
                  <a:lnTo>
                    <a:pt x="4285494" y="1579762"/>
                  </a:lnTo>
                  <a:lnTo>
                    <a:pt x="4284826" y="1579762"/>
                  </a:lnTo>
                  <a:lnTo>
                    <a:pt x="4284158" y="1579762"/>
                  </a:lnTo>
                  <a:lnTo>
                    <a:pt x="4283490" y="1579762"/>
                  </a:lnTo>
                  <a:lnTo>
                    <a:pt x="4282822" y="1579762"/>
                  </a:lnTo>
                  <a:lnTo>
                    <a:pt x="4282154" y="1579762"/>
                  </a:lnTo>
                  <a:lnTo>
                    <a:pt x="4281486" y="1579762"/>
                  </a:lnTo>
                  <a:lnTo>
                    <a:pt x="4280818" y="1579762"/>
                  </a:lnTo>
                  <a:lnTo>
                    <a:pt x="4280150" y="1579762"/>
                  </a:lnTo>
                  <a:lnTo>
                    <a:pt x="4279482" y="1579762"/>
                  </a:lnTo>
                  <a:lnTo>
                    <a:pt x="4278814" y="1579762"/>
                  </a:lnTo>
                  <a:lnTo>
                    <a:pt x="4278146" y="1579762"/>
                  </a:lnTo>
                  <a:lnTo>
                    <a:pt x="4277478" y="1579762"/>
                  </a:lnTo>
                  <a:lnTo>
                    <a:pt x="4276810" y="1579762"/>
                  </a:lnTo>
                  <a:lnTo>
                    <a:pt x="4276142" y="1579762"/>
                  </a:lnTo>
                  <a:lnTo>
                    <a:pt x="4275474" y="1579762"/>
                  </a:lnTo>
                  <a:lnTo>
                    <a:pt x="4274806" y="1579762"/>
                  </a:lnTo>
                  <a:lnTo>
                    <a:pt x="4274138" y="1579762"/>
                  </a:lnTo>
                  <a:lnTo>
                    <a:pt x="4273470" y="1579762"/>
                  </a:lnTo>
                  <a:lnTo>
                    <a:pt x="4272802" y="1579762"/>
                  </a:lnTo>
                  <a:lnTo>
                    <a:pt x="4272134" y="1579762"/>
                  </a:lnTo>
                  <a:lnTo>
                    <a:pt x="4271466" y="1579762"/>
                  </a:lnTo>
                  <a:lnTo>
                    <a:pt x="4270798" y="1579762"/>
                  </a:lnTo>
                  <a:lnTo>
                    <a:pt x="4270130" y="1579762"/>
                  </a:lnTo>
                  <a:lnTo>
                    <a:pt x="4269462" y="1579762"/>
                  </a:lnTo>
                  <a:lnTo>
                    <a:pt x="4268794" y="1579762"/>
                  </a:lnTo>
                  <a:lnTo>
                    <a:pt x="4268126" y="1579762"/>
                  </a:lnTo>
                  <a:lnTo>
                    <a:pt x="4267458" y="1579762"/>
                  </a:lnTo>
                  <a:lnTo>
                    <a:pt x="4266790" y="1579762"/>
                  </a:lnTo>
                  <a:lnTo>
                    <a:pt x="4266122" y="1579762"/>
                  </a:lnTo>
                  <a:lnTo>
                    <a:pt x="4265453" y="1579762"/>
                  </a:lnTo>
                  <a:lnTo>
                    <a:pt x="4264785" y="1579762"/>
                  </a:lnTo>
                  <a:lnTo>
                    <a:pt x="4264117" y="1579762"/>
                  </a:lnTo>
                  <a:lnTo>
                    <a:pt x="4263449" y="1579762"/>
                  </a:lnTo>
                  <a:lnTo>
                    <a:pt x="4262781" y="1579762"/>
                  </a:lnTo>
                  <a:lnTo>
                    <a:pt x="4262113" y="1579762"/>
                  </a:lnTo>
                  <a:lnTo>
                    <a:pt x="4261445" y="1579762"/>
                  </a:lnTo>
                  <a:lnTo>
                    <a:pt x="4260777" y="1579762"/>
                  </a:lnTo>
                  <a:lnTo>
                    <a:pt x="4260109" y="1579762"/>
                  </a:lnTo>
                  <a:lnTo>
                    <a:pt x="4259441" y="1579762"/>
                  </a:lnTo>
                  <a:lnTo>
                    <a:pt x="4258773" y="1579762"/>
                  </a:lnTo>
                  <a:lnTo>
                    <a:pt x="4258105" y="1579762"/>
                  </a:lnTo>
                  <a:lnTo>
                    <a:pt x="4257437" y="1579762"/>
                  </a:lnTo>
                  <a:lnTo>
                    <a:pt x="4256769" y="1579762"/>
                  </a:lnTo>
                  <a:lnTo>
                    <a:pt x="4256101" y="1579762"/>
                  </a:lnTo>
                  <a:lnTo>
                    <a:pt x="4255433" y="1579762"/>
                  </a:lnTo>
                  <a:lnTo>
                    <a:pt x="4254765" y="1579762"/>
                  </a:lnTo>
                  <a:lnTo>
                    <a:pt x="4254097" y="1579762"/>
                  </a:lnTo>
                  <a:lnTo>
                    <a:pt x="4253429" y="1579762"/>
                  </a:lnTo>
                  <a:lnTo>
                    <a:pt x="4252761" y="1579762"/>
                  </a:lnTo>
                  <a:lnTo>
                    <a:pt x="4252093" y="1579762"/>
                  </a:lnTo>
                  <a:lnTo>
                    <a:pt x="4251425" y="1579762"/>
                  </a:lnTo>
                  <a:lnTo>
                    <a:pt x="4250757" y="1579762"/>
                  </a:lnTo>
                  <a:lnTo>
                    <a:pt x="4250089" y="1579762"/>
                  </a:lnTo>
                  <a:lnTo>
                    <a:pt x="4249421" y="1579762"/>
                  </a:lnTo>
                  <a:lnTo>
                    <a:pt x="4248753" y="1579762"/>
                  </a:lnTo>
                  <a:lnTo>
                    <a:pt x="4248085" y="1579762"/>
                  </a:lnTo>
                  <a:lnTo>
                    <a:pt x="4247417" y="1579762"/>
                  </a:lnTo>
                  <a:lnTo>
                    <a:pt x="4246749" y="1579762"/>
                  </a:lnTo>
                  <a:lnTo>
                    <a:pt x="4246081" y="1579762"/>
                  </a:lnTo>
                  <a:lnTo>
                    <a:pt x="4245413" y="1579762"/>
                  </a:lnTo>
                  <a:lnTo>
                    <a:pt x="4244745" y="1579762"/>
                  </a:lnTo>
                  <a:lnTo>
                    <a:pt x="4244077" y="1579762"/>
                  </a:lnTo>
                  <a:lnTo>
                    <a:pt x="4243409" y="1579762"/>
                  </a:lnTo>
                  <a:lnTo>
                    <a:pt x="4242741" y="1579762"/>
                  </a:lnTo>
                  <a:lnTo>
                    <a:pt x="4242073" y="1579762"/>
                  </a:lnTo>
                  <a:lnTo>
                    <a:pt x="4241405" y="1579762"/>
                  </a:lnTo>
                  <a:lnTo>
                    <a:pt x="4240736" y="1579762"/>
                  </a:lnTo>
                  <a:lnTo>
                    <a:pt x="4240068" y="1579762"/>
                  </a:lnTo>
                  <a:lnTo>
                    <a:pt x="4239400" y="1579762"/>
                  </a:lnTo>
                  <a:lnTo>
                    <a:pt x="4238732" y="1579762"/>
                  </a:lnTo>
                  <a:lnTo>
                    <a:pt x="4238064" y="1579762"/>
                  </a:lnTo>
                  <a:lnTo>
                    <a:pt x="4237396" y="1579762"/>
                  </a:lnTo>
                  <a:lnTo>
                    <a:pt x="4236728" y="1579762"/>
                  </a:lnTo>
                  <a:lnTo>
                    <a:pt x="4236060" y="1579762"/>
                  </a:lnTo>
                  <a:lnTo>
                    <a:pt x="4235392" y="1579762"/>
                  </a:lnTo>
                  <a:lnTo>
                    <a:pt x="4234724" y="1579762"/>
                  </a:lnTo>
                  <a:lnTo>
                    <a:pt x="4234056" y="1579762"/>
                  </a:lnTo>
                  <a:lnTo>
                    <a:pt x="4233388" y="1579762"/>
                  </a:lnTo>
                  <a:lnTo>
                    <a:pt x="4232720" y="1579762"/>
                  </a:lnTo>
                  <a:lnTo>
                    <a:pt x="4232052" y="1579762"/>
                  </a:lnTo>
                  <a:lnTo>
                    <a:pt x="4231384" y="1579762"/>
                  </a:lnTo>
                  <a:lnTo>
                    <a:pt x="4230716" y="1579762"/>
                  </a:lnTo>
                  <a:lnTo>
                    <a:pt x="4230048" y="1579762"/>
                  </a:lnTo>
                  <a:lnTo>
                    <a:pt x="4229380" y="1579762"/>
                  </a:lnTo>
                  <a:lnTo>
                    <a:pt x="4228712" y="1579762"/>
                  </a:lnTo>
                  <a:lnTo>
                    <a:pt x="4228044" y="1579762"/>
                  </a:lnTo>
                  <a:lnTo>
                    <a:pt x="4227376" y="1579762"/>
                  </a:lnTo>
                  <a:lnTo>
                    <a:pt x="4226708" y="1579762"/>
                  </a:lnTo>
                  <a:lnTo>
                    <a:pt x="4226040" y="1579762"/>
                  </a:lnTo>
                  <a:lnTo>
                    <a:pt x="4225372" y="1579762"/>
                  </a:lnTo>
                  <a:lnTo>
                    <a:pt x="4224704" y="1579762"/>
                  </a:lnTo>
                  <a:lnTo>
                    <a:pt x="4224036" y="1579762"/>
                  </a:lnTo>
                  <a:lnTo>
                    <a:pt x="4223368" y="1579762"/>
                  </a:lnTo>
                  <a:lnTo>
                    <a:pt x="4222700" y="1579762"/>
                  </a:lnTo>
                  <a:lnTo>
                    <a:pt x="4222032" y="1579762"/>
                  </a:lnTo>
                  <a:lnTo>
                    <a:pt x="4221364" y="1579762"/>
                  </a:lnTo>
                  <a:lnTo>
                    <a:pt x="4220696" y="1579762"/>
                  </a:lnTo>
                  <a:lnTo>
                    <a:pt x="4220028" y="1579762"/>
                  </a:lnTo>
                  <a:lnTo>
                    <a:pt x="4219360" y="1579762"/>
                  </a:lnTo>
                  <a:lnTo>
                    <a:pt x="4218692" y="1579762"/>
                  </a:lnTo>
                  <a:lnTo>
                    <a:pt x="4218024" y="1579762"/>
                  </a:lnTo>
                  <a:lnTo>
                    <a:pt x="4217356" y="1579762"/>
                  </a:lnTo>
                  <a:lnTo>
                    <a:pt x="4216688" y="1579762"/>
                  </a:lnTo>
                  <a:lnTo>
                    <a:pt x="4216019" y="1579762"/>
                  </a:lnTo>
                  <a:lnTo>
                    <a:pt x="4215351" y="1579762"/>
                  </a:lnTo>
                  <a:lnTo>
                    <a:pt x="4214683" y="1579762"/>
                  </a:lnTo>
                  <a:lnTo>
                    <a:pt x="4214015" y="1579762"/>
                  </a:lnTo>
                  <a:lnTo>
                    <a:pt x="4213347" y="1579762"/>
                  </a:lnTo>
                  <a:lnTo>
                    <a:pt x="4212679" y="1579762"/>
                  </a:lnTo>
                  <a:lnTo>
                    <a:pt x="4212011" y="1579762"/>
                  </a:lnTo>
                  <a:lnTo>
                    <a:pt x="4211343" y="1579762"/>
                  </a:lnTo>
                  <a:lnTo>
                    <a:pt x="4210675" y="1579762"/>
                  </a:lnTo>
                  <a:lnTo>
                    <a:pt x="4210007" y="1579762"/>
                  </a:lnTo>
                  <a:lnTo>
                    <a:pt x="4209339" y="1579762"/>
                  </a:lnTo>
                  <a:lnTo>
                    <a:pt x="4208671" y="1579762"/>
                  </a:lnTo>
                  <a:lnTo>
                    <a:pt x="4208003" y="1579762"/>
                  </a:lnTo>
                  <a:lnTo>
                    <a:pt x="4207335" y="1579762"/>
                  </a:lnTo>
                  <a:lnTo>
                    <a:pt x="4206667" y="1579762"/>
                  </a:lnTo>
                  <a:lnTo>
                    <a:pt x="4205999" y="1579762"/>
                  </a:lnTo>
                  <a:lnTo>
                    <a:pt x="4205331" y="1579762"/>
                  </a:lnTo>
                  <a:lnTo>
                    <a:pt x="4204663" y="1579762"/>
                  </a:lnTo>
                  <a:lnTo>
                    <a:pt x="4203995" y="1579762"/>
                  </a:lnTo>
                  <a:lnTo>
                    <a:pt x="4203327" y="1579762"/>
                  </a:lnTo>
                  <a:lnTo>
                    <a:pt x="4202659" y="1579762"/>
                  </a:lnTo>
                  <a:lnTo>
                    <a:pt x="4201991" y="1579762"/>
                  </a:lnTo>
                  <a:lnTo>
                    <a:pt x="4201323" y="1579762"/>
                  </a:lnTo>
                  <a:lnTo>
                    <a:pt x="4200655" y="1579762"/>
                  </a:lnTo>
                  <a:lnTo>
                    <a:pt x="4199987" y="1579762"/>
                  </a:lnTo>
                  <a:lnTo>
                    <a:pt x="4199319" y="1579762"/>
                  </a:lnTo>
                  <a:lnTo>
                    <a:pt x="4198651" y="1579762"/>
                  </a:lnTo>
                  <a:lnTo>
                    <a:pt x="4197983" y="1579762"/>
                  </a:lnTo>
                  <a:lnTo>
                    <a:pt x="4197315" y="1579762"/>
                  </a:lnTo>
                  <a:lnTo>
                    <a:pt x="4196647" y="1579762"/>
                  </a:lnTo>
                  <a:lnTo>
                    <a:pt x="4195979" y="1579762"/>
                  </a:lnTo>
                  <a:lnTo>
                    <a:pt x="4195311" y="1579762"/>
                  </a:lnTo>
                  <a:lnTo>
                    <a:pt x="4194643" y="1579762"/>
                  </a:lnTo>
                  <a:lnTo>
                    <a:pt x="4193975" y="1579762"/>
                  </a:lnTo>
                  <a:lnTo>
                    <a:pt x="4193307" y="1579762"/>
                  </a:lnTo>
                  <a:lnTo>
                    <a:pt x="4192639" y="1579762"/>
                  </a:lnTo>
                  <a:lnTo>
                    <a:pt x="4191970" y="1579762"/>
                  </a:lnTo>
                  <a:lnTo>
                    <a:pt x="4191302" y="1579762"/>
                  </a:lnTo>
                  <a:lnTo>
                    <a:pt x="4190634" y="1579762"/>
                  </a:lnTo>
                  <a:lnTo>
                    <a:pt x="4189966" y="1579762"/>
                  </a:lnTo>
                  <a:lnTo>
                    <a:pt x="4189298" y="1579762"/>
                  </a:lnTo>
                  <a:lnTo>
                    <a:pt x="4188630" y="1579762"/>
                  </a:lnTo>
                  <a:lnTo>
                    <a:pt x="4187962" y="1579762"/>
                  </a:lnTo>
                  <a:lnTo>
                    <a:pt x="4187294" y="1579762"/>
                  </a:lnTo>
                  <a:lnTo>
                    <a:pt x="4186626" y="1579762"/>
                  </a:lnTo>
                  <a:lnTo>
                    <a:pt x="4185958" y="1579762"/>
                  </a:lnTo>
                  <a:lnTo>
                    <a:pt x="4185290" y="1579762"/>
                  </a:lnTo>
                  <a:lnTo>
                    <a:pt x="4184622" y="1579762"/>
                  </a:lnTo>
                  <a:lnTo>
                    <a:pt x="4183954" y="1579762"/>
                  </a:lnTo>
                  <a:lnTo>
                    <a:pt x="4183286" y="1579762"/>
                  </a:lnTo>
                  <a:lnTo>
                    <a:pt x="4182618" y="1579762"/>
                  </a:lnTo>
                  <a:lnTo>
                    <a:pt x="4181950" y="1579762"/>
                  </a:lnTo>
                  <a:lnTo>
                    <a:pt x="4181282" y="1579762"/>
                  </a:lnTo>
                  <a:lnTo>
                    <a:pt x="4180614" y="1579762"/>
                  </a:lnTo>
                  <a:lnTo>
                    <a:pt x="4179946" y="1579762"/>
                  </a:lnTo>
                  <a:lnTo>
                    <a:pt x="4179278" y="1579762"/>
                  </a:lnTo>
                  <a:lnTo>
                    <a:pt x="4178610" y="1579762"/>
                  </a:lnTo>
                  <a:lnTo>
                    <a:pt x="4177942" y="1579762"/>
                  </a:lnTo>
                  <a:lnTo>
                    <a:pt x="4177274" y="1579762"/>
                  </a:lnTo>
                  <a:lnTo>
                    <a:pt x="4176606" y="1579762"/>
                  </a:lnTo>
                  <a:lnTo>
                    <a:pt x="4175938" y="1579762"/>
                  </a:lnTo>
                  <a:lnTo>
                    <a:pt x="4175270" y="1579762"/>
                  </a:lnTo>
                  <a:lnTo>
                    <a:pt x="4174602" y="1579762"/>
                  </a:lnTo>
                  <a:lnTo>
                    <a:pt x="4173934" y="1579762"/>
                  </a:lnTo>
                  <a:lnTo>
                    <a:pt x="4173266" y="1579762"/>
                  </a:lnTo>
                  <a:lnTo>
                    <a:pt x="4172598" y="1579762"/>
                  </a:lnTo>
                  <a:lnTo>
                    <a:pt x="4171930" y="1579762"/>
                  </a:lnTo>
                  <a:lnTo>
                    <a:pt x="4171262" y="1579762"/>
                  </a:lnTo>
                  <a:lnTo>
                    <a:pt x="4170594" y="1579762"/>
                  </a:lnTo>
                  <a:lnTo>
                    <a:pt x="4169926" y="1579762"/>
                  </a:lnTo>
                  <a:lnTo>
                    <a:pt x="4169258" y="1579762"/>
                  </a:lnTo>
                  <a:lnTo>
                    <a:pt x="4168590" y="1579762"/>
                  </a:lnTo>
                  <a:lnTo>
                    <a:pt x="4167922" y="1579762"/>
                  </a:lnTo>
                  <a:lnTo>
                    <a:pt x="4167253" y="1579762"/>
                  </a:lnTo>
                  <a:lnTo>
                    <a:pt x="4166585" y="1579762"/>
                  </a:lnTo>
                  <a:lnTo>
                    <a:pt x="4165917" y="1579762"/>
                  </a:lnTo>
                  <a:lnTo>
                    <a:pt x="4165249" y="1579762"/>
                  </a:lnTo>
                  <a:lnTo>
                    <a:pt x="4164581" y="1579762"/>
                  </a:lnTo>
                  <a:lnTo>
                    <a:pt x="4163913" y="1579762"/>
                  </a:lnTo>
                  <a:lnTo>
                    <a:pt x="4163245" y="1579762"/>
                  </a:lnTo>
                  <a:lnTo>
                    <a:pt x="4162577" y="1579762"/>
                  </a:lnTo>
                  <a:lnTo>
                    <a:pt x="4161909" y="1579762"/>
                  </a:lnTo>
                  <a:lnTo>
                    <a:pt x="4161241" y="1579762"/>
                  </a:lnTo>
                  <a:lnTo>
                    <a:pt x="4160573" y="1579762"/>
                  </a:lnTo>
                  <a:lnTo>
                    <a:pt x="4159905" y="1579762"/>
                  </a:lnTo>
                  <a:lnTo>
                    <a:pt x="4159237" y="1579762"/>
                  </a:lnTo>
                  <a:lnTo>
                    <a:pt x="4158569" y="1579762"/>
                  </a:lnTo>
                  <a:lnTo>
                    <a:pt x="4157901" y="1579762"/>
                  </a:lnTo>
                  <a:lnTo>
                    <a:pt x="4157233" y="1579762"/>
                  </a:lnTo>
                  <a:lnTo>
                    <a:pt x="4156565" y="1579762"/>
                  </a:lnTo>
                  <a:lnTo>
                    <a:pt x="4155897" y="1579762"/>
                  </a:lnTo>
                  <a:lnTo>
                    <a:pt x="4155229" y="1579762"/>
                  </a:lnTo>
                  <a:lnTo>
                    <a:pt x="4154561" y="1579762"/>
                  </a:lnTo>
                  <a:lnTo>
                    <a:pt x="4153893" y="1579762"/>
                  </a:lnTo>
                  <a:lnTo>
                    <a:pt x="4153225" y="1579762"/>
                  </a:lnTo>
                  <a:lnTo>
                    <a:pt x="4152557" y="1579762"/>
                  </a:lnTo>
                  <a:lnTo>
                    <a:pt x="4151889" y="1579762"/>
                  </a:lnTo>
                  <a:lnTo>
                    <a:pt x="4151221" y="1579762"/>
                  </a:lnTo>
                  <a:lnTo>
                    <a:pt x="4150553" y="1579762"/>
                  </a:lnTo>
                  <a:lnTo>
                    <a:pt x="4149885" y="1579762"/>
                  </a:lnTo>
                  <a:lnTo>
                    <a:pt x="4149217" y="1579762"/>
                  </a:lnTo>
                  <a:lnTo>
                    <a:pt x="4148549" y="1579762"/>
                  </a:lnTo>
                  <a:lnTo>
                    <a:pt x="4147881" y="1579762"/>
                  </a:lnTo>
                  <a:lnTo>
                    <a:pt x="4147213" y="1579762"/>
                  </a:lnTo>
                  <a:lnTo>
                    <a:pt x="4146545" y="1579762"/>
                  </a:lnTo>
                  <a:lnTo>
                    <a:pt x="4145877" y="1579762"/>
                  </a:lnTo>
                  <a:lnTo>
                    <a:pt x="4145209" y="1579762"/>
                  </a:lnTo>
                  <a:lnTo>
                    <a:pt x="4144541" y="1579762"/>
                  </a:lnTo>
                  <a:lnTo>
                    <a:pt x="4143873" y="1579762"/>
                  </a:lnTo>
                  <a:lnTo>
                    <a:pt x="4143205" y="1579762"/>
                  </a:lnTo>
                  <a:lnTo>
                    <a:pt x="4142536" y="1579762"/>
                  </a:lnTo>
                  <a:lnTo>
                    <a:pt x="4141868" y="1579762"/>
                  </a:lnTo>
                  <a:lnTo>
                    <a:pt x="4141200" y="1579762"/>
                  </a:lnTo>
                  <a:lnTo>
                    <a:pt x="4140532" y="1579762"/>
                  </a:lnTo>
                  <a:lnTo>
                    <a:pt x="4139864" y="1579762"/>
                  </a:lnTo>
                  <a:lnTo>
                    <a:pt x="4139196" y="1579762"/>
                  </a:lnTo>
                  <a:lnTo>
                    <a:pt x="4138528" y="1579762"/>
                  </a:lnTo>
                  <a:lnTo>
                    <a:pt x="4137860" y="1579762"/>
                  </a:lnTo>
                  <a:lnTo>
                    <a:pt x="4137192" y="1579762"/>
                  </a:lnTo>
                  <a:lnTo>
                    <a:pt x="4136524" y="1579762"/>
                  </a:lnTo>
                  <a:lnTo>
                    <a:pt x="4135856" y="1579762"/>
                  </a:lnTo>
                  <a:lnTo>
                    <a:pt x="4135188" y="1579762"/>
                  </a:lnTo>
                  <a:lnTo>
                    <a:pt x="4134520" y="1579762"/>
                  </a:lnTo>
                  <a:lnTo>
                    <a:pt x="4133852" y="1579762"/>
                  </a:lnTo>
                  <a:lnTo>
                    <a:pt x="4133184" y="1579762"/>
                  </a:lnTo>
                  <a:lnTo>
                    <a:pt x="4132516" y="1579762"/>
                  </a:lnTo>
                  <a:lnTo>
                    <a:pt x="4131848" y="1579762"/>
                  </a:lnTo>
                  <a:lnTo>
                    <a:pt x="4131180" y="1579762"/>
                  </a:lnTo>
                  <a:lnTo>
                    <a:pt x="4130512" y="1579762"/>
                  </a:lnTo>
                  <a:lnTo>
                    <a:pt x="4129844" y="1579762"/>
                  </a:lnTo>
                  <a:lnTo>
                    <a:pt x="4129176" y="1579762"/>
                  </a:lnTo>
                  <a:lnTo>
                    <a:pt x="4128508" y="1579762"/>
                  </a:lnTo>
                  <a:lnTo>
                    <a:pt x="4127840" y="1579762"/>
                  </a:lnTo>
                  <a:lnTo>
                    <a:pt x="4127172" y="1579762"/>
                  </a:lnTo>
                  <a:lnTo>
                    <a:pt x="4126504" y="1579762"/>
                  </a:lnTo>
                  <a:lnTo>
                    <a:pt x="4125836" y="1579762"/>
                  </a:lnTo>
                  <a:lnTo>
                    <a:pt x="4125168" y="1579762"/>
                  </a:lnTo>
                  <a:lnTo>
                    <a:pt x="4124500" y="1579762"/>
                  </a:lnTo>
                  <a:lnTo>
                    <a:pt x="4123832" y="1579762"/>
                  </a:lnTo>
                  <a:lnTo>
                    <a:pt x="4123164" y="1579762"/>
                  </a:lnTo>
                  <a:lnTo>
                    <a:pt x="4122496" y="1579762"/>
                  </a:lnTo>
                  <a:lnTo>
                    <a:pt x="4121828" y="1579762"/>
                  </a:lnTo>
                  <a:lnTo>
                    <a:pt x="4121160" y="1579762"/>
                  </a:lnTo>
                  <a:lnTo>
                    <a:pt x="4120492" y="1579762"/>
                  </a:lnTo>
                  <a:lnTo>
                    <a:pt x="4119824" y="1579762"/>
                  </a:lnTo>
                  <a:lnTo>
                    <a:pt x="4119156" y="1579762"/>
                  </a:lnTo>
                  <a:lnTo>
                    <a:pt x="4118488" y="1579762"/>
                  </a:lnTo>
                  <a:lnTo>
                    <a:pt x="4117819" y="1579762"/>
                  </a:lnTo>
                  <a:lnTo>
                    <a:pt x="4117151" y="1579762"/>
                  </a:lnTo>
                  <a:lnTo>
                    <a:pt x="4116483" y="1579762"/>
                  </a:lnTo>
                  <a:lnTo>
                    <a:pt x="4115815" y="1579762"/>
                  </a:lnTo>
                  <a:lnTo>
                    <a:pt x="4115147" y="1579762"/>
                  </a:lnTo>
                  <a:lnTo>
                    <a:pt x="4114479" y="1579762"/>
                  </a:lnTo>
                  <a:lnTo>
                    <a:pt x="4113811" y="1579762"/>
                  </a:lnTo>
                  <a:lnTo>
                    <a:pt x="4113143" y="1579762"/>
                  </a:lnTo>
                  <a:lnTo>
                    <a:pt x="4112475" y="1579762"/>
                  </a:lnTo>
                  <a:lnTo>
                    <a:pt x="4111807" y="1579762"/>
                  </a:lnTo>
                  <a:lnTo>
                    <a:pt x="4111139" y="1579762"/>
                  </a:lnTo>
                  <a:lnTo>
                    <a:pt x="4110471" y="1579762"/>
                  </a:lnTo>
                  <a:lnTo>
                    <a:pt x="4109803" y="1579762"/>
                  </a:lnTo>
                  <a:lnTo>
                    <a:pt x="4109135" y="1579762"/>
                  </a:lnTo>
                  <a:lnTo>
                    <a:pt x="4108467" y="1579762"/>
                  </a:lnTo>
                  <a:lnTo>
                    <a:pt x="4107799" y="1579762"/>
                  </a:lnTo>
                  <a:lnTo>
                    <a:pt x="4107131" y="1579762"/>
                  </a:lnTo>
                  <a:lnTo>
                    <a:pt x="4106463" y="1579762"/>
                  </a:lnTo>
                  <a:lnTo>
                    <a:pt x="4105795" y="1579762"/>
                  </a:lnTo>
                  <a:lnTo>
                    <a:pt x="4105127" y="1579762"/>
                  </a:lnTo>
                  <a:lnTo>
                    <a:pt x="4104459" y="1579762"/>
                  </a:lnTo>
                  <a:lnTo>
                    <a:pt x="4103791" y="1579762"/>
                  </a:lnTo>
                  <a:lnTo>
                    <a:pt x="4103123" y="1579762"/>
                  </a:lnTo>
                  <a:lnTo>
                    <a:pt x="4102455" y="1579762"/>
                  </a:lnTo>
                  <a:lnTo>
                    <a:pt x="4101787" y="1579762"/>
                  </a:lnTo>
                  <a:lnTo>
                    <a:pt x="4101119" y="1579762"/>
                  </a:lnTo>
                  <a:lnTo>
                    <a:pt x="4100451" y="1579762"/>
                  </a:lnTo>
                  <a:lnTo>
                    <a:pt x="4099783" y="1579762"/>
                  </a:lnTo>
                  <a:lnTo>
                    <a:pt x="4099115" y="1579762"/>
                  </a:lnTo>
                  <a:lnTo>
                    <a:pt x="4098447" y="1579762"/>
                  </a:lnTo>
                  <a:lnTo>
                    <a:pt x="4097779" y="1579762"/>
                  </a:lnTo>
                  <a:lnTo>
                    <a:pt x="4097111" y="1579762"/>
                  </a:lnTo>
                  <a:lnTo>
                    <a:pt x="4096443" y="1579762"/>
                  </a:lnTo>
                  <a:lnTo>
                    <a:pt x="4095775" y="1579762"/>
                  </a:lnTo>
                  <a:lnTo>
                    <a:pt x="4095107" y="1579762"/>
                  </a:lnTo>
                  <a:lnTo>
                    <a:pt x="4094439" y="1579762"/>
                  </a:lnTo>
                  <a:lnTo>
                    <a:pt x="4093770" y="1579762"/>
                  </a:lnTo>
                  <a:lnTo>
                    <a:pt x="4093102" y="1579762"/>
                  </a:lnTo>
                  <a:lnTo>
                    <a:pt x="4092434" y="1579762"/>
                  </a:lnTo>
                  <a:lnTo>
                    <a:pt x="4091766" y="1579762"/>
                  </a:lnTo>
                  <a:lnTo>
                    <a:pt x="4091098" y="1579762"/>
                  </a:lnTo>
                  <a:lnTo>
                    <a:pt x="4090430" y="1579762"/>
                  </a:lnTo>
                  <a:lnTo>
                    <a:pt x="4089762" y="1579762"/>
                  </a:lnTo>
                  <a:lnTo>
                    <a:pt x="4089094" y="1579762"/>
                  </a:lnTo>
                  <a:lnTo>
                    <a:pt x="4088426" y="1579762"/>
                  </a:lnTo>
                  <a:lnTo>
                    <a:pt x="4087758" y="1579762"/>
                  </a:lnTo>
                  <a:lnTo>
                    <a:pt x="4087090" y="1579762"/>
                  </a:lnTo>
                  <a:lnTo>
                    <a:pt x="4086422" y="1579762"/>
                  </a:lnTo>
                  <a:lnTo>
                    <a:pt x="4085754" y="1579762"/>
                  </a:lnTo>
                  <a:lnTo>
                    <a:pt x="4085086" y="1579762"/>
                  </a:lnTo>
                  <a:lnTo>
                    <a:pt x="4084418" y="1579762"/>
                  </a:lnTo>
                  <a:lnTo>
                    <a:pt x="4083750" y="1579762"/>
                  </a:lnTo>
                  <a:lnTo>
                    <a:pt x="4083082" y="1579762"/>
                  </a:lnTo>
                  <a:lnTo>
                    <a:pt x="4082414" y="1579762"/>
                  </a:lnTo>
                  <a:lnTo>
                    <a:pt x="4081746" y="1579762"/>
                  </a:lnTo>
                  <a:lnTo>
                    <a:pt x="4081078" y="1579762"/>
                  </a:lnTo>
                  <a:lnTo>
                    <a:pt x="4080410" y="1579762"/>
                  </a:lnTo>
                  <a:lnTo>
                    <a:pt x="4079742" y="1579762"/>
                  </a:lnTo>
                  <a:lnTo>
                    <a:pt x="4079074" y="1579762"/>
                  </a:lnTo>
                  <a:lnTo>
                    <a:pt x="4078406" y="1579762"/>
                  </a:lnTo>
                  <a:lnTo>
                    <a:pt x="4077738" y="1579762"/>
                  </a:lnTo>
                  <a:lnTo>
                    <a:pt x="4077070" y="1579762"/>
                  </a:lnTo>
                  <a:lnTo>
                    <a:pt x="4076402" y="1579762"/>
                  </a:lnTo>
                  <a:lnTo>
                    <a:pt x="4075734" y="1579762"/>
                  </a:lnTo>
                  <a:lnTo>
                    <a:pt x="4075066" y="1579762"/>
                  </a:lnTo>
                  <a:lnTo>
                    <a:pt x="4074398" y="1579762"/>
                  </a:lnTo>
                  <a:lnTo>
                    <a:pt x="4073730" y="1579762"/>
                  </a:lnTo>
                  <a:lnTo>
                    <a:pt x="4073062" y="1579762"/>
                  </a:lnTo>
                  <a:lnTo>
                    <a:pt x="4072394" y="1579762"/>
                  </a:lnTo>
                  <a:lnTo>
                    <a:pt x="4071726" y="1579762"/>
                  </a:lnTo>
                  <a:lnTo>
                    <a:pt x="4071058" y="1579762"/>
                  </a:lnTo>
                  <a:lnTo>
                    <a:pt x="4070390" y="1579762"/>
                  </a:lnTo>
                  <a:lnTo>
                    <a:pt x="4069722" y="1579762"/>
                  </a:lnTo>
                  <a:lnTo>
                    <a:pt x="4069053" y="1579762"/>
                  </a:lnTo>
                  <a:lnTo>
                    <a:pt x="4068385" y="1579762"/>
                  </a:lnTo>
                  <a:lnTo>
                    <a:pt x="4067717" y="1579762"/>
                  </a:lnTo>
                  <a:lnTo>
                    <a:pt x="4067049" y="1579762"/>
                  </a:lnTo>
                  <a:lnTo>
                    <a:pt x="4066381" y="1579762"/>
                  </a:lnTo>
                  <a:lnTo>
                    <a:pt x="4065713" y="1579762"/>
                  </a:lnTo>
                  <a:lnTo>
                    <a:pt x="4065045" y="1579762"/>
                  </a:lnTo>
                  <a:lnTo>
                    <a:pt x="4064377" y="1579762"/>
                  </a:lnTo>
                  <a:lnTo>
                    <a:pt x="4063709" y="1579762"/>
                  </a:lnTo>
                  <a:lnTo>
                    <a:pt x="4063041" y="1579762"/>
                  </a:lnTo>
                  <a:lnTo>
                    <a:pt x="4062373" y="1579762"/>
                  </a:lnTo>
                  <a:lnTo>
                    <a:pt x="4061705" y="1579762"/>
                  </a:lnTo>
                  <a:lnTo>
                    <a:pt x="4061037" y="1579762"/>
                  </a:lnTo>
                  <a:lnTo>
                    <a:pt x="4060369" y="1579762"/>
                  </a:lnTo>
                  <a:lnTo>
                    <a:pt x="4059701" y="1579762"/>
                  </a:lnTo>
                  <a:lnTo>
                    <a:pt x="4059033" y="1579762"/>
                  </a:lnTo>
                  <a:lnTo>
                    <a:pt x="4058365" y="1579762"/>
                  </a:lnTo>
                  <a:lnTo>
                    <a:pt x="4057697" y="1579762"/>
                  </a:lnTo>
                  <a:lnTo>
                    <a:pt x="4057029" y="1579762"/>
                  </a:lnTo>
                  <a:lnTo>
                    <a:pt x="4056361" y="1579762"/>
                  </a:lnTo>
                  <a:lnTo>
                    <a:pt x="4055693" y="1579762"/>
                  </a:lnTo>
                  <a:lnTo>
                    <a:pt x="4055025" y="1579762"/>
                  </a:lnTo>
                  <a:lnTo>
                    <a:pt x="4054357" y="1579762"/>
                  </a:lnTo>
                  <a:lnTo>
                    <a:pt x="4053689" y="1579762"/>
                  </a:lnTo>
                  <a:lnTo>
                    <a:pt x="4053021" y="1579762"/>
                  </a:lnTo>
                  <a:lnTo>
                    <a:pt x="4052353" y="1579762"/>
                  </a:lnTo>
                  <a:lnTo>
                    <a:pt x="4051685" y="1579762"/>
                  </a:lnTo>
                  <a:lnTo>
                    <a:pt x="4051017" y="1579762"/>
                  </a:lnTo>
                  <a:lnTo>
                    <a:pt x="4050349" y="1579762"/>
                  </a:lnTo>
                  <a:lnTo>
                    <a:pt x="4049681" y="1579762"/>
                  </a:lnTo>
                  <a:lnTo>
                    <a:pt x="4049013" y="1579762"/>
                  </a:lnTo>
                  <a:lnTo>
                    <a:pt x="4048345" y="1579762"/>
                  </a:lnTo>
                  <a:lnTo>
                    <a:pt x="4047677" y="1579762"/>
                  </a:lnTo>
                  <a:lnTo>
                    <a:pt x="4047009" y="1579762"/>
                  </a:lnTo>
                  <a:lnTo>
                    <a:pt x="4046341" y="1579762"/>
                  </a:lnTo>
                  <a:lnTo>
                    <a:pt x="4045673" y="1579762"/>
                  </a:lnTo>
                  <a:lnTo>
                    <a:pt x="4045005" y="1579762"/>
                  </a:lnTo>
                  <a:lnTo>
                    <a:pt x="4044336" y="1579762"/>
                  </a:lnTo>
                  <a:lnTo>
                    <a:pt x="4043668" y="1579762"/>
                  </a:lnTo>
                  <a:lnTo>
                    <a:pt x="4043000" y="1579762"/>
                  </a:lnTo>
                  <a:lnTo>
                    <a:pt x="4042332" y="1579762"/>
                  </a:lnTo>
                  <a:lnTo>
                    <a:pt x="4041664" y="1579762"/>
                  </a:lnTo>
                  <a:lnTo>
                    <a:pt x="4040996" y="1579762"/>
                  </a:lnTo>
                  <a:lnTo>
                    <a:pt x="4040328" y="1579762"/>
                  </a:lnTo>
                  <a:lnTo>
                    <a:pt x="4039660" y="1579762"/>
                  </a:lnTo>
                  <a:lnTo>
                    <a:pt x="4038992" y="1579762"/>
                  </a:lnTo>
                  <a:lnTo>
                    <a:pt x="4038324" y="1579762"/>
                  </a:lnTo>
                  <a:lnTo>
                    <a:pt x="4037656" y="1579762"/>
                  </a:lnTo>
                  <a:lnTo>
                    <a:pt x="4036988" y="1579762"/>
                  </a:lnTo>
                  <a:lnTo>
                    <a:pt x="4036320" y="1579762"/>
                  </a:lnTo>
                  <a:lnTo>
                    <a:pt x="4035652" y="1579762"/>
                  </a:lnTo>
                  <a:lnTo>
                    <a:pt x="4034984" y="1579762"/>
                  </a:lnTo>
                  <a:lnTo>
                    <a:pt x="4034316" y="1579762"/>
                  </a:lnTo>
                  <a:lnTo>
                    <a:pt x="4033648" y="1579762"/>
                  </a:lnTo>
                  <a:lnTo>
                    <a:pt x="4032980" y="1579762"/>
                  </a:lnTo>
                  <a:lnTo>
                    <a:pt x="4032312" y="1579762"/>
                  </a:lnTo>
                  <a:lnTo>
                    <a:pt x="4031644" y="1579762"/>
                  </a:lnTo>
                  <a:lnTo>
                    <a:pt x="4030976" y="1579762"/>
                  </a:lnTo>
                  <a:lnTo>
                    <a:pt x="4030308" y="1579762"/>
                  </a:lnTo>
                  <a:lnTo>
                    <a:pt x="4029640" y="1579762"/>
                  </a:lnTo>
                  <a:lnTo>
                    <a:pt x="4028972" y="1579762"/>
                  </a:lnTo>
                  <a:lnTo>
                    <a:pt x="4028304" y="1579762"/>
                  </a:lnTo>
                  <a:lnTo>
                    <a:pt x="4027636" y="1579762"/>
                  </a:lnTo>
                  <a:lnTo>
                    <a:pt x="4026968" y="1579762"/>
                  </a:lnTo>
                  <a:lnTo>
                    <a:pt x="4026300" y="1579762"/>
                  </a:lnTo>
                  <a:lnTo>
                    <a:pt x="4025632" y="1579762"/>
                  </a:lnTo>
                  <a:lnTo>
                    <a:pt x="4024964" y="1579762"/>
                  </a:lnTo>
                  <a:lnTo>
                    <a:pt x="4024296" y="1579762"/>
                  </a:lnTo>
                  <a:lnTo>
                    <a:pt x="4023628" y="1579762"/>
                  </a:lnTo>
                  <a:lnTo>
                    <a:pt x="4022960" y="1579762"/>
                  </a:lnTo>
                  <a:lnTo>
                    <a:pt x="4022292" y="1579762"/>
                  </a:lnTo>
                  <a:lnTo>
                    <a:pt x="4021624" y="1579762"/>
                  </a:lnTo>
                  <a:lnTo>
                    <a:pt x="4020956" y="1579762"/>
                  </a:lnTo>
                  <a:lnTo>
                    <a:pt x="4020288" y="1579762"/>
                  </a:lnTo>
                  <a:lnTo>
                    <a:pt x="4019619" y="1579762"/>
                  </a:lnTo>
                  <a:lnTo>
                    <a:pt x="4018951" y="1579762"/>
                  </a:lnTo>
                  <a:lnTo>
                    <a:pt x="4018283" y="1579762"/>
                  </a:lnTo>
                  <a:lnTo>
                    <a:pt x="4017615" y="1579762"/>
                  </a:lnTo>
                  <a:lnTo>
                    <a:pt x="4016947" y="1579762"/>
                  </a:lnTo>
                  <a:lnTo>
                    <a:pt x="4016279" y="1579762"/>
                  </a:lnTo>
                  <a:lnTo>
                    <a:pt x="4015611" y="1579762"/>
                  </a:lnTo>
                  <a:lnTo>
                    <a:pt x="4014943" y="1579762"/>
                  </a:lnTo>
                  <a:lnTo>
                    <a:pt x="4014275" y="1579762"/>
                  </a:lnTo>
                  <a:lnTo>
                    <a:pt x="4013607" y="1579762"/>
                  </a:lnTo>
                  <a:lnTo>
                    <a:pt x="4012939" y="1579762"/>
                  </a:lnTo>
                  <a:lnTo>
                    <a:pt x="4012271" y="1579762"/>
                  </a:lnTo>
                  <a:lnTo>
                    <a:pt x="4011603" y="1579762"/>
                  </a:lnTo>
                  <a:lnTo>
                    <a:pt x="4010935" y="1579762"/>
                  </a:lnTo>
                  <a:lnTo>
                    <a:pt x="4010267" y="1579762"/>
                  </a:lnTo>
                  <a:lnTo>
                    <a:pt x="4009599" y="1579762"/>
                  </a:lnTo>
                  <a:lnTo>
                    <a:pt x="4008931" y="1579762"/>
                  </a:lnTo>
                  <a:lnTo>
                    <a:pt x="4008263" y="1579762"/>
                  </a:lnTo>
                  <a:lnTo>
                    <a:pt x="4007595" y="1579762"/>
                  </a:lnTo>
                  <a:lnTo>
                    <a:pt x="4006927" y="1579762"/>
                  </a:lnTo>
                  <a:lnTo>
                    <a:pt x="4006259" y="1579762"/>
                  </a:lnTo>
                  <a:lnTo>
                    <a:pt x="4005591" y="1579762"/>
                  </a:lnTo>
                  <a:lnTo>
                    <a:pt x="4004923" y="1579762"/>
                  </a:lnTo>
                  <a:lnTo>
                    <a:pt x="4004255" y="1579762"/>
                  </a:lnTo>
                  <a:lnTo>
                    <a:pt x="4003587" y="1579762"/>
                  </a:lnTo>
                  <a:lnTo>
                    <a:pt x="4002919" y="1579762"/>
                  </a:lnTo>
                  <a:lnTo>
                    <a:pt x="4002251" y="1579762"/>
                  </a:lnTo>
                  <a:lnTo>
                    <a:pt x="4001583" y="1579762"/>
                  </a:lnTo>
                  <a:lnTo>
                    <a:pt x="4000915" y="1579762"/>
                  </a:lnTo>
                  <a:lnTo>
                    <a:pt x="4000247" y="1579762"/>
                  </a:lnTo>
                  <a:lnTo>
                    <a:pt x="3999579" y="1579762"/>
                  </a:lnTo>
                  <a:lnTo>
                    <a:pt x="3998911" y="1579762"/>
                  </a:lnTo>
                  <a:lnTo>
                    <a:pt x="3998243" y="1579762"/>
                  </a:lnTo>
                  <a:lnTo>
                    <a:pt x="3997575" y="1579762"/>
                  </a:lnTo>
                  <a:lnTo>
                    <a:pt x="3996907" y="1579762"/>
                  </a:lnTo>
                  <a:lnTo>
                    <a:pt x="3996239" y="1579762"/>
                  </a:lnTo>
                  <a:lnTo>
                    <a:pt x="3995570" y="1579762"/>
                  </a:lnTo>
                  <a:lnTo>
                    <a:pt x="3994902" y="1579762"/>
                  </a:lnTo>
                  <a:lnTo>
                    <a:pt x="3994234" y="1579762"/>
                  </a:lnTo>
                  <a:lnTo>
                    <a:pt x="3993566" y="1579762"/>
                  </a:lnTo>
                  <a:lnTo>
                    <a:pt x="3992898" y="1579762"/>
                  </a:lnTo>
                  <a:lnTo>
                    <a:pt x="3992230" y="1579762"/>
                  </a:lnTo>
                  <a:lnTo>
                    <a:pt x="3991562" y="1579762"/>
                  </a:lnTo>
                  <a:lnTo>
                    <a:pt x="3990894" y="1579762"/>
                  </a:lnTo>
                  <a:lnTo>
                    <a:pt x="3990226" y="1579762"/>
                  </a:lnTo>
                  <a:lnTo>
                    <a:pt x="3989558" y="1579762"/>
                  </a:lnTo>
                  <a:lnTo>
                    <a:pt x="3988890" y="1579762"/>
                  </a:lnTo>
                  <a:lnTo>
                    <a:pt x="3988222" y="1579762"/>
                  </a:lnTo>
                  <a:lnTo>
                    <a:pt x="3987554" y="1579762"/>
                  </a:lnTo>
                  <a:lnTo>
                    <a:pt x="3986886" y="1579762"/>
                  </a:lnTo>
                  <a:lnTo>
                    <a:pt x="3986218" y="1579762"/>
                  </a:lnTo>
                  <a:lnTo>
                    <a:pt x="3985550" y="1579762"/>
                  </a:lnTo>
                  <a:lnTo>
                    <a:pt x="3984882" y="1579762"/>
                  </a:lnTo>
                  <a:lnTo>
                    <a:pt x="3984214" y="1579762"/>
                  </a:lnTo>
                  <a:lnTo>
                    <a:pt x="3983546" y="1579762"/>
                  </a:lnTo>
                  <a:lnTo>
                    <a:pt x="3982878" y="1579762"/>
                  </a:lnTo>
                  <a:lnTo>
                    <a:pt x="3982210" y="1579762"/>
                  </a:lnTo>
                  <a:lnTo>
                    <a:pt x="3981542" y="1579762"/>
                  </a:lnTo>
                  <a:lnTo>
                    <a:pt x="3980874" y="1579762"/>
                  </a:lnTo>
                  <a:lnTo>
                    <a:pt x="3980206" y="1579762"/>
                  </a:lnTo>
                  <a:lnTo>
                    <a:pt x="3979538" y="1579762"/>
                  </a:lnTo>
                  <a:lnTo>
                    <a:pt x="3978870" y="1579762"/>
                  </a:lnTo>
                  <a:lnTo>
                    <a:pt x="3978202" y="1579762"/>
                  </a:lnTo>
                  <a:lnTo>
                    <a:pt x="3977534" y="1579762"/>
                  </a:lnTo>
                  <a:lnTo>
                    <a:pt x="3976866" y="1579762"/>
                  </a:lnTo>
                  <a:lnTo>
                    <a:pt x="3976198" y="1579762"/>
                  </a:lnTo>
                  <a:lnTo>
                    <a:pt x="3975530" y="1579762"/>
                  </a:lnTo>
                  <a:lnTo>
                    <a:pt x="3974862" y="1579762"/>
                  </a:lnTo>
                  <a:lnTo>
                    <a:pt x="3974194" y="1579762"/>
                  </a:lnTo>
                  <a:lnTo>
                    <a:pt x="3973526" y="1579762"/>
                  </a:lnTo>
                  <a:lnTo>
                    <a:pt x="3972858" y="1579762"/>
                  </a:lnTo>
                  <a:lnTo>
                    <a:pt x="3972190" y="1579762"/>
                  </a:lnTo>
                  <a:lnTo>
                    <a:pt x="3971522" y="1579762"/>
                  </a:lnTo>
                  <a:lnTo>
                    <a:pt x="3970853" y="1579762"/>
                  </a:lnTo>
                  <a:lnTo>
                    <a:pt x="3970185" y="1579762"/>
                  </a:lnTo>
                  <a:lnTo>
                    <a:pt x="3969517" y="1579762"/>
                  </a:lnTo>
                  <a:lnTo>
                    <a:pt x="3968849" y="1579762"/>
                  </a:lnTo>
                  <a:lnTo>
                    <a:pt x="3968181" y="1579762"/>
                  </a:lnTo>
                  <a:lnTo>
                    <a:pt x="3967513" y="1579762"/>
                  </a:lnTo>
                  <a:lnTo>
                    <a:pt x="3966845" y="1579762"/>
                  </a:lnTo>
                  <a:lnTo>
                    <a:pt x="3966177" y="1579762"/>
                  </a:lnTo>
                  <a:lnTo>
                    <a:pt x="3965509" y="1579762"/>
                  </a:lnTo>
                  <a:lnTo>
                    <a:pt x="3964841" y="1579762"/>
                  </a:lnTo>
                  <a:lnTo>
                    <a:pt x="3964173" y="1579762"/>
                  </a:lnTo>
                  <a:lnTo>
                    <a:pt x="3963505" y="1579762"/>
                  </a:lnTo>
                  <a:lnTo>
                    <a:pt x="3962837" y="1579762"/>
                  </a:lnTo>
                  <a:lnTo>
                    <a:pt x="3962169" y="1579762"/>
                  </a:lnTo>
                  <a:lnTo>
                    <a:pt x="3961501" y="1579762"/>
                  </a:lnTo>
                  <a:lnTo>
                    <a:pt x="3960833" y="1579762"/>
                  </a:lnTo>
                  <a:lnTo>
                    <a:pt x="3960165" y="1579762"/>
                  </a:lnTo>
                  <a:lnTo>
                    <a:pt x="3959497" y="1579762"/>
                  </a:lnTo>
                  <a:lnTo>
                    <a:pt x="3958829" y="1579762"/>
                  </a:lnTo>
                  <a:lnTo>
                    <a:pt x="3958161" y="1579762"/>
                  </a:lnTo>
                  <a:lnTo>
                    <a:pt x="3957493" y="1579762"/>
                  </a:lnTo>
                  <a:lnTo>
                    <a:pt x="3956825" y="1579762"/>
                  </a:lnTo>
                  <a:lnTo>
                    <a:pt x="3956157" y="1579762"/>
                  </a:lnTo>
                  <a:lnTo>
                    <a:pt x="3955489" y="1579762"/>
                  </a:lnTo>
                  <a:lnTo>
                    <a:pt x="3954821" y="1579762"/>
                  </a:lnTo>
                  <a:lnTo>
                    <a:pt x="3954153" y="1579762"/>
                  </a:lnTo>
                  <a:lnTo>
                    <a:pt x="3953485" y="1579762"/>
                  </a:lnTo>
                  <a:lnTo>
                    <a:pt x="3952817" y="1579762"/>
                  </a:lnTo>
                  <a:lnTo>
                    <a:pt x="3952149" y="1579762"/>
                  </a:lnTo>
                  <a:lnTo>
                    <a:pt x="3951481" y="1579762"/>
                  </a:lnTo>
                  <a:lnTo>
                    <a:pt x="3950813" y="1579762"/>
                  </a:lnTo>
                  <a:lnTo>
                    <a:pt x="3950145" y="1579762"/>
                  </a:lnTo>
                  <a:lnTo>
                    <a:pt x="3949477" y="1579762"/>
                  </a:lnTo>
                  <a:lnTo>
                    <a:pt x="3948809" y="1579762"/>
                  </a:lnTo>
                  <a:lnTo>
                    <a:pt x="3948141" y="1579762"/>
                  </a:lnTo>
                  <a:lnTo>
                    <a:pt x="3947473" y="1579762"/>
                  </a:lnTo>
                  <a:lnTo>
                    <a:pt x="3946805" y="1579762"/>
                  </a:lnTo>
                  <a:lnTo>
                    <a:pt x="3946136" y="1579762"/>
                  </a:lnTo>
                  <a:lnTo>
                    <a:pt x="3945468" y="1579762"/>
                  </a:lnTo>
                  <a:lnTo>
                    <a:pt x="3944800" y="1579762"/>
                  </a:lnTo>
                  <a:lnTo>
                    <a:pt x="3944132" y="1579762"/>
                  </a:lnTo>
                  <a:lnTo>
                    <a:pt x="3943464" y="1579762"/>
                  </a:lnTo>
                  <a:lnTo>
                    <a:pt x="3942796" y="1579762"/>
                  </a:lnTo>
                  <a:lnTo>
                    <a:pt x="3942128" y="1579762"/>
                  </a:lnTo>
                  <a:lnTo>
                    <a:pt x="3941460" y="1579762"/>
                  </a:lnTo>
                  <a:lnTo>
                    <a:pt x="3940792" y="1579762"/>
                  </a:lnTo>
                  <a:lnTo>
                    <a:pt x="3940124" y="1579762"/>
                  </a:lnTo>
                  <a:lnTo>
                    <a:pt x="3939456" y="1579762"/>
                  </a:lnTo>
                  <a:lnTo>
                    <a:pt x="3938788" y="1579762"/>
                  </a:lnTo>
                  <a:lnTo>
                    <a:pt x="3938120" y="1579762"/>
                  </a:lnTo>
                  <a:lnTo>
                    <a:pt x="3937452" y="1579762"/>
                  </a:lnTo>
                  <a:lnTo>
                    <a:pt x="3936784" y="1579762"/>
                  </a:lnTo>
                  <a:lnTo>
                    <a:pt x="3936116" y="1579762"/>
                  </a:lnTo>
                  <a:lnTo>
                    <a:pt x="3935448" y="1579762"/>
                  </a:lnTo>
                  <a:lnTo>
                    <a:pt x="3934780" y="1579762"/>
                  </a:lnTo>
                  <a:lnTo>
                    <a:pt x="3934112" y="1579762"/>
                  </a:lnTo>
                  <a:lnTo>
                    <a:pt x="3933444" y="1579762"/>
                  </a:lnTo>
                  <a:lnTo>
                    <a:pt x="3932776" y="1579762"/>
                  </a:lnTo>
                  <a:lnTo>
                    <a:pt x="3932108" y="1579762"/>
                  </a:lnTo>
                  <a:lnTo>
                    <a:pt x="3931440" y="1579762"/>
                  </a:lnTo>
                  <a:lnTo>
                    <a:pt x="3930772" y="1579762"/>
                  </a:lnTo>
                  <a:lnTo>
                    <a:pt x="3930104" y="1579762"/>
                  </a:lnTo>
                  <a:lnTo>
                    <a:pt x="3929436" y="1579762"/>
                  </a:lnTo>
                  <a:lnTo>
                    <a:pt x="3928768" y="1579762"/>
                  </a:lnTo>
                  <a:lnTo>
                    <a:pt x="3928100" y="1579762"/>
                  </a:lnTo>
                  <a:lnTo>
                    <a:pt x="3927432" y="1579762"/>
                  </a:lnTo>
                  <a:lnTo>
                    <a:pt x="3926764" y="1579762"/>
                  </a:lnTo>
                  <a:lnTo>
                    <a:pt x="3926096" y="1579762"/>
                  </a:lnTo>
                  <a:lnTo>
                    <a:pt x="3925428" y="1579762"/>
                  </a:lnTo>
                  <a:lnTo>
                    <a:pt x="3924760" y="1579762"/>
                  </a:lnTo>
                  <a:lnTo>
                    <a:pt x="3924092" y="1579762"/>
                  </a:lnTo>
                  <a:lnTo>
                    <a:pt x="3923424" y="1579762"/>
                  </a:lnTo>
                  <a:lnTo>
                    <a:pt x="3922756" y="1579762"/>
                  </a:lnTo>
                  <a:lnTo>
                    <a:pt x="3922088" y="1579762"/>
                  </a:lnTo>
                  <a:lnTo>
                    <a:pt x="3921419" y="1579762"/>
                  </a:lnTo>
                  <a:lnTo>
                    <a:pt x="3920751" y="1579762"/>
                  </a:lnTo>
                  <a:lnTo>
                    <a:pt x="3920083" y="1579762"/>
                  </a:lnTo>
                  <a:lnTo>
                    <a:pt x="3919415" y="1579762"/>
                  </a:lnTo>
                  <a:lnTo>
                    <a:pt x="3918747" y="1579762"/>
                  </a:lnTo>
                  <a:lnTo>
                    <a:pt x="3918079" y="1579762"/>
                  </a:lnTo>
                  <a:lnTo>
                    <a:pt x="3917411" y="1579762"/>
                  </a:lnTo>
                  <a:lnTo>
                    <a:pt x="3916743" y="1579762"/>
                  </a:lnTo>
                  <a:lnTo>
                    <a:pt x="3916075" y="1579762"/>
                  </a:lnTo>
                  <a:lnTo>
                    <a:pt x="3915407" y="1579762"/>
                  </a:lnTo>
                  <a:lnTo>
                    <a:pt x="3914739" y="1579762"/>
                  </a:lnTo>
                  <a:lnTo>
                    <a:pt x="3914071" y="1579762"/>
                  </a:lnTo>
                  <a:lnTo>
                    <a:pt x="3913403" y="1579762"/>
                  </a:lnTo>
                  <a:lnTo>
                    <a:pt x="3912735" y="1579762"/>
                  </a:lnTo>
                  <a:lnTo>
                    <a:pt x="3912067" y="1579762"/>
                  </a:lnTo>
                  <a:lnTo>
                    <a:pt x="3911399" y="1579762"/>
                  </a:lnTo>
                  <a:lnTo>
                    <a:pt x="3910731" y="1579762"/>
                  </a:lnTo>
                  <a:lnTo>
                    <a:pt x="3910063" y="1579762"/>
                  </a:lnTo>
                  <a:lnTo>
                    <a:pt x="3909395" y="1579762"/>
                  </a:lnTo>
                  <a:lnTo>
                    <a:pt x="3908727" y="1579762"/>
                  </a:lnTo>
                  <a:lnTo>
                    <a:pt x="3908059" y="1579762"/>
                  </a:lnTo>
                  <a:lnTo>
                    <a:pt x="3907391" y="1579762"/>
                  </a:lnTo>
                  <a:lnTo>
                    <a:pt x="3906723" y="1579762"/>
                  </a:lnTo>
                  <a:lnTo>
                    <a:pt x="3906055" y="1579762"/>
                  </a:lnTo>
                  <a:lnTo>
                    <a:pt x="3905387" y="1579762"/>
                  </a:lnTo>
                  <a:lnTo>
                    <a:pt x="3904719" y="1579762"/>
                  </a:lnTo>
                  <a:lnTo>
                    <a:pt x="3904051" y="1579762"/>
                  </a:lnTo>
                  <a:lnTo>
                    <a:pt x="3903383" y="1579762"/>
                  </a:lnTo>
                  <a:lnTo>
                    <a:pt x="3902715" y="1579762"/>
                  </a:lnTo>
                  <a:lnTo>
                    <a:pt x="3902047" y="1579762"/>
                  </a:lnTo>
                  <a:lnTo>
                    <a:pt x="3901379" y="1579762"/>
                  </a:lnTo>
                  <a:lnTo>
                    <a:pt x="3900711" y="1579762"/>
                  </a:lnTo>
                  <a:lnTo>
                    <a:pt x="3900043" y="1579762"/>
                  </a:lnTo>
                  <a:lnTo>
                    <a:pt x="3899375" y="1579762"/>
                  </a:lnTo>
                  <a:lnTo>
                    <a:pt x="3898707" y="1579762"/>
                  </a:lnTo>
                  <a:lnTo>
                    <a:pt x="3898039" y="1579762"/>
                  </a:lnTo>
                  <a:lnTo>
                    <a:pt x="3897370" y="1579762"/>
                  </a:lnTo>
                  <a:lnTo>
                    <a:pt x="3896702" y="1579762"/>
                  </a:lnTo>
                  <a:lnTo>
                    <a:pt x="3896034" y="1579762"/>
                  </a:lnTo>
                  <a:lnTo>
                    <a:pt x="3895366" y="1579762"/>
                  </a:lnTo>
                  <a:lnTo>
                    <a:pt x="3894698" y="1579762"/>
                  </a:lnTo>
                  <a:lnTo>
                    <a:pt x="3894030" y="1579762"/>
                  </a:lnTo>
                  <a:lnTo>
                    <a:pt x="3893362" y="1579762"/>
                  </a:lnTo>
                  <a:lnTo>
                    <a:pt x="3892694" y="1579762"/>
                  </a:lnTo>
                  <a:lnTo>
                    <a:pt x="3892026" y="1579762"/>
                  </a:lnTo>
                  <a:lnTo>
                    <a:pt x="3891358" y="1579762"/>
                  </a:lnTo>
                  <a:lnTo>
                    <a:pt x="3890690" y="1579762"/>
                  </a:lnTo>
                  <a:lnTo>
                    <a:pt x="3890022" y="1579762"/>
                  </a:lnTo>
                  <a:lnTo>
                    <a:pt x="3889354" y="1579762"/>
                  </a:lnTo>
                  <a:lnTo>
                    <a:pt x="3888686" y="1579762"/>
                  </a:lnTo>
                  <a:lnTo>
                    <a:pt x="3888018" y="1579762"/>
                  </a:lnTo>
                  <a:lnTo>
                    <a:pt x="3887350" y="1579762"/>
                  </a:lnTo>
                  <a:lnTo>
                    <a:pt x="3886682" y="1579762"/>
                  </a:lnTo>
                  <a:lnTo>
                    <a:pt x="3886014" y="1579762"/>
                  </a:lnTo>
                  <a:lnTo>
                    <a:pt x="3885346" y="1579762"/>
                  </a:lnTo>
                  <a:lnTo>
                    <a:pt x="3884678" y="1579762"/>
                  </a:lnTo>
                  <a:lnTo>
                    <a:pt x="3884010" y="1579762"/>
                  </a:lnTo>
                  <a:lnTo>
                    <a:pt x="3883342" y="1579762"/>
                  </a:lnTo>
                  <a:lnTo>
                    <a:pt x="3882674" y="1579762"/>
                  </a:lnTo>
                  <a:lnTo>
                    <a:pt x="3882006" y="1579762"/>
                  </a:lnTo>
                  <a:lnTo>
                    <a:pt x="3881338" y="1579762"/>
                  </a:lnTo>
                  <a:lnTo>
                    <a:pt x="3880670" y="1579762"/>
                  </a:lnTo>
                  <a:lnTo>
                    <a:pt x="3880002" y="1579762"/>
                  </a:lnTo>
                  <a:lnTo>
                    <a:pt x="3879334" y="1579762"/>
                  </a:lnTo>
                  <a:lnTo>
                    <a:pt x="3878666" y="1579762"/>
                  </a:lnTo>
                  <a:lnTo>
                    <a:pt x="3877998" y="1579762"/>
                  </a:lnTo>
                  <a:lnTo>
                    <a:pt x="3877330" y="1579762"/>
                  </a:lnTo>
                  <a:lnTo>
                    <a:pt x="3876662" y="1579762"/>
                  </a:lnTo>
                  <a:lnTo>
                    <a:pt x="3875994" y="1579762"/>
                  </a:lnTo>
                  <a:lnTo>
                    <a:pt x="3875326" y="1579762"/>
                  </a:lnTo>
                  <a:lnTo>
                    <a:pt x="3874658" y="1579762"/>
                  </a:lnTo>
                  <a:lnTo>
                    <a:pt x="3873990" y="1579762"/>
                  </a:lnTo>
                  <a:lnTo>
                    <a:pt x="3873322" y="1579762"/>
                  </a:lnTo>
                  <a:lnTo>
                    <a:pt x="3872653" y="1579762"/>
                  </a:lnTo>
                  <a:lnTo>
                    <a:pt x="3871985" y="1579762"/>
                  </a:lnTo>
                  <a:lnTo>
                    <a:pt x="3871317" y="1579762"/>
                  </a:lnTo>
                  <a:lnTo>
                    <a:pt x="3870649" y="1579762"/>
                  </a:lnTo>
                  <a:lnTo>
                    <a:pt x="3869981" y="1579762"/>
                  </a:lnTo>
                  <a:lnTo>
                    <a:pt x="3869313" y="1579762"/>
                  </a:lnTo>
                  <a:lnTo>
                    <a:pt x="3868645" y="1579762"/>
                  </a:lnTo>
                  <a:lnTo>
                    <a:pt x="3867977" y="1579762"/>
                  </a:lnTo>
                  <a:lnTo>
                    <a:pt x="3867309" y="1579762"/>
                  </a:lnTo>
                  <a:lnTo>
                    <a:pt x="3866641" y="1579762"/>
                  </a:lnTo>
                  <a:lnTo>
                    <a:pt x="3865973" y="1579762"/>
                  </a:lnTo>
                  <a:lnTo>
                    <a:pt x="3865305" y="1579762"/>
                  </a:lnTo>
                  <a:lnTo>
                    <a:pt x="3864637" y="1579762"/>
                  </a:lnTo>
                  <a:lnTo>
                    <a:pt x="3863969" y="1579762"/>
                  </a:lnTo>
                  <a:lnTo>
                    <a:pt x="3863301" y="1579762"/>
                  </a:lnTo>
                  <a:lnTo>
                    <a:pt x="3862633" y="1579762"/>
                  </a:lnTo>
                  <a:lnTo>
                    <a:pt x="3861965" y="1579762"/>
                  </a:lnTo>
                  <a:lnTo>
                    <a:pt x="3861297" y="1579762"/>
                  </a:lnTo>
                  <a:lnTo>
                    <a:pt x="3860629" y="1579762"/>
                  </a:lnTo>
                  <a:lnTo>
                    <a:pt x="3859961" y="1579762"/>
                  </a:lnTo>
                  <a:lnTo>
                    <a:pt x="3859293" y="1579762"/>
                  </a:lnTo>
                  <a:lnTo>
                    <a:pt x="3858625" y="1579762"/>
                  </a:lnTo>
                  <a:lnTo>
                    <a:pt x="3857957" y="1579762"/>
                  </a:lnTo>
                  <a:lnTo>
                    <a:pt x="3857289" y="1579762"/>
                  </a:lnTo>
                  <a:lnTo>
                    <a:pt x="3856621" y="1579762"/>
                  </a:lnTo>
                  <a:lnTo>
                    <a:pt x="3855953" y="1579762"/>
                  </a:lnTo>
                  <a:lnTo>
                    <a:pt x="3855285" y="1579762"/>
                  </a:lnTo>
                  <a:lnTo>
                    <a:pt x="3854617" y="1579762"/>
                  </a:lnTo>
                  <a:lnTo>
                    <a:pt x="3853949" y="1579762"/>
                  </a:lnTo>
                  <a:lnTo>
                    <a:pt x="3853281" y="1579762"/>
                  </a:lnTo>
                  <a:lnTo>
                    <a:pt x="3852613" y="1579762"/>
                  </a:lnTo>
                  <a:lnTo>
                    <a:pt x="3851945" y="1579762"/>
                  </a:lnTo>
                  <a:lnTo>
                    <a:pt x="3851277" y="1579762"/>
                  </a:lnTo>
                  <a:lnTo>
                    <a:pt x="3850609" y="1579762"/>
                  </a:lnTo>
                  <a:lnTo>
                    <a:pt x="3849941" y="1579762"/>
                  </a:lnTo>
                  <a:lnTo>
                    <a:pt x="3849273" y="1579762"/>
                  </a:lnTo>
                  <a:lnTo>
                    <a:pt x="3848605" y="1579762"/>
                  </a:lnTo>
                  <a:lnTo>
                    <a:pt x="3847936" y="1579762"/>
                  </a:lnTo>
                  <a:lnTo>
                    <a:pt x="3847268" y="1579762"/>
                  </a:lnTo>
                  <a:lnTo>
                    <a:pt x="3846600" y="1579762"/>
                  </a:lnTo>
                  <a:lnTo>
                    <a:pt x="3845932" y="1579762"/>
                  </a:lnTo>
                  <a:lnTo>
                    <a:pt x="3845264" y="1579762"/>
                  </a:lnTo>
                  <a:lnTo>
                    <a:pt x="3844596" y="1579762"/>
                  </a:lnTo>
                  <a:lnTo>
                    <a:pt x="3843928" y="1579762"/>
                  </a:lnTo>
                  <a:lnTo>
                    <a:pt x="3843260" y="1579762"/>
                  </a:lnTo>
                  <a:lnTo>
                    <a:pt x="3842592" y="1579762"/>
                  </a:lnTo>
                  <a:lnTo>
                    <a:pt x="3841924" y="1579762"/>
                  </a:lnTo>
                  <a:lnTo>
                    <a:pt x="3841256" y="1579762"/>
                  </a:lnTo>
                  <a:lnTo>
                    <a:pt x="3840588" y="1579762"/>
                  </a:lnTo>
                  <a:lnTo>
                    <a:pt x="3839920" y="1579762"/>
                  </a:lnTo>
                  <a:lnTo>
                    <a:pt x="3839252" y="1579762"/>
                  </a:lnTo>
                  <a:lnTo>
                    <a:pt x="3838584" y="1579762"/>
                  </a:lnTo>
                  <a:lnTo>
                    <a:pt x="3837916" y="1579762"/>
                  </a:lnTo>
                  <a:lnTo>
                    <a:pt x="3837248" y="1579762"/>
                  </a:lnTo>
                  <a:lnTo>
                    <a:pt x="3836580" y="1579762"/>
                  </a:lnTo>
                  <a:lnTo>
                    <a:pt x="3835912" y="1579762"/>
                  </a:lnTo>
                  <a:lnTo>
                    <a:pt x="3835244" y="1579762"/>
                  </a:lnTo>
                  <a:lnTo>
                    <a:pt x="3834576" y="1579762"/>
                  </a:lnTo>
                  <a:lnTo>
                    <a:pt x="3833908" y="1579762"/>
                  </a:lnTo>
                  <a:lnTo>
                    <a:pt x="3833240" y="1579762"/>
                  </a:lnTo>
                  <a:lnTo>
                    <a:pt x="3832572" y="1579762"/>
                  </a:lnTo>
                  <a:lnTo>
                    <a:pt x="3831904" y="1579762"/>
                  </a:lnTo>
                  <a:lnTo>
                    <a:pt x="3831236" y="1579762"/>
                  </a:lnTo>
                  <a:lnTo>
                    <a:pt x="3830568" y="1579762"/>
                  </a:lnTo>
                  <a:lnTo>
                    <a:pt x="3829900" y="1579762"/>
                  </a:lnTo>
                  <a:lnTo>
                    <a:pt x="3829232" y="1579762"/>
                  </a:lnTo>
                  <a:lnTo>
                    <a:pt x="3828564" y="1579762"/>
                  </a:lnTo>
                  <a:lnTo>
                    <a:pt x="3827896" y="1579762"/>
                  </a:lnTo>
                  <a:lnTo>
                    <a:pt x="3827228" y="1579762"/>
                  </a:lnTo>
                  <a:lnTo>
                    <a:pt x="3826560" y="1579762"/>
                  </a:lnTo>
                  <a:lnTo>
                    <a:pt x="3825892" y="1579762"/>
                  </a:lnTo>
                  <a:lnTo>
                    <a:pt x="3825224" y="1579762"/>
                  </a:lnTo>
                  <a:lnTo>
                    <a:pt x="3824556" y="1579762"/>
                  </a:lnTo>
                  <a:lnTo>
                    <a:pt x="3823887" y="1579762"/>
                  </a:lnTo>
                  <a:lnTo>
                    <a:pt x="3823219" y="1579762"/>
                  </a:lnTo>
                  <a:lnTo>
                    <a:pt x="3822551" y="1579762"/>
                  </a:lnTo>
                  <a:lnTo>
                    <a:pt x="3821883" y="1579762"/>
                  </a:lnTo>
                  <a:lnTo>
                    <a:pt x="3821215" y="1579762"/>
                  </a:lnTo>
                  <a:lnTo>
                    <a:pt x="3820547" y="1579762"/>
                  </a:lnTo>
                  <a:lnTo>
                    <a:pt x="3819879" y="1579762"/>
                  </a:lnTo>
                  <a:lnTo>
                    <a:pt x="3819211" y="1579762"/>
                  </a:lnTo>
                  <a:lnTo>
                    <a:pt x="3818543" y="1579762"/>
                  </a:lnTo>
                  <a:lnTo>
                    <a:pt x="3817875" y="1579762"/>
                  </a:lnTo>
                  <a:lnTo>
                    <a:pt x="3817207" y="1579762"/>
                  </a:lnTo>
                  <a:lnTo>
                    <a:pt x="3816539" y="1579762"/>
                  </a:lnTo>
                  <a:lnTo>
                    <a:pt x="3815871" y="1579762"/>
                  </a:lnTo>
                  <a:lnTo>
                    <a:pt x="3815203" y="1579762"/>
                  </a:lnTo>
                  <a:lnTo>
                    <a:pt x="3814535" y="1579762"/>
                  </a:lnTo>
                  <a:lnTo>
                    <a:pt x="3813867" y="1579762"/>
                  </a:lnTo>
                  <a:lnTo>
                    <a:pt x="3813199" y="1579762"/>
                  </a:lnTo>
                  <a:lnTo>
                    <a:pt x="3812531" y="1579762"/>
                  </a:lnTo>
                  <a:lnTo>
                    <a:pt x="3811863" y="1579762"/>
                  </a:lnTo>
                  <a:lnTo>
                    <a:pt x="3811195" y="1579762"/>
                  </a:lnTo>
                  <a:lnTo>
                    <a:pt x="3810527" y="1579762"/>
                  </a:lnTo>
                  <a:lnTo>
                    <a:pt x="3809859" y="1579762"/>
                  </a:lnTo>
                  <a:lnTo>
                    <a:pt x="3809191" y="1579762"/>
                  </a:lnTo>
                  <a:lnTo>
                    <a:pt x="3808523" y="1579762"/>
                  </a:lnTo>
                  <a:lnTo>
                    <a:pt x="3807855" y="1579762"/>
                  </a:lnTo>
                  <a:lnTo>
                    <a:pt x="3807187" y="1579762"/>
                  </a:lnTo>
                  <a:lnTo>
                    <a:pt x="3806519" y="1579762"/>
                  </a:lnTo>
                  <a:lnTo>
                    <a:pt x="3805851" y="1579762"/>
                  </a:lnTo>
                  <a:lnTo>
                    <a:pt x="3805183" y="1579762"/>
                  </a:lnTo>
                  <a:lnTo>
                    <a:pt x="3804515" y="1579762"/>
                  </a:lnTo>
                  <a:lnTo>
                    <a:pt x="3803847" y="1579762"/>
                  </a:lnTo>
                  <a:lnTo>
                    <a:pt x="3803179" y="1579762"/>
                  </a:lnTo>
                  <a:lnTo>
                    <a:pt x="3802511" y="1579762"/>
                  </a:lnTo>
                  <a:lnTo>
                    <a:pt x="3801843" y="1579762"/>
                  </a:lnTo>
                  <a:lnTo>
                    <a:pt x="3801175" y="1579762"/>
                  </a:lnTo>
                  <a:lnTo>
                    <a:pt x="3800507" y="1579762"/>
                  </a:lnTo>
                  <a:lnTo>
                    <a:pt x="3799839" y="1579762"/>
                  </a:lnTo>
                  <a:lnTo>
                    <a:pt x="3799170" y="1579762"/>
                  </a:lnTo>
                  <a:lnTo>
                    <a:pt x="3798502" y="1579762"/>
                  </a:lnTo>
                  <a:lnTo>
                    <a:pt x="3797834" y="1579762"/>
                  </a:lnTo>
                  <a:lnTo>
                    <a:pt x="3797166" y="1579762"/>
                  </a:lnTo>
                  <a:lnTo>
                    <a:pt x="3796498" y="1579762"/>
                  </a:lnTo>
                  <a:lnTo>
                    <a:pt x="3795830" y="1579762"/>
                  </a:lnTo>
                  <a:lnTo>
                    <a:pt x="3795162" y="1579762"/>
                  </a:lnTo>
                  <a:lnTo>
                    <a:pt x="3794494" y="1579762"/>
                  </a:lnTo>
                  <a:lnTo>
                    <a:pt x="3793826" y="1579762"/>
                  </a:lnTo>
                  <a:lnTo>
                    <a:pt x="3793158" y="1579762"/>
                  </a:lnTo>
                  <a:lnTo>
                    <a:pt x="3792490" y="1579762"/>
                  </a:lnTo>
                  <a:lnTo>
                    <a:pt x="3791822" y="1579762"/>
                  </a:lnTo>
                  <a:lnTo>
                    <a:pt x="3791154" y="1579762"/>
                  </a:lnTo>
                  <a:lnTo>
                    <a:pt x="3790486" y="1579762"/>
                  </a:lnTo>
                  <a:lnTo>
                    <a:pt x="3789818" y="1579762"/>
                  </a:lnTo>
                  <a:lnTo>
                    <a:pt x="3789150" y="1579762"/>
                  </a:lnTo>
                  <a:lnTo>
                    <a:pt x="3788482" y="1579762"/>
                  </a:lnTo>
                  <a:lnTo>
                    <a:pt x="3787814" y="1579762"/>
                  </a:lnTo>
                  <a:lnTo>
                    <a:pt x="3787146" y="1579762"/>
                  </a:lnTo>
                  <a:lnTo>
                    <a:pt x="3786478" y="1579762"/>
                  </a:lnTo>
                  <a:lnTo>
                    <a:pt x="3785810" y="1579762"/>
                  </a:lnTo>
                  <a:lnTo>
                    <a:pt x="3785142" y="1579762"/>
                  </a:lnTo>
                  <a:lnTo>
                    <a:pt x="3784474" y="1579762"/>
                  </a:lnTo>
                  <a:lnTo>
                    <a:pt x="3783806" y="1579762"/>
                  </a:lnTo>
                  <a:lnTo>
                    <a:pt x="3783138" y="1579762"/>
                  </a:lnTo>
                  <a:lnTo>
                    <a:pt x="3782470" y="1579762"/>
                  </a:lnTo>
                  <a:lnTo>
                    <a:pt x="3781802" y="1579762"/>
                  </a:lnTo>
                  <a:lnTo>
                    <a:pt x="3781134" y="1579762"/>
                  </a:lnTo>
                  <a:lnTo>
                    <a:pt x="3780466" y="1579762"/>
                  </a:lnTo>
                  <a:lnTo>
                    <a:pt x="3779798" y="1579762"/>
                  </a:lnTo>
                  <a:lnTo>
                    <a:pt x="3779130" y="1579762"/>
                  </a:lnTo>
                  <a:lnTo>
                    <a:pt x="3778462" y="1579762"/>
                  </a:lnTo>
                  <a:lnTo>
                    <a:pt x="3777794" y="1579762"/>
                  </a:lnTo>
                  <a:lnTo>
                    <a:pt x="3777126" y="1579762"/>
                  </a:lnTo>
                  <a:lnTo>
                    <a:pt x="3776458" y="1579762"/>
                  </a:lnTo>
                  <a:lnTo>
                    <a:pt x="3775790" y="1579762"/>
                  </a:lnTo>
                  <a:lnTo>
                    <a:pt x="3775122" y="1579762"/>
                  </a:lnTo>
                  <a:lnTo>
                    <a:pt x="3774453" y="1579762"/>
                  </a:lnTo>
                  <a:lnTo>
                    <a:pt x="3773785" y="1579762"/>
                  </a:lnTo>
                  <a:lnTo>
                    <a:pt x="3773117" y="1579762"/>
                  </a:lnTo>
                  <a:lnTo>
                    <a:pt x="3772449" y="1579762"/>
                  </a:lnTo>
                  <a:lnTo>
                    <a:pt x="3771781" y="1579762"/>
                  </a:lnTo>
                  <a:lnTo>
                    <a:pt x="3771113" y="1579762"/>
                  </a:lnTo>
                  <a:lnTo>
                    <a:pt x="3770445" y="1579762"/>
                  </a:lnTo>
                  <a:lnTo>
                    <a:pt x="3769777" y="1579762"/>
                  </a:lnTo>
                  <a:lnTo>
                    <a:pt x="3769109" y="1579762"/>
                  </a:lnTo>
                  <a:lnTo>
                    <a:pt x="3768441" y="1579762"/>
                  </a:lnTo>
                  <a:lnTo>
                    <a:pt x="3767773" y="1579762"/>
                  </a:lnTo>
                  <a:lnTo>
                    <a:pt x="3767105" y="1579762"/>
                  </a:lnTo>
                  <a:lnTo>
                    <a:pt x="3766437" y="1579762"/>
                  </a:lnTo>
                  <a:lnTo>
                    <a:pt x="3765769" y="1579762"/>
                  </a:lnTo>
                  <a:lnTo>
                    <a:pt x="3765101" y="1579762"/>
                  </a:lnTo>
                  <a:lnTo>
                    <a:pt x="3764433" y="1579762"/>
                  </a:lnTo>
                  <a:lnTo>
                    <a:pt x="3763765" y="1579762"/>
                  </a:lnTo>
                  <a:lnTo>
                    <a:pt x="3763097" y="1579762"/>
                  </a:lnTo>
                  <a:lnTo>
                    <a:pt x="3762429" y="1579762"/>
                  </a:lnTo>
                  <a:lnTo>
                    <a:pt x="3761761" y="1579762"/>
                  </a:lnTo>
                  <a:lnTo>
                    <a:pt x="3761093" y="1579762"/>
                  </a:lnTo>
                  <a:lnTo>
                    <a:pt x="3760425" y="1579762"/>
                  </a:lnTo>
                  <a:lnTo>
                    <a:pt x="3759757" y="1579762"/>
                  </a:lnTo>
                  <a:lnTo>
                    <a:pt x="3759089" y="1579762"/>
                  </a:lnTo>
                  <a:lnTo>
                    <a:pt x="3758421" y="1579762"/>
                  </a:lnTo>
                  <a:lnTo>
                    <a:pt x="3757753" y="1579762"/>
                  </a:lnTo>
                  <a:lnTo>
                    <a:pt x="3757085" y="1579762"/>
                  </a:lnTo>
                  <a:lnTo>
                    <a:pt x="3756417" y="1579762"/>
                  </a:lnTo>
                  <a:lnTo>
                    <a:pt x="3755749" y="1579762"/>
                  </a:lnTo>
                  <a:lnTo>
                    <a:pt x="3755081" y="1579762"/>
                  </a:lnTo>
                  <a:lnTo>
                    <a:pt x="3754413" y="1579762"/>
                  </a:lnTo>
                  <a:lnTo>
                    <a:pt x="3753745" y="1579762"/>
                  </a:lnTo>
                  <a:lnTo>
                    <a:pt x="3753077" y="1579762"/>
                  </a:lnTo>
                  <a:lnTo>
                    <a:pt x="3752409" y="1579762"/>
                  </a:lnTo>
                  <a:lnTo>
                    <a:pt x="3751741" y="1579762"/>
                  </a:lnTo>
                  <a:lnTo>
                    <a:pt x="3751073" y="1579762"/>
                  </a:lnTo>
                  <a:lnTo>
                    <a:pt x="3750405" y="1579762"/>
                  </a:lnTo>
                  <a:lnTo>
                    <a:pt x="3749736" y="1579762"/>
                  </a:lnTo>
                  <a:lnTo>
                    <a:pt x="3749068" y="1579762"/>
                  </a:lnTo>
                  <a:lnTo>
                    <a:pt x="3748400" y="1579762"/>
                  </a:lnTo>
                  <a:lnTo>
                    <a:pt x="3747732" y="1579762"/>
                  </a:lnTo>
                  <a:lnTo>
                    <a:pt x="3747064" y="1579762"/>
                  </a:lnTo>
                  <a:lnTo>
                    <a:pt x="3746396" y="1579762"/>
                  </a:lnTo>
                  <a:lnTo>
                    <a:pt x="3745728" y="1579762"/>
                  </a:lnTo>
                  <a:lnTo>
                    <a:pt x="3745060" y="1579762"/>
                  </a:lnTo>
                  <a:lnTo>
                    <a:pt x="3744392" y="1579762"/>
                  </a:lnTo>
                  <a:lnTo>
                    <a:pt x="3743724" y="1579762"/>
                  </a:lnTo>
                  <a:lnTo>
                    <a:pt x="3743056" y="1579762"/>
                  </a:lnTo>
                  <a:lnTo>
                    <a:pt x="3742388" y="1579762"/>
                  </a:lnTo>
                  <a:lnTo>
                    <a:pt x="3741720" y="1579762"/>
                  </a:lnTo>
                  <a:lnTo>
                    <a:pt x="3741052" y="1579762"/>
                  </a:lnTo>
                  <a:lnTo>
                    <a:pt x="3740384" y="1579762"/>
                  </a:lnTo>
                  <a:lnTo>
                    <a:pt x="3739716" y="1579762"/>
                  </a:lnTo>
                  <a:lnTo>
                    <a:pt x="3739048" y="1579762"/>
                  </a:lnTo>
                  <a:lnTo>
                    <a:pt x="3738380" y="1579762"/>
                  </a:lnTo>
                  <a:lnTo>
                    <a:pt x="3737712" y="1579762"/>
                  </a:lnTo>
                  <a:lnTo>
                    <a:pt x="3737044" y="1579762"/>
                  </a:lnTo>
                  <a:lnTo>
                    <a:pt x="3736376" y="1579762"/>
                  </a:lnTo>
                  <a:lnTo>
                    <a:pt x="3735708" y="1579762"/>
                  </a:lnTo>
                  <a:lnTo>
                    <a:pt x="3735040" y="1579762"/>
                  </a:lnTo>
                  <a:lnTo>
                    <a:pt x="3734372" y="1579762"/>
                  </a:lnTo>
                  <a:lnTo>
                    <a:pt x="3733704" y="1579762"/>
                  </a:lnTo>
                  <a:lnTo>
                    <a:pt x="3733036" y="1579762"/>
                  </a:lnTo>
                  <a:lnTo>
                    <a:pt x="3732368" y="1579762"/>
                  </a:lnTo>
                  <a:lnTo>
                    <a:pt x="3731700" y="1579762"/>
                  </a:lnTo>
                  <a:lnTo>
                    <a:pt x="3731032" y="1579762"/>
                  </a:lnTo>
                  <a:lnTo>
                    <a:pt x="3730364" y="1579762"/>
                  </a:lnTo>
                  <a:lnTo>
                    <a:pt x="3729696" y="1579762"/>
                  </a:lnTo>
                  <a:lnTo>
                    <a:pt x="3729028" y="1579762"/>
                  </a:lnTo>
                  <a:lnTo>
                    <a:pt x="3728360" y="1579762"/>
                  </a:lnTo>
                  <a:lnTo>
                    <a:pt x="3727692" y="1579762"/>
                  </a:lnTo>
                  <a:lnTo>
                    <a:pt x="3727024" y="1579762"/>
                  </a:lnTo>
                  <a:lnTo>
                    <a:pt x="3726356" y="1579762"/>
                  </a:lnTo>
                  <a:lnTo>
                    <a:pt x="3725687" y="1579762"/>
                  </a:lnTo>
                  <a:lnTo>
                    <a:pt x="3725019" y="1579762"/>
                  </a:lnTo>
                  <a:lnTo>
                    <a:pt x="3724351" y="1579762"/>
                  </a:lnTo>
                  <a:lnTo>
                    <a:pt x="3723683" y="1579762"/>
                  </a:lnTo>
                  <a:lnTo>
                    <a:pt x="3723015" y="1579762"/>
                  </a:lnTo>
                  <a:lnTo>
                    <a:pt x="3722347" y="1579762"/>
                  </a:lnTo>
                  <a:lnTo>
                    <a:pt x="3721679" y="1579762"/>
                  </a:lnTo>
                  <a:lnTo>
                    <a:pt x="3721011" y="1579762"/>
                  </a:lnTo>
                  <a:lnTo>
                    <a:pt x="3720343" y="1579762"/>
                  </a:lnTo>
                  <a:lnTo>
                    <a:pt x="3719675" y="1579762"/>
                  </a:lnTo>
                  <a:lnTo>
                    <a:pt x="3719007" y="1579762"/>
                  </a:lnTo>
                  <a:lnTo>
                    <a:pt x="3718339" y="1579762"/>
                  </a:lnTo>
                  <a:lnTo>
                    <a:pt x="3717671" y="1579762"/>
                  </a:lnTo>
                  <a:lnTo>
                    <a:pt x="3717003" y="1579762"/>
                  </a:lnTo>
                  <a:lnTo>
                    <a:pt x="3716335" y="1579762"/>
                  </a:lnTo>
                  <a:lnTo>
                    <a:pt x="3715667" y="1579762"/>
                  </a:lnTo>
                  <a:lnTo>
                    <a:pt x="3714999" y="1579762"/>
                  </a:lnTo>
                  <a:lnTo>
                    <a:pt x="3714331" y="1579762"/>
                  </a:lnTo>
                  <a:lnTo>
                    <a:pt x="3713663" y="1579762"/>
                  </a:lnTo>
                  <a:lnTo>
                    <a:pt x="3712995" y="1579762"/>
                  </a:lnTo>
                  <a:lnTo>
                    <a:pt x="3712327" y="1579762"/>
                  </a:lnTo>
                  <a:lnTo>
                    <a:pt x="3711659" y="1579762"/>
                  </a:lnTo>
                  <a:lnTo>
                    <a:pt x="3710991" y="1579762"/>
                  </a:lnTo>
                  <a:lnTo>
                    <a:pt x="3710323" y="1579762"/>
                  </a:lnTo>
                  <a:lnTo>
                    <a:pt x="3709655" y="1579762"/>
                  </a:lnTo>
                  <a:lnTo>
                    <a:pt x="3708987" y="1579762"/>
                  </a:lnTo>
                  <a:lnTo>
                    <a:pt x="3708319" y="1579762"/>
                  </a:lnTo>
                  <a:lnTo>
                    <a:pt x="3707651" y="1579762"/>
                  </a:lnTo>
                  <a:lnTo>
                    <a:pt x="3706983" y="1579762"/>
                  </a:lnTo>
                  <a:lnTo>
                    <a:pt x="3706315" y="1579762"/>
                  </a:lnTo>
                  <a:lnTo>
                    <a:pt x="3705647" y="1579762"/>
                  </a:lnTo>
                  <a:lnTo>
                    <a:pt x="3704979" y="1579762"/>
                  </a:lnTo>
                  <a:lnTo>
                    <a:pt x="3704311" y="1579762"/>
                  </a:lnTo>
                  <a:lnTo>
                    <a:pt x="3703643" y="1579762"/>
                  </a:lnTo>
                  <a:lnTo>
                    <a:pt x="3702975" y="1579762"/>
                  </a:lnTo>
                  <a:lnTo>
                    <a:pt x="3702307" y="1579762"/>
                  </a:lnTo>
                  <a:lnTo>
                    <a:pt x="3701639" y="1579762"/>
                  </a:lnTo>
                  <a:lnTo>
                    <a:pt x="3700970" y="1579762"/>
                  </a:lnTo>
                  <a:lnTo>
                    <a:pt x="3700302" y="1579762"/>
                  </a:lnTo>
                  <a:lnTo>
                    <a:pt x="3699634" y="1579762"/>
                  </a:lnTo>
                  <a:lnTo>
                    <a:pt x="3698966" y="1579762"/>
                  </a:lnTo>
                  <a:lnTo>
                    <a:pt x="3698298" y="1579762"/>
                  </a:lnTo>
                  <a:lnTo>
                    <a:pt x="3697630" y="1579762"/>
                  </a:lnTo>
                  <a:lnTo>
                    <a:pt x="3696962" y="1579762"/>
                  </a:lnTo>
                  <a:lnTo>
                    <a:pt x="3696294" y="1579762"/>
                  </a:lnTo>
                  <a:lnTo>
                    <a:pt x="3695626" y="1579762"/>
                  </a:lnTo>
                  <a:lnTo>
                    <a:pt x="3694958" y="1579762"/>
                  </a:lnTo>
                  <a:lnTo>
                    <a:pt x="3694290" y="1579762"/>
                  </a:lnTo>
                  <a:lnTo>
                    <a:pt x="3693622" y="1579762"/>
                  </a:lnTo>
                  <a:lnTo>
                    <a:pt x="3692954" y="1579762"/>
                  </a:lnTo>
                  <a:lnTo>
                    <a:pt x="3692286" y="1579762"/>
                  </a:lnTo>
                  <a:lnTo>
                    <a:pt x="3691618" y="1579762"/>
                  </a:lnTo>
                  <a:lnTo>
                    <a:pt x="3690950" y="1579762"/>
                  </a:lnTo>
                  <a:lnTo>
                    <a:pt x="3690282" y="1579762"/>
                  </a:lnTo>
                  <a:lnTo>
                    <a:pt x="3689614" y="1579762"/>
                  </a:lnTo>
                  <a:lnTo>
                    <a:pt x="3688946" y="1579762"/>
                  </a:lnTo>
                  <a:lnTo>
                    <a:pt x="3688278" y="1579762"/>
                  </a:lnTo>
                  <a:lnTo>
                    <a:pt x="3687610" y="1579762"/>
                  </a:lnTo>
                  <a:lnTo>
                    <a:pt x="3686942" y="1579762"/>
                  </a:lnTo>
                  <a:lnTo>
                    <a:pt x="3686274" y="1579762"/>
                  </a:lnTo>
                  <a:lnTo>
                    <a:pt x="3685606" y="1579762"/>
                  </a:lnTo>
                  <a:lnTo>
                    <a:pt x="3684938" y="1579762"/>
                  </a:lnTo>
                  <a:lnTo>
                    <a:pt x="3684270" y="1579762"/>
                  </a:lnTo>
                  <a:lnTo>
                    <a:pt x="3683602" y="1579762"/>
                  </a:lnTo>
                  <a:lnTo>
                    <a:pt x="3682934" y="1579762"/>
                  </a:lnTo>
                  <a:lnTo>
                    <a:pt x="3682266" y="1579762"/>
                  </a:lnTo>
                  <a:lnTo>
                    <a:pt x="3681598" y="1579762"/>
                  </a:lnTo>
                  <a:lnTo>
                    <a:pt x="3680930" y="1579762"/>
                  </a:lnTo>
                  <a:lnTo>
                    <a:pt x="3680262" y="1579762"/>
                  </a:lnTo>
                  <a:lnTo>
                    <a:pt x="3679594" y="1579762"/>
                  </a:lnTo>
                  <a:lnTo>
                    <a:pt x="3678926" y="1579762"/>
                  </a:lnTo>
                  <a:lnTo>
                    <a:pt x="3678258" y="1579762"/>
                  </a:lnTo>
                  <a:lnTo>
                    <a:pt x="3677590" y="1579762"/>
                  </a:lnTo>
                  <a:lnTo>
                    <a:pt x="3676922" y="1579762"/>
                  </a:lnTo>
                  <a:lnTo>
                    <a:pt x="3676253" y="1579762"/>
                  </a:lnTo>
                  <a:lnTo>
                    <a:pt x="3675585" y="1579762"/>
                  </a:lnTo>
                  <a:lnTo>
                    <a:pt x="3674917" y="1579762"/>
                  </a:lnTo>
                  <a:lnTo>
                    <a:pt x="3674249" y="1579762"/>
                  </a:lnTo>
                  <a:lnTo>
                    <a:pt x="3673581" y="1579762"/>
                  </a:lnTo>
                  <a:lnTo>
                    <a:pt x="3672913" y="1579762"/>
                  </a:lnTo>
                  <a:lnTo>
                    <a:pt x="3672245" y="1579762"/>
                  </a:lnTo>
                  <a:lnTo>
                    <a:pt x="3671577" y="1579762"/>
                  </a:lnTo>
                  <a:lnTo>
                    <a:pt x="3670909" y="1579762"/>
                  </a:lnTo>
                  <a:lnTo>
                    <a:pt x="3670241" y="1579762"/>
                  </a:lnTo>
                  <a:lnTo>
                    <a:pt x="3669573" y="1579762"/>
                  </a:lnTo>
                  <a:lnTo>
                    <a:pt x="3668905" y="1579762"/>
                  </a:lnTo>
                  <a:lnTo>
                    <a:pt x="3668237" y="1579762"/>
                  </a:lnTo>
                  <a:lnTo>
                    <a:pt x="3667569" y="1579762"/>
                  </a:lnTo>
                  <a:lnTo>
                    <a:pt x="3666901" y="1579762"/>
                  </a:lnTo>
                  <a:lnTo>
                    <a:pt x="3666233" y="1579762"/>
                  </a:lnTo>
                  <a:lnTo>
                    <a:pt x="3665565" y="1579762"/>
                  </a:lnTo>
                  <a:lnTo>
                    <a:pt x="3664897" y="1579762"/>
                  </a:lnTo>
                  <a:lnTo>
                    <a:pt x="3664229" y="1579762"/>
                  </a:lnTo>
                  <a:lnTo>
                    <a:pt x="3663561" y="1579762"/>
                  </a:lnTo>
                  <a:lnTo>
                    <a:pt x="3662893" y="1579762"/>
                  </a:lnTo>
                  <a:lnTo>
                    <a:pt x="3662225" y="1579762"/>
                  </a:lnTo>
                  <a:lnTo>
                    <a:pt x="3661557" y="1579762"/>
                  </a:lnTo>
                  <a:lnTo>
                    <a:pt x="3660889" y="1579762"/>
                  </a:lnTo>
                  <a:lnTo>
                    <a:pt x="3660221" y="1579762"/>
                  </a:lnTo>
                  <a:lnTo>
                    <a:pt x="3659553" y="1579762"/>
                  </a:lnTo>
                  <a:lnTo>
                    <a:pt x="3658885" y="1579762"/>
                  </a:lnTo>
                  <a:lnTo>
                    <a:pt x="3658217" y="1579762"/>
                  </a:lnTo>
                  <a:lnTo>
                    <a:pt x="3657549" y="1579762"/>
                  </a:lnTo>
                  <a:lnTo>
                    <a:pt x="3656881" y="1579762"/>
                  </a:lnTo>
                  <a:lnTo>
                    <a:pt x="3656213" y="1579762"/>
                  </a:lnTo>
                  <a:lnTo>
                    <a:pt x="3655545" y="1579762"/>
                  </a:lnTo>
                  <a:lnTo>
                    <a:pt x="3654877" y="1579762"/>
                  </a:lnTo>
                  <a:lnTo>
                    <a:pt x="3654209" y="1579762"/>
                  </a:lnTo>
                  <a:lnTo>
                    <a:pt x="3653541" y="1579762"/>
                  </a:lnTo>
                  <a:lnTo>
                    <a:pt x="3652873" y="1579762"/>
                  </a:lnTo>
                  <a:lnTo>
                    <a:pt x="3652205" y="1579762"/>
                  </a:lnTo>
                  <a:lnTo>
                    <a:pt x="3651536" y="1579762"/>
                  </a:lnTo>
                  <a:lnTo>
                    <a:pt x="3650868" y="1579762"/>
                  </a:lnTo>
                  <a:lnTo>
                    <a:pt x="3650200" y="1579762"/>
                  </a:lnTo>
                  <a:lnTo>
                    <a:pt x="3649532" y="1579762"/>
                  </a:lnTo>
                  <a:lnTo>
                    <a:pt x="3648864" y="1579762"/>
                  </a:lnTo>
                  <a:lnTo>
                    <a:pt x="3648196" y="1579762"/>
                  </a:lnTo>
                  <a:lnTo>
                    <a:pt x="3647528" y="1579762"/>
                  </a:lnTo>
                  <a:lnTo>
                    <a:pt x="3646860" y="1579762"/>
                  </a:lnTo>
                  <a:lnTo>
                    <a:pt x="3646192" y="1579762"/>
                  </a:lnTo>
                  <a:lnTo>
                    <a:pt x="3645524" y="1579762"/>
                  </a:lnTo>
                  <a:lnTo>
                    <a:pt x="3644856" y="1579762"/>
                  </a:lnTo>
                  <a:lnTo>
                    <a:pt x="3644188" y="1579762"/>
                  </a:lnTo>
                  <a:lnTo>
                    <a:pt x="3643520" y="1579762"/>
                  </a:lnTo>
                  <a:lnTo>
                    <a:pt x="3642852" y="1579762"/>
                  </a:lnTo>
                  <a:lnTo>
                    <a:pt x="3642184" y="1579762"/>
                  </a:lnTo>
                  <a:lnTo>
                    <a:pt x="3641516" y="1579762"/>
                  </a:lnTo>
                  <a:lnTo>
                    <a:pt x="3640848" y="1579762"/>
                  </a:lnTo>
                  <a:lnTo>
                    <a:pt x="3640180" y="1579762"/>
                  </a:lnTo>
                  <a:lnTo>
                    <a:pt x="3639512" y="1579762"/>
                  </a:lnTo>
                  <a:lnTo>
                    <a:pt x="3638844" y="1579762"/>
                  </a:lnTo>
                  <a:lnTo>
                    <a:pt x="3638176" y="1579762"/>
                  </a:lnTo>
                  <a:lnTo>
                    <a:pt x="3637508" y="1579762"/>
                  </a:lnTo>
                  <a:lnTo>
                    <a:pt x="3636840" y="1579762"/>
                  </a:lnTo>
                  <a:lnTo>
                    <a:pt x="3636172" y="1579762"/>
                  </a:lnTo>
                  <a:lnTo>
                    <a:pt x="3635504" y="1579762"/>
                  </a:lnTo>
                  <a:lnTo>
                    <a:pt x="3634836" y="1579762"/>
                  </a:lnTo>
                  <a:lnTo>
                    <a:pt x="3634168" y="1579762"/>
                  </a:lnTo>
                  <a:lnTo>
                    <a:pt x="3633500" y="1579762"/>
                  </a:lnTo>
                  <a:lnTo>
                    <a:pt x="3632832" y="1579762"/>
                  </a:lnTo>
                  <a:lnTo>
                    <a:pt x="3632164" y="1579762"/>
                  </a:lnTo>
                  <a:lnTo>
                    <a:pt x="3631496" y="1579762"/>
                  </a:lnTo>
                  <a:lnTo>
                    <a:pt x="3630828" y="1579762"/>
                  </a:lnTo>
                  <a:lnTo>
                    <a:pt x="3630160" y="1579762"/>
                  </a:lnTo>
                  <a:lnTo>
                    <a:pt x="3629492" y="1579762"/>
                  </a:lnTo>
                  <a:lnTo>
                    <a:pt x="3628824" y="1579762"/>
                  </a:lnTo>
                  <a:lnTo>
                    <a:pt x="3628156" y="1579762"/>
                  </a:lnTo>
                  <a:lnTo>
                    <a:pt x="3627487" y="1579762"/>
                  </a:lnTo>
                  <a:lnTo>
                    <a:pt x="3626819" y="1579762"/>
                  </a:lnTo>
                  <a:lnTo>
                    <a:pt x="3626151" y="1579762"/>
                  </a:lnTo>
                  <a:lnTo>
                    <a:pt x="3625483" y="1579762"/>
                  </a:lnTo>
                  <a:lnTo>
                    <a:pt x="3624815" y="1579762"/>
                  </a:lnTo>
                  <a:lnTo>
                    <a:pt x="3624147" y="1579762"/>
                  </a:lnTo>
                  <a:lnTo>
                    <a:pt x="3623479" y="1579762"/>
                  </a:lnTo>
                  <a:lnTo>
                    <a:pt x="3622811" y="1579762"/>
                  </a:lnTo>
                  <a:lnTo>
                    <a:pt x="3622143" y="1579762"/>
                  </a:lnTo>
                  <a:lnTo>
                    <a:pt x="3621475" y="1579762"/>
                  </a:lnTo>
                  <a:lnTo>
                    <a:pt x="3620807" y="1579762"/>
                  </a:lnTo>
                  <a:lnTo>
                    <a:pt x="3620139" y="1579762"/>
                  </a:lnTo>
                  <a:lnTo>
                    <a:pt x="3619471" y="1579762"/>
                  </a:lnTo>
                  <a:lnTo>
                    <a:pt x="3618803" y="1579762"/>
                  </a:lnTo>
                  <a:lnTo>
                    <a:pt x="3618135" y="1579762"/>
                  </a:lnTo>
                  <a:lnTo>
                    <a:pt x="3617467" y="1579762"/>
                  </a:lnTo>
                  <a:lnTo>
                    <a:pt x="3616799" y="1579762"/>
                  </a:lnTo>
                  <a:lnTo>
                    <a:pt x="3616131" y="1579762"/>
                  </a:lnTo>
                  <a:lnTo>
                    <a:pt x="3615463" y="1579762"/>
                  </a:lnTo>
                  <a:lnTo>
                    <a:pt x="3614795" y="1579762"/>
                  </a:lnTo>
                  <a:lnTo>
                    <a:pt x="3614127" y="1579762"/>
                  </a:lnTo>
                  <a:lnTo>
                    <a:pt x="3613459" y="1579762"/>
                  </a:lnTo>
                  <a:lnTo>
                    <a:pt x="3612791" y="1579762"/>
                  </a:lnTo>
                  <a:lnTo>
                    <a:pt x="3612123" y="1579762"/>
                  </a:lnTo>
                  <a:lnTo>
                    <a:pt x="3611455" y="1579762"/>
                  </a:lnTo>
                  <a:lnTo>
                    <a:pt x="3610787" y="1579762"/>
                  </a:lnTo>
                  <a:lnTo>
                    <a:pt x="3610119" y="1579762"/>
                  </a:lnTo>
                  <a:lnTo>
                    <a:pt x="3609451" y="1579762"/>
                  </a:lnTo>
                  <a:lnTo>
                    <a:pt x="3608783" y="1579762"/>
                  </a:lnTo>
                  <a:lnTo>
                    <a:pt x="3608115" y="1579762"/>
                  </a:lnTo>
                  <a:lnTo>
                    <a:pt x="3607447" y="1579762"/>
                  </a:lnTo>
                  <a:lnTo>
                    <a:pt x="3606779" y="1579762"/>
                  </a:lnTo>
                  <a:lnTo>
                    <a:pt x="3606111" y="1579762"/>
                  </a:lnTo>
                  <a:lnTo>
                    <a:pt x="3605443" y="1579762"/>
                  </a:lnTo>
                  <a:lnTo>
                    <a:pt x="3604775" y="1579762"/>
                  </a:lnTo>
                  <a:lnTo>
                    <a:pt x="3604107" y="1579762"/>
                  </a:lnTo>
                  <a:lnTo>
                    <a:pt x="3603439" y="1579762"/>
                  </a:lnTo>
                  <a:lnTo>
                    <a:pt x="3602770" y="1579762"/>
                  </a:lnTo>
                  <a:lnTo>
                    <a:pt x="3602102" y="1579762"/>
                  </a:lnTo>
                  <a:lnTo>
                    <a:pt x="3601434" y="1579762"/>
                  </a:lnTo>
                  <a:lnTo>
                    <a:pt x="3600766" y="1579762"/>
                  </a:lnTo>
                  <a:lnTo>
                    <a:pt x="3600098" y="1579762"/>
                  </a:lnTo>
                  <a:lnTo>
                    <a:pt x="3599430" y="1579762"/>
                  </a:lnTo>
                  <a:lnTo>
                    <a:pt x="3598762" y="1579762"/>
                  </a:lnTo>
                  <a:lnTo>
                    <a:pt x="3598094" y="1579762"/>
                  </a:lnTo>
                  <a:lnTo>
                    <a:pt x="3597426" y="1579762"/>
                  </a:lnTo>
                  <a:lnTo>
                    <a:pt x="3596758" y="1579762"/>
                  </a:lnTo>
                  <a:lnTo>
                    <a:pt x="3596090" y="1579762"/>
                  </a:lnTo>
                  <a:lnTo>
                    <a:pt x="3595422" y="1579762"/>
                  </a:lnTo>
                  <a:lnTo>
                    <a:pt x="3594754" y="1579762"/>
                  </a:lnTo>
                  <a:lnTo>
                    <a:pt x="3594086" y="1579762"/>
                  </a:lnTo>
                  <a:lnTo>
                    <a:pt x="3593418" y="1579762"/>
                  </a:lnTo>
                  <a:lnTo>
                    <a:pt x="3592750" y="1579762"/>
                  </a:lnTo>
                  <a:lnTo>
                    <a:pt x="3592082" y="1579762"/>
                  </a:lnTo>
                  <a:lnTo>
                    <a:pt x="3591414" y="1579762"/>
                  </a:lnTo>
                  <a:lnTo>
                    <a:pt x="3590746" y="1579762"/>
                  </a:lnTo>
                  <a:lnTo>
                    <a:pt x="3590078" y="1579762"/>
                  </a:lnTo>
                  <a:lnTo>
                    <a:pt x="3589410" y="1579762"/>
                  </a:lnTo>
                  <a:lnTo>
                    <a:pt x="3588742" y="1579762"/>
                  </a:lnTo>
                  <a:lnTo>
                    <a:pt x="3588074" y="1579762"/>
                  </a:lnTo>
                  <a:lnTo>
                    <a:pt x="3587406" y="1579762"/>
                  </a:lnTo>
                  <a:lnTo>
                    <a:pt x="3586738" y="1579762"/>
                  </a:lnTo>
                  <a:lnTo>
                    <a:pt x="3586070" y="1579762"/>
                  </a:lnTo>
                  <a:lnTo>
                    <a:pt x="3585402" y="1579762"/>
                  </a:lnTo>
                  <a:lnTo>
                    <a:pt x="3584734" y="1579762"/>
                  </a:lnTo>
                  <a:lnTo>
                    <a:pt x="3584066" y="1579762"/>
                  </a:lnTo>
                  <a:lnTo>
                    <a:pt x="3583398" y="1579762"/>
                  </a:lnTo>
                  <a:lnTo>
                    <a:pt x="3582730" y="1579762"/>
                  </a:lnTo>
                  <a:lnTo>
                    <a:pt x="3582062" y="1579762"/>
                  </a:lnTo>
                  <a:lnTo>
                    <a:pt x="3581394" y="1579762"/>
                  </a:lnTo>
                  <a:lnTo>
                    <a:pt x="3580726" y="1579762"/>
                  </a:lnTo>
                  <a:lnTo>
                    <a:pt x="3580058" y="1579762"/>
                  </a:lnTo>
                  <a:lnTo>
                    <a:pt x="3579390" y="1579762"/>
                  </a:lnTo>
                  <a:lnTo>
                    <a:pt x="3578722" y="1579762"/>
                  </a:lnTo>
                  <a:lnTo>
                    <a:pt x="3578053" y="1579762"/>
                  </a:lnTo>
                  <a:lnTo>
                    <a:pt x="3577385" y="1579762"/>
                  </a:lnTo>
                  <a:lnTo>
                    <a:pt x="3576717" y="1579762"/>
                  </a:lnTo>
                  <a:lnTo>
                    <a:pt x="3576049" y="1579762"/>
                  </a:lnTo>
                  <a:lnTo>
                    <a:pt x="3575381" y="1579762"/>
                  </a:lnTo>
                  <a:lnTo>
                    <a:pt x="3574713" y="1579762"/>
                  </a:lnTo>
                  <a:lnTo>
                    <a:pt x="3574045" y="1579762"/>
                  </a:lnTo>
                  <a:lnTo>
                    <a:pt x="3573377" y="1579762"/>
                  </a:lnTo>
                  <a:lnTo>
                    <a:pt x="3572709" y="1579762"/>
                  </a:lnTo>
                  <a:lnTo>
                    <a:pt x="3572041" y="1579762"/>
                  </a:lnTo>
                  <a:lnTo>
                    <a:pt x="3571373" y="1579762"/>
                  </a:lnTo>
                  <a:lnTo>
                    <a:pt x="3570705" y="1579762"/>
                  </a:lnTo>
                  <a:lnTo>
                    <a:pt x="3570037" y="1579762"/>
                  </a:lnTo>
                  <a:lnTo>
                    <a:pt x="3569369" y="1579762"/>
                  </a:lnTo>
                  <a:lnTo>
                    <a:pt x="3568701" y="1579762"/>
                  </a:lnTo>
                  <a:lnTo>
                    <a:pt x="3568033" y="1579762"/>
                  </a:lnTo>
                  <a:lnTo>
                    <a:pt x="3567365" y="1579762"/>
                  </a:lnTo>
                  <a:lnTo>
                    <a:pt x="3566697" y="1579762"/>
                  </a:lnTo>
                  <a:lnTo>
                    <a:pt x="3566029" y="1579762"/>
                  </a:lnTo>
                  <a:lnTo>
                    <a:pt x="3565361" y="1579762"/>
                  </a:lnTo>
                  <a:lnTo>
                    <a:pt x="3564693" y="1579762"/>
                  </a:lnTo>
                  <a:lnTo>
                    <a:pt x="3564025" y="1579762"/>
                  </a:lnTo>
                  <a:lnTo>
                    <a:pt x="3563357" y="1579762"/>
                  </a:lnTo>
                  <a:lnTo>
                    <a:pt x="3562689" y="1579762"/>
                  </a:lnTo>
                  <a:lnTo>
                    <a:pt x="3562021" y="1579762"/>
                  </a:lnTo>
                  <a:lnTo>
                    <a:pt x="3561353" y="1579762"/>
                  </a:lnTo>
                  <a:lnTo>
                    <a:pt x="3560685" y="1579762"/>
                  </a:lnTo>
                  <a:lnTo>
                    <a:pt x="3560017" y="1579762"/>
                  </a:lnTo>
                  <a:lnTo>
                    <a:pt x="3559349" y="1579762"/>
                  </a:lnTo>
                  <a:lnTo>
                    <a:pt x="3558681" y="1579762"/>
                  </a:lnTo>
                  <a:lnTo>
                    <a:pt x="3558013" y="1579762"/>
                  </a:lnTo>
                  <a:lnTo>
                    <a:pt x="3557345" y="1579762"/>
                  </a:lnTo>
                  <a:lnTo>
                    <a:pt x="3556677" y="1579762"/>
                  </a:lnTo>
                  <a:lnTo>
                    <a:pt x="3556009" y="1579762"/>
                  </a:lnTo>
                  <a:lnTo>
                    <a:pt x="3555341" y="1579762"/>
                  </a:lnTo>
                  <a:lnTo>
                    <a:pt x="3554673" y="1579762"/>
                  </a:lnTo>
                  <a:lnTo>
                    <a:pt x="3554005" y="1579762"/>
                  </a:lnTo>
                  <a:lnTo>
                    <a:pt x="3553336" y="1579762"/>
                  </a:lnTo>
                  <a:lnTo>
                    <a:pt x="3552668" y="1579762"/>
                  </a:lnTo>
                  <a:lnTo>
                    <a:pt x="3552000" y="1579762"/>
                  </a:lnTo>
                  <a:lnTo>
                    <a:pt x="3551332" y="1579762"/>
                  </a:lnTo>
                  <a:lnTo>
                    <a:pt x="3550664" y="1579762"/>
                  </a:lnTo>
                  <a:lnTo>
                    <a:pt x="3549996" y="1579762"/>
                  </a:lnTo>
                  <a:lnTo>
                    <a:pt x="3549328" y="1579762"/>
                  </a:lnTo>
                  <a:lnTo>
                    <a:pt x="3548660" y="1579762"/>
                  </a:lnTo>
                  <a:lnTo>
                    <a:pt x="3547992" y="1579762"/>
                  </a:lnTo>
                  <a:lnTo>
                    <a:pt x="3547324" y="1579762"/>
                  </a:lnTo>
                  <a:lnTo>
                    <a:pt x="3546656" y="1579762"/>
                  </a:lnTo>
                  <a:lnTo>
                    <a:pt x="3545988" y="1579762"/>
                  </a:lnTo>
                  <a:lnTo>
                    <a:pt x="3545320" y="1579762"/>
                  </a:lnTo>
                  <a:lnTo>
                    <a:pt x="3544652" y="1579762"/>
                  </a:lnTo>
                  <a:lnTo>
                    <a:pt x="3543984" y="1579762"/>
                  </a:lnTo>
                  <a:lnTo>
                    <a:pt x="3543316" y="1579762"/>
                  </a:lnTo>
                  <a:lnTo>
                    <a:pt x="3542648" y="1579762"/>
                  </a:lnTo>
                  <a:lnTo>
                    <a:pt x="3541980" y="1579762"/>
                  </a:lnTo>
                  <a:lnTo>
                    <a:pt x="3541312" y="1579762"/>
                  </a:lnTo>
                  <a:lnTo>
                    <a:pt x="3540644" y="1579762"/>
                  </a:lnTo>
                  <a:lnTo>
                    <a:pt x="3539976" y="1579762"/>
                  </a:lnTo>
                  <a:lnTo>
                    <a:pt x="3539308" y="1579762"/>
                  </a:lnTo>
                  <a:lnTo>
                    <a:pt x="3538640" y="1579762"/>
                  </a:lnTo>
                  <a:lnTo>
                    <a:pt x="3537972" y="1579762"/>
                  </a:lnTo>
                  <a:lnTo>
                    <a:pt x="3537304" y="1579762"/>
                  </a:lnTo>
                  <a:lnTo>
                    <a:pt x="3536636" y="1579762"/>
                  </a:lnTo>
                  <a:lnTo>
                    <a:pt x="3535968" y="1579762"/>
                  </a:lnTo>
                  <a:lnTo>
                    <a:pt x="3535300" y="1579762"/>
                  </a:lnTo>
                  <a:lnTo>
                    <a:pt x="3534632" y="1579762"/>
                  </a:lnTo>
                  <a:lnTo>
                    <a:pt x="3533964" y="1579762"/>
                  </a:lnTo>
                  <a:lnTo>
                    <a:pt x="3533296" y="1579762"/>
                  </a:lnTo>
                  <a:lnTo>
                    <a:pt x="3532628" y="1579762"/>
                  </a:lnTo>
                  <a:lnTo>
                    <a:pt x="3531960" y="1579762"/>
                  </a:lnTo>
                  <a:lnTo>
                    <a:pt x="3531292" y="1579762"/>
                  </a:lnTo>
                  <a:lnTo>
                    <a:pt x="3530624" y="1579762"/>
                  </a:lnTo>
                  <a:lnTo>
                    <a:pt x="3529956" y="1579762"/>
                  </a:lnTo>
                  <a:lnTo>
                    <a:pt x="3529287" y="1579762"/>
                  </a:lnTo>
                  <a:lnTo>
                    <a:pt x="3528619" y="1579762"/>
                  </a:lnTo>
                  <a:lnTo>
                    <a:pt x="3527951" y="1579762"/>
                  </a:lnTo>
                  <a:lnTo>
                    <a:pt x="3527283" y="1579762"/>
                  </a:lnTo>
                  <a:lnTo>
                    <a:pt x="3526615" y="1579762"/>
                  </a:lnTo>
                  <a:lnTo>
                    <a:pt x="3525947" y="1579762"/>
                  </a:lnTo>
                  <a:lnTo>
                    <a:pt x="3525279" y="1579762"/>
                  </a:lnTo>
                  <a:lnTo>
                    <a:pt x="3524611" y="1579762"/>
                  </a:lnTo>
                  <a:lnTo>
                    <a:pt x="3523943" y="1579762"/>
                  </a:lnTo>
                  <a:lnTo>
                    <a:pt x="3523275" y="1579762"/>
                  </a:lnTo>
                  <a:lnTo>
                    <a:pt x="3522607" y="1579762"/>
                  </a:lnTo>
                  <a:lnTo>
                    <a:pt x="3521939" y="1579762"/>
                  </a:lnTo>
                  <a:lnTo>
                    <a:pt x="3521271" y="1579762"/>
                  </a:lnTo>
                  <a:lnTo>
                    <a:pt x="3520603" y="1579762"/>
                  </a:lnTo>
                  <a:lnTo>
                    <a:pt x="3519935" y="1579762"/>
                  </a:lnTo>
                  <a:lnTo>
                    <a:pt x="3519267" y="1579762"/>
                  </a:lnTo>
                  <a:lnTo>
                    <a:pt x="3518599" y="1579762"/>
                  </a:lnTo>
                  <a:lnTo>
                    <a:pt x="3517931" y="1579762"/>
                  </a:lnTo>
                  <a:lnTo>
                    <a:pt x="3517263" y="1579762"/>
                  </a:lnTo>
                  <a:lnTo>
                    <a:pt x="3516595" y="1579762"/>
                  </a:lnTo>
                  <a:lnTo>
                    <a:pt x="3515927" y="1579762"/>
                  </a:lnTo>
                  <a:lnTo>
                    <a:pt x="3515259" y="1579762"/>
                  </a:lnTo>
                  <a:lnTo>
                    <a:pt x="3514591" y="1579762"/>
                  </a:lnTo>
                  <a:lnTo>
                    <a:pt x="3513923" y="1579762"/>
                  </a:lnTo>
                  <a:lnTo>
                    <a:pt x="3513255" y="1579762"/>
                  </a:lnTo>
                  <a:lnTo>
                    <a:pt x="3512587" y="1579762"/>
                  </a:lnTo>
                  <a:lnTo>
                    <a:pt x="3511919" y="1579762"/>
                  </a:lnTo>
                  <a:lnTo>
                    <a:pt x="3511251" y="1579762"/>
                  </a:lnTo>
                  <a:lnTo>
                    <a:pt x="3510583" y="1579762"/>
                  </a:lnTo>
                  <a:lnTo>
                    <a:pt x="3509915" y="1579762"/>
                  </a:lnTo>
                  <a:lnTo>
                    <a:pt x="3509247" y="1579762"/>
                  </a:lnTo>
                  <a:lnTo>
                    <a:pt x="3508579" y="1579762"/>
                  </a:lnTo>
                  <a:lnTo>
                    <a:pt x="3507911" y="1579762"/>
                  </a:lnTo>
                  <a:lnTo>
                    <a:pt x="3507243" y="1579762"/>
                  </a:lnTo>
                  <a:lnTo>
                    <a:pt x="3506575" y="1579762"/>
                  </a:lnTo>
                  <a:lnTo>
                    <a:pt x="3505907" y="1579762"/>
                  </a:lnTo>
                  <a:lnTo>
                    <a:pt x="3505239" y="1579762"/>
                  </a:lnTo>
                  <a:lnTo>
                    <a:pt x="3504570" y="1579762"/>
                  </a:lnTo>
                  <a:lnTo>
                    <a:pt x="3503902" y="1579762"/>
                  </a:lnTo>
                  <a:lnTo>
                    <a:pt x="3503234" y="1579762"/>
                  </a:lnTo>
                  <a:lnTo>
                    <a:pt x="3502566" y="1579762"/>
                  </a:lnTo>
                  <a:lnTo>
                    <a:pt x="3501898" y="1579762"/>
                  </a:lnTo>
                  <a:lnTo>
                    <a:pt x="3501230" y="1579762"/>
                  </a:lnTo>
                  <a:lnTo>
                    <a:pt x="3500562" y="1579762"/>
                  </a:lnTo>
                  <a:lnTo>
                    <a:pt x="3499894" y="1579762"/>
                  </a:lnTo>
                  <a:lnTo>
                    <a:pt x="3499226" y="1579762"/>
                  </a:lnTo>
                  <a:lnTo>
                    <a:pt x="3498558" y="1579762"/>
                  </a:lnTo>
                  <a:lnTo>
                    <a:pt x="3497890" y="1579762"/>
                  </a:lnTo>
                  <a:lnTo>
                    <a:pt x="3497222" y="1579762"/>
                  </a:lnTo>
                  <a:lnTo>
                    <a:pt x="3496554" y="1579762"/>
                  </a:lnTo>
                  <a:lnTo>
                    <a:pt x="3495886" y="1579762"/>
                  </a:lnTo>
                  <a:lnTo>
                    <a:pt x="3495218" y="1579762"/>
                  </a:lnTo>
                  <a:lnTo>
                    <a:pt x="3494550" y="1579762"/>
                  </a:lnTo>
                  <a:lnTo>
                    <a:pt x="3493882" y="1579762"/>
                  </a:lnTo>
                  <a:lnTo>
                    <a:pt x="3493214" y="1579762"/>
                  </a:lnTo>
                  <a:lnTo>
                    <a:pt x="3492546" y="1579762"/>
                  </a:lnTo>
                  <a:lnTo>
                    <a:pt x="3491878" y="1579762"/>
                  </a:lnTo>
                  <a:lnTo>
                    <a:pt x="3491210" y="1579762"/>
                  </a:lnTo>
                  <a:lnTo>
                    <a:pt x="3490542" y="1579762"/>
                  </a:lnTo>
                  <a:lnTo>
                    <a:pt x="3489874" y="1579762"/>
                  </a:lnTo>
                  <a:lnTo>
                    <a:pt x="3489206" y="1579762"/>
                  </a:lnTo>
                  <a:lnTo>
                    <a:pt x="3488538" y="1579762"/>
                  </a:lnTo>
                  <a:lnTo>
                    <a:pt x="3487870" y="1579762"/>
                  </a:lnTo>
                  <a:lnTo>
                    <a:pt x="3487202" y="1579762"/>
                  </a:lnTo>
                  <a:lnTo>
                    <a:pt x="3486534" y="1579762"/>
                  </a:lnTo>
                  <a:lnTo>
                    <a:pt x="3485866" y="1579762"/>
                  </a:lnTo>
                  <a:lnTo>
                    <a:pt x="3485198" y="1579762"/>
                  </a:lnTo>
                  <a:lnTo>
                    <a:pt x="3484530" y="1579762"/>
                  </a:lnTo>
                  <a:lnTo>
                    <a:pt x="3483862" y="1579762"/>
                  </a:lnTo>
                  <a:lnTo>
                    <a:pt x="3483194" y="1579762"/>
                  </a:lnTo>
                  <a:lnTo>
                    <a:pt x="3482526" y="1579762"/>
                  </a:lnTo>
                  <a:lnTo>
                    <a:pt x="3481858" y="1579762"/>
                  </a:lnTo>
                  <a:lnTo>
                    <a:pt x="3481190" y="1579762"/>
                  </a:lnTo>
                  <a:lnTo>
                    <a:pt x="3480522" y="1579762"/>
                  </a:lnTo>
                  <a:lnTo>
                    <a:pt x="3479853" y="1579762"/>
                  </a:lnTo>
                  <a:lnTo>
                    <a:pt x="3479185" y="1579762"/>
                  </a:lnTo>
                  <a:lnTo>
                    <a:pt x="3478517" y="1579762"/>
                  </a:lnTo>
                  <a:lnTo>
                    <a:pt x="3477849" y="1579762"/>
                  </a:lnTo>
                  <a:lnTo>
                    <a:pt x="3477181" y="1579762"/>
                  </a:lnTo>
                  <a:lnTo>
                    <a:pt x="3476513" y="1579762"/>
                  </a:lnTo>
                  <a:lnTo>
                    <a:pt x="3475845" y="1579762"/>
                  </a:lnTo>
                  <a:lnTo>
                    <a:pt x="3475177" y="1579762"/>
                  </a:lnTo>
                  <a:lnTo>
                    <a:pt x="3474509" y="1579762"/>
                  </a:lnTo>
                  <a:lnTo>
                    <a:pt x="3473841" y="1579762"/>
                  </a:lnTo>
                  <a:lnTo>
                    <a:pt x="3473173" y="1579762"/>
                  </a:lnTo>
                  <a:lnTo>
                    <a:pt x="3472505" y="1579762"/>
                  </a:lnTo>
                  <a:lnTo>
                    <a:pt x="3471837" y="1579762"/>
                  </a:lnTo>
                  <a:lnTo>
                    <a:pt x="3471169" y="1579762"/>
                  </a:lnTo>
                  <a:lnTo>
                    <a:pt x="3470501" y="1579762"/>
                  </a:lnTo>
                  <a:lnTo>
                    <a:pt x="3469833" y="1579762"/>
                  </a:lnTo>
                  <a:lnTo>
                    <a:pt x="3469165" y="1579762"/>
                  </a:lnTo>
                  <a:lnTo>
                    <a:pt x="3468497" y="1579762"/>
                  </a:lnTo>
                  <a:lnTo>
                    <a:pt x="3467829" y="1579762"/>
                  </a:lnTo>
                  <a:lnTo>
                    <a:pt x="3467161" y="1579762"/>
                  </a:lnTo>
                  <a:lnTo>
                    <a:pt x="3466493" y="1579762"/>
                  </a:lnTo>
                  <a:lnTo>
                    <a:pt x="3465825" y="1579762"/>
                  </a:lnTo>
                  <a:lnTo>
                    <a:pt x="3465157" y="1579762"/>
                  </a:lnTo>
                  <a:lnTo>
                    <a:pt x="3464489" y="1579762"/>
                  </a:lnTo>
                  <a:lnTo>
                    <a:pt x="3463821" y="1579762"/>
                  </a:lnTo>
                  <a:lnTo>
                    <a:pt x="3463153" y="1579762"/>
                  </a:lnTo>
                  <a:lnTo>
                    <a:pt x="3462485" y="1579762"/>
                  </a:lnTo>
                  <a:lnTo>
                    <a:pt x="3461817" y="1579762"/>
                  </a:lnTo>
                  <a:lnTo>
                    <a:pt x="3461149" y="1579762"/>
                  </a:lnTo>
                  <a:lnTo>
                    <a:pt x="3460481" y="1579762"/>
                  </a:lnTo>
                  <a:lnTo>
                    <a:pt x="3459813" y="1579762"/>
                  </a:lnTo>
                  <a:lnTo>
                    <a:pt x="3459145" y="1579762"/>
                  </a:lnTo>
                  <a:lnTo>
                    <a:pt x="3458477" y="1579762"/>
                  </a:lnTo>
                  <a:lnTo>
                    <a:pt x="3457809" y="1579762"/>
                  </a:lnTo>
                  <a:lnTo>
                    <a:pt x="3457141" y="1579762"/>
                  </a:lnTo>
                  <a:lnTo>
                    <a:pt x="3456473" y="1579762"/>
                  </a:lnTo>
                  <a:lnTo>
                    <a:pt x="3455805" y="1579762"/>
                  </a:lnTo>
                  <a:lnTo>
                    <a:pt x="3455136" y="1579762"/>
                  </a:lnTo>
                  <a:lnTo>
                    <a:pt x="3454468" y="1579762"/>
                  </a:lnTo>
                  <a:lnTo>
                    <a:pt x="3453800" y="1579762"/>
                  </a:lnTo>
                  <a:lnTo>
                    <a:pt x="3453132" y="1579762"/>
                  </a:lnTo>
                  <a:lnTo>
                    <a:pt x="3452464" y="1579762"/>
                  </a:lnTo>
                  <a:lnTo>
                    <a:pt x="3451796" y="1579762"/>
                  </a:lnTo>
                  <a:lnTo>
                    <a:pt x="3451128" y="1579762"/>
                  </a:lnTo>
                  <a:lnTo>
                    <a:pt x="3450460" y="1579762"/>
                  </a:lnTo>
                  <a:lnTo>
                    <a:pt x="3449792" y="1579762"/>
                  </a:lnTo>
                  <a:lnTo>
                    <a:pt x="3449124" y="1579762"/>
                  </a:lnTo>
                  <a:lnTo>
                    <a:pt x="3448456" y="1579762"/>
                  </a:lnTo>
                  <a:lnTo>
                    <a:pt x="3447788" y="1579762"/>
                  </a:lnTo>
                  <a:lnTo>
                    <a:pt x="3447120" y="1579762"/>
                  </a:lnTo>
                  <a:lnTo>
                    <a:pt x="3446452" y="1579762"/>
                  </a:lnTo>
                  <a:lnTo>
                    <a:pt x="3445784" y="1579762"/>
                  </a:lnTo>
                  <a:lnTo>
                    <a:pt x="3445116" y="1579762"/>
                  </a:lnTo>
                  <a:lnTo>
                    <a:pt x="3444448" y="1579762"/>
                  </a:lnTo>
                  <a:lnTo>
                    <a:pt x="3443780" y="1579762"/>
                  </a:lnTo>
                  <a:lnTo>
                    <a:pt x="3443112" y="1579762"/>
                  </a:lnTo>
                  <a:lnTo>
                    <a:pt x="3442444" y="1579762"/>
                  </a:lnTo>
                  <a:lnTo>
                    <a:pt x="3441776" y="1579762"/>
                  </a:lnTo>
                  <a:lnTo>
                    <a:pt x="3441108" y="1579762"/>
                  </a:lnTo>
                  <a:lnTo>
                    <a:pt x="3440440" y="1579762"/>
                  </a:lnTo>
                  <a:lnTo>
                    <a:pt x="3439772" y="1579762"/>
                  </a:lnTo>
                  <a:lnTo>
                    <a:pt x="3439104" y="1579762"/>
                  </a:lnTo>
                  <a:lnTo>
                    <a:pt x="3438436" y="1579762"/>
                  </a:lnTo>
                  <a:lnTo>
                    <a:pt x="3437768" y="1579762"/>
                  </a:lnTo>
                  <a:lnTo>
                    <a:pt x="3437100" y="1579762"/>
                  </a:lnTo>
                  <a:lnTo>
                    <a:pt x="3436432" y="1579762"/>
                  </a:lnTo>
                  <a:lnTo>
                    <a:pt x="3435764" y="1579762"/>
                  </a:lnTo>
                  <a:lnTo>
                    <a:pt x="3435096" y="1579762"/>
                  </a:lnTo>
                  <a:lnTo>
                    <a:pt x="3434428" y="1579762"/>
                  </a:lnTo>
                  <a:lnTo>
                    <a:pt x="3433760" y="1579762"/>
                  </a:lnTo>
                  <a:lnTo>
                    <a:pt x="3433092" y="1579762"/>
                  </a:lnTo>
                  <a:lnTo>
                    <a:pt x="3432424" y="1579762"/>
                  </a:lnTo>
                  <a:lnTo>
                    <a:pt x="3431756" y="1579762"/>
                  </a:lnTo>
                  <a:lnTo>
                    <a:pt x="3431087" y="1579762"/>
                  </a:lnTo>
                  <a:lnTo>
                    <a:pt x="3430419" y="1579762"/>
                  </a:lnTo>
                  <a:lnTo>
                    <a:pt x="3429751" y="1579762"/>
                  </a:lnTo>
                  <a:lnTo>
                    <a:pt x="3429083" y="1579762"/>
                  </a:lnTo>
                  <a:lnTo>
                    <a:pt x="3428415" y="1579762"/>
                  </a:lnTo>
                  <a:lnTo>
                    <a:pt x="3427747" y="1579762"/>
                  </a:lnTo>
                  <a:lnTo>
                    <a:pt x="3427079" y="1579762"/>
                  </a:lnTo>
                  <a:lnTo>
                    <a:pt x="3426411" y="1579762"/>
                  </a:lnTo>
                  <a:lnTo>
                    <a:pt x="3425743" y="1579762"/>
                  </a:lnTo>
                  <a:lnTo>
                    <a:pt x="3425075" y="1579762"/>
                  </a:lnTo>
                  <a:lnTo>
                    <a:pt x="3424407" y="1579762"/>
                  </a:lnTo>
                  <a:lnTo>
                    <a:pt x="3423739" y="1579762"/>
                  </a:lnTo>
                  <a:lnTo>
                    <a:pt x="3423071" y="1579762"/>
                  </a:lnTo>
                  <a:lnTo>
                    <a:pt x="3422403" y="1579762"/>
                  </a:lnTo>
                  <a:lnTo>
                    <a:pt x="3421735" y="1579762"/>
                  </a:lnTo>
                  <a:lnTo>
                    <a:pt x="3421067" y="1579762"/>
                  </a:lnTo>
                  <a:lnTo>
                    <a:pt x="3420399" y="1579762"/>
                  </a:lnTo>
                  <a:lnTo>
                    <a:pt x="3419731" y="1579762"/>
                  </a:lnTo>
                  <a:lnTo>
                    <a:pt x="3419063" y="1579762"/>
                  </a:lnTo>
                  <a:lnTo>
                    <a:pt x="3418395" y="1579762"/>
                  </a:lnTo>
                  <a:lnTo>
                    <a:pt x="3417727" y="1579762"/>
                  </a:lnTo>
                  <a:lnTo>
                    <a:pt x="3417059" y="1579762"/>
                  </a:lnTo>
                  <a:lnTo>
                    <a:pt x="3416391" y="1579762"/>
                  </a:lnTo>
                  <a:lnTo>
                    <a:pt x="3415723" y="1579762"/>
                  </a:lnTo>
                  <a:lnTo>
                    <a:pt x="3415055" y="1579762"/>
                  </a:lnTo>
                  <a:lnTo>
                    <a:pt x="3414387" y="1579762"/>
                  </a:lnTo>
                  <a:lnTo>
                    <a:pt x="3413719" y="1579762"/>
                  </a:lnTo>
                  <a:lnTo>
                    <a:pt x="3413051" y="1579762"/>
                  </a:lnTo>
                  <a:lnTo>
                    <a:pt x="3412383" y="1579762"/>
                  </a:lnTo>
                  <a:lnTo>
                    <a:pt x="3411715" y="1579762"/>
                  </a:lnTo>
                  <a:lnTo>
                    <a:pt x="3411047" y="1579762"/>
                  </a:lnTo>
                  <a:lnTo>
                    <a:pt x="3410379" y="1579762"/>
                  </a:lnTo>
                  <a:lnTo>
                    <a:pt x="3409711" y="1579762"/>
                  </a:lnTo>
                  <a:lnTo>
                    <a:pt x="3409043" y="1579762"/>
                  </a:lnTo>
                  <a:lnTo>
                    <a:pt x="3408375" y="1579762"/>
                  </a:lnTo>
                  <a:lnTo>
                    <a:pt x="3407707" y="1579762"/>
                  </a:lnTo>
                  <a:lnTo>
                    <a:pt x="3407039" y="1579762"/>
                  </a:lnTo>
                  <a:lnTo>
                    <a:pt x="3406370" y="1579762"/>
                  </a:lnTo>
                  <a:lnTo>
                    <a:pt x="3405702" y="1579762"/>
                  </a:lnTo>
                  <a:lnTo>
                    <a:pt x="3405034" y="1579762"/>
                  </a:lnTo>
                  <a:lnTo>
                    <a:pt x="3404366" y="1579762"/>
                  </a:lnTo>
                  <a:lnTo>
                    <a:pt x="3403698" y="1579762"/>
                  </a:lnTo>
                  <a:lnTo>
                    <a:pt x="3403030" y="1579762"/>
                  </a:lnTo>
                  <a:lnTo>
                    <a:pt x="3402362" y="1579762"/>
                  </a:lnTo>
                  <a:lnTo>
                    <a:pt x="3401694" y="1579762"/>
                  </a:lnTo>
                  <a:lnTo>
                    <a:pt x="3401026" y="1579762"/>
                  </a:lnTo>
                  <a:lnTo>
                    <a:pt x="3400358" y="1579762"/>
                  </a:lnTo>
                  <a:lnTo>
                    <a:pt x="3399690" y="1579762"/>
                  </a:lnTo>
                  <a:lnTo>
                    <a:pt x="3399022" y="1579762"/>
                  </a:lnTo>
                  <a:lnTo>
                    <a:pt x="3398354" y="1579762"/>
                  </a:lnTo>
                  <a:lnTo>
                    <a:pt x="3397686" y="1579762"/>
                  </a:lnTo>
                  <a:lnTo>
                    <a:pt x="3397018" y="1579762"/>
                  </a:lnTo>
                  <a:lnTo>
                    <a:pt x="3396350" y="1579762"/>
                  </a:lnTo>
                  <a:lnTo>
                    <a:pt x="3395682" y="1579762"/>
                  </a:lnTo>
                  <a:lnTo>
                    <a:pt x="3395014" y="1579762"/>
                  </a:lnTo>
                  <a:lnTo>
                    <a:pt x="3394346" y="1579762"/>
                  </a:lnTo>
                  <a:lnTo>
                    <a:pt x="3393678" y="1579762"/>
                  </a:lnTo>
                  <a:lnTo>
                    <a:pt x="3393010" y="1579762"/>
                  </a:lnTo>
                  <a:lnTo>
                    <a:pt x="3392342" y="1579762"/>
                  </a:lnTo>
                  <a:lnTo>
                    <a:pt x="3391674" y="1579762"/>
                  </a:lnTo>
                  <a:lnTo>
                    <a:pt x="3391006" y="1579762"/>
                  </a:lnTo>
                  <a:lnTo>
                    <a:pt x="3390338" y="1579762"/>
                  </a:lnTo>
                  <a:lnTo>
                    <a:pt x="3389670" y="1579762"/>
                  </a:lnTo>
                  <a:lnTo>
                    <a:pt x="3389002" y="1579762"/>
                  </a:lnTo>
                  <a:lnTo>
                    <a:pt x="3388334" y="1579762"/>
                  </a:lnTo>
                  <a:lnTo>
                    <a:pt x="3387666" y="1579762"/>
                  </a:lnTo>
                  <a:lnTo>
                    <a:pt x="3386998" y="1579762"/>
                  </a:lnTo>
                  <a:lnTo>
                    <a:pt x="3386330" y="1579762"/>
                  </a:lnTo>
                  <a:lnTo>
                    <a:pt x="3385662" y="1579762"/>
                  </a:lnTo>
                  <a:lnTo>
                    <a:pt x="3384994" y="1579762"/>
                  </a:lnTo>
                  <a:lnTo>
                    <a:pt x="3384326" y="1579762"/>
                  </a:lnTo>
                  <a:lnTo>
                    <a:pt x="3383658" y="1579762"/>
                  </a:lnTo>
                  <a:lnTo>
                    <a:pt x="3382990" y="1579762"/>
                  </a:lnTo>
                  <a:lnTo>
                    <a:pt x="3382322" y="1579762"/>
                  </a:lnTo>
                  <a:lnTo>
                    <a:pt x="3381653" y="1579762"/>
                  </a:lnTo>
                  <a:lnTo>
                    <a:pt x="3380985" y="1579762"/>
                  </a:lnTo>
                  <a:lnTo>
                    <a:pt x="3380317" y="1579762"/>
                  </a:lnTo>
                  <a:lnTo>
                    <a:pt x="3379649" y="1579762"/>
                  </a:lnTo>
                  <a:lnTo>
                    <a:pt x="3378981" y="1579762"/>
                  </a:lnTo>
                  <a:lnTo>
                    <a:pt x="3378313" y="1579762"/>
                  </a:lnTo>
                  <a:lnTo>
                    <a:pt x="3377645" y="1579762"/>
                  </a:lnTo>
                  <a:lnTo>
                    <a:pt x="3376977" y="1579762"/>
                  </a:lnTo>
                  <a:lnTo>
                    <a:pt x="3376309" y="1579762"/>
                  </a:lnTo>
                  <a:lnTo>
                    <a:pt x="3375641" y="1579762"/>
                  </a:lnTo>
                  <a:lnTo>
                    <a:pt x="3374973" y="1579762"/>
                  </a:lnTo>
                  <a:lnTo>
                    <a:pt x="3374305" y="1579762"/>
                  </a:lnTo>
                  <a:lnTo>
                    <a:pt x="3373637" y="1579762"/>
                  </a:lnTo>
                  <a:lnTo>
                    <a:pt x="3372969" y="1579762"/>
                  </a:lnTo>
                  <a:lnTo>
                    <a:pt x="3372301" y="1579762"/>
                  </a:lnTo>
                  <a:lnTo>
                    <a:pt x="3371633" y="1579762"/>
                  </a:lnTo>
                  <a:lnTo>
                    <a:pt x="3370965" y="1579762"/>
                  </a:lnTo>
                  <a:lnTo>
                    <a:pt x="3370297" y="1579762"/>
                  </a:lnTo>
                  <a:lnTo>
                    <a:pt x="3369629" y="1579762"/>
                  </a:lnTo>
                  <a:lnTo>
                    <a:pt x="3368961" y="1579762"/>
                  </a:lnTo>
                  <a:lnTo>
                    <a:pt x="3368293" y="1579762"/>
                  </a:lnTo>
                  <a:lnTo>
                    <a:pt x="3367625" y="1579762"/>
                  </a:lnTo>
                  <a:lnTo>
                    <a:pt x="3366957" y="1579762"/>
                  </a:lnTo>
                  <a:lnTo>
                    <a:pt x="3366289" y="1579762"/>
                  </a:lnTo>
                  <a:lnTo>
                    <a:pt x="3365621" y="1579762"/>
                  </a:lnTo>
                  <a:lnTo>
                    <a:pt x="3364953" y="1579762"/>
                  </a:lnTo>
                  <a:lnTo>
                    <a:pt x="3364285" y="1579762"/>
                  </a:lnTo>
                  <a:lnTo>
                    <a:pt x="3363617" y="1579762"/>
                  </a:lnTo>
                  <a:lnTo>
                    <a:pt x="3362949" y="1579762"/>
                  </a:lnTo>
                  <a:lnTo>
                    <a:pt x="3362281" y="1579762"/>
                  </a:lnTo>
                  <a:lnTo>
                    <a:pt x="3361613" y="1579762"/>
                  </a:lnTo>
                  <a:lnTo>
                    <a:pt x="3360945" y="1579762"/>
                  </a:lnTo>
                  <a:lnTo>
                    <a:pt x="3360277" y="1579762"/>
                  </a:lnTo>
                  <a:lnTo>
                    <a:pt x="3359609" y="1579762"/>
                  </a:lnTo>
                  <a:lnTo>
                    <a:pt x="3358941" y="1579762"/>
                  </a:lnTo>
                  <a:lnTo>
                    <a:pt x="3358273" y="1579762"/>
                  </a:lnTo>
                  <a:lnTo>
                    <a:pt x="3357605" y="1579762"/>
                  </a:lnTo>
                  <a:lnTo>
                    <a:pt x="3356936" y="1579762"/>
                  </a:lnTo>
                  <a:lnTo>
                    <a:pt x="3356268" y="1579762"/>
                  </a:lnTo>
                  <a:lnTo>
                    <a:pt x="3355600" y="1579762"/>
                  </a:lnTo>
                  <a:lnTo>
                    <a:pt x="3354932" y="1579762"/>
                  </a:lnTo>
                  <a:lnTo>
                    <a:pt x="3354264" y="1579762"/>
                  </a:lnTo>
                  <a:lnTo>
                    <a:pt x="3353596" y="1579762"/>
                  </a:lnTo>
                  <a:lnTo>
                    <a:pt x="3352928" y="1579762"/>
                  </a:lnTo>
                  <a:lnTo>
                    <a:pt x="3352260" y="1579762"/>
                  </a:lnTo>
                  <a:lnTo>
                    <a:pt x="3351592" y="1579762"/>
                  </a:lnTo>
                  <a:lnTo>
                    <a:pt x="3350924" y="1579762"/>
                  </a:lnTo>
                  <a:lnTo>
                    <a:pt x="3350256" y="1579762"/>
                  </a:lnTo>
                  <a:lnTo>
                    <a:pt x="3349588" y="1579762"/>
                  </a:lnTo>
                  <a:lnTo>
                    <a:pt x="3348920" y="1579762"/>
                  </a:lnTo>
                  <a:lnTo>
                    <a:pt x="3348252" y="1579762"/>
                  </a:lnTo>
                  <a:lnTo>
                    <a:pt x="3347584" y="1579762"/>
                  </a:lnTo>
                  <a:lnTo>
                    <a:pt x="3346916" y="1579762"/>
                  </a:lnTo>
                  <a:lnTo>
                    <a:pt x="3346248" y="1579762"/>
                  </a:lnTo>
                  <a:lnTo>
                    <a:pt x="3345580" y="1579762"/>
                  </a:lnTo>
                  <a:lnTo>
                    <a:pt x="3344912" y="1579762"/>
                  </a:lnTo>
                  <a:lnTo>
                    <a:pt x="3344244" y="1579762"/>
                  </a:lnTo>
                  <a:lnTo>
                    <a:pt x="3343576" y="1579762"/>
                  </a:lnTo>
                  <a:lnTo>
                    <a:pt x="3342908" y="1579762"/>
                  </a:lnTo>
                  <a:lnTo>
                    <a:pt x="3342240" y="1579762"/>
                  </a:lnTo>
                  <a:lnTo>
                    <a:pt x="3341572" y="1579762"/>
                  </a:lnTo>
                  <a:lnTo>
                    <a:pt x="3340904" y="1579762"/>
                  </a:lnTo>
                  <a:lnTo>
                    <a:pt x="3340236" y="1579762"/>
                  </a:lnTo>
                  <a:lnTo>
                    <a:pt x="3339568" y="1579762"/>
                  </a:lnTo>
                  <a:lnTo>
                    <a:pt x="3338900" y="1579762"/>
                  </a:lnTo>
                  <a:lnTo>
                    <a:pt x="3338232" y="1579762"/>
                  </a:lnTo>
                  <a:lnTo>
                    <a:pt x="3337564" y="1579762"/>
                  </a:lnTo>
                  <a:lnTo>
                    <a:pt x="3336896" y="1579762"/>
                  </a:lnTo>
                  <a:lnTo>
                    <a:pt x="3336228" y="1579762"/>
                  </a:lnTo>
                  <a:lnTo>
                    <a:pt x="3335560" y="1579762"/>
                  </a:lnTo>
                  <a:lnTo>
                    <a:pt x="3334892" y="1579762"/>
                  </a:lnTo>
                  <a:lnTo>
                    <a:pt x="3334224" y="1579762"/>
                  </a:lnTo>
                  <a:lnTo>
                    <a:pt x="3333556" y="1579762"/>
                  </a:lnTo>
                  <a:lnTo>
                    <a:pt x="3332887" y="1579762"/>
                  </a:lnTo>
                  <a:lnTo>
                    <a:pt x="3332219" y="1579762"/>
                  </a:lnTo>
                  <a:lnTo>
                    <a:pt x="3331551" y="1579762"/>
                  </a:lnTo>
                  <a:lnTo>
                    <a:pt x="3330883" y="1579762"/>
                  </a:lnTo>
                  <a:lnTo>
                    <a:pt x="3330215" y="1579762"/>
                  </a:lnTo>
                  <a:lnTo>
                    <a:pt x="3329547" y="1579762"/>
                  </a:lnTo>
                  <a:lnTo>
                    <a:pt x="3328879" y="1579762"/>
                  </a:lnTo>
                  <a:lnTo>
                    <a:pt x="3328211" y="1579762"/>
                  </a:lnTo>
                  <a:lnTo>
                    <a:pt x="3327543" y="1579762"/>
                  </a:lnTo>
                  <a:lnTo>
                    <a:pt x="3326875" y="1579762"/>
                  </a:lnTo>
                  <a:lnTo>
                    <a:pt x="3326207" y="1579762"/>
                  </a:lnTo>
                  <a:lnTo>
                    <a:pt x="3325539" y="1579762"/>
                  </a:lnTo>
                  <a:lnTo>
                    <a:pt x="3324871" y="1579762"/>
                  </a:lnTo>
                  <a:lnTo>
                    <a:pt x="3324203" y="1579762"/>
                  </a:lnTo>
                  <a:lnTo>
                    <a:pt x="3323535" y="1579762"/>
                  </a:lnTo>
                  <a:lnTo>
                    <a:pt x="3322867" y="1579762"/>
                  </a:lnTo>
                  <a:lnTo>
                    <a:pt x="3322199" y="1579762"/>
                  </a:lnTo>
                  <a:lnTo>
                    <a:pt x="3321531" y="1579762"/>
                  </a:lnTo>
                  <a:lnTo>
                    <a:pt x="3320863" y="1579762"/>
                  </a:lnTo>
                  <a:lnTo>
                    <a:pt x="3320195" y="1579762"/>
                  </a:lnTo>
                  <a:lnTo>
                    <a:pt x="3319527" y="1579762"/>
                  </a:lnTo>
                  <a:lnTo>
                    <a:pt x="3318859" y="1579762"/>
                  </a:lnTo>
                  <a:lnTo>
                    <a:pt x="3318191" y="1579762"/>
                  </a:lnTo>
                  <a:lnTo>
                    <a:pt x="3317523" y="1579762"/>
                  </a:lnTo>
                  <a:lnTo>
                    <a:pt x="3316855" y="1579762"/>
                  </a:lnTo>
                  <a:lnTo>
                    <a:pt x="3316187" y="1579762"/>
                  </a:lnTo>
                  <a:lnTo>
                    <a:pt x="3315519" y="1579762"/>
                  </a:lnTo>
                  <a:lnTo>
                    <a:pt x="3314851" y="1579762"/>
                  </a:lnTo>
                  <a:lnTo>
                    <a:pt x="3314183" y="1579762"/>
                  </a:lnTo>
                  <a:lnTo>
                    <a:pt x="3313515" y="1579762"/>
                  </a:lnTo>
                  <a:lnTo>
                    <a:pt x="3312847" y="1579762"/>
                  </a:lnTo>
                  <a:lnTo>
                    <a:pt x="3312179" y="1579762"/>
                  </a:lnTo>
                  <a:lnTo>
                    <a:pt x="3311511" y="1579762"/>
                  </a:lnTo>
                  <a:lnTo>
                    <a:pt x="3310843" y="1579762"/>
                  </a:lnTo>
                  <a:lnTo>
                    <a:pt x="3310175" y="1579762"/>
                  </a:lnTo>
                  <a:lnTo>
                    <a:pt x="3309507" y="1579762"/>
                  </a:lnTo>
                  <a:lnTo>
                    <a:pt x="3308839" y="1579762"/>
                  </a:lnTo>
                  <a:lnTo>
                    <a:pt x="3308170" y="1579762"/>
                  </a:lnTo>
                  <a:lnTo>
                    <a:pt x="3307502" y="1579762"/>
                  </a:lnTo>
                  <a:lnTo>
                    <a:pt x="3306834" y="1579762"/>
                  </a:lnTo>
                  <a:lnTo>
                    <a:pt x="3306166" y="1579762"/>
                  </a:lnTo>
                  <a:lnTo>
                    <a:pt x="3305498" y="1579762"/>
                  </a:lnTo>
                  <a:lnTo>
                    <a:pt x="3304830" y="1579762"/>
                  </a:lnTo>
                  <a:lnTo>
                    <a:pt x="3304162" y="1579762"/>
                  </a:lnTo>
                  <a:lnTo>
                    <a:pt x="3303494" y="1579762"/>
                  </a:lnTo>
                  <a:lnTo>
                    <a:pt x="3302826" y="1579762"/>
                  </a:lnTo>
                  <a:lnTo>
                    <a:pt x="3302158" y="1579762"/>
                  </a:lnTo>
                  <a:lnTo>
                    <a:pt x="3301490" y="1579762"/>
                  </a:lnTo>
                  <a:lnTo>
                    <a:pt x="3300822" y="1579762"/>
                  </a:lnTo>
                  <a:lnTo>
                    <a:pt x="3300154" y="1579762"/>
                  </a:lnTo>
                  <a:lnTo>
                    <a:pt x="3299486" y="1579762"/>
                  </a:lnTo>
                  <a:lnTo>
                    <a:pt x="3298818" y="1579762"/>
                  </a:lnTo>
                  <a:lnTo>
                    <a:pt x="3298150" y="1579762"/>
                  </a:lnTo>
                  <a:lnTo>
                    <a:pt x="3297482" y="1579762"/>
                  </a:lnTo>
                  <a:lnTo>
                    <a:pt x="3296814" y="1579762"/>
                  </a:lnTo>
                  <a:lnTo>
                    <a:pt x="3296146" y="1579762"/>
                  </a:lnTo>
                  <a:lnTo>
                    <a:pt x="3295478" y="1579762"/>
                  </a:lnTo>
                  <a:lnTo>
                    <a:pt x="3294810" y="1579762"/>
                  </a:lnTo>
                  <a:lnTo>
                    <a:pt x="3294142" y="1579762"/>
                  </a:lnTo>
                  <a:lnTo>
                    <a:pt x="3293474" y="1579762"/>
                  </a:lnTo>
                  <a:lnTo>
                    <a:pt x="3292806" y="1579762"/>
                  </a:lnTo>
                  <a:lnTo>
                    <a:pt x="3292138" y="1579762"/>
                  </a:lnTo>
                  <a:lnTo>
                    <a:pt x="3291470" y="1579762"/>
                  </a:lnTo>
                  <a:lnTo>
                    <a:pt x="3290802" y="1579762"/>
                  </a:lnTo>
                  <a:lnTo>
                    <a:pt x="3290134" y="1579762"/>
                  </a:lnTo>
                  <a:lnTo>
                    <a:pt x="3289466" y="1579762"/>
                  </a:lnTo>
                  <a:lnTo>
                    <a:pt x="3288798" y="1579762"/>
                  </a:lnTo>
                  <a:lnTo>
                    <a:pt x="3288130" y="1579762"/>
                  </a:lnTo>
                  <a:lnTo>
                    <a:pt x="3287462" y="1579762"/>
                  </a:lnTo>
                  <a:lnTo>
                    <a:pt x="3286794" y="1579762"/>
                  </a:lnTo>
                  <a:lnTo>
                    <a:pt x="3286126" y="1579762"/>
                  </a:lnTo>
                  <a:lnTo>
                    <a:pt x="3285458" y="1579762"/>
                  </a:lnTo>
                  <a:lnTo>
                    <a:pt x="3284790" y="1579762"/>
                  </a:lnTo>
                  <a:lnTo>
                    <a:pt x="3284122" y="1579762"/>
                  </a:lnTo>
                  <a:lnTo>
                    <a:pt x="3283453" y="1579762"/>
                  </a:lnTo>
                  <a:lnTo>
                    <a:pt x="3282785" y="1579762"/>
                  </a:lnTo>
                  <a:lnTo>
                    <a:pt x="3282117" y="1579762"/>
                  </a:lnTo>
                  <a:lnTo>
                    <a:pt x="3281449" y="1579762"/>
                  </a:lnTo>
                  <a:lnTo>
                    <a:pt x="3280781" y="1579762"/>
                  </a:lnTo>
                  <a:lnTo>
                    <a:pt x="3280113" y="1579762"/>
                  </a:lnTo>
                  <a:lnTo>
                    <a:pt x="3279445" y="1579762"/>
                  </a:lnTo>
                  <a:lnTo>
                    <a:pt x="3278777" y="1579762"/>
                  </a:lnTo>
                  <a:lnTo>
                    <a:pt x="3278109" y="1579762"/>
                  </a:lnTo>
                  <a:lnTo>
                    <a:pt x="3277441" y="1579762"/>
                  </a:lnTo>
                  <a:lnTo>
                    <a:pt x="3276773" y="1579762"/>
                  </a:lnTo>
                  <a:lnTo>
                    <a:pt x="3276105" y="1579762"/>
                  </a:lnTo>
                  <a:lnTo>
                    <a:pt x="3275437" y="1579762"/>
                  </a:lnTo>
                  <a:lnTo>
                    <a:pt x="3274769" y="1579762"/>
                  </a:lnTo>
                  <a:lnTo>
                    <a:pt x="3274101" y="1579762"/>
                  </a:lnTo>
                  <a:lnTo>
                    <a:pt x="3273433" y="1579762"/>
                  </a:lnTo>
                  <a:lnTo>
                    <a:pt x="3272765" y="1579762"/>
                  </a:lnTo>
                  <a:lnTo>
                    <a:pt x="3272097" y="1579762"/>
                  </a:lnTo>
                  <a:lnTo>
                    <a:pt x="3271429" y="1579762"/>
                  </a:lnTo>
                  <a:lnTo>
                    <a:pt x="3270761" y="1579762"/>
                  </a:lnTo>
                  <a:lnTo>
                    <a:pt x="3270093" y="1579762"/>
                  </a:lnTo>
                  <a:lnTo>
                    <a:pt x="3269425" y="1579762"/>
                  </a:lnTo>
                  <a:lnTo>
                    <a:pt x="3268757" y="1579762"/>
                  </a:lnTo>
                  <a:lnTo>
                    <a:pt x="3268089" y="1579762"/>
                  </a:lnTo>
                  <a:lnTo>
                    <a:pt x="3267421" y="1579762"/>
                  </a:lnTo>
                  <a:lnTo>
                    <a:pt x="3266753" y="1579762"/>
                  </a:lnTo>
                  <a:lnTo>
                    <a:pt x="3266085" y="1579762"/>
                  </a:lnTo>
                  <a:lnTo>
                    <a:pt x="3265417" y="1579762"/>
                  </a:lnTo>
                  <a:lnTo>
                    <a:pt x="3264749" y="1579762"/>
                  </a:lnTo>
                  <a:lnTo>
                    <a:pt x="3264081" y="1579762"/>
                  </a:lnTo>
                  <a:lnTo>
                    <a:pt x="3263413" y="1579762"/>
                  </a:lnTo>
                  <a:lnTo>
                    <a:pt x="3262745" y="1579762"/>
                  </a:lnTo>
                  <a:lnTo>
                    <a:pt x="3262077" y="1579762"/>
                  </a:lnTo>
                  <a:lnTo>
                    <a:pt x="3261409" y="1579762"/>
                  </a:lnTo>
                  <a:lnTo>
                    <a:pt x="3260741" y="1579762"/>
                  </a:lnTo>
                  <a:lnTo>
                    <a:pt x="3260073" y="1579762"/>
                  </a:lnTo>
                  <a:lnTo>
                    <a:pt x="3259405" y="1579762"/>
                  </a:lnTo>
                  <a:lnTo>
                    <a:pt x="3258736" y="1579762"/>
                  </a:lnTo>
                  <a:lnTo>
                    <a:pt x="3258068" y="1579762"/>
                  </a:lnTo>
                  <a:lnTo>
                    <a:pt x="3257400" y="1579762"/>
                  </a:lnTo>
                  <a:lnTo>
                    <a:pt x="3256732" y="1579762"/>
                  </a:lnTo>
                  <a:lnTo>
                    <a:pt x="3256064" y="1579762"/>
                  </a:lnTo>
                  <a:lnTo>
                    <a:pt x="3255396" y="1579762"/>
                  </a:lnTo>
                  <a:lnTo>
                    <a:pt x="3254728" y="1579762"/>
                  </a:lnTo>
                  <a:lnTo>
                    <a:pt x="3254060" y="1579762"/>
                  </a:lnTo>
                  <a:lnTo>
                    <a:pt x="3253392" y="1579762"/>
                  </a:lnTo>
                  <a:lnTo>
                    <a:pt x="3252724" y="1579762"/>
                  </a:lnTo>
                  <a:lnTo>
                    <a:pt x="3252056" y="1579762"/>
                  </a:lnTo>
                  <a:lnTo>
                    <a:pt x="3251388" y="1579762"/>
                  </a:lnTo>
                  <a:lnTo>
                    <a:pt x="3250720" y="1579762"/>
                  </a:lnTo>
                  <a:lnTo>
                    <a:pt x="3250052" y="1579762"/>
                  </a:lnTo>
                  <a:lnTo>
                    <a:pt x="3249384" y="1579762"/>
                  </a:lnTo>
                  <a:lnTo>
                    <a:pt x="3248716" y="1579762"/>
                  </a:lnTo>
                  <a:lnTo>
                    <a:pt x="3248048" y="1579762"/>
                  </a:lnTo>
                  <a:lnTo>
                    <a:pt x="3247380" y="1579762"/>
                  </a:lnTo>
                  <a:lnTo>
                    <a:pt x="3246712" y="1579762"/>
                  </a:lnTo>
                  <a:lnTo>
                    <a:pt x="3246044" y="1579762"/>
                  </a:lnTo>
                  <a:lnTo>
                    <a:pt x="3245376" y="1579762"/>
                  </a:lnTo>
                  <a:lnTo>
                    <a:pt x="3244708" y="1579762"/>
                  </a:lnTo>
                  <a:lnTo>
                    <a:pt x="3244040" y="1579762"/>
                  </a:lnTo>
                  <a:lnTo>
                    <a:pt x="3243372" y="1579762"/>
                  </a:lnTo>
                  <a:lnTo>
                    <a:pt x="3242704" y="1579762"/>
                  </a:lnTo>
                  <a:lnTo>
                    <a:pt x="3242036" y="1579762"/>
                  </a:lnTo>
                  <a:lnTo>
                    <a:pt x="3241368" y="1579762"/>
                  </a:lnTo>
                  <a:lnTo>
                    <a:pt x="3240700" y="1579762"/>
                  </a:lnTo>
                  <a:lnTo>
                    <a:pt x="3240032" y="1579762"/>
                  </a:lnTo>
                  <a:lnTo>
                    <a:pt x="3239364" y="1579762"/>
                  </a:lnTo>
                  <a:lnTo>
                    <a:pt x="3238696" y="1579762"/>
                  </a:lnTo>
                  <a:lnTo>
                    <a:pt x="3238028" y="1579762"/>
                  </a:lnTo>
                  <a:lnTo>
                    <a:pt x="3237360" y="1579762"/>
                  </a:lnTo>
                  <a:lnTo>
                    <a:pt x="3236692" y="1579762"/>
                  </a:lnTo>
                  <a:lnTo>
                    <a:pt x="3236024" y="1579762"/>
                  </a:lnTo>
                  <a:lnTo>
                    <a:pt x="3235356" y="1579762"/>
                  </a:lnTo>
                  <a:lnTo>
                    <a:pt x="3234687" y="1579762"/>
                  </a:lnTo>
                  <a:lnTo>
                    <a:pt x="3234019" y="1579762"/>
                  </a:lnTo>
                  <a:lnTo>
                    <a:pt x="3233351" y="1579762"/>
                  </a:lnTo>
                  <a:lnTo>
                    <a:pt x="3232683" y="1579762"/>
                  </a:lnTo>
                  <a:lnTo>
                    <a:pt x="3232015" y="1579762"/>
                  </a:lnTo>
                  <a:lnTo>
                    <a:pt x="3231347" y="1579762"/>
                  </a:lnTo>
                  <a:lnTo>
                    <a:pt x="3230679" y="1579762"/>
                  </a:lnTo>
                  <a:lnTo>
                    <a:pt x="3230011" y="1579762"/>
                  </a:lnTo>
                  <a:lnTo>
                    <a:pt x="3229343" y="1579762"/>
                  </a:lnTo>
                  <a:lnTo>
                    <a:pt x="3228675" y="1579762"/>
                  </a:lnTo>
                  <a:lnTo>
                    <a:pt x="3228007" y="1579762"/>
                  </a:lnTo>
                  <a:lnTo>
                    <a:pt x="3227339" y="1579762"/>
                  </a:lnTo>
                  <a:lnTo>
                    <a:pt x="3226671" y="1579762"/>
                  </a:lnTo>
                  <a:lnTo>
                    <a:pt x="3226003" y="1579762"/>
                  </a:lnTo>
                  <a:lnTo>
                    <a:pt x="3225335" y="1579762"/>
                  </a:lnTo>
                  <a:lnTo>
                    <a:pt x="3224667" y="1579762"/>
                  </a:lnTo>
                  <a:lnTo>
                    <a:pt x="3223999" y="1579762"/>
                  </a:lnTo>
                  <a:lnTo>
                    <a:pt x="3223331" y="1579762"/>
                  </a:lnTo>
                  <a:lnTo>
                    <a:pt x="3222663" y="1579762"/>
                  </a:lnTo>
                  <a:lnTo>
                    <a:pt x="3221995" y="1579762"/>
                  </a:lnTo>
                  <a:lnTo>
                    <a:pt x="3221327" y="1579762"/>
                  </a:lnTo>
                  <a:lnTo>
                    <a:pt x="3220659" y="1579762"/>
                  </a:lnTo>
                  <a:lnTo>
                    <a:pt x="3219991" y="1579762"/>
                  </a:lnTo>
                  <a:lnTo>
                    <a:pt x="3219323" y="1579762"/>
                  </a:lnTo>
                  <a:lnTo>
                    <a:pt x="3218655" y="1579762"/>
                  </a:lnTo>
                  <a:lnTo>
                    <a:pt x="3217987" y="1579762"/>
                  </a:lnTo>
                  <a:lnTo>
                    <a:pt x="3217319" y="1579762"/>
                  </a:lnTo>
                  <a:lnTo>
                    <a:pt x="3216651" y="1579762"/>
                  </a:lnTo>
                  <a:lnTo>
                    <a:pt x="3215983" y="1579762"/>
                  </a:lnTo>
                  <a:lnTo>
                    <a:pt x="3215315" y="1579762"/>
                  </a:lnTo>
                  <a:lnTo>
                    <a:pt x="3214647" y="1579762"/>
                  </a:lnTo>
                  <a:lnTo>
                    <a:pt x="3213979" y="1579762"/>
                  </a:lnTo>
                  <a:lnTo>
                    <a:pt x="3213311" y="1579762"/>
                  </a:lnTo>
                  <a:lnTo>
                    <a:pt x="3212643" y="1579762"/>
                  </a:lnTo>
                  <a:lnTo>
                    <a:pt x="3211975" y="1579762"/>
                  </a:lnTo>
                  <a:lnTo>
                    <a:pt x="3211307" y="1579762"/>
                  </a:lnTo>
                  <a:lnTo>
                    <a:pt x="3210639" y="1579762"/>
                  </a:lnTo>
                  <a:lnTo>
                    <a:pt x="3209970" y="1579762"/>
                  </a:lnTo>
                  <a:lnTo>
                    <a:pt x="3209302" y="1579762"/>
                  </a:lnTo>
                  <a:lnTo>
                    <a:pt x="3208634" y="1579762"/>
                  </a:lnTo>
                  <a:lnTo>
                    <a:pt x="3207966" y="1579762"/>
                  </a:lnTo>
                  <a:lnTo>
                    <a:pt x="3207298" y="1579762"/>
                  </a:lnTo>
                  <a:lnTo>
                    <a:pt x="3206630" y="1579762"/>
                  </a:lnTo>
                  <a:lnTo>
                    <a:pt x="3205962" y="1579762"/>
                  </a:lnTo>
                  <a:lnTo>
                    <a:pt x="3205294" y="1579762"/>
                  </a:lnTo>
                  <a:lnTo>
                    <a:pt x="3204626" y="1579762"/>
                  </a:lnTo>
                  <a:lnTo>
                    <a:pt x="3203958" y="1579762"/>
                  </a:lnTo>
                  <a:lnTo>
                    <a:pt x="3203290" y="1579762"/>
                  </a:lnTo>
                  <a:lnTo>
                    <a:pt x="3202622" y="1579762"/>
                  </a:lnTo>
                  <a:lnTo>
                    <a:pt x="3201954" y="1579762"/>
                  </a:lnTo>
                  <a:lnTo>
                    <a:pt x="3201286" y="1579762"/>
                  </a:lnTo>
                  <a:lnTo>
                    <a:pt x="3200618" y="1579762"/>
                  </a:lnTo>
                  <a:lnTo>
                    <a:pt x="3199950" y="1579762"/>
                  </a:lnTo>
                  <a:lnTo>
                    <a:pt x="3199282" y="1579762"/>
                  </a:lnTo>
                  <a:lnTo>
                    <a:pt x="3198614" y="1579762"/>
                  </a:lnTo>
                  <a:lnTo>
                    <a:pt x="3197946" y="1579762"/>
                  </a:lnTo>
                  <a:lnTo>
                    <a:pt x="3197278" y="1579762"/>
                  </a:lnTo>
                  <a:lnTo>
                    <a:pt x="3196610" y="1579762"/>
                  </a:lnTo>
                  <a:lnTo>
                    <a:pt x="3195942" y="1579762"/>
                  </a:lnTo>
                  <a:lnTo>
                    <a:pt x="3195274" y="1579762"/>
                  </a:lnTo>
                  <a:lnTo>
                    <a:pt x="3194606" y="1579762"/>
                  </a:lnTo>
                  <a:lnTo>
                    <a:pt x="3193938" y="1579762"/>
                  </a:lnTo>
                  <a:lnTo>
                    <a:pt x="3193270" y="1579762"/>
                  </a:lnTo>
                  <a:lnTo>
                    <a:pt x="3192602" y="1579762"/>
                  </a:lnTo>
                  <a:lnTo>
                    <a:pt x="3191934" y="1579762"/>
                  </a:lnTo>
                  <a:lnTo>
                    <a:pt x="3191266" y="1579762"/>
                  </a:lnTo>
                  <a:lnTo>
                    <a:pt x="3190598" y="1579762"/>
                  </a:lnTo>
                  <a:lnTo>
                    <a:pt x="3189930" y="1579762"/>
                  </a:lnTo>
                  <a:lnTo>
                    <a:pt x="3189262" y="1579762"/>
                  </a:lnTo>
                  <a:lnTo>
                    <a:pt x="3188594" y="1579762"/>
                  </a:lnTo>
                  <a:lnTo>
                    <a:pt x="3187926" y="1579762"/>
                  </a:lnTo>
                  <a:lnTo>
                    <a:pt x="3187258" y="1579762"/>
                  </a:lnTo>
                  <a:lnTo>
                    <a:pt x="3186590" y="1579762"/>
                  </a:lnTo>
                  <a:lnTo>
                    <a:pt x="3185922" y="1579762"/>
                  </a:lnTo>
                  <a:lnTo>
                    <a:pt x="3185253" y="1579762"/>
                  </a:lnTo>
                  <a:lnTo>
                    <a:pt x="3184585" y="1579762"/>
                  </a:lnTo>
                  <a:lnTo>
                    <a:pt x="3183917" y="1579762"/>
                  </a:lnTo>
                  <a:lnTo>
                    <a:pt x="3183249" y="1579762"/>
                  </a:lnTo>
                  <a:lnTo>
                    <a:pt x="3182581" y="1579762"/>
                  </a:lnTo>
                  <a:lnTo>
                    <a:pt x="3181913" y="1579762"/>
                  </a:lnTo>
                  <a:lnTo>
                    <a:pt x="3181245" y="1579762"/>
                  </a:lnTo>
                  <a:lnTo>
                    <a:pt x="3180577" y="1579762"/>
                  </a:lnTo>
                  <a:lnTo>
                    <a:pt x="3179909" y="1579762"/>
                  </a:lnTo>
                  <a:lnTo>
                    <a:pt x="3179241" y="1579762"/>
                  </a:lnTo>
                  <a:lnTo>
                    <a:pt x="3178573" y="1579762"/>
                  </a:lnTo>
                  <a:lnTo>
                    <a:pt x="3177905" y="1579762"/>
                  </a:lnTo>
                  <a:lnTo>
                    <a:pt x="3177237" y="1579762"/>
                  </a:lnTo>
                  <a:lnTo>
                    <a:pt x="3176569" y="1579762"/>
                  </a:lnTo>
                  <a:lnTo>
                    <a:pt x="3175901" y="1579762"/>
                  </a:lnTo>
                  <a:lnTo>
                    <a:pt x="3175233" y="1579762"/>
                  </a:lnTo>
                  <a:lnTo>
                    <a:pt x="3174565" y="1579762"/>
                  </a:lnTo>
                  <a:lnTo>
                    <a:pt x="3173897" y="1579762"/>
                  </a:lnTo>
                  <a:lnTo>
                    <a:pt x="3173229" y="1579762"/>
                  </a:lnTo>
                  <a:lnTo>
                    <a:pt x="3172561" y="1579762"/>
                  </a:lnTo>
                  <a:lnTo>
                    <a:pt x="3171893" y="1579762"/>
                  </a:lnTo>
                  <a:lnTo>
                    <a:pt x="3171225" y="1579762"/>
                  </a:lnTo>
                  <a:lnTo>
                    <a:pt x="3170557" y="1579762"/>
                  </a:lnTo>
                  <a:lnTo>
                    <a:pt x="3169889" y="1579762"/>
                  </a:lnTo>
                  <a:lnTo>
                    <a:pt x="3169221" y="1579762"/>
                  </a:lnTo>
                  <a:lnTo>
                    <a:pt x="3168553" y="1579762"/>
                  </a:lnTo>
                  <a:lnTo>
                    <a:pt x="3167885" y="1579762"/>
                  </a:lnTo>
                  <a:lnTo>
                    <a:pt x="3167217" y="1579762"/>
                  </a:lnTo>
                  <a:lnTo>
                    <a:pt x="3166549" y="1579762"/>
                  </a:lnTo>
                  <a:lnTo>
                    <a:pt x="3165881" y="1579762"/>
                  </a:lnTo>
                  <a:lnTo>
                    <a:pt x="3165213" y="1579762"/>
                  </a:lnTo>
                  <a:lnTo>
                    <a:pt x="3164545" y="1579762"/>
                  </a:lnTo>
                  <a:lnTo>
                    <a:pt x="3163877" y="1579762"/>
                  </a:lnTo>
                  <a:lnTo>
                    <a:pt x="3163209" y="1579762"/>
                  </a:lnTo>
                  <a:lnTo>
                    <a:pt x="3162541" y="1579762"/>
                  </a:lnTo>
                  <a:lnTo>
                    <a:pt x="3161873" y="1579762"/>
                  </a:lnTo>
                  <a:lnTo>
                    <a:pt x="3161204" y="1579762"/>
                  </a:lnTo>
                  <a:lnTo>
                    <a:pt x="3160536" y="1579762"/>
                  </a:lnTo>
                  <a:lnTo>
                    <a:pt x="3159868" y="1579762"/>
                  </a:lnTo>
                  <a:lnTo>
                    <a:pt x="3159200" y="1579762"/>
                  </a:lnTo>
                  <a:lnTo>
                    <a:pt x="3158532" y="1579762"/>
                  </a:lnTo>
                  <a:lnTo>
                    <a:pt x="3157864" y="1579762"/>
                  </a:lnTo>
                  <a:lnTo>
                    <a:pt x="3157196" y="1579762"/>
                  </a:lnTo>
                  <a:lnTo>
                    <a:pt x="3156528" y="1579762"/>
                  </a:lnTo>
                  <a:lnTo>
                    <a:pt x="3155860" y="1579762"/>
                  </a:lnTo>
                  <a:lnTo>
                    <a:pt x="3155192" y="1579762"/>
                  </a:lnTo>
                  <a:lnTo>
                    <a:pt x="3154524" y="1579762"/>
                  </a:lnTo>
                  <a:lnTo>
                    <a:pt x="3153856" y="1579762"/>
                  </a:lnTo>
                  <a:lnTo>
                    <a:pt x="3153188" y="1579762"/>
                  </a:lnTo>
                  <a:lnTo>
                    <a:pt x="3152520" y="1579762"/>
                  </a:lnTo>
                  <a:lnTo>
                    <a:pt x="3151852" y="1579762"/>
                  </a:lnTo>
                  <a:lnTo>
                    <a:pt x="3151184" y="1579762"/>
                  </a:lnTo>
                  <a:lnTo>
                    <a:pt x="3150516" y="1579762"/>
                  </a:lnTo>
                  <a:lnTo>
                    <a:pt x="3149848" y="1579762"/>
                  </a:lnTo>
                  <a:lnTo>
                    <a:pt x="3149180" y="1579762"/>
                  </a:lnTo>
                  <a:lnTo>
                    <a:pt x="3148512" y="1579762"/>
                  </a:lnTo>
                  <a:lnTo>
                    <a:pt x="3147844" y="1579762"/>
                  </a:lnTo>
                  <a:lnTo>
                    <a:pt x="3147176" y="1579762"/>
                  </a:lnTo>
                  <a:lnTo>
                    <a:pt x="3146508" y="1579762"/>
                  </a:lnTo>
                  <a:lnTo>
                    <a:pt x="3145840" y="1579762"/>
                  </a:lnTo>
                  <a:lnTo>
                    <a:pt x="3145172" y="1579762"/>
                  </a:lnTo>
                  <a:lnTo>
                    <a:pt x="3144504" y="1579762"/>
                  </a:lnTo>
                  <a:lnTo>
                    <a:pt x="3143836" y="1579762"/>
                  </a:lnTo>
                  <a:lnTo>
                    <a:pt x="3143168" y="1579762"/>
                  </a:lnTo>
                  <a:lnTo>
                    <a:pt x="3142500" y="1579762"/>
                  </a:lnTo>
                  <a:lnTo>
                    <a:pt x="3141832" y="1579762"/>
                  </a:lnTo>
                  <a:lnTo>
                    <a:pt x="3141164" y="1579762"/>
                  </a:lnTo>
                  <a:lnTo>
                    <a:pt x="3140496" y="1579762"/>
                  </a:lnTo>
                  <a:lnTo>
                    <a:pt x="3139828" y="1579762"/>
                  </a:lnTo>
                  <a:lnTo>
                    <a:pt x="3139160" y="1579762"/>
                  </a:lnTo>
                  <a:lnTo>
                    <a:pt x="3138492" y="1579762"/>
                  </a:lnTo>
                  <a:lnTo>
                    <a:pt x="3137824" y="1579762"/>
                  </a:lnTo>
                  <a:lnTo>
                    <a:pt x="3137156" y="1579762"/>
                  </a:lnTo>
                  <a:lnTo>
                    <a:pt x="3136487" y="1579762"/>
                  </a:lnTo>
                  <a:lnTo>
                    <a:pt x="3135819" y="1579762"/>
                  </a:lnTo>
                  <a:lnTo>
                    <a:pt x="3135151" y="1579762"/>
                  </a:lnTo>
                  <a:lnTo>
                    <a:pt x="3134483" y="1579762"/>
                  </a:lnTo>
                  <a:lnTo>
                    <a:pt x="3133815" y="1579762"/>
                  </a:lnTo>
                  <a:lnTo>
                    <a:pt x="3133147" y="1579762"/>
                  </a:lnTo>
                  <a:lnTo>
                    <a:pt x="3132479" y="1579762"/>
                  </a:lnTo>
                  <a:lnTo>
                    <a:pt x="3131811" y="1579762"/>
                  </a:lnTo>
                  <a:lnTo>
                    <a:pt x="3131143" y="1579762"/>
                  </a:lnTo>
                  <a:lnTo>
                    <a:pt x="3130475" y="1579762"/>
                  </a:lnTo>
                  <a:lnTo>
                    <a:pt x="3129807" y="1579762"/>
                  </a:lnTo>
                  <a:lnTo>
                    <a:pt x="3129139" y="1579762"/>
                  </a:lnTo>
                  <a:lnTo>
                    <a:pt x="3128471" y="1579762"/>
                  </a:lnTo>
                  <a:lnTo>
                    <a:pt x="3127803" y="1579762"/>
                  </a:lnTo>
                  <a:lnTo>
                    <a:pt x="3127135" y="1579762"/>
                  </a:lnTo>
                  <a:lnTo>
                    <a:pt x="3126467" y="1579762"/>
                  </a:lnTo>
                  <a:lnTo>
                    <a:pt x="3125799" y="1579762"/>
                  </a:lnTo>
                  <a:lnTo>
                    <a:pt x="3125131" y="1579762"/>
                  </a:lnTo>
                  <a:lnTo>
                    <a:pt x="3124463" y="1579762"/>
                  </a:lnTo>
                  <a:lnTo>
                    <a:pt x="3123795" y="1579762"/>
                  </a:lnTo>
                  <a:lnTo>
                    <a:pt x="3123127" y="1579762"/>
                  </a:lnTo>
                  <a:lnTo>
                    <a:pt x="3122459" y="1579762"/>
                  </a:lnTo>
                  <a:lnTo>
                    <a:pt x="3121791" y="1579762"/>
                  </a:lnTo>
                  <a:lnTo>
                    <a:pt x="3121123" y="1579762"/>
                  </a:lnTo>
                  <a:lnTo>
                    <a:pt x="3120455" y="1579762"/>
                  </a:lnTo>
                  <a:lnTo>
                    <a:pt x="3119787" y="1579762"/>
                  </a:lnTo>
                  <a:lnTo>
                    <a:pt x="3119119" y="1579762"/>
                  </a:lnTo>
                  <a:lnTo>
                    <a:pt x="3118451" y="1579762"/>
                  </a:lnTo>
                  <a:lnTo>
                    <a:pt x="3117783" y="1579762"/>
                  </a:lnTo>
                  <a:lnTo>
                    <a:pt x="3117115" y="1579762"/>
                  </a:lnTo>
                  <a:lnTo>
                    <a:pt x="3116447" y="1579762"/>
                  </a:lnTo>
                  <a:lnTo>
                    <a:pt x="3115779" y="1579762"/>
                  </a:lnTo>
                  <a:lnTo>
                    <a:pt x="3115111" y="1579762"/>
                  </a:lnTo>
                  <a:lnTo>
                    <a:pt x="3114443" y="1579762"/>
                  </a:lnTo>
                  <a:lnTo>
                    <a:pt x="3113775" y="1579762"/>
                  </a:lnTo>
                  <a:lnTo>
                    <a:pt x="3113107" y="1579762"/>
                  </a:lnTo>
                  <a:lnTo>
                    <a:pt x="3112439" y="1579762"/>
                  </a:lnTo>
                  <a:lnTo>
                    <a:pt x="3111770" y="1579762"/>
                  </a:lnTo>
                  <a:lnTo>
                    <a:pt x="3111102" y="1579762"/>
                  </a:lnTo>
                  <a:lnTo>
                    <a:pt x="3110434" y="1579762"/>
                  </a:lnTo>
                  <a:lnTo>
                    <a:pt x="3109766" y="1579762"/>
                  </a:lnTo>
                  <a:lnTo>
                    <a:pt x="3109098" y="1579762"/>
                  </a:lnTo>
                  <a:lnTo>
                    <a:pt x="3108430" y="1579762"/>
                  </a:lnTo>
                  <a:lnTo>
                    <a:pt x="3107762" y="1579762"/>
                  </a:lnTo>
                  <a:lnTo>
                    <a:pt x="3107094" y="1579762"/>
                  </a:lnTo>
                  <a:lnTo>
                    <a:pt x="3106426" y="1579762"/>
                  </a:lnTo>
                  <a:lnTo>
                    <a:pt x="3105758" y="1579762"/>
                  </a:lnTo>
                  <a:lnTo>
                    <a:pt x="3105090" y="1579762"/>
                  </a:lnTo>
                  <a:lnTo>
                    <a:pt x="3104422" y="1579762"/>
                  </a:lnTo>
                  <a:lnTo>
                    <a:pt x="3103754" y="1579762"/>
                  </a:lnTo>
                  <a:lnTo>
                    <a:pt x="3103086" y="1579762"/>
                  </a:lnTo>
                  <a:lnTo>
                    <a:pt x="3102418" y="1579762"/>
                  </a:lnTo>
                  <a:lnTo>
                    <a:pt x="3101750" y="1579762"/>
                  </a:lnTo>
                  <a:lnTo>
                    <a:pt x="3101082" y="1579762"/>
                  </a:lnTo>
                  <a:lnTo>
                    <a:pt x="3100414" y="1579762"/>
                  </a:lnTo>
                  <a:lnTo>
                    <a:pt x="3099746" y="1579762"/>
                  </a:lnTo>
                  <a:lnTo>
                    <a:pt x="3099078" y="1579762"/>
                  </a:lnTo>
                  <a:lnTo>
                    <a:pt x="3098410" y="1579762"/>
                  </a:lnTo>
                  <a:lnTo>
                    <a:pt x="3097742" y="1579762"/>
                  </a:lnTo>
                  <a:lnTo>
                    <a:pt x="3097074" y="1579762"/>
                  </a:lnTo>
                  <a:lnTo>
                    <a:pt x="3096406" y="1579762"/>
                  </a:lnTo>
                  <a:lnTo>
                    <a:pt x="3095738" y="1579762"/>
                  </a:lnTo>
                  <a:lnTo>
                    <a:pt x="3095070" y="1579762"/>
                  </a:lnTo>
                  <a:lnTo>
                    <a:pt x="3094402" y="1579762"/>
                  </a:lnTo>
                  <a:lnTo>
                    <a:pt x="3093734" y="1579762"/>
                  </a:lnTo>
                  <a:lnTo>
                    <a:pt x="3093066" y="1579762"/>
                  </a:lnTo>
                  <a:lnTo>
                    <a:pt x="3092398" y="1579762"/>
                  </a:lnTo>
                  <a:lnTo>
                    <a:pt x="3091730" y="1579762"/>
                  </a:lnTo>
                  <a:lnTo>
                    <a:pt x="3091062" y="1579762"/>
                  </a:lnTo>
                  <a:lnTo>
                    <a:pt x="3090394" y="1579762"/>
                  </a:lnTo>
                  <a:lnTo>
                    <a:pt x="3089726" y="1579762"/>
                  </a:lnTo>
                  <a:lnTo>
                    <a:pt x="3089058" y="1579762"/>
                  </a:lnTo>
                  <a:lnTo>
                    <a:pt x="3088390" y="1579762"/>
                  </a:lnTo>
                  <a:lnTo>
                    <a:pt x="3087722" y="1579762"/>
                  </a:lnTo>
                  <a:lnTo>
                    <a:pt x="3087053" y="1579762"/>
                  </a:lnTo>
                  <a:lnTo>
                    <a:pt x="3086385" y="1579762"/>
                  </a:lnTo>
                  <a:lnTo>
                    <a:pt x="3085717" y="1579762"/>
                  </a:lnTo>
                  <a:lnTo>
                    <a:pt x="3085049" y="1579762"/>
                  </a:lnTo>
                  <a:lnTo>
                    <a:pt x="3084381" y="1579762"/>
                  </a:lnTo>
                  <a:lnTo>
                    <a:pt x="3083713" y="1579762"/>
                  </a:lnTo>
                  <a:lnTo>
                    <a:pt x="3083045" y="1579762"/>
                  </a:lnTo>
                  <a:lnTo>
                    <a:pt x="3082377" y="1579762"/>
                  </a:lnTo>
                  <a:lnTo>
                    <a:pt x="3081709" y="1579762"/>
                  </a:lnTo>
                  <a:lnTo>
                    <a:pt x="3081041" y="1579762"/>
                  </a:lnTo>
                  <a:lnTo>
                    <a:pt x="3080373" y="1579762"/>
                  </a:lnTo>
                  <a:lnTo>
                    <a:pt x="3079705" y="1579762"/>
                  </a:lnTo>
                  <a:lnTo>
                    <a:pt x="3079037" y="1579762"/>
                  </a:lnTo>
                  <a:lnTo>
                    <a:pt x="3078369" y="1579762"/>
                  </a:lnTo>
                  <a:lnTo>
                    <a:pt x="3077701" y="1579762"/>
                  </a:lnTo>
                  <a:lnTo>
                    <a:pt x="3077033" y="1579762"/>
                  </a:lnTo>
                  <a:lnTo>
                    <a:pt x="3076365" y="1579762"/>
                  </a:lnTo>
                  <a:lnTo>
                    <a:pt x="3075697" y="1579762"/>
                  </a:lnTo>
                  <a:lnTo>
                    <a:pt x="3075029" y="1579762"/>
                  </a:lnTo>
                  <a:lnTo>
                    <a:pt x="3074361" y="1579762"/>
                  </a:lnTo>
                  <a:lnTo>
                    <a:pt x="3073693" y="1579762"/>
                  </a:lnTo>
                  <a:lnTo>
                    <a:pt x="3073025" y="1579762"/>
                  </a:lnTo>
                  <a:lnTo>
                    <a:pt x="3072357" y="1579762"/>
                  </a:lnTo>
                  <a:lnTo>
                    <a:pt x="3071689" y="1579762"/>
                  </a:lnTo>
                  <a:lnTo>
                    <a:pt x="3071021" y="1579762"/>
                  </a:lnTo>
                  <a:lnTo>
                    <a:pt x="3070353" y="1579762"/>
                  </a:lnTo>
                  <a:lnTo>
                    <a:pt x="3069685" y="1579762"/>
                  </a:lnTo>
                  <a:lnTo>
                    <a:pt x="3069017" y="1579762"/>
                  </a:lnTo>
                  <a:lnTo>
                    <a:pt x="3068349" y="1579762"/>
                  </a:lnTo>
                  <a:lnTo>
                    <a:pt x="3067681" y="1579762"/>
                  </a:lnTo>
                  <a:lnTo>
                    <a:pt x="3067013" y="1579762"/>
                  </a:lnTo>
                  <a:lnTo>
                    <a:pt x="3066345" y="1579762"/>
                  </a:lnTo>
                  <a:lnTo>
                    <a:pt x="3065677" y="1579762"/>
                  </a:lnTo>
                  <a:lnTo>
                    <a:pt x="3065009" y="1579762"/>
                  </a:lnTo>
                  <a:lnTo>
                    <a:pt x="3064341" y="1579762"/>
                  </a:lnTo>
                  <a:lnTo>
                    <a:pt x="3063673" y="1579762"/>
                  </a:lnTo>
                  <a:lnTo>
                    <a:pt x="3063004" y="1579762"/>
                  </a:lnTo>
                  <a:lnTo>
                    <a:pt x="3062336" y="1579762"/>
                  </a:lnTo>
                  <a:lnTo>
                    <a:pt x="3061668" y="1579762"/>
                  </a:lnTo>
                  <a:lnTo>
                    <a:pt x="3061000" y="1579762"/>
                  </a:lnTo>
                  <a:lnTo>
                    <a:pt x="3060332" y="1579762"/>
                  </a:lnTo>
                  <a:lnTo>
                    <a:pt x="3059664" y="1579762"/>
                  </a:lnTo>
                  <a:lnTo>
                    <a:pt x="3058996" y="1579762"/>
                  </a:lnTo>
                  <a:lnTo>
                    <a:pt x="3058328" y="1579762"/>
                  </a:lnTo>
                  <a:lnTo>
                    <a:pt x="3057660" y="1579762"/>
                  </a:lnTo>
                  <a:lnTo>
                    <a:pt x="3056992" y="1579762"/>
                  </a:lnTo>
                  <a:lnTo>
                    <a:pt x="3056324" y="1579762"/>
                  </a:lnTo>
                  <a:lnTo>
                    <a:pt x="3055656" y="1579762"/>
                  </a:lnTo>
                  <a:lnTo>
                    <a:pt x="3054988" y="1579762"/>
                  </a:lnTo>
                  <a:lnTo>
                    <a:pt x="3054320" y="1579762"/>
                  </a:lnTo>
                  <a:lnTo>
                    <a:pt x="3053652" y="1579762"/>
                  </a:lnTo>
                  <a:lnTo>
                    <a:pt x="3052984" y="1579762"/>
                  </a:lnTo>
                  <a:lnTo>
                    <a:pt x="3052316" y="1579762"/>
                  </a:lnTo>
                  <a:lnTo>
                    <a:pt x="3051648" y="1579762"/>
                  </a:lnTo>
                  <a:lnTo>
                    <a:pt x="3050980" y="1579762"/>
                  </a:lnTo>
                  <a:lnTo>
                    <a:pt x="3050312" y="1579762"/>
                  </a:lnTo>
                  <a:lnTo>
                    <a:pt x="3049644" y="1579762"/>
                  </a:lnTo>
                  <a:lnTo>
                    <a:pt x="3048976" y="1579762"/>
                  </a:lnTo>
                  <a:lnTo>
                    <a:pt x="3048308" y="1579762"/>
                  </a:lnTo>
                  <a:lnTo>
                    <a:pt x="3047640" y="1579762"/>
                  </a:lnTo>
                  <a:lnTo>
                    <a:pt x="3046972" y="1579762"/>
                  </a:lnTo>
                  <a:lnTo>
                    <a:pt x="3046304" y="1579762"/>
                  </a:lnTo>
                  <a:lnTo>
                    <a:pt x="3045636" y="1579762"/>
                  </a:lnTo>
                  <a:lnTo>
                    <a:pt x="3044968" y="1579762"/>
                  </a:lnTo>
                  <a:lnTo>
                    <a:pt x="3044300" y="1579762"/>
                  </a:lnTo>
                  <a:lnTo>
                    <a:pt x="3043632" y="1579762"/>
                  </a:lnTo>
                  <a:lnTo>
                    <a:pt x="3042964" y="1579762"/>
                  </a:lnTo>
                  <a:lnTo>
                    <a:pt x="3042296" y="1579762"/>
                  </a:lnTo>
                  <a:lnTo>
                    <a:pt x="3041628" y="1579762"/>
                  </a:lnTo>
                  <a:lnTo>
                    <a:pt x="3040960" y="1579762"/>
                  </a:lnTo>
                  <a:lnTo>
                    <a:pt x="3040292" y="1579762"/>
                  </a:lnTo>
                  <a:lnTo>
                    <a:pt x="3039624" y="1579762"/>
                  </a:lnTo>
                  <a:lnTo>
                    <a:pt x="3038956" y="1579762"/>
                  </a:lnTo>
                  <a:lnTo>
                    <a:pt x="3038287" y="1579762"/>
                  </a:lnTo>
                  <a:lnTo>
                    <a:pt x="3037619" y="1579762"/>
                  </a:lnTo>
                  <a:lnTo>
                    <a:pt x="3036951" y="1579762"/>
                  </a:lnTo>
                  <a:lnTo>
                    <a:pt x="3036283" y="1579762"/>
                  </a:lnTo>
                  <a:lnTo>
                    <a:pt x="3035615" y="1579762"/>
                  </a:lnTo>
                  <a:lnTo>
                    <a:pt x="3034947" y="1579762"/>
                  </a:lnTo>
                  <a:lnTo>
                    <a:pt x="3034279" y="1579762"/>
                  </a:lnTo>
                  <a:lnTo>
                    <a:pt x="3033611" y="1579762"/>
                  </a:lnTo>
                  <a:lnTo>
                    <a:pt x="3032943" y="1579762"/>
                  </a:lnTo>
                  <a:lnTo>
                    <a:pt x="3032275" y="1579762"/>
                  </a:lnTo>
                  <a:lnTo>
                    <a:pt x="3031607" y="1579762"/>
                  </a:lnTo>
                  <a:lnTo>
                    <a:pt x="3030939" y="1579762"/>
                  </a:lnTo>
                  <a:lnTo>
                    <a:pt x="3030271" y="1579762"/>
                  </a:lnTo>
                  <a:lnTo>
                    <a:pt x="3029603" y="1579762"/>
                  </a:lnTo>
                  <a:lnTo>
                    <a:pt x="3028935" y="1579762"/>
                  </a:lnTo>
                  <a:lnTo>
                    <a:pt x="3028267" y="1579762"/>
                  </a:lnTo>
                  <a:lnTo>
                    <a:pt x="3027599" y="1579762"/>
                  </a:lnTo>
                  <a:lnTo>
                    <a:pt x="3026931" y="1579762"/>
                  </a:lnTo>
                  <a:lnTo>
                    <a:pt x="3026263" y="1579762"/>
                  </a:lnTo>
                  <a:lnTo>
                    <a:pt x="3025595" y="1579762"/>
                  </a:lnTo>
                  <a:lnTo>
                    <a:pt x="3024927" y="1579762"/>
                  </a:lnTo>
                  <a:lnTo>
                    <a:pt x="3024259" y="1579762"/>
                  </a:lnTo>
                  <a:lnTo>
                    <a:pt x="3023591" y="1579762"/>
                  </a:lnTo>
                  <a:lnTo>
                    <a:pt x="3022923" y="1579762"/>
                  </a:lnTo>
                  <a:lnTo>
                    <a:pt x="3022255" y="1579762"/>
                  </a:lnTo>
                  <a:lnTo>
                    <a:pt x="3021587" y="1579762"/>
                  </a:lnTo>
                  <a:lnTo>
                    <a:pt x="3020919" y="1579762"/>
                  </a:lnTo>
                  <a:lnTo>
                    <a:pt x="3020251" y="1579762"/>
                  </a:lnTo>
                  <a:lnTo>
                    <a:pt x="3019583" y="1579762"/>
                  </a:lnTo>
                  <a:lnTo>
                    <a:pt x="3018915" y="1579762"/>
                  </a:lnTo>
                  <a:lnTo>
                    <a:pt x="3018247" y="1579762"/>
                  </a:lnTo>
                  <a:lnTo>
                    <a:pt x="3017579" y="1579762"/>
                  </a:lnTo>
                  <a:lnTo>
                    <a:pt x="3016911" y="1579762"/>
                  </a:lnTo>
                  <a:lnTo>
                    <a:pt x="3016243" y="1579762"/>
                  </a:lnTo>
                  <a:lnTo>
                    <a:pt x="3015575" y="1579762"/>
                  </a:lnTo>
                  <a:lnTo>
                    <a:pt x="3014907" y="1579762"/>
                  </a:lnTo>
                  <a:lnTo>
                    <a:pt x="3014239" y="1579762"/>
                  </a:lnTo>
                  <a:lnTo>
                    <a:pt x="3013570" y="1579762"/>
                  </a:lnTo>
                  <a:lnTo>
                    <a:pt x="3012902" y="1579762"/>
                  </a:lnTo>
                  <a:lnTo>
                    <a:pt x="3012234" y="1579762"/>
                  </a:lnTo>
                  <a:lnTo>
                    <a:pt x="3011566" y="1579762"/>
                  </a:lnTo>
                  <a:lnTo>
                    <a:pt x="3010898" y="1579762"/>
                  </a:lnTo>
                  <a:lnTo>
                    <a:pt x="3010230" y="1579762"/>
                  </a:lnTo>
                  <a:lnTo>
                    <a:pt x="3009562" y="1579762"/>
                  </a:lnTo>
                  <a:lnTo>
                    <a:pt x="3008894" y="1579762"/>
                  </a:lnTo>
                  <a:lnTo>
                    <a:pt x="3008226" y="1579762"/>
                  </a:lnTo>
                  <a:lnTo>
                    <a:pt x="3007558" y="1579762"/>
                  </a:lnTo>
                  <a:lnTo>
                    <a:pt x="3006890" y="1579762"/>
                  </a:lnTo>
                  <a:lnTo>
                    <a:pt x="3006222" y="1579762"/>
                  </a:lnTo>
                  <a:lnTo>
                    <a:pt x="3005554" y="1579762"/>
                  </a:lnTo>
                  <a:lnTo>
                    <a:pt x="3004886" y="1579762"/>
                  </a:lnTo>
                  <a:lnTo>
                    <a:pt x="3004218" y="1579762"/>
                  </a:lnTo>
                  <a:lnTo>
                    <a:pt x="3003550" y="1579762"/>
                  </a:lnTo>
                  <a:lnTo>
                    <a:pt x="3002882" y="1579762"/>
                  </a:lnTo>
                  <a:lnTo>
                    <a:pt x="3002214" y="1579762"/>
                  </a:lnTo>
                  <a:lnTo>
                    <a:pt x="3001546" y="1579762"/>
                  </a:lnTo>
                  <a:lnTo>
                    <a:pt x="3000878" y="1579762"/>
                  </a:lnTo>
                  <a:lnTo>
                    <a:pt x="3000210" y="1579762"/>
                  </a:lnTo>
                  <a:lnTo>
                    <a:pt x="2999542" y="1579762"/>
                  </a:lnTo>
                  <a:lnTo>
                    <a:pt x="2998874" y="1579762"/>
                  </a:lnTo>
                  <a:lnTo>
                    <a:pt x="2998206" y="1579762"/>
                  </a:lnTo>
                  <a:lnTo>
                    <a:pt x="2997538" y="1579762"/>
                  </a:lnTo>
                  <a:lnTo>
                    <a:pt x="2996870" y="1579762"/>
                  </a:lnTo>
                  <a:lnTo>
                    <a:pt x="2996202" y="1579762"/>
                  </a:lnTo>
                  <a:lnTo>
                    <a:pt x="2995534" y="1579762"/>
                  </a:lnTo>
                  <a:lnTo>
                    <a:pt x="2994866" y="1579762"/>
                  </a:lnTo>
                  <a:lnTo>
                    <a:pt x="2994198" y="1579762"/>
                  </a:lnTo>
                  <a:lnTo>
                    <a:pt x="2993530" y="1579762"/>
                  </a:lnTo>
                  <a:lnTo>
                    <a:pt x="2992862" y="1579762"/>
                  </a:lnTo>
                  <a:lnTo>
                    <a:pt x="2992194" y="1579762"/>
                  </a:lnTo>
                  <a:lnTo>
                    <a:pt x="2991526" y="1579762"/>
                  </a:lnTo>
                  <a:lnTo>
                    <a:pt x="2990858" y="1579762"/>
                  </a:lnTo>
                  <a:lnTo>
                    <a:pt x="2990190" y="1579762"/>
                  </a:lnTo>
                  <a:lnTo>
                    <a:pt x="2989522" y="1579762"/>
                  </a:lnTo>
                  <a:lnTo>
                    <a:pt x="2988853" y="1579762"/>
                  </a:lnTo>
                  <a:lnTo>
                    <a:pt x="2988185" y="1579762"/>
                  </a:lnTo>
                  <a:lnTo>
                    <a:pt x="2987517" y="1579762"/>
                  </a:lnTo>
                  <a:lnTo>
                    <a:pt x="2986849" y="1579762"/>
                  </a:lnTo>
                  <a:lnTo>
                    <a:pt x="2986181" y="1579762"/>
                  </a:lnTo>
                  <a:lnTo>
                    <a:pt x="2985513" y="1579762"/>
                  </a:lnTo>
                  <a:lnTo>
                    <a:pt x="2984845" y="1579762"/>
                  </a:lnTo>
                  <a:lnTo>
                    <a:pt x="2984177" y="1579762"/>
                  </a:lnTo>
                  <a:lnTo>
                    <a:pt x="2983509" y="1579762"/>
                  </a:lnTo>
                  <a:lnTo>
                    <a:pt x="2982841" y="1579762"/>
                  </a:lnTo>
                  <a:lnTo>
                    <a:pt x="2982173" y="1579762"/>
                  </a:lnTo>
                  <a:lnTo>
                    <a:pt x="2981505" y="1579762"/>
                  </a:lnTo>
                  <a:lnTo>
                    <a:pt x="2980837" y="1579762"/>
                  </a:lnTo>
                  <a:lnTo>
                    <a:pt x="2980169" y="1579762"/>
                  </a:lnTo>
                  <a:lnTo>
                    <a:pt x="2979501" y="1579762"/>
                  </a:lnTo>
                  <a:lnTo>
                    <a:pt x="2978833" y="1579762"/>
                  </a:lnTo>
                  <a:lnTo>
                    <a:pt x="2978165" y="1579762"/>
                  </a:lnTo>
                  <a:lnTo>
                    <a:pt x="2977497" y="1579762"/>
                  </a:lnTo>
                  <a:lnTo>
                    <a:pt x="2976829" y="1579762"/>
                  </a:lnTo>
                  <a:lnTo>
                    <a:pt x="2976161" y="1579762"/>
                  </a:lnTo>
                  <a:lnTo>
                    <a:pt x="2975493" y="1579762"/>
                  </a:lnTo>
                  <a:lnTo>
                    <a:pt x="2974825" y="1579762"/>
                  </a:lnTo>
                  <a:lnTo>
                    <a:pt x="2974157" y="1579762"/>
                  </a:lnTo>
                  <a:lnTo>
                    <a:pt x="2973489" y="1579762"/>
                  </a:lnTo>
                  <a:lnTo>
                    <a:pt x="2972821" y="1579762"/>
                  </a:lnTo>
                  <a:lnTo>
                    <a:pt x="2972153" y="1579762"/>
                  </a:lnTo>
                  <a:lnTo>
                    <a:pt x="2971485" y="1579762"/>
                  </a:lnTo>
                  <a:lnTo>
                    <a:pt x="2970817" y="1579762"/>
                  </a:lnTo>
                  <a:lnTo>
                    <a:pt x="2970149" y="1579762"/>
                  </a:lnTo>
                  <a:lnTo>
                    <a:pt x="2969481" y="1579762"/>
                  </a:lnTo>
                  <a:lnTo>
                    <a:pt x="2968813" y="1579762"/>
                  </a:lnTo>
                  <a:lnTo>
                    <a:pt x="2968145" y="1579762"/>
                  </a:lnTo>
                  <a:lnTo>
                    <a:pt x="2967477" y="1579762"/>
                  </a:lnTo>
                  <a:lnTo>
                    <a:pt x="2966809" y="1579762"/>
                  </a:lnTo>
                  <a:lnTo>
                    <a:pt x="2966141" y="1579762"/>
                  </a:lnTo>
                  <a:lnTo>
                    <a:pt x="2965473" y="1579762"/>
                  </a:lnTo>
                  <a:lnTo>
                    <a:pt x="2964804" y="1579762"/>
                  </a:lnTo>
                  <a:lnTo>
                    <a:pt x="2964136" y="1579762"/>
                  </a:lnTo>
                  <a:lnTo>
                    <a:pt x="2963468" y="1579762"/>
                  </a:lnTo>
                  <a:lnTo>
                    <a:pt x="2962800" y="1579762"/>
                  </a:lnTo>
                  <a:lnTo>
                    <a:pt x="2962132" y="1579762"/>
                  </a:lnTo>
                  <a:lnTo>
                    <a:pt x="2961464" y="1579762"/>
                  </a:lnTo>
                  <a:lnTo>
                    <a:pt x="2960796" y="1579762"/>
                  </a:lnTo>
                  <a:lnTo>
                    <a:pt x="2960128" y="1579762"/>
                  </a:lnTo>
                  <a:lnTo>
                    <a:pt x="2959460" y="1579762"/>
                  </a:lnTo>
                  <a:lnTo>
                    <a:pt x="2958792" y="1579762"/>
                  </a:lnTo>
                  <a:lnTo>
                    <a:pt x="2958124" y="1579762"/>
                  </a:lnTo>
                  <a:lnTo>
                    <a:pt x="2957456" y="1579762"/>
                  </a:lnTo>
                  <a:lnTo>
                    <a:pt x="2956788" y="1579762"/>
                  </a:lnTo>
                  <a:lnTo>
                    <a:pt x="2956120" y="1579762"/>
                  </a:lnTo>
                  <a:lnTo>
                    <a:pt x="2955452" y="1579762"/>
                  </a:lnTo>
                  <a:lnTo>
                    <a:pt x="2954784" y="1579762"/>
                  </a:lnTo>
                  <a:lnTo>
                    <a:pt x="2954116" y="1579762"/>
                  </a:lnTo>
                  <a:lnTo>
                    <a:pt x="2953448" y="1579762"/>
                  </a:lnTo>
                  <a:lnTo>
                    <a:pt x="2952780" y="1579762"/>
                  </a:lnTo>
                  <a:lnTo>
                    <a:pt x="2952112" y="1579762"/>
                  </a:lnTo>
                  <a:lnTo>
                    <a:pt x="2951444" y="1579762"/>
                  </a:lnTo>
                  <a:lnTo>
                    <a:pt x="2950776" y="1579762"/>
                  </a:lnTo>
                  <a:lnTo>
                    <a:pt x="2950108" y="1579762"/>
                  </a:lnTo>
                  <a:lnTo>
                    <a:pt x="2949440" y="1579762"/>
                  </a:lnTo>
                  <a:lnTo>
                    <a:pt x="2948772" y="1579762"/>
                  </a:lnTo>
                  <a:lnTo>
                    <a:pt x="2948104" y="1579762"/>
                  </a:lnTo>
                  <a:lnTo>
                    <a:pt x="2947436" y="1579762"/>
                  </a:lnTo>
                  <a:lnTo>
                    <a:pt x="2946768" y="1579762"/>
                  </a:lnTo>
                  <a:lnTo>
                    <a:pt x="2946100" y="1579762"/>
                  </a:lnTo>
                  <a:lnTo>
                    <a:pt x="2945432" y="1579762"/>
                  </a:lnTo>
                  <a:lnTo>
                    <a:pt x="2944764" y="1579762"/>
                  </a:lnTo>
                  <a:lnTo>
                    <a:pt x="2944096" y="1579762"/>
                  </a:lnTo>
                  <a:lnTo>
                    <a:pt x="2943428" y="1579762"/>
                  </a:lnTo>
                  <a:lnTo>
                    <a:pt x="2942760" y="1579762"/>
                  </a:lnTo>
                  <a:lnTo>
                    <a:pt x="2942092" y="1579762"/>
                  </a:lnTo>
                  <a:lnTo>
                    <a:pt x="2941424" y="1579762"/>
                  </a:lnTo>
                  <a:lnTo>
                    <a:pt x="2940756" y="1579762"/>
                  </a:lnTo>
                  <a:lnTo>
                    <a:pt x="2940087" y="1579762"/>
                  </a:lnTo>
                  <a:lnTo>
                    <a:pt x="2939419" y="1579762"/>
                  </a:lnTo>
                  <a:lnTo>
                    <a:pt x="2938751" y="1579762"/>
                  </a:lnTo>
                  <a:lnTo>
                    <a:pt x="2938083" y="1579762"/>
                  </a:lnTo>
                  <a:lnTo>
                    <a:pt x="2937415" y="1579762"/>
                  </a:lnTo>
                  <a:lnTo>
                    <a:pt x="2936747" y="1579762"/>
                  </a:lnTo>
                  <a:lnTo>
                    <a:pt x="2936079" y="1579762"/>
                  </a:lnTo>
                  <a:lnTo>
                    <a:pt x="2935411" y="1579762"/>
                  </a:lnTo>
                  <a:lnTo>
                    <a:pt x="2934743" y="1579762"/>
                  </a:lnTo>
                  <a:lnTo>
                    <a:pt x="2934075" y="1579762"/>
                  </a:lnTo>
                  <a:lnTo>
                    <a:pt x="2933407" y="1579762"/>
                  </a:lnTo>
                  <a:lnTo>
                    <a:pt x="2932739" y="1579762"/>
                  </a:lnTo>
                  <a:lnTo>
                    <a:pt x="2932071" y="1579762"/>
                  </a:lnTo>
                  <a:lnTo>
                    <a:pt x="2931403" y="1579762"/>
                  </a:lnTo>
                  <a:lnTo>
                    <a:pt x="2930735" y="1579762"/>
                  </a:lnTo>
                  <a:lnTo>
                    <a:pt x="2930067" y="1579762"/>
                  </a:lnTo>
                  <a:lnTo>
                    <a:pt x="2929399" y="1579762"/>
                  </a:lnTo>
                  <a:lnTo>
                    <a:pt x="2928731" y="1579762"/>
                  </a:lnTo>
                  <a:lnTo>
                    <a:pt x="2928063" y="1579762"/>
                  </a:lnTo>
                  <a:lnTo>
                    <a:pt x="2927395" y="1579762"/>
                  </a:lnTo>
                  <a:lnTo>
                    <a:pt x="2926727" y="1579762"/>
                  </a:lnTo>
                  <a:lnTo>
                    <a:pt x="2926059" y="1579762"/>
                  </a:lnTo>
                  <a:lnTo>
                    <a:pt x="2925391" y="1579762"/>
                  </a:lnTo>
                  <a:lnTo>
                    <a:pt x="2924723" y="1579762"/>
                  </a:lnTo>
                  <a:lnTo>
                    <a:pt x="2924055" y="1579762"/>
                  </a:lnTo>
                  <a:lnTo>
                    <a:pt x="2923387" y="1579762"/>
                  </a:lnTo>
                  <a:lnTo>
                    <a:pt x="2922719" y="1579762"/>
                  </a:lnTo>
                  <a:lnTo>
                    <a:pt x="2922051" y="1579762"/>
                  </a:lnTo>
                  <a:lnTo>
                    <a:pt x="2921383" y="1579762"/>
                  </a:lnTo>
                  <a:lnTo>
                    <a:pt x="2920715" y="1579762"/>
                  </a:lnTo>
                  <a:lnTo>
                    <a:pt x="2920047" y="1579762"/>
                  </a:lnTo>
                  <a:lnTo>
                    <a:pt x="2919379" y="1579762"/>
                  </a:lnTo>
                  <a:lnTo>
                    <a:pt x="2918711" y="1579762"/>
                  </a:lnTo>
                  <a:lnTo>
                    <a:pt x="2918043" y="1579762"/>
                  </a:lnTo>
                  <a:lnTo>
                    <a:pt x="2917375" y="1579762"/>
                  </a:lnTo>
                  <a:lnTo>
                    <a:pt x="2916707" y="1579762"/>
                  </a:lnTo>
                  <a:lnTo>
                    <a:pt x="2916039" y="1579762"/>
                  </a:lnTo>
                  <a:lnTo>
                    <a:pt x="2915370" y="1579762"/>
                  </a:lnTo>
                  <a:lnTo>
                    <a:pt x="2914702" y="1579762"/>
                  </a:lnTo>
                  <a:lnTo>
                    <a:pt x="2914034" y="1579762"/>
                  </a:lnTo>
                  <a:lnTo>
                    <a:pt x="2913366" y="1579762"/>
                  </a:lnTo>
                  <a:lnTo>
                    <a:pt x="2912698" y="1579762"/>
                  </a:lnTo>
                  <a:lnTo>
                    <a:pt x="2912030" y="1579762"/>
                  </a:lnTo>
                  <a:lnTo>
                    <a:pt x="2911362" y="1579762"/>
                  </a:lnTo>
                  <a:lnTo>
                    <a:pt x="2910694" y="1579762"/>
                  </a:lnTo>
                  <a:lnTo>
                    <a:pt x="2910026" y="1579762"/>
                  </a:lnTo>
                  <a:lnTo>
                    <a:pt x="2909358" y="1579762"/>
                  </a:lnTo>
                  <a:lnTo>
                    <a:pt x="2908690" y="1579762"/>
                  </a:lnTo>
                  <a:lnTo>
                    <a:pt x="2908022" y="1579762"/>
                  </a:lnTo>
                  <a:lnTo>
                    <a:pt x="2907354" y="1579762"/>
                  </a:lnTo>
                  <a:lnTo>
                    <a:pt x="2906686" y="1579762"/>
                  </a:lnTo>
                  <a:lnTo>
                    <a:pt x="2906018" y="1579762"/>
                  </a:lnTo>
                  <a:lnTo>
                    <a:pt x="2905350" y="1579762"/>
                  </a:lnTo>
                  <a:lnTo>
                    <a:pt x="2904682" y="1579762"/>
                  </a:lnTo>
                  <a:lnTo>
                    <a:pt x="2904014" y="1579762"/>
                  </a:lnTo>
                  <a:lnTo>
                    <a:pt x="2903346" y="1579762"/>
                  </a:lnTo>
                  <a:lnTo>
                    <a:pt x="2902678" y="1579762"/>
                  </a:lnTo>
                  <a:lnTo>
                    <a:pt x="2902010" y="1579762"/>
                  </a:lnTo>
                  <a:lnTo>
                    <a:pt x="2901342" y="1579762"/>
                  </a:lnTo>
                  <a:lnTo>
                    <a:pt x="2900674" y="1579762"/>
                  </a:lnTo>
                  <a:lnTo>
                    <a:pt x="2900006" y="1579762"/>
                  </a:lnTo>
                  <a:lnTo>
                    <a:pt x="2899338" y="1579762"/>
                  </a:lnTo>
                  <a:lnTo>
                    <a:pt x="2898670" y="1579762"/>
                  </a:lnTo>
                  <a:lnTo>
                    <a:pt x="2898002" y="1579762"/>
                  </a:lnTo>
                  <a:lnTo>
                    <a:pt x="2897334" y="1579762"/>
                  </a:lnTo>
                  <a:lnTo>
                    <a:pt x="2896666" y="1579762"/>
                  </a:lnTo>
                  <a:lnTo>
                    <a:pt x="2895998" y="1579762"/>
                  </a:lnTo>
                  <a:lnTo>
                    <a:pt x="2895330" y="1579762"/>
                  </a:lnTo>
                  <a:lnTo>
                    <a:pt x="2894662" y="1579762"/>
                  </a:lnTo>
                  <a:lnTo>
                    <a:pt x="2893994" y="1579762"/>
                  </a:lnTo>
                  <a:lnTo>
                    <a:pt x="2893326" y="1579762"/>
                  </a:lnTo>
                  <a:lnTo>
                    <a:pt x="2892658" y="1579762"/>
                  </a:lnTo>
                  <a:lnTo>
                    <a:pt x="2891990" y="1579762"/>
                  </a:lnTo>
                  <a:lnTo>
                    <a:pt x="2891322" y="1579762"/>
                  </a:lnTo>
                  <a:lnTo>
                    <a:pt x="2890653" y="1579762"/>
                  </a:lnTo>
                  <a:lnTo>
                    <a:pt x="2889985" y="1579762"/>
                  </a:lnTo>
                  <a:lnTo>
                    <a:pt x="2889317" y="1579762"/>
                  </a:lnTo>
                  <a:lnTo>
                    <a:pt x="2888649" y="1579762"/>
                  </a:lnTo>
                  <a:lnTo>
                    <a:pt x="2887981" y="1579762"/>
                  </a:lnTo>
                  <a:lnTo>
                    <a:pt x="2887313" y="1579762"/>
                  </a:lnTo>
                  <a:lnTo>
                    <a:pt x="2886645" y="1579762"/>
                  </a:lnTo>
                  <a:lnTo>
                    <a:pt x="2885977" y="1579762"/>
                  </a:lnTo>
                  <a:lnTo>
                    <a:pt x="2885309" y="1579762"/>
                  </a:lnTo>
                  <a:lnTo>
                    <a:pt x="2884641" y="1579762"/>
                  </a:lnTo>
                  <a:lnTo>
                    <a:pt x="2883973" y="1579762"/>
                  </a:lnTo>
                  <a:lnTo>
                    <a:pt x="2883305" y="1579762"/>
                  </a:lnTo>
                  <a:lnTo>
                    <a:pt x="2882637" y="1579762"/>
                  </a:lnTo>
                  <a:lnTo>
                    <a:pt x="2881969" y="1579762"/>
                  </a:lnTo>
                  <a:lnTo>
                    <a:pt x="2881301" y="1579762"/>
                  </a:lnTo>
                  <a:lnTo>
                    <a:pt x="2880633" y="1579762"/>
                  </a:lnTo>
                  <a:lnTo>
                    <a:pt x="2879965" y="1579762"/>
                  </a:lnTo>
                  <a:lnTo>
                    <a:pt x="2879297" y="1579762"/>
                  </a:lnTo>
                  <a:lnTo>
                    <a:pt x="2878629" y="1579762"/>
                  </a:lnTo>
                  <a:lnTo>
                    <a:pt x="2877961" y="1579762"/>
                  </a:lnTo>
                  <a:lnTo>
                    <a:pt x="2877293" y="1579762"/>
                  </a:lnTo>
                  <a:lnTo>
                    <a:pt x="2876625" y="1579762"/>
                  </a:lnTo>
                  <a:lnTo>
                    <a:pt x="2875957" y="1579762"/>
                  </a:lnTo>
                  <a:lnTo>
                    <a:pt x="2875289" y="1579762"/>
                  </a:lnTo>
                  <a:lnTo>
                    <a:pt x="2874621" y="1579762"/>
                  </a:lnTo>
                  <a:lnTo>
                    <a:pt x="2873953" y="1579762"/>
                  </a:lnTo>
                  <a:lnTo>
                    <a:pt x="2873285" y="1579762"/>
                  </a:lnTo>
                  <a:lnTo>
                    <a:pt x="2872617" y="1579762"/>
                  </a:lnTo>
                  <a:lnTo>
                    <a:pt x="2871949" y="1579762"/>
                  </a:lnTo>
                  <a:lnTo>
                    <a:pt x="2871281" y="1579762"/>
                  </a:lnTo>
                  <a:lnTo>
                    <a:pt x="2870613" y="1579762"/>
                  </a:lnTo>
                  <a:lnTo>
                    <a:pt x="2869945" y="1579762"/>
                  </a:lnTo>
                  <a:lnTo>
                    <a:pt x="2869277" y="1579762"/>
                  </a:lnTo>
                  <a:lnTo>
                    <a:pt x="2868609" y="1579762"/>
                  </a:lnTo>
                  <a:lnTo>
                    <a:pt x="2867941" y="1579762"/>
                  </a:lnTo>
                  <a:lnTo>
                    <a:pt x="2867273" y="1579762"/>
                  </a:lnTo>
                  <a:lnTo>
                    <a:pt x="2866604" y="1579762"/>
                  </a:lnTo>
                  <a:lnTo>
                    <a:pt x="2865936" y="1579762"/>
                  </a:lnTo>
                  <a:lnTo>
                    <a:pt x="2865268" y="1579762"/>
                  </a:lnTo>
                  <a:lnTo>
                    <a:pt x="2864600" y="1579762"/>
                  </a:lnTo>
                  <a:lnTo>
                    <a:pt x="2863932" y="1579762"/>
                  </a:lnTo>
                  <a:lnTo>
                    <a:pt x="2863264" y="1579762"/>
                  </a:lnTo>
                  <a:lnTo>
                    <a:pt x="2862596" y="1579762"/>
                  </a:lnTo>
                  <a:lnTo>
                    <a:pt x="2861928" y="1579762"/>
                  </a:lnTo>
                  <a:lnTo>
                    <a:pt x="2861260" y="1579762"/>
                  </a:lnTo>
                  <a:lnTo>
                    <a:pt x="2860592" y="1579762"/>
                  </a:lnTo>
                  <a:lnTo>
                    <a:pt x="2859924" y="1579762"/>
                  </a:lnTo>
                  <a:lnTo>
                    <a:pt x="2859256" y="1579762"/>
                  </a:lnTo>
                  <a:lnTo>
                    <a:pt x="2858588" y="1579762"/>
                  </a:lnTo>
                  <a:lnTo>
                    <a:pt x="2857920" y="1579762"/>
                  </a:lnTo>
                  <a:lnTo>
                    <a:pt x="2857252" y="1579762"/>
                  </a:lnTo>
                  <a:lnTo>
                    <a:pt x="2856584" y="1579762"/>
                  </a:lnTo>
                  <a:lnTo>
                    <a:pt x="2855916" y="1579762"/>
                  </a:lnTo>
                  <a:lnTo>
                    <a:pt x="2855248" y="1579762"/>
                  </a:lnTo>
                  <a:lnTo>
                    <a:pt x="2854580" y="1579762"/>
                  </a:lnTo>
                  <a:lnTo>
                    <a:pt x="2853912" y="1579762"/>
                  </a:lnTo>
                  <a:lnTo>
                    <a:pt x="2853244" y="1579762"/>
                  </a:lnTo>
                  <a:lnTo>
                    <a:pt x="2852576" y="1579762"/>
                  </a:lnTo>
                  <a:lnTo>
                    <a:pt x="2851908" y="1579762"/>
                  </a:lnTo>
                  <a:lnTo>
                    <a:pt x="2851240" y="1579762"/>
                  </a:lnTo>
                  <a:lnTo>
                    <a:pt x="2850572" y="1579762"/>
                  </a:lnTo>
                  <a:lnTo>
                    <a:pt x="2849904" y="1579762"/>
                  </a:lnTo>
                  <a:lnTo>
                    <a:pt x="2849236" y="1579762"/>
                  </a:lnTo>
                  <a:lnTo>
                    <a:pt x="2848568" y="1579762"/>
                  </a:lnTo>
                  <a:lnTo>
                    <a:pt x="2847900" y="1579762"/>
                  </a:lnTo>
                  <a:lnTo>
                    <a:pt x="2847232" y="1579762"/>
                  </a:lnTo>
                  <a:lnTo>
                    <a:pt x="2846564" y="1579762"/>
                  </a:lnTo>
                  <a:lnTo>
                    <a:pt x="2845896" y="1579762"/>
                  </a:lnTo>
                  <a:lnTo>
                    <a:pt x="2845228" y="1579762"/>
                  </a:lnTo>
                  <a:lnTo>
                    <a:pt x="2844560" y="1579762"/>
                  </a:lnTo>
                  <a:lnTo>
                    <a:pt x="2843892" y="1579762"/>
                  </a:lnTo>
                  <a:lnTo>
                    <a:pt x="2843224" y="1579762"/>
                  </a:lnTo>
                  <a:lnTo>
                    <a:pt x="2842556" y="1579762"/>
                  </a:lnTo>
                  <a:lnTo>
                    <a:pt x="2841887" y="1579762"/>
                  </a:lnTo>
                  <a:lnTo>
                    <a:pt x="2841219" y="1579762"/>
                  </a:lnTo>
                  <a:lnTo>
                    <a:pt x="2840551" y="1579762"/>
                  </a:lnTo>
                  <a:lnTo>
                    <a:pt x="2839883" y="1579762"/>
                  </a:lnTo>
                  <a:lnTo>
                    <a:pt x="2839215" y="1579762"/>
                  </a:lnTo>
                  <a:lnTo>
                    <a:pt x="2838547" y="1579762"/>
                  </a:lnTo>
                  <a:lnTo>
                    <a:pt x="2837879" y="1579762"/>
                  </a:lnTo>
                  <a:lnTo>
                    <a:pt x="2837211" y="1579762"/>
                  </a:lnTo>
                  <a:lnTo>
                    <a:pt x="2836543" y="1579762"/>
                  </a:lnTo>
                  <a:lnTo>
                    <a:pt x="2835875" y="1579762"/>
                  </a:lnTo>
                  <a:lnTo>
                    <a:pt x="2835207" y="1579762"/>
                  </a:lnTo>
                  <a:lnTo>
                    <a:pt x="2834539" y="1579762"/>
                  </a:lnTo>
                  <a:lnTo>
                    <a:pt x="2833871" y="1579762"/>
                  </a:lnTo>
                  <a:lnTo>
                    <a:pt x="2833203" y="1579762"/>
                  </a:lnTo>
                  <a:lnTo>
                    <a:pt x="2832535" y="1579762"/>
                  </a:lnTo>
                  <a:lnTo>
                    <a:pt x="2831867" y="1579762"/>
                  </a:lnTo>
                  <a:lnTo>
                    <a:pt x="2831199" y="1579762"/>
                  </a:lnTo>
                  <a:lnTo>
                    <a:pt x="2830531" y="1579762"/>
                  </a:lnTo>
                  <a:lnTo>
                    <a:pt x="2829863" y="1579762"/>
                  </a:lnTo>
                  <a:lnTo>
                    <a:pt x="2829195" y="1579762"/>
                  </a:lnTo>
                  <a:lnTo>
                    <a:pt x="2828527" y="1579762"/>
                  </a:lnTo>
                  <a:lnTo>
                    <a:pt x="2827859" y="1579762"/>
                  </a:lnTo>
                  <a:lnTo>
                    <a:pt x="2827191" y="1579762"/>
                  </a:lnTo>
                  <a:lnTo>
                    <a:pt x="2826523" y="1579762"/>
                  </a:lnTo>
                  <a:lnTo>
                    <a:pt x="2825855" y="1579762"/>
                  </a:lnTo>
                  <a:lnTo>
                    <a:pt x="2825187" y="1579762"/>
                  </a:lnTo>
                  <a:lnTo>
                    <a:pt x="2824519" y="1579762"/>
                  </a:lnTo>
                  <a:lnTo>
                    <a:pt x="2823851" y="1579762"/>
                  </a:lnTo>
                  <a:lnTo>
                    <a:pt x="2823183" y="1579762"/>
                  </a:lnTo>
                  <a:lnTo>
                    <a:pt x="2822515" y="1579762"/>
                  </a:lnTo>
                  <a:lnTo>
                    <a:pt x="2821847" y="1579762"/>
                  </a:lnTo>
                  <a:lnTo>
                    <a:pt x="2821179" y="1579762"/>
                  </a:lnTo>
                  <a:lnTo>
                    <a:pt x="2820511" y="1579762"/>
                  </a:lnTo>
                  <a:lnTo>
                    <a:pt x="2819843" y="1579762"/>
                  </a:lnTo>
                  <a:lnTo>
                    <a:pt x="2819175" y="1579762"/>
                  </a:lnTo>
                  <a:lnTo>
                    <a:pt x="2818507" y="1579762"/>
                  </a:lnTo>
                  <a:lnTo>
                    <a:pt x="2817839" y="1579762"/>
                  </a:lnTo>
                  <a:lnTo>
                    <a:pt x="2817170" y="1579762"/>
                  </a:lnTo>
                  <a:lnTo>
                    <a:pt x="2816502" y="1579762"/>
                  </a:lnTo>
                  <a:lnTo>
                    <a:pt x="2815834" y="1579762"/>
                  </a:lnTo>
                  <a:lnTo>
                    <a:pt x="2815166" y="1579762"/>
                  </a:lnTo>
                  <a:lnTo>
                    <a:pt x="2814498" y="1579762"/>
                  </a:lnTo>
                  <a:lnTo>
                    <a:pt x="2813830" y="1579762"/>
                  </a:lnTo>
                  <a:lnTo>
                    <a:pt x="2813162" y="1579762"/>
                  </a:lnTo>
                  <a:lnTo>
                    <a:pt x="2812494" y="1579762"/>
                  </a:lnTo>
                  <a:lnTo>
                    <a:pt x="2811826" y="1579762"/>
                  </a:lnTo>
                  <a:lnTo>
                    <a:pt x="2811158" y="1579762"/>
                  </a:lnTo>
                  <a:lnTo>
                    <a:pt x="2810490" y="1579762"/>
                  </a:lnTo>
                  <a:lnTo>
                    <a:pt x="2809822" y="1579762"/>
                  </a:lnTo>
                  <a:lnTo>
                    <a:pt x="2809154" y="1579762"/>
                  </a:lnTo>
                  <a:lnTo>
                    <a:pt x="2808486" y="1579762"/>
                  </a:lnTo>
                  <a:lnTo>
                    <a:pt x="2807818" y="1579762"/>
                  </a:lnTo>
                  <a:lnTo>
                    <a:pt x="2807150" y="1579762"/>
                  </a:lnTo>
                  <a:lnTo>
                    <a:pt x="2806482" y="1579762"/>
                  </a:lnTo>
                  <a:lnTo>
                    <a:pt x="2805814" y="1579762"/>
                  </a:lnTo>
                  <a:lnTo>
                    <a:pt x="2805146" y="1579762"/>
                  </a:lnTo>
                  <a:lnTo>
                    <a:pt x="2804478" y="1579762"/>
                  </a:lnTo>
                  <a:lnTo>
                    <a:pt x="2803810" y="1579762"/>
                  </a:lnTo>
                  <a:lnTo>
                    <a:pt x="2803142" y="1579762"/>
                  </a:lnTo>
                  <a:lnTo>
                    <a:pt x="2802474" y="1579762"/>
                  </a:lnTo>
                  <a:lnTo>
                    <a:pt x="2801806" y="1579762"/>
                  </a:lnTo>
                  <a:lnTo>
                    <a:pt x="2801138" y="1579762"/>
                  </a:lnTo>
                  <a:lnTo>
                    <a:pt x="2800470" y="1579762"/>
                  </a:lnTo>
                  <a:lnTo>
                    <a:pt x="2799802" y="1579762"/>
                  </a:lnTo>
                  <a:lnTo>
                    <a:pt x="2799134" y="1579762"/>
                  </a:lnTo>
                  <a:lnTo>
                    <a:pt x="2798466" y="1579762"/>
                  </a:lnTo>
                  <a:lnTo>
                    <a:pt x="2797798" y="1579762"/>
                  </a:lnTo>
                  <a:lnTo>
                    <a:pt x="2797130" y="1579762"/>
                  </a:lnTo>
                  <a:lnTo>
                    <a:pt x="2796462" y="1579762"/>
                  </a:lnTo>
                  <a:lnTo>
                    <a:pt x="2795794" y="1579762"/>
                  </a:lnTo>
                  <a:lnTo>
                    <a:pt x="2795126" y="1579762"/>
                  </a:lnTo>
                  <a:lnTo>
                    <a:pt x="2794458" y="1579762"/>
                  </a:lnTo>
                  <a:lnTo>
                    <a:pt x="2793790" y="1579762"/>
                  </a:lnTo>
                  <a:lnTo>
                    <a:pt x="2793122" y="1579762"/>
                  </a:lnTo>
                  <a:lnTo>
                    <a:pt x="2792453" y="1579762"/>
                  </a:lnTo>
                  <a:lnTo>
                    <a:pt x="2791785" y="1579762"/>
                  </a:lnTo>
                  <a:lnTo>
                    <a:pt x="2791117" y="1579762"/>
                  </a:lnTo>
                  <a:lnTo>
                    <a:pt x="2790449" y="1579762"/>
                  </a:lnTo>
                  <a:lnTo>
                    <a:pt x="2789781" y="1579762"/>
                  </a:lnTo>
                  <a:lnTo>
                    <a:pt x="2789113" y="1579762"/>
                  </a:lnTo>
                  <a:lnTo>
                    <a:pt x="2788445" y="1579762"/>
                  </a:lnTo>
                  <a:lnTo>
                    <a:pt x="2787777" y="1579762"/>
                  </a:lnTo>
                  <a:lnTo>
                    <a:pt x="2787109" y="1579762"/>
                  </a:lnTo>
                  <a:lnTo>
                    <a:pt x="2786441" y="1579762"/>
                  </a:lnTo>
                  <a:lnTo>
                    <a:pt x="2785773" y="1579762"/>
                  </a:lnTo>
                  <a:lnTo>
                    <a:pt x="2785105" y="1579762"/>
                  </a:lnTo>
                  <a:lnTo>
                    <a:pt x="2784437" y="1579762"/>
                  </a:lnTo>
                  <a:lnTo>
                    <a:pt x="2783769" y="1579762"/>
                  </a:lnTo>
                  <a:lnTo>
                    <a:pt x="2783101" y="1579762"/>
                  </a:lnTo>
                  <a:lnTo>
                    <a:pt x="2782433" y="1579762"/>
                  </a:lnTo>
                  <a:lnTo>
                    <a:pt x="2781765" y="1579762"/>
                  </a:lnTo>
                  <a:lnTo>
                    <a:pt x="2781097" y="1579762"/>
                  </a:lnTo>
                  <a:lnTo>
                    <a:pt x="2780429" y="1579762"/>
                  </a:lnTo>
                  <a:lnTo>
                    <a:pt x="2779761" y="1579762"/>
                  </a:lnTo>
                  <a:lnTo>
                    <a:pt x="2779093" y="1579762"/>
                  </a:lnTo>
                  <a:lnTo>
                    <a:pt x="2778425" y="1579762"/>
                  </a:lnTo>
                  <a:lnTo>
                    <a:pt x="2777757" y="1579762"/>
                  </a:lnTo>
                  <a:lnTo>
                    <a:pt x="2777089" y="1579762"/>
                  </a:lnTo>
                  <a:lnTo>
                    <a:pt x="2776421" y="1579762"/>
                  </a:lnTo>
                  <a:lnTo>
                    <a:pt x="2775753" y="1579762"/>
                  </a:lnTo>
                  <a:lnTo>
                    <a:pt x="2775085" y="1579762"/>
                  </a:lnTo>
                  <a:lnTo>
                    <a:pt x="2774417" y="1579762"/>
                  </a:lnTo>
                  <a:lnTo>
                    <a:pt x="2773749" y="1579762"/>
                  </a:lnTo>
                  <a:lnTo>
                    <a:pt x="2773081" y="1579762"/>
                  </a:lnTo>
                  <a:lnTo>
                    <a:pt x="2772413" y="1579762"/>
                  </a:lnTo>
                  <a:lnTo>
                    <a:pt x="2771745" y="1579762"/>
                  </a:lnTo>
                  <a:lnTo>
                    <a:pt x="2771077" y="1579762"/>
                  </a:lnTo>
                  <a:lnTo>
                    <a:pt x="2770409" y="1579762"/>
                  </a:lnTo>
                  <a:lnTo>
                    <a:pt x="2769741" y="1579762"/>
                  </a:lnTo>
                  <a:lnTo>
                    <a:pt x="2769073" y="1579762"/>
                  </a:lnTo>
                  <a:lnTo>
                    <a:pt x="2768404" y="1579762"/>
                  </a:lnTo>
                  <a:lnTo>
                    <a:pt x="2767736" y="1579762"/>
                  </a:lnTo>
                  <a:lnTo>
                    <a:pt x="2767068" y="1579762"/>
                  </a:lnTo>
                  <a:lnTo>
                    <a:pt x="2766400" y="1579762"/>
                  </a:lnTo>
                  <a:lnTo>
                    <a:pt x="2765732" y="1579762"/>
                  </a:lnTo>
                  <a:lnTo>
                    <a:pt x="2765064" y="1579762"/>
                  </a:lnTo>
                  <a:lnTo>
                    <a:pt x="2764396" y="1579762"/>
                  </a:lnTo>
                  <a:lnTo>
                    <a:pt x="2763728" y="1579762"/>
                  </a:lnTo>
                  <a:lnTo>
                    <a:pt x="2763060" y="1579762"/>
                  </a:lnTo>
                  <a:lnTo>
                    <a:pt x="2762392" y="1579762"/>
                  </a:lnTo>
                  <a:lnTo>
                    <a:pt x="2761724" y="1579762"/>
                  </a:lnTo>
                  <a:lnTo>
                    <a:pt x="2761056" y="1579762"/>
                  </a:lnTo>
                  <a:lnTo>
                    <a:pt x="2760388" y="1579762"/>
                  </a:lnTo>
                  <a:lnTo>
                    <a:pt x="2759720" y="1579762"/>
                  </a:lnTo>
                  <a:lnTo>
                    <a:pt x="2759052" y="1579762"/>
                  </a:lnTo>
                  <a:lnTo>
                    <a:pt x="2758384" y="1579762"/>
                  </a:lnTo>
                  <a:lnTo>
                    <a:pt x="2757716" y="1579762"/>
                  </a:lnTo>
                  <a:lnTo>
                    <a:pt x="2757048" y="1579762"/>
                  </a:lnTo>
                  <a:lnTo>
                    <a:pt x="2756380" y="1579762"/>
                  </a:lnTo>
                  <a:lnTo>
                    <a:pt x="2755712" y="1579762"/>
                  </a:lnTo>
                  <a:lnTo>
                    <a:pt x="2755044" y="1579762"/>
                  </a:lnTo>
                  <a:lnTo>
                    <a:pt x="2754376" y="1579762"/>
                  </a:lnTo>
                  <a:lnTo>
                    <a:pt x="2753708" y="1579762"/>
                  </a:lnTo>
                  <a:lnTo>
                    <a:pt x="2753040" y="1579762"/>
                  </a:lnTo>
                  <a:lnTo>
                    <a:pt x="2752372" y="1579762"/>
                  </a:lnTo>
                  <a:lnTo>
                    <a:pt x="2751704" y="1579762"/>
                  </a:lnTo>
                  <a:lnTo>
                    <a:pt x="2751036" y="1579762"/>
                  </a:lnTo>
                  <a:lnTo>
                    <a:pt x="2750368" y="1579762"/>
                  </a:lnTo>
                  <a:lnTo>
                    <a:pt x="2749700" y="1579762"/>
                  </a:lnTo>
                  <a:lnTo>
                    <a:pt x="2749032" y="1579762"/>
                  </a:lnTo>
                  <a:lnTo>
                    <a:pt x="2748364" y="1579762"/>
                  </a:lnTo>
                  <a:lnTo>
                    <a:pt x="2747696" y="1579762"/>
                  </a:lnTo>
                  <a:lnTo>
                    <a:pt x="2747028" y="1579762"/>
                  </a:lnTo>
                  <a:lnTo>
                    <a:pt x="2746360" y="1579762"/>
                  </a:lnTo>
                  <a:lnTo>
                    <a:pt x="2745692" y="1579762"/>
                  </a:lnTo>
                  <a:lnTo>
                    <a:pt x="2745024" y="1579762"/>
                  </a:lnTo>
                  <a:lnTo>
                    <a:pt x="2744356" y="1579762"/>
                  </a:lnTo>
                  <a:lnTo>
                    <a:pt x="2743687" y="1579762"/>
                  </a:lnTo>
                  <a:lnTo>
                    <a:pt x="2743019" y="1579762"/>
                  </a:lnTo>
                  <a:lnTo>
                    <a:pt x="2742351" y="1579762"/>
                  </a:lnTo>
                  <a:lnTo>
                    <a:pt x="2741683" y="1579762"/>
                  </a:lnTo>
                  <a:lnTo>
                    <a:pt x="2741015" y="1579762"/>
                  </a:lnTo>
                  <a:lnTo>
                    <a:pt x="2740347" y="1579762"/>
                  </a:lnTo>
                  <a:lnTo>
                    <a:pt x="2739679" y="1579762"/>
                  </a:lnTo>
                  <a:lnTo>
                    <a:pt x="2739011" y="1579762"/>
                  </a:lnTo>
                  <a:lnTo>
                    <a:pt x="2738343" y="1579762"/>
                  </a:lnTo>
                  <a:lnTo>
                    <a:pt x="2737675" y="1579762"/>
                  </a:lnTo>
                  <a:lnTo>
                    <a:pt x="2737007" y="1579762"/>
                  </a:lnTo>
                  <a:lnTo>
                    <a:pt x="2736339" y="1579762"/>
                  </a:lnTo>
                  <a:lnTo>
                    <a:pt x="2735671" y="1579762"/>
                  </a:lnTo>
                  <a:lnTo>
                    <a:pt x="2735003" y="1579762"/>
                  </a:lnTo>
                  <a:lnTo>
                    <a:pt x="2734335" y="1579762"/>
                  </a:lnTo>
                  <a:lnTo>
                    <a:pt x="2733667" y="1579762"/>
                  </a:lnTo>
                  <a:lnTo>
                    <a:pt x="2732999" y="1579762"/>
                  </a:lnTo>
                  <a:lnTo>
                    <a:pt x="2732331" y="1579762"/>
                  </a:lnTo>
                  <a:lnTo>
                    <a:pt x="2731663" y="1579762"/>
                  </a:lnTo>
                  <a:lnTo>
                    <a:pt x="2730995" y="1579762"/>
                  </a:lnTo>
                  <a:lnTo>
                    <a:pt x="2730327" y="1579762"/>
                  </a:lnTo>
                  <a:lnTo>
                    <a:pt x="2729659" y="1579762"/>
                  </a:lnTo>
                  <a:lnTo>
                    <a:pt x="2728991" y="1579762"/>
                  </a:lnTo>
                  <a:lnTo>
                    <a:pt x="2728323" y="1579762"/>
                  </a:lnTo>
                  <a:lnTo>
                    <a:pt x="2727655" y="1579762"/>
                  </a:lnTo>
                  <a:lnTo>
                    <a:pt x="2726987" y="1579762"/>
                  </a:lnTo>
                  <a:lnTo>
                    <a:pt x="2726319" y="1579762"/>
                  </a:lnTo>
                  <a:lnTo>
                    <a:pt x="2725651" y="1579762"/>
                  </a:lnTo>
                  <a:lnTo>
                    <a:pt x="2724983" y="1579762"/>
                  </a:lnTo>
                  <a:lnTo>
                    <a:pt x="2724315" y="1579762"/>
                  </a:lnTo>
                  <a:lnTo>
                    <a:pt x="2723647" y="1579762"/>
                  </a:lnTo>
                  <a:lnTo>
                    <a:pt x="2722979" y="1579762"/>
                  </a:lnTo>
                  <a:lnTo>
                    <a:pt x="2722311" y="1579762"/>
                  </a:lnTo>
                  <a:lnTo>
                    <a:pt x="2721643" y="1579762"/>
                  </a:lnTo>
                  <a:lnTo>
                    <a:pt x="2720975" y="1579762"/>
                  </a:lnTo>
                  <a:lnTo>
                    <a:pt x="2720307" y="1579762"/>
                  </a:lnTo>
                  <a:lnTo>
                    <a:pt x="2719639" y="1579762"/>
                  </a:lnTo>
                  <a:lnTo>
                    <a:pt x="2718970" y="1579762"/>
                  </a:lnTo>
                  <a:lnTo>
                    <a:pt x="2718302" y="1579762"/>
                  </a:lnTo>
                  <a:lnTo>
                    <a:pt x="2717634" y="1579762"/>
                  </a:lnTo>
                  <a:lnTo>
                    <a:pt x="2716966" y="1579762"/>
                  </a:lnTo>
                  <a:lnTo>
                    <a:pt x="2716298" y="1579762"/>
                  </a:lnTo>
                  <a:lnTo>
                    <a:pt x="2715630" y="1579762"/>
                  </a:lnTo>
                  <a:lnTo>
                    <a:pt x="2714962" y="1579762"/>
                  </a:lnTo>
                  <a:lnTo>
                    <a:pt x="2714294" y="1579762"/>
                  </a:lnTo>
                  <a:lnTo>
                    <a:pt x="2713626" y="1579762"/>
                  </a:lnTo>
                  <a:lnTo>
                    <a:pt x="2712958" y="1579762"/>
                  </a:lnTo>
                  <a:lnTo>
                    <a:pt x="2712290" y="1579762"/>
                  </a:lnTo>
                  <a:lnTo>
                    <a:pt x="2711622" y="1579762"/>
                  </a:lnTo>
                  <a:lnTo>
                    <a:pt x="2710954" y="1579762"/>
                  </a:lnTo>
                  <a:lnTo>
                    <a:pt x="2710286" y="1579762"/>
                  </a:lnTo>
                  <a:lnTo>
                    <a:pt x="2709618" y="1579762"/>
                  </a:lnTo>
                  <a:lnTo>
                    <a:pt x="2708950" y="1579762"/>
                  </a:lnTo>
                  <a:lnTo>
                    <a:pt x="2708282" y="1579762"/>
                  </a:lnTo>
                  <a:lnTo>
                    <a:pt x="2707614" y="1579762"/>
                  </a:lnTo>
                  <a:lnTo>
                    <a:pt x="2706946" y="1579762"/>
                  </a:lnTo>
                  <a:lnTo>
                    <a:pt x="2706278" y="1579762"/>
                  </a:lnTo>
                  <a:lnTo>
                    <a:pt x="2705610" y="1579762"/>
                  </a:lnTo>
                  <a:lnTo>
                    <a:pt x="2704942" y="1579762"/>
                  </a:lnTo>
                  <a:lnTo>
                    <a:pt x="2704274" y="1579762"/>
                  </a:lnTo>
                  <a:lnTo>
                    <a:pt x="2703606" y="1579762"/>
                  </a:lnTo>
                  <a:lnTo>
                    <a:pt x="2702938" y="1579762"/>
                  </a:lnTo>
                  <a:lnTo>
                    <a:pt x="2702270" y="1579762"/>
                  </a:lnTo>
                  <a:lnTo>
                    <a:pt x="2701602" y="1579762"/>
                  </a:lnTo>
                  <a:lnTo>
                    <a:pt x="2700934" y="1579762"/>
                  </a:lnTo>
                  <a:lnTo>
                    <a:pt x="2700266" y="1579762"/>
                  </a:lnTo>
                  <a:lnTo>
                    <a:pt x="2699598" y="1579762"/>
                  </a:lnTo>
                  <a:lnTo>
                    <a:pt x="2698930" y="1579762"/>
                  </a:lnTo>
                  <a:lnTo>
                    <a:pt x="2698262" y="1579762"/>
                  </a:lnTo>
                  <a:lnTo>
                    <a:pt x="2697594" y="1579762"/>
                  </a:lnTo>
                  <a:lnTo>
                    <a:pt x="2696926" y="1579762"/>
                  </a:lnTo>
                  <a:lnTo>
                    <a:pt x="2696258" y="1579762"/>
                  </a:lnTo>
                  <a:lnTo>
                    <a:pt x="2695590" y="1579762"/>
                  </a:lnTo>
                  <a:lnTo>
                    <a:pt x="2694922" y="1579762"/>
                  </a:lnTo>
                  <a:lnTo>
                    <a:pt x="2694253" y="1579762"/>
                  </a:lnTo>
                  <a:lnTo>
                    <a:pt x="2693585" y="1579762"/>
                  </a:lnTo>
                  <a:lnTo>
                    <a:pt x="2692917" y="1579762"/>
                  </a:lnTo>
                  <a:lnTo>
                    <a:pt x="2692249" y="1579762"/>
                  </a:lnTo>
                  <a:lnTo>
                    <a:pt x="2691581" y="1579762"/>
                  </a:lnTo>
                  <a:lnTo>
                    <a:pt x="2690913" y="1579762"/>
                  </a:lnTo>
                  <a:lnTo>
                    <a:pt x="2690245" y="1579762"/>
                  </a:lnTo>
                  <a:lnTo>
                    <a:pt x="2689577" y="1579762"/>
                  </a:lnTo>
                  <a:lnTo>
                    <a:pt x="2688909" y="1579762"/>
                  </a:lnTo>
                  <a:lnTo>
                    <a:pt x="2688241" y="1579762"/>
                  </a:lnTo>
                  <a:lnTo>
                    <a:pt x="2687573" y="1579762"/>
                  </a:lnTo>
                  <a:lnTo>
                    <a:pt x="2686905" y="1579762"/>
                  </a:lnTo>
                  <a:lnTo>
                    <a:pt x="2686237" y="1579762"/>
                  </a:lnTo>
                  <a:lnTo>
                    <a:pt x="2685569" y="1579762"/>
                  </a:lnTo>
                  <a:lnTo>
                    <a:pt x="2684901" y="1579762"/>
                  </a:lnTo>
                  <a:lnTo>
                    <a:pt x="2684233" y="1579762"/>
                  </a:lnTo>
                  <a:lnTo>
                    <a:pt x="2683565" y="1579762"/>
                  </a:lnTo>
                  <a:lnTo>
                    <a:pt x="2682897" y="1579762"/>
                  </a:lnTo>
                  <a:lnTo>
                    <a:pt x="2682229" y="1579762"/>
                  </a:lnTo>
                  <a:lnTo>
                    <a:pt x="2681561" y="1579762"/>
                  </a:lnTo>
                  <a:lnTo>
                    <a:pt x="2680893" y="1579762"/>
                  </a:lnTo>
                  <a:lnTo>
                    <a:pt x="2680225" y="1579762"/>
                  </a:lnTo>
                  <a:lnTo>
                    <a:pt x="2679557" y="1579762"/>
                  </a:lnTo>
                  <a:lnTo>
                    <a:pt x="2678889" y="1579762"/>
                  </a:lnTo>
                  <a:lnTo>
                    <a:pt x="2678221" y="1579762"/>
                  </a:lnTo>
                  <a:lnTo>
                    <a:pt x="2677553" y="1579762"/>
                  </a:lnTo>
                  <a:lnTo>
                    <a:pt x="2676885" y="1579762"/>
                  </a:lnTo>
                  <a:lnTo>
                    <a:pt x="2676217" y="1579762"/>
                  </a:lnTo>
                  <a:lnTo>
                    <a:pt x="2675549" y="1579762"/>
                  </a:lnTo>
                  <a:lnTo>
                    <a:pt x="2674881" y="1579762"/>
                  </a:lnTo>
                  <a:lnTo>
                    <a:pt x="2674213" y="1579762"/>
                  </a:lnTo>
                  <a:lnTo>
                    <a:pt x="2673545" y="1579762"/>
                  </a:lnTo>
                  <a:lnTo>
                    <a:pt x="2672877" y="1579762"/>
                  </a:lnTo>
                  <a:lnTo>
                    <a:pt x="2672209" y="1579762"/>
                  </a:lnTo>
                  <a:lnTo>
                    <a:pt x="2671541" y="1579762"/>
                  </a:lnTo>
                  <a:lnTo>
                    <a:pt x="2670873" y="1579762"/>
                  </a:lnTo>
                  <a:lnTo>
                    <a:pt x="2670204" y="1579762"/>
                  </a:lnTo>
                  <a:lnTo>
                    <a:pt x="2669536" y="1579762"/>
                  </a:lnTo>
                  <a:lnTo>
                    <a:pt x="2668868" y="1579762"/>
                  </a:lnTo>
                  <a:lnTo>
                    <a:pt x="2668200" y="1579762"/>
                  </a:lnTo>
                  <a:lnTo>
                    <a:pt x="2667532" y="1579762"/>
                  </a:lnTo>
                  <a:lnTo>
                    <a:pt x="2666864" y="1579762"/>
                  </a:lnTo>
                  <a:lnTo>
                    <a:pt x="2666196" y="1579762"/>
                  </a:lnTo>
                  <a:lnTo>
                    <a:pt x="2665528" y="1579762"/>
                  </a:lnTo>
                  <a:lnTo>
                    <a:pt x="2664860" y="1579762"/>
                  </a:lnTo>
                  <a:lnTo>
                    <a:pt x="2664192" y="1579762"/>
                  </a:lnTo>
                  <a:lnTo>
                    <a:pt x="2663524" y="1579762"/>
                  </a:lnTo>
                  <a:lnTo>
                    <a:pt x="2662856" y="1579762"/>
                  </a:lnTo>
                  <a:lnTo>
                    <a:pt x="2662188" y="1579762"/>
                  </a:lnTo>
                  <a:lnTo>
                    <a:pt x="2661520" y="1579762"/>
                  </a:lnTo>
                  <a:lnTo>
                    <a:pt x="2660852" y="1579762"/>
                  </a:lnTo>
                  <a:lnTo>
                    <a:pt x="2660184" y="1579762"/>
                  </a:lnTo>
                  <a:lnTo>
                    <a:pt x="2659516" y="1579762"/>
                  </a:lnTo>
                  <a:lnTo>
                    <a:pt x="2658848" y="1579762"/>
                  </a:lnTo>
                  <a:lnTo>
                    <a:pt x="2658180" y="1579762"/>
                  </a:lnTo>
                  <a:lnTo>
                    <a:pt x="2657512" y="1579762"/>
                  </a:lnTo>
                  <a:lnTo>
                    <a:pt x="2656844" y="1579762"/>
                  </a:lnTo>
                  <a:lnTo>
                    <a:pt x="2656176" y="1579762"/>
                  </a:lnTo>
                  <a:lnTo>
                    <a:pt x="2655508" y="1579762"/>
                  </a:lnTo>
                  <a:lnTo>
                    <a:pt x="2654840" y="1579762"/>
                  </a:lnTo>
                  <a:lnTo>
                    <a:pt x="2654172" y="1579762"/>
                  </a:lnTo>
                  <a:lnTo>
                    <a:pt x="2653504" y="1579762"/>
                  </a:lnTo>
                  <a:lnTo>
                    <a:pt x="2652836" y="1579762"/>
                  </a:lnTo>
                  <a:lnTo>
                    <a:pt x="2652168" y="1579762"/>
                  </a:lnTo>
                  <a:lnTo>
                    <a:pt x="2651500" y="1579762"/>
                  </a:lnTo>
                  <a:lnTo>
                    <a:pt x="2650832" y="1579762"/>
                  </a:lnTo>
                  <a:lnTo>
                    <a:pt x="2650164" y="1579762"/>
                  </a:lnTo>
                  <a:lnTo>
                    <a:pt x="2649496" y="1579762"/>
                  </a:lnTo>
                  <a:lnTo>
                    <a:pt x="2648828" y="1579762"/>
                  </a:lnTo>
                  <a:lnTo>
                    <a:pt x="2648160" y="1579762"/>
                  </a:lnTo>
                  <a:lnTo>
                    <a:pt x="2647492" y="1579762"/>
                  </a:lnTo>
                  <a:lnTo>
                    <a:pt x="2646824" y="1579762"/>
                  </a:lnTo>
                  <a:lnTo>
                    <a:pt x="2646156" y="1579762"/>
                  </a:lnTo>
                  <a:lnTo>
                    <a:pt x="2645487" y="1579762"/>
                  </a:lnTo>
                  <a:lnTo>
                    <a:pt x="2644819" y="1579762"/>
                  </a:lnTo>
                  <a:lnTo>
                    <a:pt x="2644151" y="1579762"/>
                  </a:lnTo>
                  <a:lnTo>
                    <a:pt x="2643483" y="1579762"/>
                  </a:lnTo>
                  <a:lnTo>
                    <a:pt x="2642815" y="1579762"/>
                  </a:lnTo>
                  <a:lnTo>
                    <a:pt x="2642147" y="1579762"/>
                  </a:lnTo>
                  <a:lnTo>
                    <a:pt x="2641479" y="1579762"/>
                  </a:lnTo>
                  <a:lnTo>
                    <a:pt x="2640811" y="1579762"/>
                  </a:lnTo>
                  <a:lnTo>
                    <a:pt x="2640143" y="1579762"/>
                  </a:lnTo>
                  <a:lnTo>
                    <a:pt x="2639475" y="1579762"/>
                  </a:lnTo>
                  <a:lnTo>
                    <a:pt x="2638807" y="1579762"/>
                  </a:lnTo>
                  <a:lnTo>
                    <a:pt x="2638139" y="1579762"/>
                  </a:lnTo>
                  <a:lnTo>
                    <a:pt x="2637471" y="1579762"/>
                  </a:lnTo>
                  <a:lnTo>
                    <a:pt x="2636803" y="1579762"/>
                  </a:lnTo>
                  <a:lnTo>
                    <a:pt x="2636135" y="1579762"/>
                  </a:lnTo>
                  <a:lnTo>
                    <a:pt x="2635467" y="1579762"/>
                  </a:lnTo>
                  <a:lnTo>
                    <a:pt x="2634799" y="1579762"/>
                  </a:lnTo>
                  <a:lnTo>
                    <a:pt x="2634131" y="1579762"/>
                  </a:lnTo>
                  <a:lnTo>
                    <a:pt x="2633463" y="1579762"/>
                  </a:lnTo>
                  <a:lnTo>
                    <a:pt x="2632795" y="1579762"/>
                  </a:lnTo>
                  <a:lnTo>
                    <a:pt x="2632127" y="1579762"/>
                  </a:lnTo>
                  <a:lnTo>
                    <a:pt x="2631459" y="1579762"/>
                  </a:lnTo>
                  <a:lnTo>
                    <a:pt x="2630791" y="1579762"/>
                  </a:lnTo>
                  <a:lnTo>
                    <a:pt x="2630123" y="1579762"/>
                  </a:lnTo>
                  <a:lnTo>
                    <a:pt x="2629455" y="1579762"/>
                  </a:lnTo>
                  <a:lnTo>
                    <a:pt x="2628787" y="1579762"/>
                  </a:lnTo>
                  <a:lnTo>
                    <a:pt x="2628119" y="1579762"/>
                  </a:lnTo>
                  <a:lnTo>
                    <a:pt x="2627451" y="1579762"/>
                  </a:lnTo>
                  <a:lnTo>
                    <a:pt x="2626783" y="1579762"/>
                  </a:lnTo>
                  <a:lnTo>
                    <a:pt x="2626115" y="1579762"/>
                  </a:lnTo>
                  <a:lnTo>
                    <a:pt x="2625447" y="1579762"/>
                  </a:lnTo>
                  <a:lnTo>
                    <a:pt x="2624779" y="1579762"/>
                  </a:lnTo>
                  <a:lnTo>
                    <a:pt x="2624111" y="1579762"/>
                  </a:lnTo>
                  <a:lnTo>
                    <a:pt x="2623443" y="1579762"/>
                  </a:lnTo>
                  <a:lnTo>
                    <a:pt x="2622775" y="1579762"/>
                  </a:lnTo>
                  <a:lnTo>
                    <a:pt x="2622107" y="1579762"/>
                  </a:lnTo>
                  <a:lnTo>
                    <a:pt x="2621439" y="1579762"/>
                  </a:lnTo>
                  <a:lnTo>
                    <a:pt x="2620770" y="1579762"/>
                  </a:lnTo>
                  <a:lnTo>
                    <a:pt x="2620102" y="1579762"/>
                  </a:lnTo>
                  <a:lnTo>
                    <a:pt x="2619434" y="1579762"/>
                  </a:lnTo>
                  <a:lnTo>
                    <a:pt x="2618766" y="1579762"/>
                  </a:lnTo>
                  <a:lnTo>
                    <a:pt x="2618098" y="1579762"/>
                  </a:lnTo>
                  <a:lnTo>
                    <a:pt x="2617430" y="1579762"/>
                  </a:lnTo>
                  <a:lnTo>
                    <a:pt x="2616762" y="1579762"/>
                  </a:lnTo>
                  <a:lnTo>
                    <a:pt x="2616094" y="1579762"/>
                  </a:lnTo>
                  <a:lnTo>
                    <a:pt x="2615426" y="1579762"/>
                  </a:lnTo>
                  <a:lnTo>
                    <a:pt x="2614758" y="1579762"/>
                  </a:lnTo>
                  <a:lnTo>
                    <a:pt x="2614090" y="1579762"/>
                  </a:lnTo>
                  <a:lnTo>
                    <a:pt x="2613422" y="1579762"/>
                  </a:lnTo>
                  <a:lnTo>
                    <a:pt x="2612754" y="1579762"/>
                  </a:lnTo>
                  <a:lnTo>
                    <a:pt x="2612086" y="1579762"/>
                  </a:lnTo>
                  <a:lnTo>
                    <a:pt x="2611418" y="1579762"/>
                  </a:lnTo>
                  <a:lnTo>
                    <a:pt x="2610750" y="1579762"/>
                  </a:lnTo>
                  <a:lnTo>
                    <a:pt x="2610082" y="1579762"/>
                  </a:lnTo>
                  <a:lnTo>
                    <a:pt x="2609414" y="1579762"/>
                  </a:lnTo>
                  <a:lnTo>
                    <a:pt x="2608746" y="1579762"/>
                  </a:lnTo>
                  <a:lnTo>
                    <a:pt x="2608078" y="1579762"/>
                  </a:lnTo>
                  <a:lnTo>
                    <a:pt x="2607410" y="1579762"/>
                  </a:lnTo>
                  <a:lnTo>
                    <a:pt x="2606742" y="1579762"/>
                  </a:lnTo>
                  <a:lnTo>
                    <a:pt x="2606074" y="1579762"/>
                  </a:lnTo>
                  <a:lnTo>
                    <a:pt x="2605406" y="1579762"/>
                  </a:lnTo>
                  <a:lnTo>
                    <a:pt x="2604738" y="1579762"/>
                  </a:lnTo>
                  <a:lnTo>
                    <a:pt x="2604070" y="1579762"/>
                  </a:lnTo>
                  <a:lnTo>
                    <a:pt x="2603402" y="1579762"/>
                  </a:lnTo>
                  <a:lnTo>
                    <a:pt x="2602734" y="1579762"/>
                  </a:lnTo>
                  <a:lnTo>
                    <a:pt x="2602066" y="1579762"/>
                  </a:lnTo>
                  <a:lnTo>
                    <a:pt x="2601398" y="1579762"/>
                  </a:lnTo>
                  <a:lnTo>
                    <a:pt x="2600730" y="1579762"/>
                  </a:lnTo>
                  <a:lnTo>
                    <a:pt x="2600062" y="1579762"/>
                  </a:lnTo>
                  <a:lnTo>
                    <a:pt x="2599394" y="1579762"/>
                  </a:lnTo>
                  <a:lnTo>
                    <a:pt x="2598726" y="1579762"/>
                  </a:lnTo>
                  <a:lnTo>
                    <a:pt x="2598058" y="1579762"/>
                  </a:lnTo>
                  <a:lnTo>
                    <a:pt x="2597390" y="1579762"/>
                  </a:lnTo>
                  <a:lnTo>
                    <a:pt x="2596722" y="1579762"/>
                  </a:lnTo>
                  <a:lnTo>
                    <a:pt x="2596053" y="1579762"/>
                  </a:lnTo>
                  <a:lnTo>
                    <a:pt x="2595385" y="1579762"/>
                  </a:lnTo>
                  <a:lnTo>
                    <a:pt x="2594717" y="1579762"/>
                  </a:lnTo>
                  <a:lnTo>
                    <a:pt x="2594049" y="1579762"/>
                  </a:lnTo>
                  <a:lnTo>
                    <a:pt x="2593381" y="1579762"/>
                  </a:lnTo>
                  <a:lnTo>
                    <a:pt x="2592713" y="1579762"/>
                  </a:lnTo>
                  <a:lnTo>
                    <a:pt x="2592045" y="1579762"/>
                  </a:lnTo>
                  <a:lnTo>
                    <a:pt x="2591377" y="1579762"/>
                  </a:lnTo>
                  <a:lnTo>
                    <a:pt x="2590709" y="1579762"/>
                  </a:lnTo>
                  <a:lnTo>
                    <a:pt x="2590041" y="1579762"/>
                  </a:lnTo>
                  <a:lnTo>
                    <a:pt x="2589373" y="1579762"/>
                  </a:lnTo>
                  <a:lnTo>
                    <a:pt x="2588705" y="1579762"/>
                  </a:lnTo>
                  <a:lnTo>
                    <a:pt x="2588037" y="1579762"/>
                  </a:lnTo>
                  <a:lnTo>
                    <a:pt x="2587369" y="1579762"/>
                  </a:lnTo>
                  <a:lnTo>
                    <a:pt x="2586701" y="1579762"/>
                  </a:lnTo>
                  <a:lnTo>
                    <a:pt x="2586033" y="1579762"/>
                  </a:lnTo>
                  <a:lnTo>
                    <a:pt x="2585365" y="1579762"/>
                  </a:lnTo>
                  <a:lnTo>
                    <a:pt x="2584697" y="1579762"/>
                  </a:lnTo>
                  <a:lnTo>
                    <a:pt x="2584029" y="1579762"/>
                  </a:lnTo>
                  <a:lnTo>
                    <a:pt x="2583361" y="1579762"/>
                  </a:lnTo>
                  <a:lnTo>
                    <a:pt x="2582693" y="1579762"/>
                  </a:lnTo>
                  <a:lnTo>
                    <a:pt x="2582025" y="1579762"/>
                  </a:lnTo>
                  <a:lnTo>
                    <a:pt x="2581357" y="1579762"/>
                  </a:lnTo>
                  <a:lnTo>
                    <a:pt x="2580689" y="1579762"/>
                  </a:lnTo>
                  <a:lnTo>
                    <a:pt x="2580021" y="1579762"/>
                  </a:lnTo>
                  <a:lnTo>
                    <a:pt x="2579353" y="1579762"/>
                  </a:lnTo>
                  <a:lnTo>
                    <a:pt x="2578685" y="1579762"/>
                  </a:lnTo>
                  <a:lnTo>
                    <a:pt x="2578017" y="1579762"/>
                  </a:lnTo>
                  <a:lnTo>
                    <a:pt x="2577349" y="1579762"/>
                  </a:lnTo>
                  <a:lnTo>
                    <a:pt x="2576681" y="1579762"/>
                  </a:lnTo>
                  <a:lnTo>
                    <a:pt x="2576013" y="1579762"/>
                  </a:lnTo>
                  <a:lnTo>
                    <a:pt x="2575345" y="1579762"/>
                  </a:lnTo>
                  <a:lnTo>
                    <a:pt x="2574677" y="1579762"/>
                  </a:lnTo>
                  <a:lnTo>
                    <a:pt x="2574009" y="1579762"/>
                  </a:lnTo>
                  <a:lnTo>
                    <a:pt x="2573341" y="1579762"/>
                  </a:lnTo>
                  <a:lnTo>
                    <a:pt x="2572673" y="1579762"/>
                  </a:lnTo>
                  <a:lnTo>
                    <a:pt x="2572004" y="1579762"/>
                  </a:lnTo>
                  <a:lnTo>
                    <a:pt x="2571336" y="1579762"/>
                  </a:lnTo>
                  <a:lnTo>
                    <a:pt x="2570668" y="1579762"/>
                  </a:lnTo>
                  <a:lnTo>
                    <a:pt x="2570000" y="1579762"/>
                  </a:lnTo>
                  <a:lnTo>
                    <a:pt x="2569332" y="1579762"/>
                  </a:lnTo>
                  <a:lnTo>
                    <a:pt x="2568664" y="1579762"/>
                  </a:lnTo>
                  <a:lnTo>
                    <a:pt x="2567996" y="1579762"/>
                  </a:lnTo>
                  <a:lnTo>
                    <a:pt x="2567328" y="1579762"/>
                  </a:lnTo>
                  <a:lnTo>
                    <a:pt x="2566660" y="1579762"/>
                  </a:lnTo>
                  <a:lnTo>
                    <a:pt x="2565992" y="1579762"/>
                  </a:lnTo>
                  <a:lnTo>
                    <a:pt x="2565324" y="1579762"/>
                  </a:lnTo>
                  <a:lnTo>
                    <a:pt x="2564656" y="1579762"/>
                  </a:lnTo>
                  <a:lnTo>
                    <a:pt x="2563988" y="1579762"/>
                  </a:lnTo>
                  <a:lnTo>
                    <a:pt x="2563320" y="1579762"/>
                  </a:lnTo>
                  <a:lnTo>
                    <a:pt x="2562652" y="1579762"/>
                  </a:lnTo>
                  <a:lnTo>
                    <a:pt x="2561984" y="1579762"/>
                  </a:lnTo>
                  <a:lnTo>
                    <a:pt x="2561316" y="1579762"/>
                  </a:lnTo>
                  <a:lnTo>
                    <a:pt x="2560648" y="1579762"/>
                  </a:lnTo>
                  <a:lnTo>
                    <a:pt x="2559980" y="1579762"/>
                  </a:lnTo>
                  <a:lnTo>
                    <a:pt x="2559312" y="1579762"/>
                  </a:lnTo>
                  <a:lnTo>
                    <a:pt x="2558644" y="1579762"/>
                  </a:lnTo>
                  <a:lnTo>
                    <a:pt x="2557976" y="1579762"/>
                  </a:lnTo>
                  <a:lnTo>
                    <a:pt x="2557308" y="1579762"/>
                  </a:lnTo>
                  <a:lnTo>
                    <a:pt x="2556640" y="1579762"/>
                  </a:lnTo>
                  <a:lnTo>
                    <a:pt x="2555972" y="1579762"/>
                  </a:lnTo>
                  <a:lnTo>
                    <a:pt x="2555304" y="1579762"/>
                  </a:lnTo>
                  <a:lnTo>
                    <a:pt x="2554636" y="1579762"/>
                  </a:lnTo>
                  <a:lnTo>
                    <a:pt x="2553968" y="1579762"/>
                  </a:lnTo>
                  <a:lnTo>
                    <a:pt x="2553300" y="1579762"/>
                  </a:lnTo>
                  <a:lnTo>
                    <a:pt x="2552632" y="1579762"/>
                  </a:lnTo>
                  <a:lnTo>
                    <a:pt x="2551964" y="1579762"/>
                  </a:lnTo>
                  <a:lnTo>
                    <a:pt x="2551296" y="1579762"/>
                  </a:lnTo>
                  <a:lnTo>
                    <a:pt x="2550628" y="1579762"/>
                  </a:lnTo>
                  <a:lnTo>
                    <a:pt x="2549960" y="1579762"/>
                  </a:lnTo>
                  <a:lnTo>
                    <a:pt x="2549292" y="1579762"/>
                  </a:lnTo>
                  <a:lnTo>
                    <a:pt x="2548624" y="1579762"/>
                  </a:lnTo>
                  <a:lnTo>
                    <a:pt x="2547956" y="1579762"/>
                  </a:lnTo>
                  <a:lnTo>
                    <a:pt x="2547287" y="1579762"/>
                  </a:lnTo>
                  <a:lnTo>
                    <a:pt x="2546619" y="1579762"/>
                  </a:lnTo>
                  <a:lnTo>
                    <a:pt x="2545951" y="1579762"/>
                  </a:lnTo>
                  <a:lnTo>
                    <a:pt x="2545283" y="1579762"/>
                  </a:lnTo>
                  <a:lnTo>
                    <a:pt x="2544615" y="1579762"/>
                  </a:lnTo>
                  <a:lnTo>
                    <a:pt x="2543947" y="1579762"/>
                  </a:lnTo>
                  <a:lnTo>
                    <a:pt x="2543279" y="1579762"/>
                  </a:lnTo>
                  <a:lnTo>
                    <a:pt x="2542611" y="1579762"/>
                  </a:lnTo>
                  <a:lnTo>
                    <a:pt x="2541943" y="1579762"/>
                  </a:lnTo>
                  <a:lnTo>
                    <a:pt x="2541275" y="1579762"/>
                  </a:lnTo>
                  <a:lnTo>
                    <a:pt x="2540607" y="1579762"/>
                  </a:lnTo>
                  <a:lnTo>
                    <a:pt x="2539939" y="1579762"/>
                  </a:lnTo>
                  <a:lnTo>
                    <a:pt x="2539271" y="1579762"/>
                  </a:lnTo>
                  <a:lnTo>
                    <a:pt x="2538603" y="1579762"/>
                  </a:lnTo>
                  <a:lnTo>
                    <a:pt x="2537935" y="1579762"/>
                  </a:lnTo>
                  <a:lnTo>
                    <a:pt x="2537267" y="1579762"/>
                  </a:lnTo>
                  <a:lnTo>
                    <a:pt x="2536599" y="1579762"/>
                  </a:lnTo>
                  <a:lnTo>
                    <a:pt x="2535931" y="1579762"/>
                  </a:lnTo>
                  <a:lnTo>
                    <a:pt x="2535263" y="1579762"/>
                  </a:lnTo>
                  <a:lnTo>
                    <a:pt x="2534595" y="1579762"/>
                  </a:lnTo>
                  <a:lnTo>
                    <a:pt x="2533927" y="1579762"/>
                  </a:lnTo>
                  <a:lnTo>
                    <a:pt x="2533259" y="1579762"/>
                  </a:lnTo>
                  <a:lnTo>
                    <a:pt x="2532591" y="1579762"/>
                  </a:lnTo>
                  <a:lnTo>
                    <a:pt x="2531923" y="1579762"/>
                  </a:lnTo>
                  <a:lnTo>
                    <a:pt x="2531255" y="1579762"/>
                  </a:lnTo>
                  <a:lnTo>
                    <a:pt x="2530587" y="1579762"/>
                  </a:lnTo>
                  <a:lnTo>
                    <a:pt x="2529919" y="1579762"/>
                  </a:lnTo>
                  <a:lnTo>
                    <a:pt x="2529251" y="1579762"/>
                  </a:lnTo>
                  <a:lnTo>
                    <a:pt x="2528583" y="1579762"/>
                  </a:lnTo>
                  <a:lnTo>
                    <a:pt x="2527915" y="1579762"/>
                  </a:lnTo>
                  <a:lnTo>
                    <a:pt x="2527247" y="1579762"/>
                  </a:lnTo>
                  <a:lnTo>
                    <a:pt x="2526579" y="1579762"/>
                  </a:lnTo>
                  <a:lnTo>
                    <a:pt x="2525911" y="1579762"/>
                  </a:lnTo>
                  <a:lnTo>
                    <a:pt x="2525243" y="1579762"/>
                  </a:lnTo>
                  <a:lnTo>
                    <a:pt x="2524575" y="1579762"/>
                  </a:lnTo>
                  <a:lnTo>
                    <a:pt x="2523907" y="1579762"/>
                  </a:lnTo>
                  <a:lnTo>
                    <a:pt x="2523239" y="1579762"/>
                  </a:lnTo>
                  <a:lnTo>
                    <a:pt x="2522570" y="1579762"/>
                  </a:lnTo>
                  <a:lnTo>
                    <a:pt x="2521902" y="1579762"/>
                  </a:lnTo>
                  <a:lnTo>
                    <a:pt x="2521234" y="1579762"/>
                  </a:lnTo>
                  <a:lnTo>
                    <a:pt x="2520566" y="1579762"/>
                  </a:lnTo>
                  <a:lnTo>
                    <a:pt x="2519898" y="1579762"/>
                  </a:lnTo>
                  <a:lnTo>
                    <a:pt x="2519230" y="1579762"/>
                  </a:lnTo>
                  <a:lnTo>
                    <a:pt x="2518562" y="1579762"/>
                  </a:lnTo>
                  <a:lnTo>
                    <a:pt x="2517894" y="1579762"/>
                  </a:lnTo>
                  <a:lnTo>
                    <a:pt x="2517226" y="1579762"/>
                  </a:lnTo>
                  <a:lnTo>
                    <a:pt x="2516558" y="1579762"/>
                  </a:lnTo>
                  <a:lnTo>
                    <a:pt x="2515890" y="1579762"/>
                  </a:lnTo>
                  <a:lnTo>
                    <a:pt x="2515222" y="1579762"/>
                  </a:lnTo>
                  <a:lnTo>
                    <a:pt x="2514554" y="1579762"/>
                  </a:lnTo>
                  <a:lnTo>
                    <a:pt x="2513886" y="1579762"/>
                  </a:lnTo>
                  <a:lnTo>
                    <a:pt x="2513218" y="1579762"/>
                  </a:lnTo>
                  <a:lnTo>
                    <a:pt x="2512550" y="1579762"/>
                  </a:lnTo>
                  <a:lnTo>
                    <a:pt x="2511882" y="1579762"/>
                  </a:lnTo>
                  <a:lnTo>
                    <a:pt x="2511214" y="1579762"/>
                  </a:lnTo>
                  <a:lnTo>
                    <a:pt x="2510546" y="1579762"/>
                  </a:lnTo>
                  <a:lnTo>
                    <a:pt x="2509878" y="1579762"/>
                  </a:lnTo>
                  <a:lnTo>
                    <a:pt x="2509210" y="1579762"/>
                  </a:lnTo>
                  <a:lnTo>
                    <a:pt x="2508542" y="1579762"/>
                  </a:lnTo>
                  <a:lnTo>
                    <a:pt x="2507874" y="1579762"/>
                  </a:lnTo>
                  <a:lnTo>
                    <a:pt x="2507206" y="1579762"/>
                  </a:lnTo>
                  <a:lnTo>
                    <a:pt x="2506538" y="1579762"/>
                  </a:lnTo>
                  <a:lnTo>
                    <a:pt x="2505870" y="1579762"/>
                  </a:lnTo>
                  <a:lnTo>
                    <a:pt x="2505202" y="1579762"/>
                  </a:lnTo>
                  <a:lnTo>
                    <a:pt x="2504534" y="1579762"/>
                  </a:lnTo>
                  <a:lnTo>
                    <a:pt x="2503866" y="1579762"/>
                  </a:lnTo>
                  <a:lnTo>
                    <a:pt x="2503198" y="1579762"/>
                  </a:lnTo>
                  <a:lnTo>
                    <a:pt x="2502530" y="1579762"/>
                  </a:lnTo>
                  <a:lnTo>
                    <a:pt x="2501862" y="1579762"/>
                  </a:lnTo>
                  <a:lnTo>
                    <a:pt x="2501194" y="1579762"/>
                  </a:lnTo>
                  <a:lnTo>
                    <a:pt x="2500526" y="1579762"/>
                  </a:lnTo>
                  <a:lnTo>
                    <a:pt x="2499858" y="1579762"/>
                  </a:lnTo>
                  <a:lnTo>
                    <a:pt x="2499190" y="1579762"/>
                  </a:lnTo>
                  <a:lnTo>
                    <a:pt x="2498521" y="1579762"/>
                  </a:lnTo>
                  <a:lnTo>
                    <a:pt x="2497853" y="1579762"/>
                  </a:lnTo>
                  <a:lnTo>
                    <a:pt x="2497185" y="1579762"/>
                  </a:lnTo>
                  <a:lnTo>
                    <a:pt x="2496517" y="1579762"/>
                  </a:lnTo>
                  <a:lnTo>
                    <a:pt x="2495849" y="1579762"/>
                  </a:lnTo>
                  <a:lnTo>
                    <a:pt x="2495181" y="1579762"/>
                  </a:lnTo>
                  <a:lnTo>
                    <a:pt x="2494513" y="1579762"/>
                  </a:lnTo>
                  <a:lnTo>
                    <a:pt x="2493845" y="1579762"/>
                  </a:lnTo>
                  <a:lnTo>
                    <a:pt x="2493177" y="1579762"/>
                  </a:lnTo>
                  <a:lnTo>
                    <a:pt x="2492509" y="1579762"/>
                  </a:lnTo>
                  <a:lnTo>
                    <a:pt x="2491841" y="1579762"/>
                  </a:lnTo>
                  <a:lnTo>
                    <a:pt x="2491173" y="1579762"/>
                  </a:lnTo>
                  <a:lnTo>
                    <a:pt x="2490505" y="1579762"/>
                  </a:lnTo>
                  <a:lnTo>
                    <a:pt x="2489837" y="1579762"/>
                  </a:lnTo>
                  <a:lnTo>
                    <a:pt x="2489169" y="1579762"/>
                  </a:lnTo>
                  <a:lnTo>
                    <a:pt x="2488501" y="1579762"/>
                  </a:lnTo>
                  <a:lnTo>
                    <a:pt x="2487833" y="1579762"/>
                  </a:lnTo>
                  <a:lnTo>
                    <a:pt x="2487165" y="1579762"/>
                  </a:lnTo>
                  <a:lnTo>
                    <a:pt x="2486497" y="1579762"/>
                  </a:lnTo>
                  <a:lnTo>
                    <a:pt x="2485829" y="1579762"/>
                  </a:lnTo>
                  <a:lnTo>
                    <a:pt x="2485161" y="1579762"/>
                  </a:lnTo>
                  <a:lnTo>
                    <a:pt x="2484493" y="1579762"/>
                  </a:lnTo>
                  <a:lnTo>
                    <a:pt x="2483825" y="1579762"/>
                  </a:lnTo>
                  <a:lnTo>
                    <a:pt x="2483157" y="1579762"/>
                  </a:lnTo>
                  <a:lnTo>
                    <a:pt x="2482489" y="1579762"/>
                  </a:lnTo>
                  <a:lnTo>
                    <a:pt x="2481821" y="1579762"/>
                  </a:lnTo>
                  <a:lnTo>
                    <a:pt x="2481153" y="1579762"/>
                  </a:lnTo>
                  <a:lnTo>
                    <a:pt x="2480485" y="1579762"/>
                  </a:lnTo>
                  <a:lnTo>
                    <a:pt x="2479817" y="1579762"/>
                  </a:lnTo>
                  <a:lnTo>
                    <a:pt x="2479149" y="1579762"/>
                  </a:lnTo>
                  <a:lnTo>
                    <a:pt x="2478481" y="1579762"/>
                  </a:lnTo>
                  <a:lnTo>
                    <a:pt x="2477813" y="1579762"/>
                  </a:lnTo>
                  <a:lnTo>
                    <a:pt x="2477145" y="1579762"/>
                  </a:lnTo>
                  <a:lnTo>
                    <a:pt x="2476477" y="1579762"/>
                  </a:lnTo>
                  <a:lnTo>
                    <a:pt x="2475809" y="1579762"/>
                  </a:lnTo>
                  <a:lnTo>
                    <a:pt x="2475141" y="1579762"/>
                  </a:lnTo>
                  <a:lnTo>
                    <a:pt x="2474473" y="1579762"/>
                  </a:lnTo>
                  <a:lnTo>
                    <a:pt x="2473804" y="1579762"/>
                  </a:lnTo>
                  <a:lnTo>
                    <a:pt x="2473136" y="1579762"/>
                  </a:lnTo>
                  <a:lnTo>
                    <a:pt x="2472468" y="1579762"/>
                  </a:lnTo>
                  <a:lnTo>
                    <a:pt x="2471800" y="1579762"/>
                  </a:lnTo>
                  <a:lnTo>
                    <a:pt x="2471132" y="1579762"/>
                  </a:lnTo>
                  <a:lnTo>
                    <a:pt x="2470464" y="1579762"/>
                  </a:lnTo>
                  <a:lnTo>
                    <a:pt x="2469796" y="1579762"/>
                  </a:lnTo>
                  <a:lnTo>
                    <a:pt x="2469128" y="1579762"/>
                  </a:lnTo>
                  <a:lnTo>
                    <a:pt x="2468460" y="1579762"/>
                  </a:lnTo>
                  <a:lnTo>
                    <a:pt x="2467792" y="1579762"/>
                  </a:lnTo>
                  <a:lnTo>
                    <a:pt x="2467124" y="1579762"/>
                  </a:lnTo>
                  <a:lnTo>
                    <a:pt x="2466456" y="1579762"/>
                  </a:lnTo>
                  <a:lnTo>
                    <a:pt x="2465788" y="1579762"/>
                  </a:lnTo>
                  <a:lnTo>
                    <a:pt x="2465120" y="1579762"/>
                  </a:lnTo>
                  <a:lnTo>
                    <a:pt x="2464452" y="1579762"/>
                  </a:lnTo>
                  <a:lnTo>
                    <a:pt x="2463784" y="1579762"/>
                  </a:lnTo>
                  <a:lnTo>
                    <a:pt x="2463116" y="1579762"/>
                  </a:lnTo>
                  <a:lnTo>
                    <a:pt x="2462448" y="1579762"/>
                  </a:lnTo>
                  <a:lnTo>
                    <a:pt x="2461780" y="1579762"/>
                  </a:lnTo>
                  <a:lnTo>
                    <a:pt x="2461112" y="1579762"/>
                  </a:lnTo>
                  <a:lnTo>
                    <a:pt x="2460444" y="1579762"/>
                  </a:lnTo>
                  <a:lnTo>
                    <a:pt x="2459776" y="1579762"/>
                  </a:lnTo>
                  <a:lnTo>
                    <a:pt x="2459108" y="1579762"/>
                  </a:lnTo>
                  <a:lnTo>
                    <a:pt x="2458440" y="1579762"/>
                  </a:lnTo>
                  <a:lnTo>
                    <a:pt x="2457772" y="1579762"/>
                  </a:lnTo>
                  <a:lnTo>
                    <a:pt x="2457104" y="1579762"/>
                  </a:lnTo>
                  <a:lnTo>
                    <a:pt x="2456436" y="1579762"/>
                  </a:lnTo>
                  <a:lnTo>
                    <a:pt x="2455768" y="1579762"/>
                  </a:lnTo>
                  <a:lnTo>
                    <a:pt x="2455100" y="1579762"/>
                  </a:lnTo>
                  <a:lnTo>
                    <a:pt x="2454432" y="1579762"/>
                  </a:lnTo>
                  <a:lnTo>
                    <a:pt x="2453764" y="1579762"/>
                  </a:lnTo>
                  <a:lnTo>
                    <a:pt x="2453096" y="1579762"/>
                  </a:lnTo>
                  <a:lnTo>
                    <a:pt x="2452428" y="1579762"/>
                  </a:lnTo>
                  <a:lnTo>
                    <a:pt x="2451760" y="1579762"/>
                  </a:lnTo>
                  <a:lnTo>
                    <a:pt x="2451092" y="1579762"/>
                  </a:lnTo>
                  <a:lnTo>
                    <a:pt x="2450424" y="1579762"/>
                  </a:lnTo>
                  <a:lnTo>
                    <a:pt x="2449756" y="1579762"/>
                  </a:lnTo>
                  <a:lnTo>
                    <a:pt x="2449087" y="1579762"/>
                  </a:lnTo>
                  <a:lnTo>
                    <a:pt x="2448419" y="1579762"/>
                  </a:lnTo>
                  <a:lnTo>
                    <a:pt x="2447751" y="1579762"/>
                  </a:lnTo>
                  <a:lnTo>
                    <a:pt x="2447083" y="1579762"/>
                  </a:lnTo>
                  <a:lnTo>
                    <a:pt x="2446415" y="1579762"/>
                  </a:lnTo>
                  <a:lnTo>
                    <a:pt x="2445747" y="1579762"/>
                  </a:lnTo>
                  <a:lnTo>
                    <a:pt x="2445079" y="1579762"/>
                  </a:lnTo>
                  <a:lnTo>
                    <a:pt x="2444411" y="1579762"/>
                  </a:lnTo>
                  <a:lnTo>
                    <a:pt x="2443743" y="1579762"/>
                  </a:lnTo>
                  <a:lnTo>
                    <a:pt x="2443075" y="1579762"/>
                  </a:lnTo>
                  <a:lnTo>
                    <a:pt x="2442407" y="1579762"/>
                  </a:lnTo>
                  <a:lnTo>
                    <a:pt x="2441739" y="1579762"/>
                  </a:lnTo>
                  <a:lnTo>
                    <a:pt x="2441071" y="1579762"/>
                  </a:lnTo>
                  <a:lnTo>
                    <a:pt x="2440403" y="1579762"/>
                  </a:lnTo>
                  <a:lnTo>
                    <a:pt x="2439735" y="1579762"/>
                  </a:lnTo>
                  <a:lnTo>
                    <a:pt x="2439067" y="1579762"/>
                  </a:lnTo>
                  <a:lnTo>
                    <a:pt x="2438399" y="1579762"/>
                  </a:lnTo>
                  <a:lnTo>
                    <a:pt x="2437731" y="1579762"/>
                  </a:lnTo>
                  <a:lnTo>
                    <a:pt x="2437063" y="1579762"/>
                  </a:lnTo>
                  <a:lnTo>
                    <a:pt x="2436395" y="1579762"/>
                  </a:lnTo>
                  <a:lnTo>
                    <a:pt x="2435727" y="1579762"/>
                  </a:lnTo>
                  <a:lnTo>
                    <a:pt x="2435059" y="1579762"/>
                  </a:lnTo>
                  <a:lnTo>
                    <a:pt x="2434391" y="1579762"/>
                  </a:lnTo>
                  <a:lnTo>
                    <a:pt x="2433723" y="1579762"/>
                  </a:lnTo>
                  <a:lnTo>
                    <a:pt x="2433055" y="1579762"/>
                  </a:lnTo>
                  <a:lnTo>
                    <a:pt x="2432387" y="1579762"/>
                  </a:lnTo>
                  <a:lnTo>
                    <a:pt x="2431719" y="1579762"/>
                  </a:lnTo>
                  <a:lnTo>
                    <a:pt x="2431051" y="1579762"/>
                  </a:lnTo>
                  <a:lnTo>
                    <a:pt x="2430383" y="1579762"/>
                  </a:lnTo>
                  <a:lnTo>
                    <a:pt x="2429715" y="1579762"/>
                  </a:lnTo>
                  <a:lnTo>
                    <a:pt x="2429047" y="1579762"/>
                  </a:lnTo>
                  <a:lnTo>
                    <a:pt x="2428379" y="1579762"/>
                  </a:lnTo>
                  <a:lnTo>
                    <a:pt x="2427711" y="1579762"/>
                  </a:lnTo>
                  <a:lnTo>
                    <a:pt x="2427043" y="1579762"/>
                  </a:lnTo>
                  <a:lnTo>
                    <a:pt x="2426375" y="1579762"/>
                  </a:lnTo>
                  <a:lnTo>
                    <a:pt x="2425707" y="1579762"/>
                  </a:lnTo>
                  <a:lnTo>
                    <a:pt x="2425039" y="1579762"/>
                  </a:lnTo>
                  <a:lnTo>
                    <a:pt x="2424370" y="1579762"/>
                  </a:lnTo>
                  <a:lnTo>
                    <a:pt x="2423702" y="1579762"/>
                  </a:lnTo>
                  <a:lnTo>
                    <a:pt x="2423034" y="1579762"/>
                  </a:lnTo>
                  <a:lnTo>
                    <a:pt x="2422366" y="1579762"/>
                  </a:lnTo>
                  <a:lnTo>
                    <a:pt x="2421698" y="1579762"/>
                  </a:lnTo>
                  <a:lnTo>
                    <a:pt x="2421030" y="1579762"/>
                  </a:lnTo>
                  <a:lnTo>
                    <a:pt x="2420362" y="1579762"/>
                  </a:lnTo>
                  <a:lnTo>
                    <a:pt x="2419694" y="1579762"/>
                  </a:lnTo>
                  <a:lnTo>
                    <a:pt x="2419026" y="1579762"/>
                  </a:lnTo>
                  <a:lnTo>
                    <a:pt x="2418358" y="1579762"/>
                  </a:lnTo>
                  <a:lnTo>
                    <a:pt x="2417690" y="1579762"/>
                  </a:lnTo>
                  <a:lnTo>
                    <a:pt x="2417022" y="1579762"/>
                  </a:lnTo>
                  <a:lnTo>
                    <a:pt x="2416354" y="1579762"/>
                  </a:lnTo>
                  <a:lnTo>
                    <a:pt x="2415686" y="1579762"/>
                  </a:lnTo>
                  <a:lnTo>
                    <a:pt x="2415018" y="1579762"/>
                  </a:lnTo>
                  <a:lnTo>
                    <a:pt x="2414350" y="1579762"/>
                  </a:lnTo>
                  <a:lnTo>
                    <a:pt x="2413682" y="1579762"/>
                  </a:lnTo>
                  <a:lnTo>
                    <a:pt x="2413014" y="1579762"/>
                  </a:lnTo>
                  <a:lnTo>
                    <a:pt x="2412346" y="1579762"/>
                  </a:lnTo>
                  <a:lnTo>
                    <a:pt x="2411678" y="1579762"/>
                  </a:lnTo>
                  <a:lnTo>
                    <a:pt x="2411010" y="1579762"/>
                  </a:lnTo>
                  <a:lnTo>
                    <a:pt x="2410342" y="1579762"/>
                  </a:lnTo>
                  <a:lnTo>
                    <a:pt x="2409674" y="1579762"/>
                  </a:lnTo>
                  <a:lnTo>
                    <a:pt x="2409006" y="1579762"/>
                  </a:lnTo>
                  <a:lnTo>
                    <a:pt x="2408338" y="1579762"/>
                  </a:lnTo>
                  <a:lnTo>
                    <a:pt x="2407670" y="1579762"/>
                  </a:lnTo>
                  <a:lnTo>
                    <a:pt x="2407002" y="1579762"/>
                  </a:lnTo>
                  <a:lnTo>
                    <a:pt x="2406334" y="1579762"/>
                  </a:lnTo>
                  <a:lnTo>
                    <a:pt x="2405666" y="1579762"/>
                  </a:lnTo>
                  <a:lnTo>
                    <a:pt x="2404998" y="1579762"/>
                  </a:lnTo>
                  <a:lnTo>
                    <a:pt x="2404330" y="1579762"/>
                  </a:lnTo>
                  <a:lnTo>
                    <a:pt x="2403662" y="1579762"/>
                  </a:lnTo>
                  <a:lnTo>
                    <a:pt x="2402994" y="1579762"/>
                  </a:lnTo>
                  <a:lnTo>
                    <a:pt x="2402326" y="1579762"/>
                  </a:lnTo>
                  <a:lnTo>
                    <a:pt x="2401658" y="1579762"/>
                  </a:lnTo>
                  <a:lnTo>
                    <a:pt x="2400990" y="1579762"/>
                  </a:lnTo>
                  <a:lnTo>
                    <a:pt x="2400321" y="1579762"/>
                  </a:lnTo>
                  <a:lnTo>
                    <a:pt x="2399653" y="1579762"/>
                  </a:lnTo>
                  <a:lnTo>
                    <a:pt x="2398985" y="1579762"/>
                  </a:lnTo>
                  <a:lnTo>
                    <a:pt x="2398317" y="1579762"/>
                  </a:lnTo>
                  <a:lnTo>
                    <a:pt x="2397649" y="1579762"/>
                  </a:lnTo>
                  <a:lnTo>
                    <a:pt x="2396981" y="1579762"/>
                  </a:lnTo>
                  <a:lnTo>
                    <a:pt x="2396313" y="1579762"/>
                  </a:lnTo>
                  <a:lnTo>
                    <a:pt x="2395645" y="1579762"/>
                  </a:lnTo>
                  <a:lnTo>
                    <a:pt x="2394977" y="1579762"/>
                  </a:lnTo>
                  <a:lnTo>
                    <a:pt x="2394309" y="1579762"/>
                  </a:lnTo>
                  <a:lnTo>
                    <a:pt x="2393641" y="1579762"/>
                  </a:lnTo>
                  <a:lnTo>
                    <a:pt x="2392973" y="1579762"/>
                  </a:lnTo>
                  <a:lnTo>
                    <a:pt x="2392305" y="1579762"/>
                  </a:lnTo>
                  <a:lnTo>
                    <a:pt x="2391637" y="1579762"/>
                  </a:lnTo>
                  <a:lnTo>
                    <a:pt x="2390969" y="1579762"/>
                  </a:lnTo>
                  <a:lnTo>
                    <a:pt x="2390301" y="1579762"/>
                  </a:lnTo>
                  <a:lnTo>
                    <a:pt x="2389633" y="1579762"/>
                  </a:lnTo>
                  <a:lnTo>
                    <a:pt x="2388965" y="1579762"/>
                  </a:lnTo>
                  <a:lnTo>
                    <a:pt x="2388297" y="1579762"/>
                  </a:lnTo>
                  <a:lnTo>
                    <a:pt x="2387629" y="1579762"/>
                  </a:lnTo>
                  <a:lnTo>
                    <a:pt x="2386961" y="1579762"/>
                  </a:lnTo>
                  <a:lnTo>
                    <a:pt x="2386293" y="1579762"/>
                  </a:lnTo>
                  <a:lnTo>
                    <a:pt x="2385625" y="1579762"/>
                  </a:lnTo>
                  <a:lnTo>
                    <a:pt x="2384957" y="1579762"/>
                  </a:lnTo>
                  <a:lnTo>
                    <a:pt x="2384289" y="1579762"/>
                  </a:lnTo>
                  <a:lnTo>
                    <a:pt x="2383621" y="1579762"/>
                  </a:lnTo>
                  <a:lnTo>
                    <a:pt x="2382953" y="1579762"/>
                  </a:lnTo>
                  <a:lnTo>
                    <a:pt x="2382285" y="1579762"/>
                  </a:lnTo>
                  <a:lnTo>
                    <a:pt x="2381617" y="1579762"/>
                  </a:lnTo>
                  <a:lnTo>
                    <a:pt x="2380949" y="1579762"/>
                  </a:lnTo>
                  <a:lnTo>
                    <a:pt x="2380281" y="1579762"/>
                  </a:lnTo>
                  <a:lnTo>
                    <a:pt x="2379613" y="1579762"/>
                  </a:lnTo>
                  <a:lnTo>
                    <a:pt x="2378945" y="1579762"/>
                  </a:lnTo>
                  <a:lnTo>
                    <a:pt x="2378277" y="1579762"/>
                  </a:lnTo>
                  <a:lnTo>
                    <a:pt x="2377609" y="1579762"/>
                  </a:lnTo>
                  <a:lnTo>
                    <a:pt x="2376941" y="1579762"/>
                  </a:lnTo>
                  <a:lnTo>
                    <a:pt x="2376273" y="1579762"/>
                  </a:lnTo>
                  <a:lnTo>
                    <a:pt x="2375604" y="1579762"/>
                  </a:lnTo>
                  <a:lnTo>
                    <a:pt x="2374936" y="1579762"/>
                  </a:lnTo>
                  <a:lnTo>
                    <a:pt x="2374268" y="1579762"/>
                  </a:lnTo>
                  <a:lnTo>
                    <a:pt x="2373600" y="1579762"/>
                  </a:lnTo>
                  <a:lnTo>
                    <a:pt x="2372932" y="1579762"/>
                  </a:lnTo>
                  <a:lnTo>
                    <a:pt x="2372264" y="1579762"/>
                  </a:lnTo>
                  <a:lnTo>
                    <a:pt x="2371596" y="1579762"/>
                  </a:lnTo>
                  <a:lnTo>
                    <a:pt x="2370928" y="1579762"/>
                  </a:lnTo>
                  <a:lnTo>
                    <a:pt x="2370260" y="1579762"/>
                  </a:lnTo>
                  <a:lnTo>
                    <a:pt x="2369592" y="1579762"/>
                  </a:lnTo>
                  <a:lnTo>
                    <a:pt x="2368924" y="1579762"/>
                  </a:lnTo>
                  <a:lnTo>
                    <a:pt x="2368256" y="1579762"/>
                  </a:lnTo>
                  <a:lnTo>
                    <a:pt x="2367588" y="1579762"/>
                  </a:lnTo>
                  <a:lnTo>
                    <a:pt x="2366920" y="1579762"/>
                  </a:lnTo>
                  <a:lnTo>
                    <a:pt x="2366252" y="1579762"/>
                  </a:lnTo>
                  <a:lnTo>
                    <a:pt x="2365584" y="1579762"/>
                  </a:lnTo>
                  <a:lnTo>
                    <a:pt x="2364916" y="1579762"/>
                  </a:lnTo>
                  <a:lnTo>
                    <a:pt x="2364248" y="1579762"/>
                  </a:lnTo>
                  <a:lnTo>
                    <a:pt x="2363580" y="1579762"/>
                  </a:lnTo>
                  <a:lnTo>
                    <a:pt x="2362912" y="1579762"/>
                  </a:lnTo>
                  <a:lnTo>
                    <a:pt x="2362244" y="1579762"/>
                  </a:lnTo>
                  <a:lnTo>
                    <a:pt x="2361576" y="1579762"/>
                  </a:lnTo>
                  <a:lnTo>
                    <a:pt x="2360908" y="1579762"/>
                  </a:lnTo>
                  <a:lnTo>
                    <a:pt x="2360240" y="1579762"/>
                  </a:lnTo>
                  <a:lnTo>
                    <a:pt x="2359572" y="1579762"/>
                  </a:lnTo>
                  <a:lnTo>
                    <a:pt x="2358904" y="1579762"/>
                  </a:lnTo>
                  <a:lnTo>
                    <a:pt x="2358236" y="1579762"/>
                  </a:lnTo>
                  <a:lnTo>
                    <a:pt x="2357568" y="1579762"/>
                  </a:lnTo>
                  <a:lnTo>
                    <a:pt x="2356900" y="1579762"/>
                  </a:lnTo>
                  <a:lnTo>
                    <a:pt x="2356232" y="1579762"/>
                  </a:lnTo>
                  <a:lnTo>
                    <a:pt x="2355564" y="1579762"/>
                  </a:lnTo>
                  <a:lnTo>
                    <a:pt x="2354896" y="1579762"/>
                  </a:lnTo>
                  <a:lnTo>
                    <a:pt x="2354228" y="1579762"/>
                  </a:lnTo>
                  <a:lnTo>
                    <a:pt x="2353560" y="1579762"/>
                  </a:lnTo>
                  <a:lnTo>
                    <a:pt x="2352892" y="1579762"/>
                  </a:lnTo>
                  <a:lnTo>
                    <a:pt x="2352224" y="1579762"/>
                  </a:lnTo>
                  <a:lnTo>
                    <a:pt x="2351556" y="1579762"/>
                  </a:lnTo>
                  <a:lnTo>
                    <a:pt x="2350887" y="1579762"/>
                  </a:lnTo>
                  <a:lnTo>
                    <a:pt x="2350219" y="1579762"/>
                  </a:lnTo>
                  <a:lnTo>
                    <a:pt x="2349551" y="1579762"/>
                  </a:lnTo>
                  <a:lnTo>
                    <a:pt x="2348883" y="1579762"/>
                  </a:lnTo>
                  <a:lnTo>
                    <a:pt x="2348215" y="1579762"/>
                  </a:lnTo>
                  <a:lnTo>
                    <a:pt x="2347547" y="1579762"/>
                  </a:lnTo>
                  <a:lnTo>
                    <a:pt x="2346879" y="1579762"/>
                  </a:lnTo>
                  <a:lnTo>
                    <a:pt x="2346211" y="1579762"/>
                  </a:lnTo>
                  <a:lnTo>
                    <a:pt x="2345543" y="1579762"/>
                  </a:lnTo>
                  <a:lnTo>
                    <a:pt x="2344875" y="1579762"/>
                  </a:lnTo>
                  <a:lnTo>
                    <a:pt x="2344207" y="1579762"/>
                  </a:lnTo>
                  <a:lnTo>
                    <a:pt x="2343539" y="1579762"/>
                  </a:lnTo>
                  <a:lnTo>
                    <a:pt x="2342871" y="1579762"/>
                  </a:lnTo>
                  <a:lnTo>
                    <a:pt x="2342203" y="1579762"/>
                  </a:lnTo>
                  <a:lnTo>
                    <a:pt x="2341535" y="1579762"/>
                  </a:lnTo>
                  <a:lnTo>
                    <a:pt x="2340867" y="1579762"/>
                  </a:lnTo>
                  <a:lnTo>
                    <a:pt x="2340199" y="1579762"/>
                  </a:lnTo>
                  <a:lnTo>
                    <a:pt x="2339531" y="1579762"/>
                  </a:lnTo>
                  <a:lnTo>
                    <a:pt x="2338863" y="1579762"/>
                  </a:lnTo>
                  <a:lnTo>
                    <a:pt x="2338195" y="1579762"/>
                  </a:lnTo>
                  <a:lnTo>
                    <a:pt x="2337527" y="1579762"/>
                  </a:lnTo>
                  <a:lnTo>
                    <a:pt x="2336859" y="1579762"/>
                  </a:lnTo>
                  <a:lnTo>
                    <a:pt x="2336191" y="1579762"/>
                  </a:lnTo>
                  <a:lnTo>
                    <a:pt x="2335523" y="1579762"/>
                  </a:lnTo>
                  <a:lnTo>
                    <a:pt x="2334855" y="1579762"/>
                  </a:lnTo>
                  <a:lnTo>
                    <a:pt x="2334187" y="1579762"/>
                  </a:lnTo>
                  <a:lnTo>
                    <a:pt x="2333519" y="1579762"/>
                  </a:lnTo>
                  <a:lnTo>
                    <a:pt x="2332851" y="1579762"/>
                  </a:lnTo>
                  <a:lnTo>
                    <a:pt x="2332183" y="1579762"/>
                  </a:lnTo>
                  <a:lnTo>
                    <a:pt x="2331515" y="1579762"/>
                  </a:lnTo>
                  <a:lnTo>
                    <a:pt x="2330847" y="1579762"/>
                  </a:lnTo>
                  <a:lnTo>
                    <a:pt x="2330179" y="1579762"/>
                  </a:lnTo>
                  <a:lnTo>
                    <a:pt x="2329511" y="1579762"/>
                  </a:lnTo>
                  <a:lnTo>
                    <a:pt x="2328843" y="1579762"/>
                  </a:lnTo>
                  <a:lnTo>
                    <a:pt x="2328175" y="1579762"/>
                  </a:lnTo>
                  <a:lnTo>
                    <a:pt x="2327507" y="1579762"/>
                  </a:lnTo>
                  <a:lnTo>
                    <a:pt x="2326839" y="1579762"/>
                  </a:lnTo>
                  <a:lnTo>
                    <a:pt x="2326170" y="1579762"/>
                  </a:lnTo>
                  <a:lnTo>
                    <a:pt x="2325502" y="1579762"/>
                  </a:lnTo>
                  <a:lnTo>
                    <a:pt x="2324834" y="1579762"/>
                  </a:lnTo>
                  <a:lnTo>
                    <a:pt x="2324166" y="1579762"/>
                  </a:lnTo>
                  <a:lnTo>
                    <a:pt x="2323498" y="1579762"/>
                  </a:lnTo>
                  <a:lnTo>
                    <a:pt x="2322830" y="1579762"/>
                  </a:lnTo>
                  <a:lnTo>
                    <a:pt x="2322162" y="1579762"/>
                  </a:lnTo>
                  <a:lnTo>
                    <a:pt x="2321494" y="1579762"/>
                  </a:lnTo>
                  <a:lnTo>
                    <a:pt x="2320826" y="1579762"/>
                  </a:lnTo>
                  <a:lnTo>
                    <a:pt x="2320158" y="1579762"/>
                  </a:lnTo>
                  <a:lnTo>
                    <a:pt x="2319490" y="1579762"/>
                  </a:lnTo>
                  <a:lnTo>
                    <a:pt x="2318822" y="1579762"/>
                  </a:lnTo>
                  <a:lnTo>
                    <a:pt x="2318154" y="1579762"/>
                  </a:lnTo>
                  <a:lnTo>
                    <a:pt x="2317486" y="1579762"/>
                  </a:lnTo>
                  <a:lnTo>
                    <a:pt x="2316818" y="1579762"/>
                  </a:lnTo>
                  <a:lnTo>
                    <a:pt x="2316150" y="1579762"/>
                  </a:lnTo>
                  <a:lnTo>
                    <a:pt x="2315482" y="1579762"/>
                  </a:lnTo>
                  <a:lnTo>
                    <a:pt x="2314814" y="1579762"/>
                  </a:lnTo>
                  <a:lnTo>
                    <a:pt x="2314146" y="1579762"/>
                  </a:lnTo>
                  <a:lnTo>
                    <a:pt x="2313478" y="1579762"/>
                  </a:lnTo>
                  <a:lnTo>
                    <a:pt x="2312810" y="1579762"/>
                  </a:lnTo>
                  <a:lnTo>
                    <a:pt x="2312142" y="1579762"/>
                  </a:lnTo>
                  <a:lnTo>
                    <a:pt x="2311474" y="1579762"/>
                  </a:lnTo>
                  <a:lnTo>
                    <a:pt x="2310806" y="1579762"/>
                  </a:lnTo>
                  <a:lnTo>
                    <a:pt x="2310138" y="1579762"/>
                  </a:lnTo>
                  <a:lnTo>
                    <a:pt x="2309470" y="1579762"/>
                  </a:lnTo>
                  <a:lnTo>
                    <a:pt x="2308802" y="1579762"/>
                  </a:lnTo>
                  <a:lnTo>
                    <a:pt x="2308134" y="1579762"/>
                  </a:lnTo>
                  <a:lnTo>
                    <a:pt x="2307466" y="1579762"/>
                  </a:lnTo>
                  <a:lnTo>
                    <a:pt x="2306798" y="1579762"/>
                  </a:lnTo>
                  <a:lnTo>
                    <a:pt x="2306130" y="1579762"/>
                  </a:lnTo>
                  <a:lnTo>
                    <a:pt x="2305462" y="1579762"/>
                  </a:lnTo>
                  <a:lnTo>
                    <a:pt x="2304794" y="1579762"/>
                  </a:lnTo>
                  <a:lnTo>
                    <a:pt x="2304126" y="1579762"/>
                  </a:lnTo>
                  <a:lnTo>
                    <a:pt x="2303458" y="1579762"/>
                  </a:lnTo>
                  <a:lnTo>
                    <a:pt x="2302790" y="1579762"/>
                  </a:lnTo>
                  <a:lnTo>
                    <a:pt x="2302121" y="1579762"/>
                  </a:lnTo>
                  <a:lnTo>
                    <a:pt x="2301453" y="1579762"/>
                  </a:lnTo>
                  <a:lnTo>
                    <a:pt x="2300785" y="1579762"/>
                  </a:lnTo>
                  <a:lnTo>
                    <a:pt x="2300117" y="1579762"/>
                  </a:lnTo>
                  <a:lnTo>
                    <a:pt x="2299449" y="1579762"/>
                  </a:lnTo>
                  <a:lnTo>
                    <a:pt x="2298781" y="1579762"/>
                  </a:lnTo>
                  <a:lnTo>
                    <a:pt x="2298113" y="1579762"/>
                  </a:lnTo>
                  <a:lnTo>
                    <a:pt x="2297445" y="1579762"/>
                  </a:lnTo>
                  <a:lnTo>
                    <a:pt x="2296777" y="1579762"/>
                  </a:lnTo>
                  <a:lnTo>
                    <a:pt x="2296109" y="1579762"/>
                  </a:lnTo>
                  <a:lnTo>
                    <a:pt x="2295441" y="1579762"/>
                  </a:lnTo>
                  <a:lnTo>
                    <a:pt x="2294773" y="1579762"/>
                  </a:lnTo>
                  <a:lnTo>
                    <a:pt x="2294105" y="1579762"/>
                  </a:lnTo>
                  <a:lnTo>
                    <a:pt x="2293437" y="1579762"/>
                  </a:lnTo>
                  <a:lnTo>
                    <a:pt x="2292769" y="1579762"/>
                  </a:lnTo>
                  <a:lnTo>
                    <a:pt x="2292101" y="1579762"/>
                  </a:lnTo>
                  <a:lnTo>
                    <a:pt x="2291433" y="1579762"/>
                  </a:lnTo>
                  <a:lnTo>
                    <a:pt x="2290765" y="1579762"/>
                  </a:lnTo>
                  <a:lnTo>
                    <a:pt x="2290097" y="1579762"/>
                  </a:lnTo>
                  <a:lnTo>
                    <a:pt x="2289429" y="1579762"/>
                  </a:lnTo>
                  <a:lnTo>
                    <a:pt x="2288761" y="1579762"/>
                  </a:lnTo>
                  <a:lnTo>
                    <a:pt x="2288093" y="1579762"/>
                  </a:lnTo>
                  <a:lnTo>
                    <a:pt x="2287425" y="1579762"/>
                  </a:lnTo>
                  <a:lnTo>
                    <a:pt x="2286757" y="1579762"/>
                  </a:lnTo>
                  <a:lnTo>
                    <a:pt x="2286089" y="1579762"/>
                  </a:lnTo>
                  <a:lnTo>
                    <a:pt x="2285421" y="1579762"/>
                  </a:lnTo>
                  <a:lnTo>
                    <a:pt x="2284753" y="1579762"/>
                  </a:lnTo>
                  <a:lnTo>
                    <a:pt x="2284085" y="1579762"/>
                  </a:lnTo>
                  <a:lnTo>
                    <a:pt x="2283417" y="1579762"/>
                  </a:lnTo>
                  <a:lnTo>
                    <a:pt x="2282749" y="1579762"/>
                  </a:lnTo>
                  <a:lnTo>
                    <a:pt x="2282081" y="1579762"/>
                  </a:lnTo>
                  <a:lnTo>
                    <a:pt x="2281413" y="1579762"/>
                  </a:lnTo>
                  <a:lnTo>
                    <a:pt x="2280745" y="1579762"/>
                  </a:lnTo>
                  <a:lnTo>
                    <a:pt x="2280077" y="1579762"/>
                  </a:lnTo>
                  <a:lnTo>
                    <a:pt x="2279409" y="1579762"/>
                  </a:lnTo>
                  <a:lnTo>
                    <a:pt x="2278741" y="1579762"/>
                  </a:lnTo>
                  <a:lnTo>
                    <a:pt x="2278073" y="1579762"/>
                  </a:lnTo>
                  <a:lnTo>
                    <a:pt x="2277404" y="1579762"/>
                  </a:lnTo>
                  <a:lnTo>
                    <a:pt x="2276736" y="1579762"/>
                  </a:lnTo>
                  <a:lnTo>
                    <a:pt x="2276068" y="1579762"/>
                  </a:lnTo>
                  <a:lnTo>
                    <a:pt x="2275400" y="1579762"/>
                  </a:lnTo>
                  <a:lnTo>
                    <a:pt x="2274732" y="1579762"/>
                  </a:lnTo>
                  <a:lnTo>
                    <a:pt x="2274064" y="1579762"/>
                  </a:lnTo>
                  <a:lnTo>
                    <a:pt x="2273396" y="1579762"/>
                  </a:lnTo>
                  <a:lnTo>
                    <a:pt x="2272728" y="1579762"/>
                  </a:lnTo>
                  <a:lnTo>
                    <a:pt x="2272060" y="1579762"/>
                  </a:lnTo>
                  <a:lnTo>
                    <a:pt x="2271392" y="1579762"/>
                  </a:lnTo>
                  <a:lnTo>
                    <a:pt x="2270724" y="1579762"/>
                  </a:lnTo>
                  <a:lnTo>
                    <a:pt x="2270056" y="1579762"/>
                  </a:lnTo>
                  <a:lnTo>
                    <a:pt x="2269388" y="1579762"/>
                  </a:lnTo>
                  <a:lnTo>
                    <a:pt x="2268720" y="1579762"/>
                  </a:lnTo>
                  <a:lnTo>
                    <a:pt x="2268052" y="1579762"/>
                  </a:lnTo>
                  <a:lnTo>
                    <a:pt x="2267384" y="1579762"/>
                  </a:lnTo>
                  <a:lnTo>
                    <a:pt x="2266716" y="1579762"/>
                  </a:lnTo>
                  <a:lnTo>
                    <a:pt x="2266048" y="1579762"/>
                  </a:lnTo>
                  <a:lnTo>
                    <a:pt x="2265380" y="1579762"/>
                  </a:lnTo>
                  <a:lnTo>
                    <a:pt x="2264712" y="1579762"/>
                  </a:lnTo>
                  <a:lnTo>
                    <a:pt x="2264044" y="1579762"/>
                  </a:lnTo>
                  <a:lnTo>
                    <a:pt x="2263376" y="1579762"/>
                  </a:lnTo>
                  <a:lnTo>
                    <a:pt x="2262708" y="1579762"/>
                  </a:lnTo>
                  <a:lnTo>
                    <a:pt x="2262040" y="1579762"/>
                  </a:lnTo>
                  <a:lnTo>
                    <a:pt x="2261372" y="1579762"/>
                  </a:lnTo>
                  <a:lnTo>
                    <a:pt x="2260704" y="1579762"/>
                  </a:lnTo>
                  <a:lnTo>
                    <a:pt x="2260036" y="1579762"/>
                  </a:lnTo>
                  <a:lnTo>
                    <a:pt x="2259368" y="1579762"/>
                  </a:lnTo>
                  <a:lnTo>
                    <a:pt x="2258700" y="1579762"/>
                  </a:lnTo>
                  <a:lnTo>
                    <a:pt x="2258032" y="1579762"/>
                  </a:lnTo>
                  <a:lnTo>
                    <a:pt x="2257364" y="1579762"/>
                  </a:lnTo>
                  <a:lnTo>
                    <a:pt x="2256696" y="1579762"/>
                  </a:lnTo>
                  <a:lnTo>
                    <a:pt x="2256028" y="1579762"/>
                  </a:lnTo>
                  <a:lnTo>
                    <a:pt x="2255360" y="1579762"/>
                  </a:lnTo>
                  <a:lnTo>
                    <a:pt x="2254692" y="1579762"/>
                  </a:lnTo>
                  <a:lnTo>
                    <a:pt x="2254024" y="1579762"/>
                  </a:lnTo>
                  <a:lnTo>
                    <a:pt x="2253356" y="1579762"/>
                  </a:lnTo>
                  <a:lnTo>
                    <a:pt x="2252687" y="1579762"/>
                  </a:lnTo>
                  <a:lnTo>
                    <a:pt x="2252019" y="1579762"/>
                  </a:lnTo>
                  <a:lnTo>
                    <a:pt x="2251351" y="1579762"/>
                  </a:lnTo>
                  <a:lnTo>
                    <a:pt x="2250683" y="1579762"/>
                  </a:lnTo>
                  <a:lnTo>
                    <a:pt x="2250015" y="1579762"/>
                  </a:lnTo>
                  <a:lnTo>
                    <a:pt x="2249347" y="1579762"/>
                  </a:lnTo>
                  <a:lnTo>
                    <a:pt x="2248679" y="1579762"/>
                  </a:lnTo>
                  <a:lnTo>
                    <a:pt x="2248011" y="1579762"/>
                  </a:lnTo>
                  <a:lnTo>
                    <a:pt x="2247343" y="1579762"/>
                  </a:lnTo>
                  <a:lnTo>
                    <a:pt x="2246675" y="1579762"/>
                  </a:lnTo>
                  <a:lnTo>
                    <a:pt x="2246007" y="1579762"/>
                  </a:lnTo>
                  <a:lnTo>
                    <a:pt x="2245339" y="1579762"/>
                  </a:lnTo>
                  <a:lnTo>
                    <a:pt x="2244671" y="1579762"/>
                  </a:lnTo>
                  <a:lnTo>
                    <a:pt x="2244003" y="1579762"/>
                  </a:lnTo>
                  <a:lnTo>
                    <a:pt x="2243335" y="1579762"/>
                  </a:lnTo>
                  <a:lnTo>
                    <a:pt x="2242667" y="1579762"/>
                  </a:lnTo>
                  <a:lnTo>
                    <a:pt x="2241999" y="1579762"/>
                  </a:lnTo>
                  <a:lnTo>
                    <a:pt x="2241331" y="1579762"/>
                  </a:lnTo>
                  <a:lnTo>
                    <a:pt x="2240663" y="1579762"/>
                  </a:lnTo>
                  <a:lnTo>
                    <a:pt x="2239995" y="1579762"/>
                  </a:lnTo>
                  <a:lnTo>
                    <a:pt x="2239327" y="1579762"/>
                  </a:lnTo>
                  <a:lnTo>
                    <a:pt x="2238659" y="1579762"/>
                  </a:lnTo>
                  <a:lnTo>
                    <a:pt x="2237991" y="1579762"/>
                  </a:lnTo>
                  <a:lnTo>
                    <a:pt x="2237323" y="1579762"/>
                  </a:lnTo>
                  <a:lnTo>
                    <a:pt x="2236655" y="1579762"/>
                  </a:lnTo>
                  <a:lnTo>
                    <a:pt x="2235987" y="1579762"/>
                  </a:lnTo>
                  <a:lnTo>
                    <a:pt x="2235319" y="1579762"/>
                  </a:lnTo>
                  <a:lnTo>
                    <a:pt x="2234651" y="1579762"/>
                  </a:lnTo>
                  <a:lnTo>
                    <a:pt x="2233983" y="1579762"/>
                  </a:lnTo>
                  <a:lnTo>
                    <a:pt x="2233315" y="1579762"/>
                  </a:lnTo>
                  <a:lnTo>
                    <a:pt x="2232647" y="1579762"/>
                  </a:lnTo>
                  <a:lnTo>
                    <a:pt x="2231979" y="1579762"/>
                  </a:lnTo>
                  <a:lnTo>
                    <a:pt x="2231311" y="1579762"/>
                  </a:lnTo>
                  <a:lnTo>
                    <a:pt x="2230643" y="1579762"/>
                  </a:lnTo>
                  <a:lnTo>
                    <a:pt x="2229975" y="1579762"/>
                  </a:lnTo>
                  <a:lnTo>
                    <a:pt x="2229307" y="1579762"/>
                  </a:lnTo>
                  <a:lnTo>
                    <a:pt x="2228639" y="1579762"/>
                  </a:lnTo>
                  <a:lnTo>
                    <a:pt x="2227970" y="1579762"/>
                  </a:lnTo>
                  <a:lnTo>
                    <a:pt x="2227302" y="1579762"/>
                  </a:lnTo>
                  <a:lnTo>
                    <a:pt x="2226634" y="1579762"/>
                  </a:lnTo>
                  <a:lnTo>
                    <a:pt x="2225966" y="1579762"/>
                  </a:lnTo>
                  <a:lnTo>
                    <a:pt x="2225298" y="1579762"/>
                  </a:lnTo>
                  <a:lnTo>
                    <a:pt x="2224630" y="1579762"/>
                  </a:lnTo>
                  <a:lnTo>
                    <a:pt x="2223962" y="1579762"/>
                  </a:lnTo>
                  <a:lnTo>
                    <a:pt x="2223294" y="1579762"/>
                  </a:lnTo>
                  <a:lnTo>
                    <a:pt x="2222626" y="1579762"/>
                  </a:lnTo>
                  <a:lnTo>
                    <a:pt x="2221958" y="1579762"/>
                  </a:lnTo>
                  <a:lnTo>
                    <a:pt x="2221290" y="1579762"/>
                  </a:lnTo>
                  <a:lnTo>
                    <a:pt x="2220622" y="1579762"/>
                  </a:lnTo>
                  <a:lnTo>
                    <a:pt x="2219954" y="1579762"/>
                  </a:lnTo>
                  <a:lnTo>
                    <a:pt x="2219286" y="1579762"/>
                  </a:lnTo>
                  <a:lnTo>
                    <a:pt x="2218618" y="1579762"/>
                  </a:lnTo>
                  <a:lnTo>
                    <a:pt x="2217950" y="1579762"/>
                  </a:lnTo>
                  <a:lnTo>
                    <a:pt x="2217282" y="1579762"/>
                  </a:lnTo>
                  <a:lnTo>
                    <a:pt x="2216614" y="1579762"/>
                  </a:lnTo>
                  <a:lnTo>
                    <a:pt x="2215946" y="1579762"/>
                  </a:lnTo>
                  <a:lnTo>
                    <a:pt x="2215278" y="1579762"/>
                  </a:lnTo>
                  <a:lnTo>
                    <a:pt x="2214610" y="1579762"/>
                  </a:lnTo>
                  <a:lnTo>
                    <a:pt x="2213942" y="1579762"/>
                  </a:lnTo>
                  <a:lnTo>
                    <a:pt x="2213274" y="1579762"/>
                  </a:lnTo>
                  <a:lnTo>
                    <a:pt x="2212606" y="1579762"/>
                  </a:lnTo>
                  <a:lnTo>
                    <a:pt x="2211938" y="1579762"/>
                  </a:lnTo>
                  <a:lnTo>
                    <a:pt x="2211270" y="1579762"/>
                  </a:lnTo>
                  <a:lnTo>
                    <a:pt x="2210602" y="1579762"/>
                  </a:lnTo>
                  <a:lnTo>
                    <a:pt x="2209934" y="1579762"/>
                  </a:lnTo>
                  <a:lnTo>
                    <a:pt x="2209266" y="1579762"/>
                  </a:lnTo>
                  <a:lnTo>
                    <a:pt x="2208598" y="1579762"/>
                  </a:lnTo>
                  <a:lnTo>
                    <a:pt x="2207930" y="1579762"/>
                  </a:lnTo>
                  <a:lnTo>
                    <a:pt x="2207262" y="1579762"/>
                  </a:lnTo>
                  <a:lnTo>
                    <a:pt x="2206594" y="1579762"/>
                  </a:lnTo>
                  <a:lnTo>
                    <a:pt x="2205926" y="1579762"/>
                  </a:lnTo>
                  <a:lnTo>
                    <a:pt x="2205258" y="1579762"/>
                  </a:lnTo>
                  <a:lnTo>
                    <a:pt x="2204590" y="1579762"/>
                  </a:lnTo>
                  <a:lnTo>
                    <a:pt x="2203921" y="1579762"/>
                  </a:lnTo>
                  <a:lnTo>
                    <a:pt x="2203253" y="1579762"/>
                  </a:lnTo>
                  <a:lnTo>
                    <a:pt x="2202585" y="1579762"/>
                  </a:lnTo>
                  <a:lnTo>
                    <a:pt x="2201917" y="1579762"/>
                  </a:lnTo>
                  <a:lnTo>
                    <a:pt x="2201249" y="1579762"/>
                  </a:lnTo>
                  <a:lnTo>
                    <a:pt x="2200581" y="1579762"/>
                  </a:lnTo>
                  <a:lnTo>
                    <a:pt x="2199913" y="1579762"/>
                  </a:lnTo>
                  <a:lnTo>
                    <a:pt x="2199245" y="1579762"/>
                  </a:lnTo>
                  <a:lnTo>
                    <a:pt x="2198577" y="1579762"/>
                  </a:lnTo>
                  <a:lnTo>
                    <a:pt x="2197909" y="1579762"/>
                  </a:lnTo>
                  <a:lnTo>
                    <a:pt x="2197241" y="1579762"/>
                  </a:lnTo>
                  <a:lnTo>
                    <a:pt x="2196573" y="1579762"/>
                  </a:lnTo>
                  <a:lnTo>
                    <a:pt x="2195905" y="1579762"/>
                  </a:lnTo>
                  <a:lnTo>
                    <a:pt x="2195237" y="1579762"/>
                  </a:lnTo>
                  <a:lnTo>
                    <a:pt x="2194569" y="1579762"/>
                  </a:lnTo>
                  <a:lnTo>
                    <a:pt x="2193901" y="1579762"/>
                  </a:lnTo>
                  <a:lnTo>
                    <a:pt x="2193233" y="1579762"/>
                  </a:lnTo>
                  <a:lnTo>
                    <a:pt x="2192565" y="1579762"/>
                  </a:lnTo>
                  <a:lnTo>
                    <a:pt x="2191897" y="1579762"/>
                  </a:lnTo>
                  <a:lnTo>
                    <a:pt x="2191229" y="1579762"/>
                  </a:lnTo>
                  <a:lnTo>
                    <a:pt x="2190561" y="1579762"/>
                  </a:lnTo>
                  <a:lnTo>
                    <a:pt x="2189893" y="1579762"/>
                  </a:lnTo>
                  <a:lnTo>
                    <a:pt x="2189225" y="1579762"/>
                  </a:lnTo>
                  <a:lnTo>
                    <a:pt x="2188557" y="1579762"/>
                  </a:lnTo>
                  <a:lnTo>
                    <a:pt x="2187889" y="1579762"/>
                  </a:lnTo>
                  <a:lnTo>
                    <a:pt x="2187221" y="1579762"/>
                  </a:lnTo>
                  <a:lnTo>
                    <a:pt x="2186553" y="1579762"/>
                  </a:lnTo>
                  <a:lnTo>
                    <a:pt x="2185885" y="1579762"/>
                  </a:lnTo>
                  <a:lnTo>
                    <a:pt x="2185217" y="1579762"/>
                  </a:lnTo>
                  <a:lnTo>
                    <a:pt x="2184549" y="1579762"/>
                  </a:lnTo>
                  <a:lnTo>
                    <a:pt x="2183881" y="1579762"/>
                  </a:lnTo>
                  <a:lnTo>
                    <a:pt x="2183213" y="1579762"/>
                  </a:lnTo>
                  <a:lnTo>
                    <a:pt x="2182545" y="1579762"/>
                  </a:lnTo>
                  <a:lnTo>
                    <a:pt x="2181877" y="1579762"/>
                  </a:lnTo>
                  <a:lnTo>
                    <a:pt x="2181209" y="1579762"/>
                  </a:lnTo>
                  <a:lnTo>
                    <a:pt x="2180541" y="1579762"/>
                  </a:lnTo>
                  <a:lnTo>
                    <a:pt x="2179873" y="1579762"/>
                  </a:lnTo>
                  <a:lnTo>
                    <a:pt x="2179204" y="1579762"/>
                  </a:lnTo>
                  <a:lnTo>
                    <a:pt x="2178536" y="1579762"/>
                  </a:lnTo>
                  <a:lnTo>
                    <a:pt x="2177868" y="1579762"/>
                  </a:lnTo>
                  <a:lnTo>
                    <a:pt x="2177200" y="1579762"/>
                  </a:lnTo>
                  <a:lnTo>
                    <a:pt x="2176532" y="1579762"/>
                  </a:lnTo>
                  <a:lnTo>
                    <a:pt x="2175864" y="1579762"/>
                  </a:lnTo>
                  <a:lnTo>
                    <a:pt x="2175196" y="1579762"/>
                  </a:lnTo>
                  <a:lnTo>
                    <a:pt x="2174528" y="1579762"/>
                  </a:lnTo>
                  <a:lnTo>
                    <a:pt x="2173860" y="1579762"/>
                  </a:lnTo>
                  <a:lnTo>
                    <a:pt x="2173192" y="1579762"/>
                  </a:lnTo>
                  <a:lnTo>
                    <a:pt x="2172524" y="1579762"/>
                  </a:lnTo>
                  <a:lnTo>
                    <a:pt x="2171856" y="1579762"/>
                  </a:lnTo>
                  <a:lnTo>
                    <a:pt x="2171188" y="1579762"/>
                  </a:lnTo>
                  <a:lnTo>
                    <a:pt x="2170520" y="1579762"/>
                  </a:lnTo>
                  <a:lnTo>
                    <a:pt x="2169852" y="1579762"/>
                  </a:lnTo>
                  <a:lnTo>
                    <a:pt x="2169184" y="1579762"/>
                  </a:lnTo>
                  <a:lnTo>
                    <a:pt x="2168516" y="1579762"/>
                  </a:lnTo>
                  <a:lnTo>
                    <a:pt x="2167848" y="1579762"/>
                  </a:lnTo>
                  <a:lnTo>
                    <a:pt x="2167180" y="1579762"/>
                  </a:lnTo>
                  <a:lnTo>
                    <a:pt x="2166512" y="1579762"/>
                  </a:lnTo>
                  <a:lnTo>
                    <a:pt x="2165844" y="1579762"/>
                  </a:lnTo>
                  <a:lnTo>
                    <a:pt x="2165176" y="1579762"/>
                  </a:lnTo>
                  <a:lnTo>
                    <a:pt x="2164508" y="1579762"/>
                  </a:lnTo>
                  <a:lnTo>
                    <a:pt x="2163840" y="1579762"/>
                  </a:lnTo>
                  <a:lnTo>
                    <a:pt x="2163172" y="1579762"/>
                  </a:lnTo>
                  <a:lnTo>
                    <a:pt x="2162504" y="1579762"/>
                  </a:lnTo>
                  <a:lnTo>
                    <a:pt x="2161836" y="1579762"/>
                  </a:lnTo>
                  <a:lnTo>
                    <a:pt x="2161168" y="1579762"/>
                  </a:lnTo>
                  <a:lnTo>
                    <a:pt x="2160500" y="1579762"/>
                  </a:lnTo>
                  <a:lnTo>
                    <a:pt x="2159832" y="1579762"/>
                  </a:lnTo>
                  <a:lnTo>
                    <a:pt x="2159164" y="1579762"/>
                  </a:lnTo>
                  <a:lnTo>
                    <a:pt x="2158496" y="1579762"/>
                  </a:lnTo>
                  <a:lnTo>
                    <a:pt x="2157828" y="1579762"/>
                  </a:lnTo>
                  <a:lnTo>
                    <a:pt x="2157160" y="1579762"/>
                  </a:lnTo>
                  <a:lnTo>
                    <a:pt x="2156492" y="1579762"/>
                  </a:lnTo>
                  <a:lnTo>
                    <a:pt x="2155824" y="1579762"/>
                  </a:lnTo>
                  <a:lnTo>
                    <a:pt x="2155156" y="1579762"/>
                  </a:lnTo>
                  <a:lnTo>
                    <a:pt x="2154487" y="1579762"/>
                  </a:lnTo>
                  <a:lnTo>
                    <a:pt x="2153819" y="1579762"/>
                  </a:lnTo>
                  <a:lnTo>
                    <a:pt x="2153151" y="1579762"/>
                  </a:lnTo>
                  <a:lnTo>
                    <a:pt x="2152483" y="1579762"/>
                  </a:lnTo>
                  <a:lnTo>
                    <a:pt x="2151815" y="1579762"/>
                  </a:lnTo>
                  <a:lnTo>
                    <a:pt x="2151147" y="1579762"/>
                  </a:lnTo>
                  <a:lnTo>
                    <a:pt x="2150479" y="1579762"/>
                  </a:lnTo>
                  <a:lnTo>
                    <a:pt x="2149811" y="1579762"/>
                  </a:lnTo>
                  <a:lnTo>
                    <a:pt x="2149143" y="1579762"/>
                  </a:lnTo>
                  <a:lnTo>
                    <a:pt x="2148475" y="1579762"/>
                  </a:lnTo>
                  <a:lnTo>
                    <a:pt x="2147807" y="1579762"/>
                  </a:lnTo>
                  <a:lnTo>
                    <a:pt x="2147139" y="1579762"/>
                  </a:lnTo>
                  <a:lnTo>
                    <a:pt x="2146471" y="1579762"/>
                  </a:lnTo>
                  <a:lnTo>
                    <a:pt x="2145803" y="1579762"/>
                  </a:lnTo>
                  <a:lnTo>
                    <a:pt x="2145135" y="1579762"/>
                  </a:lnTo>
                  <a:lnTo>
                    <a:pt x="2144467" y="1579762"/>
                  </a:lnTo>
                  <a:lnTo>
                    <a:pt x="2143799" y="1579762"/>
                  </a:lnTo>
                  <a:lnTo>
                    <a:pt x="2143131" y="1579762"/>
                  </a:lnTo>
                  <a:lnTo>
                    <a:pt x="2142463" y="1579762"/>
                  </a:lnTo>
                  <a:lnTo>
                    <a:pt x="2141795" y="1579762"/>
                  </a:lnTo>
                  <a:lnTo>
                    <a:pt x="2141127" y="1579762"/>
                  </a:lnTo>
                  <a:lnTo>
                    <a:pt x="2140459" y="1579762"/>
                  </a:lnTo>
                  <a:lnTo>
                    <a:pt x="2139791" y="1579762"/>
                  </a:lnTo>
                  <a:lnTo>
                    <a:pt x="2139123" y="1579762"/>
                  </a:lnTo>
                  <a:lnTo>
                    <a:pt x="2138455" y="1579762"/>
                  </a:lnTo>
                  <a:lnTo>
                    <a:pt x="2137787" y="1579762"/>
                  </a:lnTo>
                  <a:lnTo>
                    <a:pt x="2137119" y="1579762"/>
                  </a:lnTo>
                  <a:lnTo>
                    <a:pt x="2136451" y="1579762"/>
                  </a:lnTo>
                  <a:lnTo>
                    <a:pt x="2135783" y="1579762"/>
                  </a:lnTo>
                  <a:lnTo>
                    <a:pt x="2135115" y="1579762"/>
                  </a:lnTo>
                  <a:lnTo>
                    <a:pt x="2134447" y="1579762"/>
                  </a:lnTo>
                  <a:lnTo>
                    <a:pt x="2133779" y="1579762"/>
                  </a:lnTo>
                  <a:lnTo>
                    <a:pt x="2133111" y="1579762"/>
                  </a:lnTo>
                  <a:lnTo>
                    <a:pt x="2132443" y="1579762"/>
                  </a:lnTo>
                  <a:lnTo>
                    <a:pt x="2131775" y="1579762"/>
                  </a:lnTo>
                  <a:lnTo>
                    <a:pt x="2131107" y="1579762"/>
                  </a:lnTo>
                  <a:lnTo>
                    <a:pt x="2130439" y="1579762"/>
                  </a:lnTo>
                  <a:lnTo>
                    <a:pt x="2129770" y="1579762"/>
                  </a:lnTo>
                  <a:lnTo>
                    <a:pt x="2129102" y="1579762"/>
                  </a:lnTo>
                  <a:lnTo>
                    <a:pt x="2128434" y="1579762"/>
                  </a:lnTo>
                  <a:lnTo>
                    <a:pt x="2127766" y="1579762"/>
                  </a:lnTo>
                  <a:lnTo>
                    <a:pt x="2127098" y="1579762"/>
                  </a:lnTo>
                  <a:lnTo>
                    <a:pt x="2126430" y="1579762"/>
                  </a:lnTo>
                  <a:lnTo>
                    <a:pt x="2125762" y="1579762"/>
                  </a:lnTo>
                  <a:lnTo>
                    <a:pt x="2125094" y="1579762"/>
                  </a:lnTo>
                  <a:lnTo>
                    <a:pt x="2124426" y="1579762"/>
                  </a:lnTo>
                  <a:lnTo>
                    <a:pt x="2123758" y="1579762"/>
                  </a:lnTo>
                  <a:lnTo>
                    <a:pt x="2123090" y="1579762"/>
                  </a:lnTo>
                  <a:lnTo>
                    <a:pt x="2122422" y="1579762"/>
                  </a:lnTo>
                  <a:lnTo>
                    <a:pt x="2121754" y="1579762"/>
                  </a:lnTo>
                  <a:lnTo>
                    <a:pt x="2121086" y="1579762"/>
                  </a:lnTo>
                  <a:lnTo>
                    <a:pt x="2120418" y="1579762"/>
                  </a:lnTo>
                  <a:lnTo>
                    <a:pt x="2119750" y="1579762"/>
                  </a:lnTo>
                  <a:lnTo>
                    <a:pt x="2119082" y="1579762"/>
                  </a:lnTo>
                  <a:lnTo>
                    <a:pt x="2118414" y="1579762"/>
                  </a:lnTo>
                  <a:lnTo>
                    <a:pt x="2117746" y="1579762"/>
                  </a:lnTo>
                  <a:lnTo>
                    <a:pt x="2117078" y="1579762"/>
                  </a:lnTo>
                  <a:lnTo>
                    <a:pt x="2116410" y="1579762"/>
                  </a:lnTo>
                  <a:lnTo>
                    <a:pt x="2115742" y="1579762"/>
                  </a:lnTo>
                  <a:lnTo>
                    <a:pt x="2115074" y="1579762"/>
                  </a:lnTo>
                  <a:lnTo>
                    <a:pt x="2114406" y="1579762"/>
                  </a:lnTo>
                  <a:lnTo>
                    <a:pt x="2113738" y="1579762"/>
                  </a:lnTo>
                  <a:lnTo>
                    <a:pt x="2113070" y="1579762"/>
                  </a:lnTo>
                  <a:lnTo>
                    <a:pt x="2112402" y="1579762"/>
                  </a:lnTo>
                  <a:lnTo>
                    <a:pt x="2111734" y="1579762"/>
                  </a:lnTo>
                  <a:lnTo>
                    <a:pt x="2111066" y="1579762"/>
                  </a:lnTo>
                  <a:lnTo>
                    <a:pt x="2110398" y="1579762"/>
                  </a:lnTo>
                  <a:lnTo>
                    <a:pt x="2109730" y="1579762"/>
                  </a:lnTo>
                  <a:lnTo>
                    <a:pt x="2109062" y="1579762"/>
                  </a:lnTo>
                  <a:lnTo>
                    <a:pt x="2108394" y="1579762"/>
                  </a:lnTo>
                  <a:lnTo>
                    <a:pt x="2107726" y="1579762"/>
                  </a:lnTo>
                  <a:lnTo>
                    <a:pt x="2107058" y="1579762"/>
                  </a:lnTo>
                  <a:lnTo>
                    <a:pt x="2106390" y="1579762"/>
                  </a:lnTo>
                  <a:lnTo>
                    <a:pt x="2105721" y="1579762"/>
                  </a:lnTo>
                  <a:lnTo>
                    <a:pt x="2105053" y="1579762"/>
                  </a:lnTo>
                  <a:lnTo>
                    <a:pt x="2104385" y="1579762"/>
                  </a:lnTo>
                  <a:lnTo>
                    <a:pt x="2103717" y="1579762"/>
                  </a:lnTo>
                  <a:lnTo>
                    <a:pt x="2103049" y="1579762"/>
                  </a:lnTo>
                  <a:lnTo>
                    <a:pt x="2102381" y="1579762"/>
                  </a:lnTo>
                  <a:lnTo>
                    <a:pt x="2101713" y="1579762"/>
                  </a:lnTo>
                  <a:lnTo>
                    <a:pt x="2101045" y="1579762"/>
                  </a:lnTo>
                  <a:lnTo>
                    <a:pt x="2100377" y="1579762"/>
                  </a:lnTo>
                  <a:lnTo>
                    <a:pt x="2099709" y="1579762"/>
                  </a:lnTo>
                  <a:lnTo>
                    <a:pt x="2099041" y="1579762"/>
                  </a:lnTo>
                  <a:lnTo>
                    <a:pt x="2098373" y="1579762"/>
                  </a:lnTo>
                  <a:lnTo>
                    <a:pt x="2097705" y="1579762"/>
                  </a:lnTo>
                  <a:lnTo>
                    <a:pt x="2097037" y="1579762"/>
                  </a:lnTo>
                  <a:lnTo>
                    <a:pt x="2096369" y="1579762"/>
                  </a:lnTo>
                  <a:lnTo>
                    <a:pt x="2095701" y="1579762"/>
                  </a:lnTo>
                  <a:lnTo>
                    <a:pt x="2095033" y="1579762"/>
                  </a:lnTo>
                  <a:lnTo>
                    <a:pt x="2094365" y="1579762"/>
                  </a:lnTo>
                  <a:lnTo>
                    <a:pt x="2093697" y="1579762"/>
                  </a:lnTo>
                  <a:lnTo>
                    <a:pt x="2093029" y="1579762"/>
                  </a:lnTo>
                  <a:lnTo>
                    <a:pt x="2092361" y="1579762"/>
                  </a:lnTo>
                  <a:lnTo>
                    <a:pt x="2091693" y="1579762"/>
                  </a:lnTo>
                  <a:lnTo>
                    <a:pt x="2091025" y="1579762"/>
                  </a:lnTo>
                  <a:lnTo>
                    <a:pt x="2090357" y="1579762"/>
                  </a:lnTo>
                  <a:lnTo>
                    <a:pt x="2089689" y="1579762"/>
                  </a:lnTo>
                  <a:lnTo>
                    <a:pt x="2089021" y="1579762"/>
                  </a:lnTo>
                  <a:lnTo>
                    <a:pt x="2088353" y="1579762"/>
                  </a:lnTo>
                  <a:lnTo>
                    <a:pt x="2087685" y="1579762"/>
                  </a:lnTo>
                  <a:lnTo>
                    <a:pt x="2087017" y="1579762"/>
                  </a:lnTo>
                  <a:lnTo>
                    <a:pt x="2086349" y="1579762"/>
                  </a:lnTo>
                  <a:lnTo>
                    <a:pt x="2085681" y="1579762"/>
                  </a:lnTo>
                  <a:lnTo>
                    <a:pt x="2085013" y="1579762"/>
                  </a:lnTo>
                  <a:lnTo>
                    <a:pt x="2084345" y="1579762"/>
                  </a:lnTo>
                  <a:lnTo>
                    <a:pt x="2083677" y="1579762"/>
                  </a:lnTo>
                  <a:lnTo>
                    <a:pt x="2083009" y="1579762"/>
                  </a:lnTo>
                  <a:lnTo>
                    <a:pt x="2082341" y="1579762"/>
                  </a:lnTo>
                  <a:lnTo>
                    <a:pt x="2081673" y="1579762"/>
                  </a:lnTo>
                  <a:lnTo>
                    <a:pt x="2081004" y="1579762"/>
                  </a:lnTo>
                  <a:lnTo>
                    <a:pt x="2080336" y="1579762"/>
                  </a:lnTo>
                  <a:lnTo>
                    <a:pt x="2079668" y="1579762"/>
                  </a:lnTo>
                  <a:lnTo>
                    <a:pt x="2079000" y="1579762"/>
                  </a:lnTo>
                  <a:lnTo>
                    <a:pt x="2078332" y="1579762"/>
                  </a:lnTo>
                  <a:lnTo>
                    <a:pt x="2077664" y="1579762"/>
                  </a:lnTo>
                  <a:lnTo>
                    <a:pt x="2076996" y="1579762"/>
                  </a:lnTo>
                  <a:lnTo>
                    <a:pt x="2076328" y="1579762"/>
                  </a:lnTo>
                  <a:lnTo>
                    <a:pt x="2075660" y="1579762"/>
                  </a:lnTo>
                  <a:lnTo>
                    <a:pt x="2074992" y="1579762"/>
                  </a:lnTo>
                  <a:lnTo>
                    <a:pt x="2074324" y="1579762"/>
                  </a:lnTo>
                  <a:lnTo>
                    <a:pt x="2073656" y="1579762"/>
                  </a:lnTo>
                  <a:lnTo>
                    <a:pt x="2072988" y="1579762"/>
                  </a:lnTo>
                  <a:lnTo>
                    <a:pt x="2072320" y="1579762"/>
                  </a:lnTo>
                  <a:lnTo>
                    <a:pt x="2071652" y="1579762"/>
                  </a:lnTo>
                  <a:lnTo>
                    <a:pt x="2070984" y="1579762"/>
                  </a:lnTo>
                  <a:lnTo>
                    <a:pt x="2070316" y="1579762"/>
                  </a:lnTo>
                  <a:lnTo>
                    <a:pt x="2069648" y="1579762"/>
                  </a:lnTo>
                  <a:lnTo>
                    <a:pt x="2068980" y="1579762"/>
                  </a:lnTo>
                  <a:lnTo>
                    <a:pt x="2068312" y="1579762"/>
                  </a:lnTo>
                  <a:lnTo>
                    <a:pt x="2067644" y="1579762"/>
                  </a:lnTo>
                  <a:lnTo>
                    <a:pt x="2066976" y="1579762"/>
                  </a:lnTo>
                  <a:lnTo>
                    <a:pt x="2066308" y="1579762"/>
                  </a:lnTo>
                  <a:lnTo>
                    <a:pt x="2065640" y="1579762"/>
                  </a:lnTo>
                  <a:lnTo>
                    <a:pt x="2064972" y="1579762"/>
                  </a:lnTo>
                  <a:lnTo>
                    <a:pt x="2064304" y="1579762"/>
                  </a:lnTo>
                  <a:lnTo>
                    <a:pt x="2063636" y="1579762"/>
                  </a:lnTo>
                  <a:lnTo>
                    <a:pt x="2062968" y="1579762"/>
                  </a:lnTo>
                  <a:lnTo>
                    <a:pt x="2062300" y="1579762"/>
                  </a:lnTo>
                  <a:lnTo>
                    <a:pt x="2061632" y="1579762"/>
                  </a:lnTo>
                  <a:lnTo>
                    <a:pt x="2060964" y="1579762"/>
                  </a:lnTo>
                  <a:lnTo>
                    <a:pt x="2060296" y="1579762"/>
                  </a:lnTo>
                  <a:lnTo>
                    <a:pt x="2059628" y="1579762"/>
                  </a:lnTo>
                  <a:lnTo>
                    <a:pt x="2058960" y="1579762"/>
                  </a:lnTo>
                  <a:lnTo>
                    <a:pt x="2058292" y="1579762"/>
                  </a:lnTo>
                  <a:lnTo>
                    <a:pt x="2057624" y="1579762"/>
                  </a:lnTo>
                  <a:lnTo>
                    <a:pt x="2056956" y="1579762"/>
                  </a:lnTo>
                  <a:lnTo>
                    <a:pt x="2056287" y="1579762"/>
                  </a:lnTo>
                  <a:lnTo>
                    <a:pt x="2055619" y="1579762"/>
                  </a:lnTo>
                  <a:lnTo>
                    <a:pt x="2054951" y="1579762"/>
                  </a:lnTo>
                  <a:lnTo>
                    <a:pt x="2054283" y="1579762"/>
                  </a:lnTo>
                  <a:lnTo>
                    <a:pt x="2053615" y="1579762"/>
                  </a:lnTo>
                  <a:lnTo>
                    <a:pt x="2052947" y="1579762"/>
                  </a:lnTo>
                  <a:lnTo>
                    <a:pt x="2052279" y="1579762"/>
                  </a:lnTo>
                  <a:lnTo>
                    <a:pt x="2051611" y="1579762"/>
                  </a:lnTo>
                  <a:lnTo>
                    <a:pt x="2050943" y="1579762"/>
                  </a:lnTo>
                  <a:lnTo>
                    <a:pt x="2050275" y="1579762"/>
                  </a:lnTo>
                  <a:lnTo>
                    <a:pt x="2049607" y="1579762"/>
                  </a:lnTo>
                  <a:lnTo>
                    <a:pt x="2048939" y="1579762"/>
                  </a:lnTo>
                  <a:lnTo>
                    <a:pt x="2048271" y="1579762"/>
                  </a:lnTo>
                  <a:lnTo>
                    <a:pt x="2047603" y="1579762"/>
                  </a:lnTo>
                  <a:lnTo>
                    <a:pt x="2046935" y="1579762"/>
                  </a:lnTo>
                  <a:lnTo>
                    <a:pt x="2046267" y="1579762"/>
                  </a:lnTo>
                  <a:lnTo>
                    <a:pt x="2045599" y="1579762"/>
                  </a:lnTo>
                  <a:lnTo>
                    <a:pt x="2044931" y="1579762"/>
                  </a:lnTo>
                  <a:lnTo>
                    <a:pt x="2044263" y="1579762"/>
                  </a:lnTo>
                  <a:lnTo>
                    <a:pt x="2043595" y="1579762"/>
                  </a:lnTo>
                  <a:lnTo>
                    <a:pt x="2042927" y="1579762"/>
                  </a:lnTo>
                  <a:lnTo>
                    <a:pt x="2042259" y="1579762"/>
                  </a:lnTo>
                  <a:lnTo>
                    <a:pt x="2041591" y="1579762"/>
                  </a:lnTo>
                  <a:lnTo>
                    <a:pt x="2040923" y="1579762"/>
                  </a:lnTo>
                  <a:lnTo>
                    <a:pt x="2040255" y="1579762"/>
                  </a:lnTo>
                  <a:lnTo>
                    <a:pt x="2039587" y="1579762"/>
                  </a:lnTo>
                  <a:lnTo>
                    <a:pt x="2038919" y="1579762"/>
                  </a:lnTo>
                  <a:lnTo>
                    <a:pt x="2038251" y="1579762"/>
                  </a:lnTo>
                  <a:lnTo>
                    <a:pt x="2037583" y="1579762"/>
                  </a:lnTo>
                  <a:lnTo>
                    <a:pt x="2036915" y="1579762"/>
                  </a:lnTo>
                  <a:lnTo>
                    <a:pt x="2036247" y="1579762"/>
                  </a:lnTo>
                  <a:lnTo>
                    <a:pt x="2035579" y="1579762"/>
                  </a:lnTo>
                  <a:lnTo>
                    <a:pt x="2034911" y="1579762"/>
                  </a:lnTo>
                  <a:lnTo>
                    <a:pt x="2034243" y="1579762"/>
                  </a:lnTo>
                  <a:lnTo>
                    <a:pt x="2033575" y="1579762"/>
                  </a:lnTo>
                  <a:lnTo>
                    <a:pt x="2032907" y="1579762"/>
                  </a:lnTo>
                  <a:lnTo>
                    <a:pt x="2032239" y="1579762"/>
                  </a:lnTo>
                  <a:lnTo>
                    <a:pt x="2031570" y="1579762"/>
                  </a:lnTo>
                  <a:lnTo>
                    <a:pt x="2030902" y="1579762"/>
                  </a:lnTo>
                  <a:lnTo>
                    <a:pt x="2030234" y="1579762"/>
                  </a:lnTo>
                  <a:lnTo>
                    <a:pt x="2029566" y="1579762"/>
                  </a:lnTo>
                  <a:lnTo>
                    <a:pt x="2028898" y="1579762"/>
                  </a:lnTo>
                  <a:lnTo>
                    <a:pt x="2028230" y="1579762"/>
                  </a:lnTo>
                  <a:lnTo>
                    <a:pt x="2027562" y="1579762"/>
                  </a:lnTo>
                  <a:lnTo>
                    <a:pt x="2026894" y="1579762"/>
                  </a:lnTo>
                  <a:lnTo>
                    <a:pt x="2026226" y="1579762"/>
                  </a:lnTo>
                  <a:lnTo>
                    <a:pt x="2025558" y="1579762"/>
                  </a:lnTo>
                  <a:lnTo>
                    <a:pt x="2024890" y="1579762"/>
                  </a:lnTo>
                  <a:lnTo>
                    <a:pt x="2024222" y="1579762"/>
                  </a:lnTo>
                  <a:lnTo>
                    <a:pt x="2023554" y="1579762"/>
                  </a:lnTo>
                  <a:lnTo>
                    <a:pt x="2022886" y="1579762"/>
                  </a:lnTo>
                  <a:lnTo>
                    <a:pt x="2022218" y="1579762"/>
                  </a:lnTo>
                  <a:lnTo>
                    <a:pt x="2021550" y="1579762"/>
                  </a:lnTo>
                  <a:lnTo>
                    <a:pt x="2020882" y="1579762"/>
                  </a:lnTo>
                  <a:lnTo>
                    <a:pt x="2020214" y="1579762"/>
                  </a:lnTo>
                  <a:lnTo>
                    <a:pt x="2019546" y="1579762"/>
                  </a:lnTo>
                  <a:lnTo>
                    <a:pt x="2018878" y="1579762"/>
                  </a:lnTo>
                  <a:lnTo>
                    <a:pt x="2018210" y="1579762"/>
                  </a:lnTo>
                  <a:lnTo>
                    <a:pt x="2017542" y="1579762"/>
                  </a:lnTo>
                  <a:lnTo>
                    <a:pt x="2016874" y="1579762"/>
                  </a:lnTo>
                  <a:lnTo>
                    <a:pt x="2016206" y="1579762"/>
                  </a:lnTo>
                  <a:lnTo>
                    <a:pt x="2015538" y="1579762"/>
                  </a:lnTo>
                  <a:lnTo>
                    <a:pt x="2014870" y="1579762"/>
                  </a:lnTo>
                  <a:lnTo>
                    <a:pt x="2014202" y="1579762"/>
                  </a:lnTo>
                  <a:lnTo>
                    <a:pt x="2013534" y="1579762"/>
                  </a:lnTo>
                  <a:lnTo>
                    <a:pt x="2012866" y="1579762"/>
                  </a:lnTo>
                  <a:lnTo>
                    <a:pt x="2012198" y="1579762"/>
                  </a:lnTo>
                  <a:lnTo>
                    <a:pt x="2011530" y="1579762"/>
                  </a:lnTo>
                  <a:lnTo>
                    <a:pt x="2010862" y="1579762"/>
                  </a:lnTo>
                  <a:lnTo>
                    <a:pt x="2010194" y="1579762"/>
                  </a:lnTo>
                  <a:lnTo>
                    <a:pt x="2009526" y="1579762"/>
                  </a:lnTo>
                  <a:lnTo>
                    <a:pt x="2008858" y="1579762"/>
                  </a:lnTo>
                  <a:lnTo>
                    <a:pt x="2008190" y="1579762"/>
                  </a:lnTo>
                  <a:lnTo>
                    <a:pt x="2007521" y="1579762"/>
                  </a:lnTo>
                  <a:lnTo>
                    <a:pt x="2006853" y="1579762"/>
                  </a:lnTo>
                  <a:lnTo>
                    <a:pt x="2006185" y="1579762"/>
                  </a:lnTo>
                  <a:lnTo>
                    <a:pt x="2005517" y="1579762"/>
                  </a:lnTo>
                  <a:lnTo>
                    <a:pt x="2004849" y="1579762"/>
                  </a:lnTo>
                  <a:lnTo>
                    <a:pt x="2004181" y="1579762"/>
                  </a:lnTo>
                  <a:lnTo>
                    <a:pt x="2003513" y="1579762"/>
                  </a:lnTo>
                  <a:lnTo>
                    <a:pt x="2002845" y="1579762"/>
                  </a:lnTo>
                  <a:lnTo>
                    <a:pt x="2002177" y="1579762"/>
                  </a:lnTo>
                  <a:lnTo>
                    <a:pt x="2001509" y="1579762"/>
                  </a:lnTo>
                  <a:lnTo>
                    <a:pt x="2000841" y="1579762"/>
                  </a:lnTo>
                  <a:lnTo>
                    <a:pt x="2000173" y="1579762"/>
                  </a:lnTo>
                  <a:lnTo>
                    <a:pt x="1999505" y="1579762"/>
                  </a:lnTo>
                  <a:lnTo>
                    <a:pt x="1998837" y="1579762"/>
                  </a:lnTo>
                  <a:lnTo>
                    <a:pt x="1998169" y="1579762"/>
                  </a:lnTo>
                  <a:lnTo>
                    <a:pt x="1997501" y="1579762"/>
                  </a:lnTo>
                  <a:lnTo>
                    <a:pt x="1996833" y="1579762"/>
                  </a:lnTo>
                  <a:lnTo>
                    <a:pt x="1996165" y="1579762"/>
                  </a:lnTo>
                  <a:lnTo>
                    <a:pt x="1995497" y="1579762"/>
                  </a:lnTo>
                  <a:lnTo>
                    <a:pt x="1994829" y="1579762"/>
                  </a:lnTo>
                  <a:lnTo>
                    <a:pt x="1994161" y="1579762"/>
                  </a:lnTo>
                  <a:lnTo>
                    <a:pt x="1993493" y="1579762"/>
                  </a:lnTo>
                  <a:lnTo>
                    <a:pt x="1992825" y="1579762"/>
                  </a:lnTo>
                  <a:lnTo>
                    <a:pt x="1992157" y="1579762"/>
                  </a:lnTo>
                  <a:lnTo>
                    <a:pt x="1991489" y="1579762"/>
                  </a:lnTo>
                  <a:lnTo>
                    <a:pt x="1990821" y="1579762"/>
                  </a:lnTo>
                  <a:lnTo>
                    <a:pt x="1990153" y="1579762"/>
                  </a:lnTo>
                  <a:lnTo>
                    <a:pt x="1989485" y="1579762"/>
                  </a:lnTo>
                  <a:lnTo>
                    <a:pt x="1988817" y="1579762"/>
                  </a:lnTo>
                  <a:lnTo>
                    <a:pt x="1988149" y="1579762"/>
                  </a:lnTo>
                  <a:lnTo>
                    <a:pt x="1987481" y="1579762"/>
                  </a:lnTo>
                  <a:lnTo>
                    <a:pt x="1986813" y="1579762"/>
                  </a:lnTo>
                  <a:lnTo>
                    <a:pt x="1986145" y="1579762"/>
                  </a:lnTo>
                  <a:lnTo>
                    <a:pt x="1985477" y="1579762"/>
                  </a:lnTo>
                  <a:lnTo>
                    <a:pt x="1984809" y="1579762"/>
                  </a:lnTo>
                  <a:lnTo>
                    <a:pt x="1984141" y="1579762"/>
                  </a:lnTo>
                  <a:lnTo>
                    <a:pt x="1983473" y="1579762"/>
                  </a:lnTo>
                  <a:lnTo>
                    <a:pt x="1982804" y="1579762"/>
                  </a:lnTo>
                  <a:lnTo>
                    <a:pt x="1982136" y="1579762"/>
                  </a:lnTo>
                  <a:lnTo>
                    <a:pt x="1981468" y="1579762"/>
                  </a:lnTo>
                  <a:lnTo>
                    <a:pt x="1980800" y="1579762"/>
                  </a:lnTo>
                  <a:lnTo>
                    <a:pt x="1980132" y="1579762"/>
                  </a:lnTo>
                  <a:lnTo>
                    <a:pt x="1979464" y="1579762"/>
                  </a:lnTo>
                  <a:lnTo>
                    <a:pt x="1978796" y="1579762"/>
                  </a:lnTo>
                  <a:lnTo>
                    <a:pt x="1978128" y="1579762"/>
                  </a:lnTo>
                  <a:lnTo>
                    <a:pt x="1977460" y="1579762"/>
                  </a:lnTo>
                  <a:lnTo>
                    <a:pt x="1976792" y="1579762"/>
                  </a:lnTo>
                  <a:lnTo>
                    <a:pt x="1976124" y="1579762"/>
                  </a:lnTo>
                  <a:lnTo>
                    <a:pt x="1975456" y="1579762"/>
                  </a:lnTo>
                  <a:lnTo>
                    <a:pt x="1974788" y="1579762"/>
                  </a:lnTo>
                  <a:lnTo>
                    <a:pt x="1974120" y="1579762"/>
                  </a:lnTo>
                  <a:lnTo>
                    <a:pt x="1973452" y="1579762"/>
                  </a:lnTo>
                  <a:lnTo>
                    <a:pt x="1972784" y="1579762"/>
                  </a:lnTo>
                  <a:lnTo>
                    <a:pt x="1972116" y="1579762"/>
                  </a:lnTo>
                  <a:lnTo>
                    <a:pt x="1971448" y="1579762"/>
                  </a:lnTo>
                  <a:lnTo>
                    <a:pt x="1970780" y="1579762"/>
                  </a:lnTo>
                  <a:lnTo>
                    <a:pt x="1970112" y="1579762"/>
                  </a:lnTo>
                  <a:lnTo>
                    <a:pt x="1969444" y="1579762"/>
                  </a:lnTo>
                  <a:lnTo>
                    <a:pt x="1968776" y="1579762"/>
                  </a:lnTo>
                  <a:lnTo>
                    <a:pt x="1968108" y="1579762"/>
                  </a:lnTo>
                  <a:lnTo>
                    <a:pt x="1967440" y="1579762"/>
                  </a:lnTo>
                  <a:lnTo>
                    <a:pt x="1966772" y="1579762"/>
                  </a:lnTo>
                  <a:lnTo>
                    <a:pt x="1966104" y="1579762"/>
                  </a:lnTo>
                  <a:lnTo>
                    <a:pt x="1965436" y="1579762"/>
                  </a:lnTo>
                  <a:lnTo>
                    <a:pt x="1964768" y="1579762"/>
                  </a:lnTo>
                  <a:lnTo>
                    <a:pt x="1964100" y="1579762"/>
                  </a:lnTo>
                  <a:lnTo>
                    <a:pt x="1963432" y="1579762"/>
                  </a:lnTo>
                  <a:lnTo>
                    <a:pt x="1962764" y="1579762"/>
                  </a:lnTo>
                  <a:lnTo>
                    <a:pt x="1962096" y="1579762"/>
                  </a:lnTo>
                  <a:lnTo>
                    <a:pt x="1961428" y="1579762"/>
                  </a:lnTo>
                  <a:lnTo>
                    <a:pt x="1960760" y="1579762"/>
                  </a:lnTo>
                  <a:lnTo>
                    <a:pt x="1960092" y="1579762"/>
                  </a:lnTo>
                  <a:lnTo>
                    <a:pt x="1959424" y="1579762"/>
                  </a:lnTo>
                  <a:lnTo>
                    <a:pt x="1958756" y="1579762"/>
                  </a:lnTo>
                  <a:lnTo>
                    <a:pt x="1958087" y="1579762"/>
                  </a:lnTo>
                  <a:lnTo>
                    <a:pt x="1957419" y="1579762"/>
                  </a:lnTo>
                  <a:lnTo>
                    <a:pt x="1956751" y="1579762"/>
                  </a:lnTo>
                  <a:lnTo>
                    <a:pt x="1956083" y="1579762"/>
                  </a:lnTo>
                  <a:lnTo>
                    <a:pt x="1955415" y="1579762"/>
                  </a:lnTo>
                  <a:lnTo>
                    <a:pt x="1954747" y="1579762"/>
                  </a:lnTo>
                  <a:lnTo>
                    <a:pt x="1954079" y="1579762"/>
                  </a:lnTo>
                  <a:lnTo>
                    <a:pt x="1953411" y="1579762"/>
                  </a:lnTo>
                  <a:lnTo>
                    <a:pt x="1952743" y="1579762"/>
                  </a:lnTo>
                  <a:lnTo>
                    <a:pt x="1952075" y="1579762"/>
                  </a:lnTo>
                  <a:lnTo>
                    <a:pt x="1951407" y="1579762"/>
                  </a:lnTo>
                  <a:lnTo>
                    <a:pt x="1950739" y="1579762"/>
                  </a:lnTo>
                  <a:lnTo>
                    <a:pt x="1950071" y="1579762"/>
                  </a:lnTo>
                  <a:lnTo>
                    <a:pt x="1949403" y="1579762"/>
                  </a:lnTo>
                  <a:lnTo>
                    <a:pt x="1948735" y="1579762"/>
                  </a:lnTo>
                  <a:lnTo>
                    <a:pt x="1948067" y="1579762"/>
                  </a:lnTo>
                  <a:lnTo>
                    <a:pt x="1947399" y="1579762"/>
                  </a:lnTo>
                  <a:lnTo>
                    <a:pt x="1946731" y="1579762"/>
                  </a:lnTo>
                  <a:lnTo>
                    <a:pt x="1946063" y="1579762"/>
                  </a:lnTo>
                  <a:lnTo>
                    <a:pt x="1945395" y="1579762"/>
                  </a:lnTo>
                  <a:lnTo>
                    <a:pt x="1944727" y="1579762"/>
                  </a:lnTo>
                  <a:lnTo>
                    <a:pt x="1944059" y="1579762"/>
                  </a:lnTo>
                  <a:lnTo>
                    <a:pt x="1943391" y="1579762"/>
                  </a:lnTo>
                  <a:lnTo>
                    <a:pt x="1942723" y="1579762"/>
                  </a:lnTo>
                  <a:lnTo>
                    <a:pt x="1942055" y="1579762"/>
                  </a:lnTo>
                  <a:lnTo>
                    <a:pt x="1941387" y="1579762"/>
                  </a:lnTo>
                  <a:lnTo>
                    <a:pt x="1940719" y="1579762"/>
                  </a:lnTo>
                  <a:lnTo>
                    <a:pt x="1940051" y="1579762"/>
                  </a:lnTo>
                  <a:lnTo>
                    <a:pt x="1939383" y="1579762"/>
                  </a:lnTo>
                  <a:lnTo>
                    <a:pt x="1938715" y="1579762"/>
                  </a:lnTo>
                  <a:lnTo>
                    <a:pt x="1938047" y="1579762"/>
                  </a:lnTo>
                  <a:lnTo>
                    <a:pt x="1937379" y="1579762"/>
                  </a:lnTo>
                  <a:lnTo>
                    <a:pt x="1936711" y="1579762"/>
                  </a:lnTo>
                  <a:lnTo>
                    <a:pt x="1936043" y="1579762"/>
                  </a:lnTo>
                  <a:lnTo>
                    <a:pt x="1935375" y="1579762"/>
                  </a:lnTo>
                  <a:lnTo>
                    <a:pt x="1934707" y="1579762"/>
                  </a:lnTo>
                  <a:lnTo>
                    <a:pt x="1934039" y="1579762"/>
                  </a:lnTo>
                  <a:lnTo>
                    <a:pt x="1933370" y="1579762"/>
                  </a:lnTo>
                  <a:lnTo>
                    <a:pt x="1932702" y="1579762"/>
                  </a:lnTo>
                  <a:lnTo>
                    <a:pt x="1932034" y="1579762"/>
                  </a:lnTo>
                  <a:lnTo>
                    <a:pt x="1931366" y="1579762"/>
                  </a:lnTo>
                  <a:lnTo>
                    <a:pt x="1930698" y="1579762"/>
                  </a:lnTo>
                  <a:lnTo>
                    <a:pt x="1930030" y="1579762"/>
                  </a:lnTo>
                  <a:lnTo>
                    <a:pt x="1929362" y="1579762"/>
                  </a:lnTo>
                  <a:lnTo>
                    <a:pt x="1928694" y="1579762"/>
                  </a:lnTo>
                  <a:lnTo>
                    <a:pt x="1928026" y="1579762"/>
                  </a:lnTo>
                  <a:lnTo>
                    <a:pt x="1927358" y="1579762"/>
                  </a:lnTo>
                  <a:lnTo>
                    <a:pt x="1926690" y="1579762"/>
                  </a:lnTo>
                  <a:lnTo>
                    <a:pt x="1926022" y="1579762"/>
                  </a:lnTo>
                  <a:lnTo>
                    <a:pt x="1925354" y="1579762"/>
                  </a:lnTo>
                  <a:lnTo>
                    <a:pt x="1924686" y="1579762"/>
                  </a:lnTo>
                  <a:lnTo>
                    <a:pt x="1924018" y="1579762"/>
                  </a:lnTo>
                  <a:lnTo>
                    <a:pt x="1923350" y="1579762"/>
                  </a:lnTo>
                  <a:lnTo>
                    <a:pt x="1922682" y="1579762"/>
                  </a:lnTo>
                  <a:lnTo>
                    <a:pt x="1922014" y="1579762"/>
                  </a:lnTo>
                  <a:lnTo>
                    <a:pt x="1921346" y="1579762"/>
                  </a:lnTo>
                  <a:lnTo>
                    <a:pt x="1920678" y="1579762"/>
                  </a:lnTo>
                  <a:lnTo>
                    <a:pt x="1920010" y="1579762"/>
                  </a:lnTo>
                  <a:lnTo>
                    <a:pt x="1919342" y="1579762"/>
                  </a:lnTo>
                  <a:lnTo>
                    <a:pt x="1918674" y="1579762"/>
                  </a:lnTo>
                  <a:lnTo>
                    <a:pt x="1918006" y="1579762"/>
                  </a:lnTo>
                  <a:lnTo>
                    <a:pt x="1917338" y="1579762"/>
                  </a:lnTo>
                  <a:lnTo>
                    <a:pt x="1916670" y="1579762"/>
                  </a:lnTo>
                  <a:lnTo>
                    <a:pt x="1916002" y="1579762"/>
                  </a:lnTo>
                  <a:lnTo>
                    <a:pt x="1915334" y="1579762"/>
                  </a:lnTo>
                  <a:lnTo>
                    <a:pt x="1914666" y="1579762"/>
                  </a:lnTo>
                  <a:lnTo>
                    <a:pt x="1913998" y="1579762"/>
                  </a:lnTo>
                  <a:lnTo>
                    <a:pt x="1913330" y="1579762"/>
                  </a:lnTo>
                  <a:lnTo>
                    <a:pt x="1912662" y="1579762"/>
                  </a:lnTo>
                  <a:lnTo>
                    <a:pt x="1911994" y="1579762"/>
                  </a:lnTo>
                  <a:lnTo>
                    <a:pt x="1911326" y="1579762"/>
                  </a:lnTo>
                  <a:lnTo>
                    <a:pt x="1910658" y="1579762"/>
                  </a:lnTo>
                  <a:lnTo>
                    <a:pt x="1909990" y="1579762"/>
                  </a:lnTo>
                  <a:lnTo>
                    <a:pt x="1909321" y="1579762"/>
                  </a:lnTo>
                  <a:lnTo>
                    <a:pt x="1908653" y="1579762"/>
                  </a:lnTo>
                  <a:lnTo>
                    <a:pt x="1907985" y="1579762"/>
                  </a:lnTo>
                  <a:lnTo>
                    <a:pt x="1907317" y="1579762"/>
                  </a:lnTo>
                  <a:lnTo>
                    <a:pt x="1906649" y="1579762"/>
                  </a:lnTo>
                  <a:lnTo>
                    <a:pt x="1905981" y="1579762"/>
                  </a:lnTo>
                  <a:lnTo>
                    <a:pt x="1905313" y="1579762"/>
                  </a:lnTo>
                  <a:lnTo>
                    <a:pt x="1904645" y="1579762"/>
                  </a:lnTo>
                  <a:lnTo>
                    <a:pt x="1903977" y="1579762"/>
                  </a:lnTo>
                  <a:lnTo>
                    <a:pt x="1903309" y="1579762"/>
                  </a:lnTo>
                  <a:lnTo>
                    <a:pt x="1902641" y="1579762"/>
                  </a:lnTo>
                  <a:lnTo>
                    <a:pt x="1901973" y="1579762"/>
                  </a:lnTo>
                  <a:lnTo>
                    <a:pt x="1901305" y="1579762"/>
                  </a:lnTo>
                  <a:lnTo>
                    <a:pt x="1900637" y="1579762"/>
                  </a:lnTo>
                  <a:lnTo>
                    <a:pt x="1899969" y="1579762"/>
                  </a:lnTo>
                  <a:lnTo>
                    <a:pt x="1899301" y="1579762"/>
                  </a:lnTo>
                  <a:lnTo>
                    <a:pt x="1898633" y="1579762"/>
                  </a:lnTo>
                  <a:lnTo>
                    <a:pt x="1897965" y="1579762"/>
                  </a:lnTo>
                  <a:lnTo>
                    <a:pt x="1897297" y="1579762"/>
                  </a:lnTo>
                  <a:lnTo>
                    <a:pt x="1896629" y="1579762"/>
                  </a:lnTo>
                  <a:lnTo>
                    <a:pt x="1895961" y="1579762"/>
                  </a:lnTo>
                  <a:lnTo>
                    <a:pt x="1895293" y="1579762"/>
                  </a:lnTo>
                  <a:lnTo>
                    <a:pt x="1894625" y="1579762"/>
                  </a:lnTo>
                  <a:lnTo>
                    <a:pt x="1893957" y="1579762"/>
                  </a:lnTo>
                  <a:lnTo>
                    <a:pt x="1893289" y="1579762"/>
                  </a:lnTo>
                  <a:lnTo>
                    <a:pt x="1892621" y="1579762"/>
                  </a:lnTo>
                  <a:lnTo>
                    <a:pt x="1891953" y="1579762"/>
                  </a:lnTo>
                  <a:lnTo>
                    <a:pt x="1891285" y="1579762"/>
                  </a:lnTo>
                  <a:lnTo>
                    <a:pt x="1890617" y="1579762"/>
                  </a:lnTo>
                  <a:lnTo>
                    <a:pt x="1889949" y="1579762"/>
                  </a:lnTo>
                  <a:lnTo>
                    <a:pt x="1889281" y="1579762"/>
                  </a:lnTo>
                  <a:lnTo>
                    <a:pt x="1888613" y="1579762"/>
                  </a:lnTo>
                  <a:lnTo>
                    <a:pt x="1887945" y="1579762"/>
                  </a:lnTo>
                  <a:lnTo>
                    <a:pt x="1887277" y="1579762"/>
                  </a:lnTo>
                  <a:lnTo>
                    <a:pt x="1886609" y="1579762"/>
                  </a:lnTo>
                  <a:lnTo>
                    <a:pt x="1885941" y="1579762"/>
                  </a:lnTo>
                  <a:lnTo>
                    <a:pt x="1885273" y="1579762"/>
                  </a:lnTo>
                  <a:lnTo>
                    <a:pt x="1884604" y="1579762"/>
                  </a:lnTo>
                  <a:lnTo>
                    <a:pt x="1883936" y="1579762"/>
                  </a:lnTo>
                  <a:lnTo>
                    <a:pt x="1883268" y="1579762"/>
                  </a:lnTo>
                  <a:lnTo>
                    <a:pt x="1882600" y="1579762"/>
                  </a:lnTo>
                  <a:lnTo>
                    <a:pt x="1881932" y="1579762"/>
                  </a:lnTo>
                  <a:lnTo>
                    <a:pt x="1881264" y="1579762"/>
                  </a:lnTo>
                  <a:lnTo>
                    <a:pt x="1880596" y="1579762"/>
                  </a:lnTo>
                  <a:lnTo>
                    <a:pt x="1879928" y="1579762"/>
                  </a:lnTo>
                  <a:lnTo>
                    <a:pt x="1879260" y="1579762"/>
                  </a:lnTo>
                  <a:lnTo>
                    <a:pt x="1878592" y="1579762"/>
                  </a:lnTo>
                  <a:lnTo>
                    <a:pt x="1877924" y="1579762"/>
                  </a:lnTo>
                  <a:lnTo>
                    <a:pt x="1877256" y="1579762"/>
                  </a:lnTo>
                  <a:lnTo>
                    <a:pt x="1876588" y="1579762"/>
                  </a:lnTo>
                  <a:lnTo>
                    <a:pt x="1875920" y="1579762"/>
                  </a:lnTo>
                  <a:lnTo>
                    <a:pt x="1875252" y="1579762"/>
                  </a:lnTo>
                  <a:lnTo>
                    <a:pt x="1874584" y="1579762"/>
                  </a:lnTo>
                  <a:lnTo>
                    <a:pt x="1873916" y="1579762"/>
                  </a:lnTo>
                  <a:lnTo>
                    <a:pt x="1873248" y="1579762"/>
                  </a:lnTo>
                  <a:lnTo>
                    <a:pt x="1872580" y="1579762"/>
                  </a:lnTo>
                  <a:lnTo>
                    <a:pt x="1871912" y="1579762"/>
                  </a:lnTo>
                  <a:lnTo>
                    <a:pt x="1871244" y="1579762"/>
                  </a:lnTo>
                  <a:lnTo>
                    <a:pt x="1870576" y="1579762"/>
                  </a:lnTo>
                  <a:lnTo>
                    <a:pt x="1869908" y="1579762"/>
                  </a:lnTo>
                  <a:lnTo>
                    <a:pt x="1869240" y="1579762"/>
                  </a:lnTo>
                  <a:lnTo>
                    <a:pt x="1868572" y="1579762"/>
                  </a:lnTo>
                  <a:lnTo>
                    <a:pt x="1867904" y="1579762"/>
                  </a:lnTo>
                  <a:lnTo>
                    <a:pt x="1867236" y="1579762"/>
                  </a:lnTo>
                  <a:lnTo>
                    <a:pt x="1866568" y="1579762"/>
                  </a:lnTo>
                  <a:lnTo>
                    <a:pt x="1865900" y="1579762"/>
                  </a:lnTo>
                  <a:lnTo>
                    <a:pt x="1865232" y="1579762"/>
                  </a:lnTo>
                  <a:lnTo>
                    <a:pt x="1864564" y="1579762"/>
                  </a:lnTo>
                  <a:lnTo>
                    <a:pt x="1863896" y="1579762"/>
                  </a:lnTo>
                  <a:lnTo>
                    <a:pt x="1863228" y="1579762"/>
                  </a:lnTo>
                  <a:lnTo>
                    <a:pt x="1862560" y="1579762"/>
                  </a:lnTo>
                  <a:lnTo>
                    <a:pt x="1861892" y="1579762"/>
                  </a:lnTo>
                  <a:lnTo>
                    <a:pt x="1861224" y="1579762"/>
                  </a:lnTo>
                  <a:lnTo>
                    <a:pt x="1860556" y="1579762"/>
                  </a:lnTo>
                  <a:lnTo>
                    <a:pt x="1859887" y="1579762"/>
                  </a:lnTo>
                  <a:lnTo>
                    <a:pt x="1859219" y="1579762"/>
                  </a:lnTo>
                  <a:lnTo>
                    <a:pt x="1858551" y="1579762"/>
                  </a:lnTo>
                  <a:lnTo>
                    <a:pt x="1857883" y="1579762"/>
                  </a:lnTo>
                  <a:lnTo>
                    <a:pt x="1857215" y="1579762"/>
                  </a:lnTo>
                  <a:lnTo>
                    <a:pt x="1856547" y="1579762"/>
                  </a:lnTo>
                  <a:lnTo>
                    <a:pt x="1855879" y="1579762"/>
                  </a:lnTo>
                  <a:lnTo>
                    <a:pt x="1855211" y="1579762"/>
                  </a:lnTo>
                  <a:lnTo>
                    <a:pt x="1854543" y="1579762"/>
                  </a:lnTo>
                  <a:lnTo>
                    <a:pt x="1853875" y="1579762"/>
                  </a:lnTo>
                  <a:lnTo>
                    <a:pt x="1853207" y="1579762"/>
                  </a:lnTo>
                  <a:lnTo>
                    <a:pt x="1852539" y="1579762"/>
                  </a:lnTo>
                  <a:lnTo>
                    <a:pt x="1851871" y="1579762"/>
                  </a:lnTo>
                  <a:lnTo>
                    <a:pt x="1851203" y="1579762"/>
                  </a:lnTo>
                  <a:lnTo>
                    <a:pt x="1850535" y="1579762"/>
                  </a:lnTo>
                  <a:lnTo>
                    <a:pt x="1849867" y="1579762"/>
                  </a:lnTo>
                  <a:lnTo>
                    <a:pt x="1849199" y="1579762"/>
                  </a:lnTo>
                  <a:lnTo>
                    <a:pt x="1848531" y="1579762"/>
                  </a:lnTo>
                  <a:lnTo>
                    <a:pt x="1847863" y="1579762"/>
                  </a:lnTo>
                  <a:lnTo>
                    <a:pt x="1847195" y="1579762"/>
                  </a:lnTo>
                  <a:lnTo>
                    <a:pt x="1846527" y="1579762"/>
                  </a:lnTo>
                  <a:lnTo>
                    <a:pt x="1845859" y="1579762"/>
                  </a:lnTo>
                  <a:lnTo>
                    <a:pt x="1845191" y="1579762"/>
                  </a:lnTo>
                  <a:lnTo>
                    <a:pt x="1844523" y="1579762"/>
                  </a:lnTo>
                  <a:lnTo>
                    <a:pt x="1843855" y="1579762"/>
                  </a:lnTo>
                  <a:lnTo>
                    <a:pt x="1843187" y="1579762"/>
                  </a:lnTo>
                  <a:lnTo>
                    <a:pt x="1842519" y="1579762"/>
                  </a:lnTo>
                  <a:lnTo>
                    <a:pt x="1841851" y="1579762"/>
                  </a:lnTo>
                  <a:lnTo>
                    <a:pt x="1841183" y="1579762"/>
                  </a:lnTo>
                  <a:lnTo>
                    <a:pt x="1840515" y="1579762"/>
                  </a:lnTo>
                  <a:lnTo>
                    <a:pt x="1839847" y="1579762"/>
                  </a:lnTo>
                  <a:lnTo>
                    <a:pt x="1839179" y="1579762"/>
                  </a:lnTo>
                  <a:lnTo>
                    <a:pt x="1838511" y="1579762"/>
                  </a:lnTo>
                  <a:lnTo>
                    <a:pt x="1837843" y="1579762"/>
                  </a:lnTo>
                  <a:lnTo>
                    <a:pt x="1837175" y="1579762"/>
                  </a:lnTo>
                  <a:lnTo>
                    <a:pt x="1836507" y="1579762"/>
                  </a:lnTo>
                  <a:lnTo>
                    <a:pt x="1835838" y="1579762"/>
                  </a:lnTo>
                  <a:lnTo>
                    <a:pt x="1835170" y="1579762"/>
                  </a:lnTo>
                  <a:lnTo>
                    <a:pt x="1834502" y="1579762"/>
                  </a:lnTo>
                  <a:lnTo>
                    <a:pt x="1833834" y="1579762"/>
                  </a:lnTo>
                  <a:lnTo>
                    <a:pt x="1833166" y="1579762"/>
                  </a:lnTo>
                  <a:lnTo>
                    <a:pt x="1832498" y="1579762"/>
                  </a:lnTo>
                  <a:lnTo>
                    <a:pt x="1831830" y="1579762"/>
                  </a:lnTo>
                  <a:lnTo>
                    <a:pt x="1831162" y="1579762"/>
                  </a:lnTo>
                  <a:lnTo>
                    <a:pt x="1830494" y="1579762"/>
                  </a:lnTo>
                  <a:lnTo>
                    <a:pt x="1829826" y="1579762"/>
                  </a:lnTo>
                  <a:lnTo>
                    <a:pt x="1829158" y="1579762"/>
                  </a:lnTo>
                  <a:lnTo>
                    <a:pt x="1828490" y="1579762"/>
                  </a:lnTo>
                  <a:lnTo>
                    <a:pt x="1827822" y="1579762"/>
                  </a:lnTo>
                  <a:lnTo>
                    <a:pt x="1827154" y="1579762"/>
                  </a:lnTo>
                  <a:lnTo>
                    <a:pt x="1826486" y="1579762"/>
                  </a:lnTo>
                  <a:lnTo>
                    <a:pt x="1825818" y="1579762"/>
                  </a:lnTo>
                  <a:lnTo>
                    <a:pt x="1825150" y="1579762"/>
                  </a:lnTo>
                  <a:lnTo>
                    <a:pt x="1824482" y="1579762"/>
                  </a:lnTo>
                  <a:lnTo>
                    <a:pt x="1823814" y="1579762"/>
                  </a:lnTo>
                  <a:lnTo>
                    <a:pt x="1823146" y="1579762"/>
                  </a:lnTo>
                  <a:lnTo>
                    <a:pt x="1822478" y="1579762"/>
                  </a:lnTo>
                  <a:lnTo>
                    <a:pt x="1821810" y="1579762"/>
                  </a:lnTo>
                  <a:lnTo>
                    <a:pt x="1821142" y="1579762"/>
                  </a:lnTo>
                  <a:lnTo>
                    <a:pt x="1820474" y="1579762"/>
                  </a:lnTo>
                  <a:lnTo>
                    <a:pt x="1819806" y="1579762"/>
                  </a:lnTo>
                  <a:lnTo>
                    <a:pt x="1819138" y="1579762"/>
                  </a:lnTo>
                  <a:lnTo>
                    <a:pt x="1818470" y="1579762"/>
                  </a:lnTo>
                  <a:lnTo>
                    <a:pt x="1817802" y="1579762"/>
                  </a:lnTo>
                  <a:lnTo>
                    <a:pt x="1817134" y="1579762"/>
                  </a:lnTo>
                  <a:lnTo>
                    <a:pt x="1816466" y="1579762"/>
                  </a:lnTo>
                  <a:lnTo>
                    <a:pt x="1815798" y="1579762"/>
                  </a:lnTo>
                  <a:lnTo>
                    <a:pt x="1815130" y="1579762"/>
                  </a:lnTo>
                  <a:lnTo>
                    <a:pt x="1814462" y="1579762"/>
                  </a:lnTo>
                  <a:lnTo>
                    <a:pt x="1813794" y="1579762"/>
                  </a:lnTo>
                  <a:lnTo>
                    <a:pt x="1813126" y="1579762"/>
                  </a:lnTo>
                  <a:lnTo>
                    <a:pt x="1812458" y="1579762"/>
                  </a:lnTo>
                  <a:lnTo>
                    <a:pt x="1811790" y="1579762"/>
                  </a:lnTo>
                  <a:lnTo>
                    <a:pt x="1811121" y="1579762"/>
                  </a:lnTo>
                  <a:lnTo>
                    <a:pt x="1810453" y="1579762"/>
                  </a:lnTo>
                  <a:lnTo>
                    <a:pt x="1809785" y="1579762"/>
                  </a:lnTo>
                  <a:lnTo>
                    <a:pt x="1809117" y="1579762"/>
                  </a:lnTo>
                  <a:lnTo>
                    <a:pt x="1808449" y="1579762"/>
                  </a:lnTo>
                  <a:lnTo>
                    <a:pt x="1807781" y="1579762"/>
                  </a:lnTo>
                  <a:lnTo>
                    <a:pt x="1807113" y="1579762"/>
                  </a:lnTo>
                  <a:lnTo>
                    <a:pt x="1806445" y="1579762"/>
                  </a:lnTo>
                  <a:lnTo>
                    <a:pt x="1805777" y="1579762"/>
                  </a:lnTo>
                  <a:lnTo>
                    <a:pt x="1805109" y="1579762"/>
                  </a:lnTo>
                  <a:lnTo>
                    <a:pt x="1804441" y="1579762"/>
                  </a:lnTo>
                  <a:lnTo>
                    <a:pt x="1803773" y="1579762"/>
                  </a:lnTo>
                  <a:lnTo>
                    <a:pt x="1803105" y="1579762"/>
                  </a:lnTo>
                  <a:lnTo>
                    <a:pt x="1802437" y="1579762"/>
                  </a:lnTo>
                  <a:lnTo>
                    <a:pt x="1801769" y="1579762"/>
                  </a:lnTo>
                  <a:lnTo>
                    <a:pt x="1801101" y="1579762"/>
                  </a:lnTo>
                  <a:lnTo>
                    <a:pt x="1800433" y="1579762"/>
                  </a:lnTo>
                  <a:lnTo>
                    <a:pt x="1799765" y="1579762"/>
                  </a:lnTo>
                  <a:lnTo>
                    <a:pt x="1799097" y="1579762"/>
                  </a:lnTo>
                  <a:lnTo>
                    <a:pt x="1798429" y="1579762"/>
                  </a:lnTo>
                  <a:lnTo>
                    <a:pt x="1797761" y="1579762"/>
                  </a:lnTo>
                  <a:lnTo>
                    <a:pt x="1797093" y="1579762"/>
                  </a:lnTo>
                  <a:lnTo>
                    <a:pt x="1796425" y="1579762"/>
                  </a:lnTo>
                  <a:lnTo>
                    <a:pt x="1795757" y="1579762"/>
                  </a:lnTo>
                  <a:lnTo>
                    <a:pt x="1795089" y="1579762"/>
                  </a:lnTo>
                  <a:lnTo>
                    <a:pt x="1794421" y="1579762"/>
                  </a:lnTo>
                  <a:lnTo>
                    <a:pt x="1793753" y="1579762"/>
                  </a:lnTo>
                  <a:lnTo>
                    <a:pt x="1793085" y="1579762"/>
                  </a:lnTo>
                  <a:lnTo>
                    <a:pt x="1792417" y="1579762"/>
                  </a:lnTo>
                  <a:lnTo>
                    <a:pt x="1791749" y="1579762"/>
                  </a:lnTo>
                  <a:lnTo>
                    <a:pt x="1791081" y="1579762"/>
                  </a:lnTo>
                  <a:lnTo>
                    <a:pt x="1790413" y="1579762"/>
                  </a:lnTo>
                  <a:lnTo>
                    <a:pt x="1789745" y="1579762"/>
                  </a:lnTo>
                  <a:lnTo>
                    <a:pt x="1789077" y="1579762"/>
                  </a:lnTo>
                  <a:lnTo>
                    <a:pt x="1788409" y="1579762"/>
                  </a:lnTo>
                  <a:lnTo>
                    <a:pt x="1787741" y="1579762"/>
                  </a:lnTo>
                  <a:lnTo>
                    <a:pt x="1787073" y="1579762"/>
                  </a:lnTo>
                  <a:lnTo>
                    <a:pt x="1786404" y="1579762"/>
                  </a:lnTo>
                  <a:lnTo>
                    <a:pt x="1785736" y="1579762"/>
                  </a:lnTo>
                  <a:lnTo>
                    <a:pt x="1785068" y="1579762"/>
                  </a:lnTo>
                  <a:lnTo>
                    <a:pt x="1784400" y="1579762"/>
                  </a:lnTo>
                  <a:lnTo>
                    <a:pt x="1783732" y="1579762"/>
                  </a:lnTo>
                  <a:lnTo>
                    <a:pt x="1783064" y="1579762"/>
                  </a:lnTo>
                  <a:lnTo>
                    <a:pt x="1782396" y="1579762"/>
                  </a:lnTo>
                  <a:lnTo>
                    <a:pt x="1781728" y="1579762"/>
                  </a:lnTo>
                  <a:lnTo>
                    <a:pt x="1781060" y="1579762"/>
                  </a:lnTo>
                  <a:lnTo>
                    <a:pt x="1780392" y="1579762"/>
                  </a:lnTo>
                  <a:lnTo>
                    <a:pt x="1779724" y="1579762"/>
                  </a:lnTo>
                  <a:lnTo>
                    <a:pt x="1779056" y="1579762"/>
                  </a:lnTo>
                  <a:lnTo>
                    <a:pt x="1778388" y="1579762"/>
                  </a:lnTo>
                  <a:lnTo>
                    <a:pt x="1777720" y="1579762"/>
                  </a:lnTo>
                  <a:lnTo>
                    <a:pt x="1777052" y="1579762"/>
                  </a:lnTo>
                  <a:lnTo>
                    <a:pt x="1776384" y="1579762"/>
                  </a:lnTo>
                  <a:lnTo>
                    <a:pt x="1775716" y="1579762"/>
                  </a:lnTo>
                  <a:lnTo>
                    <a:pt x="1775048" y="1579762"/>
                  </a:lnTo>
                  <a:lnTo>
                    <a:pt x="1774380" y="1579762"/>
                  </a:lnTo>
                  <a:lnTo>
                    <a:pt x="1773712" y="1579762"/>
                  </a:lnTo>
                  <a:lnTo>
                    <a:pt x="1773044" y="1579762"/>
                  </a:lnTo>
                  <a:lnTo>
                    <a:pt x="1772376" y="1579762"/>
                  </a:lnTo>
                  <a:lnTo>
                    <a:pt x="1771708" y="1579762"/>
                  </a:lnTo>
                  <a:lnTo>
                    <a:pt x="1771040" y="1579762"/>
                  </a:lnTo>
                  <a:lnTo>
                    <a:pt x="1770372" y="1579762"/>
                  </a:lnTo>
                  <a:lnTo>
                    <a:pt x="1769704" y="1579762"/>
                  </a:lnTo>
                  <a:lnTo>
                    <a:pt x="1769036" y="1579762"/>
                  </a:lnTo>
                  <a:lnTo>
                    <a:pt x="1768368" y="1579762"/>
                  </a:lnTo>
                  <a:lnTo>
                    <a:pt x="1767700" y="1579762"/>
                  </a:lnTo>
                  <a:lnTo>
                    <a:pt x="1767032" y="1579762"/>
                  </a:lnTo>
                  <a:lnTo>
                    <a:pt x="1766364" y="1579762"/>
                  </a:lnTo>
                  <a:lnTo>
                    <a:pt x="1765696" y="1579762"/>
                  </a:lnTo>
                  <a:lnTo>
                    <a:pt x="1765028" y="1579762"/>
                  </a:lnTo>
                  <a:lnTo>
                    <a:pt x="1764360" y="1579762"/>
                  </a:lnTo>
                  <a:lnTo>
                    <a:pt x="1763692" y="1579762"/>
                  </a:lnTo>
                  <a:lnTo>
                    <a:pt x="1763024" y="1579762"/>
                  </a:lnTo>
                  <a:lnTo>
                    <a:pt x="1762356" y="1579762"/>
                  </a:lnTo>
                  <a:lnTo>
                    <a:pt x="1761687" y="1579762"/>
                  </a:lnTo>
                  <a:lnTo>
                    <a:pt x="1761019" y="1579762"/>
                  </a:lnTo>
                  <a:lnTo>
                    <a:pt x="1760351" y="1579762"/>
                  </a:lnTo>
                  <a:lnTo>
                    <a:pt x="1759683" y="1579762"/>
                  </a:lnTo>
                  <a:lnTo>
                    <a:pt x="1759015" y="1579762"/>
                  </a:lnTo>
                  <a:lnTo>
                    <a:pt x="1758347" y="1579762"/>
                  </a:lnTo>
                  <a:lnTo>
                    <a:pt x="1757679" y="1579762"/>
                  </a:lnTo>
                  <a:lnTo>
                    <a:pt x="1757011" y="1579762"/>
                  </a:lnTo>
                  <a:lnTo>
                    <a:pt x="1756343" y="1579762"/>
                  </a:lnTo>
                  <a:lnTo>
                    <a:pt x="1755675" y="1579762"/>
                  </a:lnTo>
                  <a:lnTo>
                    <a:pt x="1755007" y="1579762"/>
                  </a:lnTo>
                  <a:lnTo>
                    <a:pt x="1754339" y="1579762"/>
                  </a:lnTo>
                  <a:lnTo>
                    <a:pt x="1753671" y="1579762"/>
                  </a:lnTo>
                  <a:lnTo>
                    <a:pt x="1753003" y="1579762"/>
                  </a:lnTo>
                  <a:lnTo>
                    <a:pt x="1752335" y="1579762"/>
                  </a:lnTo>
                  <a:lnTo>
                    <a:pt x="1751667" y="1579762"/>
                  </a:lnTo>
                  <a:lnTo>
                    <a:pt x="1750999" y="1579762"/>
                  </a:lnTo>
                  <a:lnTo>
                    <a:pt x="1750331" y="1579762"/>
                  </a:lnTo>
                  <a:lnTo>
                    <a:pt x="1749663" y="1579762"/>
                  </a:lnTo>
                  <a:lnTo>
                    <a:pt x="1748995" y="1579762"/>
                  </a:lnTo>
                  <a:lnTo>
                    <a:pt x="1748327" y="1579762"/>
                  </a:lnTo>
                  <a:lnTo>
                    <a:pt x="1747659" y="1579762"/>
                  </a:lnTo>
                  <a:lnTo>
                    <a:pt x="1746991" y="1579762"/>
                  </a:lnTo>
                  <a:lnTo>
                    <a:pt x="1746323" y="1579762"/>
                  </a:lnTo>
                  <a:lnTo>
                    <a:pt x="1745655" y="1579762"/>
                  </a:lnTo>
                  <a:lnTo>
                    <a:pt x="1744987" y="1579762"/>
                  </a:lnTo>
                  <a:lnTo>
                    <a:pt x="1744319" y="1579762"/>
                  </a:lnTo>
                  <a:lnTo>
                    <a:pt x="1743651" y="1579762"/>
                  </a:lnTo>
                  <a:lnTo>
                    <a:pt x="1742983" y="1579762"/>
                  </a:lnTo>
                  <a:lnTo>
                    <a:pt x="1742315" y="1579762"/>
                  </a:lnTo>
                  <a:lnTo>
                    <a:pt x="1741647" y="1579762"/>
                  </a:lnTo>
                  <a:lnTo>
                    <a:pt x="1740979" y="1579762"/>
                  </a:lnTo>
                  <a:lnTo>
                    <a:pt x="1740311" y="1579762"/>
                  </a:lnTo>
                  <a:lnTo>
                    <a:pt x="1739643" y="1579762"/>
                  </a:lnTo>
                  <a:lnTo>
                    <a:pt x="1738975" y="1579762"/>
                  </a:lnTo>
                  <a:lnTo>
                    <a:pt x="1738307" y="1579762"/>
                  </a:lnTo>
                  <a:lnTo>
                    <a:pt x="1737638" y="1579762"/>
                  </a:lnTo>
                  <a:lnTo>
                    <a:pt x="1736970" y="1579762"/>
                  </a:lnTo>
                  <a:lnTo>
                    <a:pt x="1736302" y="1579762"/>
                  </a:lnTo>
                  <a:lnTo>
                    <a:pt x="1735634" y="1579762"/>
                  </a:lnTo>
                  <a:lnTo>
                    <a:pt x="1734966" y="1579762"/>
                  </a:lnTo>
                  <a:lnTo>
                    <a:pt x="1734298" y="1579762"/>
                  </a:lnTo>
                  <a:lnTo>
                    <a:pt x="1733630" y="1579762"/>
                  </a:lnTo>
                  <a:lnTo>
                    <a:pt x="1732962" y="1579762"/>
                  </a:lnTo>
                  <a:lnTo>
                    <a:pt x="1732294" y="1579762"/>
                  </a:lnTo>
                  <a:lnTo>
                    <a:pt x="1731626" y="1579762"/>
                  </a:lnTo>
                  <a:lnTo>
                    <a:pt x="1730958" y="1579762"/>
                  </a:lnTo>
                  <a:lnTo>
                    <a:pt x="1730290" y="1579762"/>
                  </a:lnTo>
                  <a:lnTo>
                    <a:pt x="1729622" y="1579762"/>
                  </a:lnTo>
                  <a:lnTo>
                    <a:pt x="1728954" y="1579762"/>
                  </a:lnTo>
                  <a:lnTo>
                    <a:pt x="1728286" y="1579762"/>
                  </a:lnTo>
                  <a:lnTo>
                    <a:pt x="1727618" y="1579762"/>
                  </a:lnTo>
                  <a:lnTo>
                    <a:pt x="1726950" y="1579762"/>
                  </a:lnTo>
                  <a:lnTo>
                    <a:pt x="1726282" y="1579762"/>
                  </a:lnTo>
                  <a:lnTo>
                    <a:pt x="1725614" y="1579762"/>
                  </a:lnTo>
                  <a:lnTo>
                    <a:pt x="1724946" y="1579762"/>
                  </a:lnTo>
                  <a:lnTo>
                    <a:pt x="1724278" y="1579762"/>
                  </a:lnTo>
                  <a:lnTo>
                    <a:pt x="1723610" y="1579762"/>
                  </a:lnTo>
                  <a:lnTo>
                    <a:pt x="1722942" y="1579762"/>
                  </a:lnTo>
                  <a:lnTo>
                    <a:pt x="1722274" y="1579762"/>
                  </a:lnTo>
                  <a:lnTo>
                    <a:pt x="1721606" y="1579762"/>
                  </a:lnTo>
                  <a:lnTo>
                    <a:pt x="1720938" y="1579762"/>
                  </a:lnTo>
                  <a:lnTo>
                    <a:pt x="1720270" y="1579762"/>
                  </a:lnTo>
                  <a:lnTo>
                    <a:pt x="1719602" y="1579762"/>
                  </a:lnTo>
                  <a:lnTo>
                    <a:pt x="1718934" y="1579762"/>
                  </a:lnTo>
                  <a:lnTo>
                    <a:pt x="1718266" y="1579762"/>
                  </a:lnTo>
                  <a:lnTo>
                    <a:pt x="1717598" y="1579762"/>
                  </a:lnTo>
                  <a:lnTo>
                    <a:pt x="1716930" y="1579762"/>
                  </a:lnTo>
                  <a:lnTo>
                    <a:pt x="1716262" y="1579762"/>
                  </a:lnTo>
                  <a:lnTo>
                    <a:pt x="1715594" y="1579762"/>
                  </a:lnTo>
                  <a:lnTo>
                    <a:pt x="1714926" y="1579762"/>
                  </a:lnTo>
                  <a:lnTo>
                    <a:pt x="1714258" y="1579762"/>
                  </a:lnTo>
                  <a:lnTo>
                    <a:pt x="1713590" y="1579762"/>
                  </a:lnTo>
                  <a:lnTo>
                    <a:pt x="1712921" y="1579762"/>
                  </a:lnTo>
                  <a:lnTo>
                    <a:pt x="1712253" y="1579762"/>
                  </a:lnTo>
                  <a:lnTo>
                    <a:pt x="1711585" y="1579762"/>
                  </a:lnTo>
                  <a:lnTo>
                    <a:pt x="1710917" y="1579762"/>
                  </a:lnTo>
                  <a:lnTo>
                    <a:pt x="1710249" y="1579762"/>
                  </a:lnTo>
                  <a:lnTo>
                    <a:pt x="1709581" y="1579762"/>
                  </a:lnTo>
                  <a:lnTo>
                    <a:pt x="1708913" y="1579762"/>
                  </a:lnTo>
                  <a:lnTo>
                    <a:pt x="1708245" y="1579762"/>
                  </a:lnTo>
                  <a:lnTo>
                    <a:pt x="1707577" y="1579762"/>
                  </a:lnTo>
                  <a:lnTo>
                    <a:pt x="1706909" y="1579762"/>
                  </a:lnTo>
                  <a:lnTo>
                    <a:pt x="1706241" y="1579762"/>
                  </a:lnTo>
                  <a:lnTo>
                    <a:pt x="1705573" y="1579762"/>
                  </a:lnTo>
                  <a:lnTo>
                    <a:pt x="1704905" y="1579762"/>
                  </a:lnTo>
                  <a:lnTo>
                    <a:pt x="1704237" y="1579762"/>
                  </a:lnTo>
                  <a:lnTo>
                    <a:pt x="1703569" y="1579762"/>
                  </a:lnTo>
                  <a:lnTo>
                    <a:pt x="1702901" y="1579762"/>
                  </a:lnTo>
                  <a:lnTo>
                    <a:pt x="1702233" y="1579762"/>
                  </a:lnTo>
                  <a:lnTo>
                    <a:pt x="1701565" y="1579762"/>
                  </a:lnTo>
                  <a:lnTo>
                    <a:pt x="1700897" y="1579762"/>
                  </a:lnTo>
                  <a:lnTo>
                    <a:pt x="1700229" y="1579762"/>
                  </a:lnTo>
                  <a:lnTo>
                    <a:pt x="1699561" y="1579762"/>
                  </a:lnTo>
                  <a:lnTo>
                    <a:pt x="1698893" y="1579762"/>
                  </a:lnTo>
                  <a:lnTo>
                    <a:pt x="1698225" y="1579762"/>
                  </a:lnTo>
                  <a:lnTo>
                    <a:pt x="1697557" y="1579762"/>
                  </a:lnTo>
                  <a:lnTo>
                    <a:pt x="1696889" y="1579762"/>
                  </a:lnTo>
                  <a:lnTo>
                    <a:pt x="1696221" y="1579762"/>
                  </a:lnTo>
                  <a:lnTo>
                    <a:pt x="1695553" y="1579762"/>
                  </a:lnTo>
                  <a:lnTo>
                    <a:pt x="1694885" y="1579762"/>
                  </a:lnTo>
                  <a:lnTo>
                    <a:pt x="1694217" y="1579762"/>
                  </a:lnTo>
                  <a:lnTo>
                    <a:pt x="1693549" y="1579762"/>
                  </a:lnTo>
                  <a:lnTo>
                    <a:pt x="1692881" y="1579762"/>
                  </a:lnTo>
                  <a:lnTo>
                    <a:pt x="1692213" y="1579762"/>
                  </a:lnTo>
                  <a:lnTo>
                    <a:pt x="1691545" y="1579762"/>
                  </a:lnTo>
                  <a:lnTo>
                    <a:pt x="1690877" y="1579762"/>
                  </a:lnTo>
                  <a:lnTo>
                    <a:pt x="1690209" y="1579762"/>
                  </a:lnTo>
                  <a:lnTo>
                    <a:pt x="1689541" y="1579762"/>
                  </a:lnTo>
                  <a:lnTo>
                    <a:pt x="1688873" y="1579762"/>
                  </a:lnTo>
                  <a:lnTo>
                    <a:pt x="1688204" y="1579762"/>
                  </a:lnTo>
                  <a:lnTo>
                    <a:pt x="1687536" y="1579762"/>
                  </a:lnTo>
                  <a:lnTo>
                    <a:pt x="1686868" y="1579762"/>
                  </a:lnTo>
                  <a:lnTo>
                    <a:pt x="1686200" y="1579762"/>
                  </a:lnTo>
                  <a:lnTo>
                    <a:pt x="1685532" y="1579762"/>
                  </a:lnTo>
                  <a:lnTo>
                    <a:pt x="1684864" y="1579762"/>
                  </a:lnTo>
                  <a:lnTo>
                    <a:pt x="1684196" y="1579762"/>
                  </a:lnTo>
                  <a:lnTo>
                    <a:pt x="1683528" y="1579762"/>
                  </a:lnTo>
                  <a:lnTo>
                    <a:pt x="1682860" y="1579762"/>
                  </a:lnTo>
                  <a:lnTo>
                    <a:pt x="1682192" y="1579762"/>
                  </a:lnTo>
                  <a:lnTo>
                    <a:pt x="1681524" y="1579762"/>
                  </a:lnTo>
                  <a:lnTo>
                    <a:pt x="1680856" y="1579762"/>
                  </a:lnTo>
                  <a:lnTo>
                    <a:pt x="1680188" y="1579762"/>
                  </a:lnTo>
                  <a:lnTo>
                    <a:pt x="1679520" y="1579762"/>
                  </a:lnTo>
                  <a:lnTo>
                    <a:pt x="1678852" y="1579762"/>
                  </a:lnTo>
                  <a:lnTo>
                    <a:pt x="1678184" y="1579762"/>
                  </a:lnTo>
                  <a:lnTo>
                    <a:pt x="1677516" y="1579762"/>
                  </a:lnTo>
                  <a:lnTo>
                    <a:pt x="1676848" y="1579762"/>
                  </a:lnTo>
                  <a:lnTo>
                    <a:pt x="1676180" y="1579762"/>
                  </a:lnTo>
                  <a:lnTo>
                    <a:pt x="1675512" y="1579762"/>
                  </a:lnTo>
                  <a:lnTo>
                    <a:pt x="1674844" y="1579762"/>
                  </a:lnTo>
                  <a:lnTo>
                    <a:pt x="1674176" y="1579762"/>
                  </a:lnTo>
                  <a:lnTo>
                    <a:pt x="1673508" y="1579762"/>
                  </a:lnTo>
                  <a:lnTo>
                    <a:pt x="1672840" y="1579762"/>
                  </a:lnTo>
                  <a:lnTo>
                    <a:pt x="1672172" y="1579762"/>
                  </a:lnTo>
                  <a:lnTo>
                    <a:pt x="1671504" y="1579762"/>
                  </a:lnTo>
                  <a:lnTo>
                    <a:pt x="1670836" y="1579762"/>
                  </a:lnTo>
                  <a:lnTo>
                    <a:pt x="1670168" y="1579762"/>
                  </a:lnTo>
                  <a:lnTo>
                    <a:pt x="1669500" y="1579762"/>
                  </a:lnTo>
                  <a:lnTo>
                    <a:pt x="1668832" y="1579762"/>
                  </a:lnTo>
                  <a:lnTo>
                    <a:pt x="1668164" y="1579762"/>
                  </a:lnTo>
                  <a:lnTo>
                    <a:pt x="1667496" y="1579762"/>
                  </a:lnTo>
                  <a:lnTo>
                    <a:pt x="1666828" y="1579762"/>
                  </a:lnTo>
                  <a:lnTo>
                    <a:pt x="1666160" y="1579762"/>
                  </a:lnTo>
                  <a:lnTo>
                    <a:pt x="1665492" y="1579762"/>
                  </a:lnTo>
                  <a:lnTo>
                    <a:pt x="1664824" y="1579762"/>
                  </a:lnTo>
                  <a:lnTo>
                    <a:pt x="1664156" y="1579762"/>
                  </a:lnTo>
                  <a:lnTo>
                    <a:pt x="1663487" y="1579762"/>
                  </a:lnTo>
                  <a:lnTo>
                    <a:pt x="1662819" y="1579762"/>
                  </a:lnTo>
                  <a:lnTo>
                    <a:pt x="1662151" y="1579762"/>
                  </a:lnTo>
                  <a:lnTo>
                    <a:pt x="1661483" y="1579762"/>
                  </a:lnTo>
                  <a:lnTo>
                    <a:pt x="1660815" y="1579762"/>
                  </a:lnTo>
                  <a:lnTo>
                    <a:pt x="1660147" y="1579762"/>
                  </a:lnTo>
                  <a:lnTo>
                    <a:pt x="1659479" y="1579762"/>
                  </a:lnTo>
                  <a:lnTo>
                    <a:pt x="1658811" y="1579762"/>
                  </a:lnTo>
                  <a:lnTo>
                    <a:pt x="1658143" y="1579762"/>
                  </a:lnTo>
                  <a:lnTo>
                    <a:pt x="1657475" y="1579762"/>
                  </a:lnTo>
                  <a:lnTo>
                    <a:pt x="1656807" y="1579762"/>
                  </a:lnTo>
                  <a:lnTo>
                    <a:pt x="1656139" y="1579762"/>
                  </a:lnTo>
                  <a:lnTo>
                    <a:pt x="1655471" y="1579762"/>
                  </a:lnTo>
                  <a:lnTo>
                    <a:pt x="1654803" y="1579762"/>
                  </a:lnTo>
                  <a:lnTo>
                    <a:pt x="1654135" y="1579762"/>
                  </a:lnTo>
                  <a:lnTo>
                    <a:pt x="1653467" y="1579762"/>
                  </a:lnTo>
                  <a:lnTo>
                    <a:pt x="1652799" y="1579762"/>
                  </a:lnTo>
                  <a:lnTo>
                    <a:pt x="1652131" y="1579762"/>
                  </a:lnTo>
                  <a:lnTo>
                    <a:pt x="1651463" y="1579762"/>
                  </a:lnTo>
                  <a:lnTo>
                    <a:pt x="1650795" y="1579762"/>
                  </a:lnTo>
                  <a:lnTo>
                    <a:pt x="1650127" y="1579762"/>
                  </a:lnTo>
                  <a:lnTo>
                    <a:pt x="1649459" y="1579762"/>
                  </a:lnTo>
                  <a:lnTo>
                    <a:pt x="1648791" y="1579762"/>
                  </a:lnTo>
                  <a:lnTo>
                    <a:pt x="1648123" y="1579762"/>
                  </a:lnTo>
                  <a:lnTo>
                    <a:pt x="1647455" y="1579762"/>
                  </a:lnTo>
                  <a:lnTo>
                    <a:pt x="1646787" y="1579762"/>
                  </a:lnTo>
                  <a:lnTo>
                    <a:pt x="1646119" y="1579762"/>
                  </a:lnTo>
                  <a:lnTo>
                    <a:pt x="1645451" y="1579762"/>
                  </a:lnTo>
                  <a:lnTo>
                    <a:pt x="1644783" y="1579762"/>
                  </a:lnTo>
                  <a:lnTo>
                    <a:pt x="1644115" y="1579762"/>
                  </a:lnTo>
                  <a:lnTo>
                    <a:pt x="1643447" y="1579762"/>
                  </a:lnTo>
                  <a:lnTo>
                    <a:pt x="1642779" y="1579762"/>
                  </a:lnTo>
                  <a:lnTo>
                    <a:pt x="1642111" y="1579762"/>
                  </a:lnTo>
                  <a:lnTo>
                    <a:pt x="1641443" y="1579762"/>
                  </a:lnTo>
                  <a:lnTo>
                    <a:pt x="1640775" y="1579762"/>
                  </a:lnTo>
                  <a:lnTo>
                    <a:pt x="1640107" y="1579762"/>
                  </a:lnTo>
                  <a:lnTo>
                    <a:pt x="1639438" y="1579762"/>
                  </a:lnTo>
                  <a:lnTo>
                    <a:pt x="1638770" y="1579762"/>
                  </a:lnTo>
                  <a:lnTo>
                    <a:pt x="1638102" y="1579762"/>
                  </a:lnTo>
                  <a:lnTo>
                    <a:pt x="1637434" y="1579762"/>
                  </a:lnTo>
                  <a:lnTo>
                    <a:pt x="1636766" y="1579762"/>
                  </a:lnTo>
                  <a:lnTo>
                    <a:pt x="1636098" y="1579762"/>
                  </a:lnTo>
                  <a:lnTo>
                    <a:pt x="1635430" y="1579762"/>
                  </a:lnTo>
                  <a:lnTo>
                    <a:pt x="1634762" y="1579762"/>
                  </a:lnTo>
                  <a:lnTo>
                    <a:pt x="1634094" y="1579762"/>
                  </a:lnTo>
                  <a:lnTo>
                    <a:pt x="1633426" y="1579762"/>
                  </a:lnTo>
                  <a:lnTo>
                    <a:pt x="1632758" y="1579762"/>
                  </a:lnTo>
                  <a:lnTo>
                    <a:pt x="1632090" y="1579762"/>
                  </a:lnTo>
                  <a:lnTo>
                    <a:pt x="1631422" y="1579762"/>
                  </a:lnTo>
                  <a:lnTo>
                    <a:pt x="1630754" y="1579762"/>
                  </a:lnTo>
                  <a:lnTo>
                    <a:pt x="1630086" y="1579762"/>
                  </a:lnTo>
                  <a:lnTo>
                    <a:pt x="1629418" y="1579762"/>
                  </a:lnTo>
                  <a:lnTo>
                    <a:pt x="1628750" y="1579762"/>
                  </a:lnTo>
                  <a:lnTo>
                    <a:pt x="1628082" y="1579762"/>
                  </a:lnTo>
                  <a:lnTo>
                    <a:pt x="1627414" y="1579762"/>
                  </a:lnTo>
                  <a:lnTo>
                    <a:pt x="1626746" y="1579762"/>
                  </a:lnTo>
                  <a:lnTo>
                    <a:pt x="1626078" y="1579762"/>
                  </a:lnTo>
                  <a:lnTo>
                    <a:pt x="1625410" y="1579762"/>
                  </a:lnTo>
                  <a:lnTo>
                    <a:pt x="1624742" y="1579762"/>
                  </a:lnTo>
                  <a:lnTo>
                    <a:pt x="1624074" y="1579762"/>
                  </a:lnTo>
                  <a:lnTo>
                    <a:pt x="1623406" y="1579762"/>
                  </a:lnTo>
                  <a:lnTo>
                    <a:pt x="1622738" y="1579762"/>
                  </a:lnTo>
                  <a:lnTo>
                    <a:pt x="1622070" y="1579762"/>
                  </a:lnTo>
                  <a:lnTo>
                    <a:pt x="1621402" y="1579762"/>
                  </a:lnTo>
                  <a:lnTo>
                    <a:pt x="1620734" y="1579762"/>
                  </a:lnTo>
                  <a:lnTo>
                    <a:pt x="1620066" y="1579762"/>
                  </a:lnTo>
                  <a:lnTo>
                    <a:pt x="1619398" y="1579762"/>
                  </a:lnTo>
                  <a:lnTo>
                    <a:pt x="1618730" y="1579762"/>
                  </a:lnTo>
                  <a:lnTo>
                    <a:pt x="1618062" y="1579762"/>
                  </a:lnTo>
                  <a:lnTo>
                    <a:pt x="1617394" y="1579762"/>
                  </a:lnTo>
                  <a:lnTo>
                    <a:pt x="1616726" y="1579762"/>
                  </a:lnTo>
                  <a:lnTo>
                    <a:pt x="1616058" y="1579762"/>
                  </a:lnTo>
                  <a:lnTo>
                    <a:pt x="1615390" y="1579762"/>
                  </a:lnTo>
                  <a:lnTo>
                    <a:pt x="1614721" y="1579762"/>
                  </a:lnTo>
                  <a:lnTo>
                    <a:pt x="1614053" y="1579762"/>
                  </a:lnTo>
                  <a:lnTo>
                    <a:pt x="1613385" y="1579762"/>
                  </a:lnTo>
                  <a:lnTo>
                    <a:pt x="1612717" y="1579762"/>
                  </a:lnTo>
                  <a:lnTo>
                    <a:pt x="1612049" y="1579762"/>
                  </a:lnTo>
                  <a:lnTo>
                    <a:pt x="1611381" y="1579762"/>
                  </a:lnTo>
                  <a:lnTo>
                    <a:pt x="1610713" y="1579762"/>
                  </a:lnTo>
                  <a:lnTo>
                    <a:pt x="1610045" y="1579762"/>
                  </a:lnTo>
                  <a:lnTo>
                    <a:pt x="1609377" y="1579762"/>
                  </a:lnTo>
                  <a:lnTo>
                    <a:pt x="1608709" y="1579762"/>
                  </a:lnTo>
                  <a:lnTo>
                    <a:pt x="1608041" y="1579762"/>
                  </a:lnTo>
                  <a:lnTo>
                    <a:pt x="1607373" y="1579762"/>
                  </a:lnTo>
                  <a:lnTo>
                    <a:pt x="1606705" y="1579762"/>
                  </a:lnTo>
                  <a:lnTo>
                    <a:pt x="1606037" y="1579762"/>
                  </a:lnTo>
                  <a:lnTo>
                    <a:pt x="1605369" y="1579762"/>
                  </a:lnTo>
                  <a:lnTo>
                    <a:pt x="1604701" y="1579762"/>
                  </a:lnTo>
                  <a:lnTo>
                    <a:pt x="1604033" y="1579762"/>
                  </a:lnTo>
                  <a:lnTo>
                    <a:pt x="1603365" y="1579762"/>
                  </a:lnTo>
                  <a:lnTo>
                    <a:pt x="1602697" y="1579762"/>
                  </a:lnTo>
                  <a:lnTo>
                    <a:pt x="1602029" y="1579762"/>
                  </a:lnTo>
                  <a:lnTo>
                    <a:pt x="1601361" y="1579762"/>
                  </a:lnTo>
                  <a:lnTo>
                    <a:pt x="1600693" y="1579762"/>
                  </a:lnTo>
                  <a:lnTo>
                    <a:pt x="1600025" y="1579762"/>
                  </a:lnTo>
                  <a:lnTo>
                    <a:pt x="1599357" y="1579762"/>
                  </a:lnTo>
                  <a:lnTo>
                    <a:pt x="1598689" y="1579762"/>
                  </a:lnTo>
                  <a:lnTo>
                    <a:pt x="1598021" y="1579762"/>
                  </a:lnTo>
                  <a:lnTo>
                    <a:pt x="1597353" y="1579762"/>
                  </a:lnTo>
                  <a:lnTo>
                    <a:pt x="1596685" y="1579762"/>
                  </a:lnTo>
                  <a:lnTo>
                    <a:pt x="1596017" y="1579762"/>
                  </a:lnTo>
                  <a:lnTo>
                    <a:pt x="1595349" y="1579762"/>
                  </a:lnTo>
                  <a:lnTo>
                    <a:pt x="1594681" y="1579762"/>
                  </a:lnTo>
                  <a:lnTo>
                    <a:pt x="1594013" y="1579762"/>
                  </a:lnTo>
                  <a:lnTo>
                    <a:pt x="1593345" y="1579762"/>
                  </a:lnTo>
                  <a:lnTo>
                    <a:pt x="1592677" y="1579762"/>
                  </a:lnTo>
                  <a:lnTo>
                    <a:pt x="1592009" y="1579762"/>
                  </a:lnTo>
                  <a:lnTo>
                    <a:pt x="1591341" y="1579762"/>
                  </a:lnTo>
                  <a:lnTo>
                    <a:pt x="1590673" y="1579762"/>
                  </a:lnTo>
                  <a:lnTo>
                    <a:pt x="1590004" y="1579762"/>
                  </a:lnTo>
                  <a:lnTo>
                    <a:pt x="1589336" y="1579762"/>
                  </a:lnTo>
                  <a:lnTo>
                    <a:pt x="1588668" y="1579762"/>
                  </a:lnTo>
                  <a:lnTo>
                    <a:pt x="1588000" y="1579762"/>
                  </a:lnTo>
                  <a:lnTo>
                    <a:pt x="1587332" y="1579762"/>
                  </a:lnTo>
                  <a:lnTo>
                    <a:pt x="1586664" y="1579762"/>
                  </a:lnTo>
                  <a:lnTo>
                    <a:pt x="1585996" y="1579762"/>
                  </a:lnTo>
                  <a:lnTo>
                    <a:pt x="1585328" y="1579762"/>
                  </a:lnTo>
                  <a:lnTo>
                    <a:pt x="1584660" y="1579762"/>
                  </a:lnTo>
                  <a:lnTo>
                    <a:pt x="1583992" y="1579762"/>
                  </a:lnTo>
                  <a:lnTo>
                    <a:pt x="1583324" y="1579762"/>
                  </a:lnTo>
                  <a:lnTo>
                    <a:pt x="1582656" y="1579762"/>
                  </a:lnTo>
                  <a:lnTo>
                    <a:pt x="1581988" y="1579762"/>
                  </a:lnTo>
                  <a:lnTo>
                    <a:pt x="1581320" y="1579762"/>
                  </a:lnTo>
                  <a:lnTo>
                    <a:pt x="1580652" y="1579762"/>
                  </a:lnTo>
                  <a:lnTo>
                    <a:pt x="1579984" y="1579762"/>
                  </a:lnTo>
                  <a:lnTo>
                    <a:pt x="1579316" y="1579762"/>
                  </a:lnTo>
                  <a:lnTo>
                    <a:pt x="1578648" y="1579762"/>
                  </a:lnTo>
                  <a:lnTo>
                    <a:pt x="1577980" y="1579762"/>
                  </a:lnTo>
                  <a:lnTo>
                    <a:pt x="1577312" y="1579762"/>
                  </a:lnTo>
                  <a:lnTo>
                    <a:pt x="1576644" y="1579762"/>
                  </a:lnTo>
                  <a:lnTo>
                    <a:pt x="1575976" y="1579762"/>
                  </a:lnTo>
                  <a:lnTo>
                    <a:pt x="1575308" y="1579762"/>
                  </a:lnTo>
                  <a:lnTo>
                    <a:pt x="1574640" y="1579762"/>
                  </a:lnTo>
                  <a:lnTo>
                    <a:pt x="1573972" y="1579762"/>
                  </a:lnTo>
                  <a:lnTo>
                    <a:pt x="1573304" y="1579762"/>
                  </a:lnTo>
                  <a:lnTo>
                    <a:pt x="1572636" y="1579762"/>
                  </a:lnTo>
                  <a:lnTo>
                    <a:pt x="1571968" y="1579762"/>
                  </a:lnTo>
                  <a:lnTo>
                    <a:pt x="1571300" y="1579762"/>
                  </a:lnTo>
                  <a:lnTo>
                    <a:pt x="1570632" y="1579762"/>
                  </a:lnTo>
                  <a:lnTo>
                    <a:pt x="1569964" y="1579762"/>
                  </a:lnTo>
                  <a:lnTo>
                    <a:pt x="1569296" y="1579762"/>
                  </a:lnTo>
                  <a:lnTo>
                    <a:pt x="1568628" y="1579762"/>
                  </a:lnTo>
                  <a:lnTo>
                    <a:pt x="1567960" y="1579762"/>
                  </a:lnTo>
                  <a:lnTo>
                    <a:pt x="1567292" y="1579762"/>
                  </a:lnTo>
                  <a:lnTo>
                    <a:pt x="1566624" y="1579762"/>
                  </a:lnTo>
                  <a:lnTo>
                    <a:pt x="1565956" y="1579762"/>
                  </a:lnTo>
                  <a:lnTo>
                    <a:pt x="1565287" y="1579762"/>
                  </a:lnTo>
                  <a:lnTo>
                    <a:pt x="1564619" y="1579762"/>
                  </a:lnTo>
                  <a:lnTo>
                    <a:pt x="1563951" y="1579762"/>
                  </a:lnTo>
                  <a:lnTo>
                    <a:pt x="1563283" y="1579762"/>
                  </a:lnTo>
                  <a:lnTo>
                    <a:pt x="1562615" y="1579762"/>
                  </a:lnTo>
                  <a:lnTo>
                    <a:pt x="1561947" y="1579762"/>
                  </a:lnTo>
                  <a:lnTo>
                    <a:pt x="1561279" y="1579762"/>
                  </a:lnTo>
                  <a:lnTo>
                    <a:pt x="1560611" y="1579762"/>
                  </a:lnTo>
                  <a:lnTo>
                    <a:pt x="1559943" y="1579762"/>
                  </a:lnTo>
                  <a:lnTo>
                    <a:pt x="1559275" y="1579762"/>
                  </a:lnTo>
                  <a:lnTo>
                    <a:pt x="1558607" y="1579762"/>
                  </a:lnTo>
                  <a:lnTo>
                    <a:pt x="1557939" y="1579762"/>
                  </a:lnTo>
                  <a:lnTo>
                    <a:pt x="1557271" y="1579762"/>
                  </a:lnTo>
                  <a:lnTo>
                    <a:pt x="1556603" y="1579762"/>
                  </a:lnTo>
                  <a:lnTo>
                    <a:pt x="1555935" y="1579762"/>
                  </a:lnTo>
                  <a:lnTo>
                    <a:pt x="1555267" y="1579762"/>
                  </a:lnTo>
                  <a:lnTo>
                    <a:pt x="1554599" y="1579762"/>
                  </a:lnTo>
                  <a:lnTo>
                    <a:pt x="1553931" y="1579762"/>
                  </a:lnTo>
                  <a:lnTo>
                    <a:pt x="1553263" y="1579762"/>
                  </a:lnTo>
                  <a:lnTo>
                    <a:pt x="1552595" y="1579762"/>
                  </a:lnTo>
                  <a:lnTo>
                    <a:pt x="1551927" y="1579762"/>
                  </a:lnTo>
                  <a:lnTo>
                    <a:pt x="1551259" y="1579762"/>
                  </a:lnTo>
                  <a:lnTo>
                    <a:pt x="1550591" y="1579762"/>
                  </a:lnTo>
                  <a:lnTo>
                    <a:pt x="1549923" y="1579762"/>
                  </a:lnTo>
                  <a:lnTo>
                    <a:pt x="1549255" y="1579762"/>
                  </a:lnTo>
                  <a:lnTo>
                    <a:pt x="1548587" y="1579762"/>
                  </a:lnTo>
                  <a:lnTo>
                    <a:pt x="1547919" y="1579762"/>
                  </a:lnTo>
                  <a:lnTo>
                    <a:pt x="1547251" y="1579762"/>
                  </a:lnTo>
                  <a:lnTo>
                    <a:pt x="1546583" y="1579762"/>
                  </a:lnTo>
                  <a:lnTo>
                    <a:pt x="1545915" y="1579762"/>
                  </a:lnTo>
                  <a:lnTo>
                    <a:pt x="1545247" y="1579762"/>
                  </a:lnTo>
                  <a:lnTo>
                    <a:pt x="1544579" y="1579762"/>
                  </a:lnTo>
                  <a:lnTo>
                    <a:pt x="1543911" y="1579762"/>
                  </a:lnTo>
                  <a:lnTo>
                    <a:pt x="1543243" y="1579762"/>
                  </a:lnTo>
                  <a:lnTo>
                    <a:pt x="1542575" y="1579762"/>
                  </a:lnTo>
                  <a:lnTo>
                    <a:pt x="1541907" y="1579762"/>
                  </a:lnTo>
                  <a:lnTo>
                    <a:pt x="1541238" y="1579762"/>
                  </a:lnTo>
                  <a:lnTo>
                    <a:pt x="1540570" y="1579762"/>
                  </a:lnTo>
                  <a:lnTo>
                    <a:pt x="1539902" y="1579762"/>
                  </a:lnTo>
                  <a:lnTo>
                    <a:pt x="1539234" y="1579762"/>
                  </a:lnTo>
                  <a:lnTo>
                    <a:pt x="1538566" y="1579762"/>
                  </a:lnTo>
                  <a:lnTo>
                    <a:pt x="1537898" y="1579762"/>
                  </a:lnTo>
                  <a:lnTo>
                    <a:pt x="1537230" y="1579762"/>
                  </a:lnTo>
                  <a:lnTo>
                    <a:pt x="1536562" y="1579762"/>
                  </a:lnTo>
                  <a:lnTo>
                    <a:pt x="1535894" y="1579762"/>
                  </a:lnTo>
                  <a:lnTo>
                    <a:pt x="1535226" y="1579762"/>
                  </a:lnTo>
                  <a:lnTo>
                    <a:pt x="1534558" y="1579762"/>
                  </a:lnTo>
                  <a:lnTo>
                    <a:pt x="1533890" y="1579762"/>
                  </a:lnTo>
                  <a:lnTo>
                    <a:pt x="1533222" y="1579762"/>
                  </a:lnTo>
                  <a:lnTo>
                    <a:pt x="1532554" y="1579762"/>
                  </a:lnTo>
                  <a:lnTo>
                    <a:pt x="1531886" y="1579762"/>
                  </a:lnTo>
                  <a:lnTo>
                    <a:pt x="1531218" y="1579762"/>
                  </a:lnTo>
                  <a:lnTo>
                    <a:pt x="1530550" y="1579762"/>
                  </a:lnTo>
                  <a:lnTo>
                    <a:pt x="1529882" y="1579762"/>
                  </a:lnTo>
                  <a:lnTo>
                    <a:pt x="1529214" y="1579762"/>
                  </a:lnTo>
                  <a:lnTo>
                    <a:pt x="1528546" y="1579762"/>
                  </a:lnTo>
                  <a:lnTo>
                    <a:pt x="1527878" y="1579762"/>
                  </a:lnTo>
                  <a:lnTo>
                    <a:pt x="1527210" y="1579762"/>
                  </a:lnTo>
                  <a:lnTo>
                    <a:pt x="1526542" y="1579762"/>
                  </a:lnTo>
                  <a:lnTo>
                    <a:pt x="1525874" y="1579762"/>
                  </a:lnTo>
                  <a:lnTo>
                    <a:pt x="1525206" y="1579762"/>
                  </a:lnTo>
                  <a:lnTo>
                    <a:pt x="1524538" y="1579762"/>
                  </a:lnTo>
                  <a:lnTo>
                    <a:pt x="1523870" y="1579762"/>
                  </a:lnTo>
                  <a:lnTo>
                    <a:pt x="1523202" y="1579762"/>
                  </a:lnTo>
                  <a:lnTo>
                    <a:pt x="1522534" y="1579762"/>
                  </a:lnTo>
                  <a:lnTo>
                    <a:pt x="1521866" y="1579762"/>
                  </a:lnTo>
                  <a:lnTo>
                    <a:pt x="1521198" y="1579762"/>
                  </a:lnTo>
                  <a:lnTo>
                    <a:pt x="1520530" y="1579762"/>
                  </a:lnTo>
                  <a:lnTo>
                    <a:pt x="1519862" y="1579762"/>
                  </a:lnTo>
                  <a:lnTo>
                    <a:pt x="1519194" y="1579762"/>
                  </a:lnTo>
                  <a:lnTo>
                    <a:pt x="1518526" y="1579762"/>
                  </a:lnTo>
                  <a:lnTo>
                    <a:pt x="1517858" y="1579762"/>
                  </a:lnTo>
                  <a:lnTo>
                    <a:pt x="1517190" y="1579762"/>
                  </a:lnTo>
                  <a:lnTo>
                    <a:pt x="1516521" y="1579762"/>
                  </a:lnTo>
                  <a:lnTo>
                    <a:pt x="1515853" y="1579762"/>
                  </a:lnTo>
                  <a:lnTo>
                    <a:pt x="1515185" y="1579762"/>
                  </a:lnTo>
                  <a:lnTo>
                    <a:pt x="1514517" y="1579762"/>
                  </a:lnTo>
                  <a:lnTo>
                    <a:pt x="1513849" y="1579762"/>
                  </a:lnTo>
                  <a:lnTo>
                    <a:pt x="1513181" y="1579762"/>
                  </a:lnTo>
                  <a:lnTo>
                    <a:pt x="1512513" y="1579762"/>
                  </a:lnTo>
                  <a:lnTo>
                    <a:pt x="1511845" y="1579762"/>
                  </a:lnTo>
                  <a:lnTo>
                    <a:pt x="1511177" y="1579762"/>
                  </a:lnTo>
                  <a:lnTo>
                    <a:pt x="1510509" y="1579762"/>
                  </a:lnTo>
                  <a:lnTo>
                    <a:pt x="1509841" y="1579762"/>
                  </a:lnTo>
                  <a:lnTo>
                    <a:pt x="1509173" y="1579762"/>
                  </a:lnTo>
                  <a:lnTo>
                    <a:pt x="1508505" y="1579762"/>
                  </a:lnTo>
                  <a:lnTo>
                    <a:pt x="1507837" y="1579762"/>
                  </a:lnTo>
                  <a:lnTo>
                    <a:pt x="1507169" y="1579762"/>
                  </a:lnTo>
                  <a:lnTo>
                    <a:pt x="1506501" y="1579762"/>
                  </a:lnTo>
                  <a:lnTo>
                    <a:pt x="1505833" y="1579762"/>
                  </a:lnTo>
                  <a:lnTo>
                    <a:pt x="1505165" y="1579762"/>
                  </a:lnTo>
                  <a:lnTo>
                    <a:pt x="1504497" y="1579762"/>
                  </a:lnTo>
                  <a:lnTo>
                    <a:pt x="1503829" y="1579762"/>
                  </a:lnTo>
                  <a:lnTo>
                    <a:pt x="1503161" y="1579762"/>
                  </a:lnTo>
                  <a:lnTo>
                    <a:pt x="1502493" y="1579762"/>
                  </a:lnTo>
                  <a:lnTo>
                    <a:pt x="1501825" y="1579762"/>
                  </a:lnTo>
                  <a:lnTo>
                    <a:pt x="1501157" y="1579762"/>
                  </a:lnTo>
                  <a:lnTo>
                    <a:pt x="1500489" y="1579762"/>
                  </a:lnTo>
                  <a:lnTo>
                    <a:pt x="1499821" y="1579762"/>
                  </a:lnTo>
                  <a:lnTo>
                    <a:pt x="1499153" y="1579762"/>
                  </a:lnTo>
                  <a:lnTo>
                    <a:pt x="1498485" y="1579762"/>
                  </a:lnTo>
                  <a:lnTo>
                    <a:pt x="1497817" y="1579762"/>
                  </a:lnTo>
                  <a:lnTo>
                    <a:pt x="1497149" y="1579762"/>
                  </a:lnTo>
                  <a:lnTo>
                    <a:pt x="1496481" y="1579762"/>
                  </a:lnTo>
                  <a:lnTo>
                    <a:pt x="1495813" y="1579762"/>
                  </a:lnTo>
                  <a:lnTo>
                    <a:pt x="1495145" y="1579762"/>
                  </a:lnTo>
                  <a:lnTo>
                    <a:pt x="1494477" y="1579762"/>
                  </a:lnTo>
                  <a:lnTo>
                    <a:pt x="1493809" y="1579762"/>
                  </a:lnTo>
                  <a:lnTo>
                    <a:pt x="1493141" y="1579762"/>
                  </a:lnTo>
                  <a:lnTo>
                    <a:pt x="1492473" y="1579762"/>
                  </a:lnTo>
                  <a:lnTo>
                    <a:pt x="1491804" y="1579762"/>
                  </a:lnTo>
                  <a:lnTo>
                    <a:pt x="1491136" y="1579762"/>
                  </a:lnTo>
                  <a:lnTo>
                    <a:pt x="1490468" y="1579762"/>
                  </a:lnTo>
                  <a:lnTo>
                    <a:pt x="1489800" y="1579762"/>
                  </a:lnTo>
                  <a:lnTo>
                    <a:pt x="1489132" y="1579762"/>
                  </a:lnTo>
                  <a:lnTo>
                    <a:pt x="1488464" y="1579762"/>
                  </a:lnTo>
                  <a:lnTo>
                    <a:pt x="1487796" y="1579762"/>
                  </a:lnTo>
                  <a:lnTo>
                    <a:pt x="1487128" y="1579762"/>
                  </a:lnTo>
                  <a:lnTo>
                    <a:pt x="1486460" y="1579762"/>
                  </a:lnTo>
                  <a:lnTo>
                    <a:pt x="1485792" y="1579762"/>
                  </a:lnTo>
                  <a:lnTo>
                    <a:pt x="1485124" y="1579762"/>
                  </a:lnTo>
                  <a:lnTo>
                    <a:pt x="1484456" y="1579762"/>
                  </a:lnTo>
                  <a:lnTo>
                    <a:pt x="1483788" y="1579762"/>
                  </a:lnTo>
                  <a:lnTo>
                    <a:pt x="1483120" y="1579762"/>
                  </a:lnTo>
                  <a:lnTo>
                    <a:pt x="1482452" y="1579762"/>
                  </a:lnTo>
                  <a:lnTo>
                    <a:pt x="1481784" y="1579762"/>
                  </a:lnTo>
                  <a:lnTo>
                    <a:pt x="1481116" y="1579762"/>
                  </a:lnTo>
                  <a:lnTo>
                    <a:pt x="1480448" y="1579762"/>
                  </a:lnTo>
                  <a:lnTo>
                    <a:pt x="1479780" y="1579762"/>
                  </a:lnTo>
                  <a:lnTo>
                    <a:pt x="1479112" y="1579762"/>
                  </a:lnTo>
                  <a:lnTo>
                    <a:pt x="1478444" y="1579762"/>
                  </a:lnTo>
                  <a:lnTo>
                    <a:pt x="1477776" y="1579762"/>
                  </a:lnTo>
                  <a:lnTo>
                    <a:pt x="1477108" y="1579762"/>
                  </a:lnTo>
                  <a:lnTo>
                    <a:pt x="1476440" y="1579762"/>
                  </a:lnTo>
                  <a:lnTo>
                    <a:pt x="1475772" y="1579762"/>
                  </a:lnTo>
                  <a:lnTo>
                    <a:pt x="1475104" y="1579762"/>
                  </a:lnTo>
                  <a:lnTo>
                    <a:pt x="1474436" y="1579762"/>
                  </a:lnTo>
                  <a:lnTo>
                    <a:pt x="1473768" y="1579762"/>
                  </a:lnTo>
                  <a:lnTo>
                    <a:pt x="1473100" y="1579762"/>
                  </a:lnTo>
                  <a:lnTo>
                    <a:pt x="1472432" y="1579762"/>
                  </a:lnTo>
                  <a:lnTo>
                    <a:pt x="1471764" y="1579762"/>
                  </a:lnTo>
                  <a:lnTo>
                    <a:pt x="1471096" y="1579762"/>
                  </a:lnTo>
                  <a:lnTo>
                    <a:pt x="1470428" y="1579762"/>
                  </a:lnTo>
                  <a:lnTo>
                    <a:pt x="1469760" y="1579762"/>
                  </a:lnTo>
                  <a:lnTo>
                    <a:pt x="1469092" y="1579762"/>
                  </a:lnTo>
                  <a:lnTo>
                    <a:pt x="1468424" y="1579762"/>
                  </a:lnTo>
                  <a:lnTo>
                    <a:pt x="1467756" y="1579762"/>
                  </a:lnTo>
                  <a:lnTo>
                    <a:pt x="1467087" y="1579762"/>
                  </a:lnTo>
                  <a:lnTo>
                    <a:pt x="1466419" y="1579762"/>
                  </a:lnTo>
                  <a:lnTo>
                    <a:pt x="1465751" y="1579762"/>
                  </a:lnTo>
                  <a:lnTo>
                    <a:pt x="1465083" y="1579762"/>
                  </a:lnTo>
                  <a:lnTo>
                    <a:pt x="1464415" y="1579762"/>
                  </a:lnTo>
                  <a:lnTo>
                    <a:pt x="1463747" y="1579762"/>
                  </a:lnTo>
                  <a:lnTo>
                    <a:pt x="1463079" y="1579762"/>
                  </a:lnTo>
                  <a:lnTo>
                    <a:pt x="1462411" y="1579762"/>
                  </a:lnTo>
                  <a:lnTo>
                    <a:pt x="1461743" y="1579762"/>
                  </a:lnTo>
                  <a:lnTo>
                    <a:pt x="1461075" y="1579762"/>
                  </a:lnTo>
                  <a:lnTo>
                    <a:pt x="1460407" y="1579762"/>
                  </a:lnTo>
                  <a:lnTo>
                    <a:pt x="1459739" y="1579762"/>
                  </a:lnTo>
                  <a:lnTo>
                    <a:pt x="1459071" y="1579762"/>
                  </a:lnTo>
                  <a:lnTo>
                    <a:pt x="1458403" y="1579762"/>
                  </a:lnTo>
                  <a:lnTo>
                    <a:pt x="1457735" y="1579762"/>
                  </a:lnTo>
                  <a:lnTo>
                    <a:pt x="1457067" y="1579762"/>
                  </a:lnTo>
                  <a:lnTo>
                    <a:pt x="1456399" y="1579762"/>
                  </a:lnTo>
                  <a:lnTo>
                    <a:pt x="1455731" y="1579762"/>
                  </a:lnTo>
                  <a:lnTo>
                    <a:pt x="1455063" y="1579762"/>
                  </a:lnTo>
                  <a:lnTo>
                    <a:pt x="1454395" y="1579762"/>
                  </a:lnTo>
                  <a:lnTo>
                    <a:pt x="1453727" y="1579762"/>
                  </a:lnTo>
                  <a:lnTo>
                    <a:pt x="1453059" y="1579762"/>
                  </a:lnTo>
                  <a:lnTo>
                    <a:pt x="1452391" y="1579762"/>
                  </a:lnTo>
                  <a:lnTo>
                    <a:pt x="1451723" y="1579762"/>
                  </a:lnTo>
                  <a:lnTo>
                    <a:pt x="1451055" y="1579762"/>
                  </a:lnTo>
                  <a:lnTo>
                    <a:pt x="1450387" y="1579762"/>
                  </a:lnTo>
                  <a:lnTo>
                    <a:pt x="1449719" y="1579762"/>
                  </a:lnTo>
                  <a:lnTo>
                    <a:pt x="1449051" y="1579762"/>
                  </a:lnTo>
                  <a:lnTo>
                    <a:pt x="1448383" y="1579762"/>
                  </a:lnTo>
                  <a:lnTo>
                    <a:pt x="1447715" y="1579762"/>
                  </a:lnTo>
                  <a:lnTo>
                    <a:pt x="1447047" y="1579762"/>
                  </a:lnTo>
                  <a:lnTo>
                    <a:pt x="1446379" y="1579762"/>
                  </a:lnTo>
                  <a:lnTo>
                    <a:pt x="1445711" y="1579762"/>
                  </a:lnTo>
                  <a:lnTo>
                    <a:pt x="1445043" y="1579762"/>
                  </a:lnTo>
                  <a:lnTo>
                    <a:pt x="1444375" y="1579762"/>
                  </a:lnTo>
                  <a:lnTo>
                    <a:pt x="1443707" y="1579762"/>
                  </a:lnTo>
                  <a:lnTo>
                    <a:pt x="1443038" y="1579762"/>
                  </a:lnTo>
                  <a:lnTo>
                    <a:pt x="1442370" y="1579762"/>
                  </a:lnTo>
                  <a:lnTo>
                    <a:pt x="1441702" y="1579762"/>
                  </a:lnTo>
                  <a:lnTo>
                    <a:pt x="1441034" y="1579762"/>
                  </a:lnTo>
                  <a:lnTo>
                    <a:pt x="1440366" y="1579762"/>
                  </a:lnTo>
                  <a:lnTo>
                    <a:pt x="1439698" y="1579762"/>
                  </a:lnTo>
                  <a:lnTo>
                    <a:pt x="1439030" y="1579762"/>
                  </a:lnTo>
                  <a:lnTo>
                    <a:pt x="1438362" y="1579762"/>
                  </a:lnTo>
                  <a:lnTo>
                    <a:pt x="1437694" y="1579762"/>
                  </a:lnTo>
                  <a:lnTo>
                    <a:pt x="1437026" y="1579762"/>
                  </a:lnTo>
                  <a:lnTo>
                    <a:pt x="1436358" y="1579762"/>
                  </a:lnTo>
                  <a:lnTo>
                    <a:pt x="1435690" y="1579762"/>
                  </a:lnTo>
                  <a:lnTo>
                    <a:pt x="1435022" y="1579762"/>
                  </a:lnTo>
                  <a:lnTo>
                    <a:pt x="1434354" y="1579762"/>
                  </a:lnTo>
                  <a:lnTo>
                    <a:pt x="1433686" y="1579762"/>
                  </a:lnTo>
                  <a:lnTo>
                    <a:pt x="1433018" y="1579762"/>
                  </a:lnTo>
                  <a:lnTo>
                    <a:pt x="1432350" y="1579762"/>
                  </a:lnTo>
                  <a:lnTo>
                    <a:pt x="1431682" y="1579762"/>
                  </a:lnTo>
                  <a:lnTo>
                    <a:pt x="1431014" y="1579762"/>
                  </a:lnTo>
                  <a:lnTo>
                    <a:pt x="1430346" y="1579762"/>
                  </a:lnTo>
                  <a:lnTo>
                    <a:pt x="1429678" y="1579762"/>
                  </a:lnTo>
                  <a:lnTo>
                    <a:pt x="1429010" y="1579762"/>
                  </a:lnTo>
                  <a:lnTo>
                    <a:pt x="1428342" y="1579762"/>
                  </a:lnTo>
                  <a:lnTo>
                    <a:pt x="1427674" y="1579762"/>
                  </a:lnTo>
                  <a:lnTo>
                    <a:pt x="1427006" y="1579762"/>
                  </a:lnTo>
                  <a:lnTo>
                    <a:pt x="1426338" y="1579762"/>
                  </a:lnTo>
                  <a:lnTo>
                    <a:pt x="1425670" y="1579762"/>
                  </a:lnTo>
                  <a:lnTo>
                    <a:pt x="1425002" y="1579762"/>
                  </a:lnTo>
                  <a:lnTo>
                    <a:pt x="1424334" y="1579762"/>
                  </a:lnTo>
                  <a:lnTo>
                    <a:pt x="1423666" y="1579762"/>
                  </a:lnTo>
                  <a:lnTo>
                    <a:pt x="1422998" y="1579762"/>
                  </a:lnTo>
                  <a:lnTo>
                    <a:pt x="1422330" y="1579762"/>
                  </a:lnTo>
                  <a:lnTo>
                    <a:pt x="1421662" y="1579762"/>
                  </a:lnTo>
                  <a:lnTo>
                    <a:pt x="1420994" y="1579762"/>
                  </a:lnTo>
                  <a:lnTo>
                    <a:pt x="1420326" y="1579762"/>
                  </a:lnTo>
                  <a:lnTo>
                    <a:pt x="1419658" y="1579762"/>
                  </a:lnTo>
                  <a:lnTo>
                    <a:pt x="1418990" y="1579762"/>
                  </a:lnTo>
                  <a:lnTo>
                    <a:pt x="1418321" y="1579762"/>
                  </a:lnTo>
                  <a:lnTo>
                    <a:pt x="1417653" y="1579762"/>
                  </a:lnTo>
                  <a:lnTo>
                    <a:pt x="1416985" y="1579762"/>
                  </a:lnTo>
                  <a:lnTo>
                    <a:pt x="1416317" y="1579762"/>
                  </a:lnTo>
                  <a:lnTo>
                    <a:pt x="1415649" y="1579762"/>
                  </a:lnTo>
                  <a:lnTo>
                    <a:pt x="1414981" y="1579762"/>
                  </a:lnTo>
                  <a:lnTo>
                    <a:pt x="1414313" y="1579762"/>
                  </a:lnTo>
                  <a:lnTo>
                    <a:pt x="1413645" y="1579762"/>
                  </a:lnTo>
                  <a:lnTo>
                    <a:pt x="1412977" y="1579762"/>
                  </a:lnTo>
                  <a:lnTo>
                    <a:pt x="1412309" y="1579762"/>
                  </a:lnTo>
                  <a:lnTo>
                    <a:pt x="1411641" y="1579762"/>
                  </a:lnTo>
                  <a:lnTo>
                    <a:pt x="1410973" y="1579762"/>
                  </a:lnTo>
                  <a:lnTo>
                    <a:pt x="1410305" y="1579762"/>
                  </a:lnTo>
                  <a:lnTo>
                    <a:pt x="1409637" y="1579762"/>
                  </a:lnTo>
                  <a:lnTo>
                    <a:pt x="1408969" y="1579762"/>
                  </a:lnTo>
                  <a:lnTo>
                    <a:pt x="1408301" y="1579762"/>
                  </a:lnTo>
                  <a:lnTo>
                    <a:pt x="1407633" y="1579762"/>
                  </a:lnTo>
                  <a:lnTo>
                    <a:pt x="1406965" y="1579762"/>
                  </a:lnTo>
                  <a:lnTo>
                    <a:pt x="1406297" y="1579762"/>
                  </a:lnTo>
                  <a:lnTo>
                    <a:pt x="1405629" y="1579762"/>
                  </a:lnTo>
                  <a:lnTo>
                    <a:pt x="1404961" y="1579762"/>
                  </a:lnTo>
                  <a:lnTo>
                    <a:pt x="1404293" y="1579762"/>
                  </a:lnTo>
                  <a:lnTo>
                    <a:pt x="1403625" y="1579762"/>
                  </a:lnTo>
                  <a:lnTo>
                    <a:pt x="1402957" y="1579762"/>
                  </a:lnTo>
                  <a:lnTo>
                    <a:pt x="1402289" y="1579762"/>
                  </a:lnTo>
                  <a:lnTo>
                    <a:pt x="1401621" y="1579762"/>
                  </a:lnTo>
                  <a:lnTo>
                    <a:pt x="1400953" y="1579762"/>
                  </a:lnTo>
                  <a:lnTo>
                    <a:pt x="1400285" y="1579762"/>
                  </a:lnTo>
                  <a:lnTo>
                    <a:pt x="1399617" y="1579762"/>
                  </a:lnTo>
                  <a:lnTo>
                    <a:pt x="1398949" y="1579762"/>
                  </a:lnTo>
                  <a:lnTo>
                    <a:pt x="1398281" y="1579762"/>
                  </a:lnTo>
                  <a:lnTo>
                    <a:pt x="1397613" y="1579762"/>
                  </a:lnTo>
                  <a:lnTo>
                    <a:pt x="1396945" y="1579762"/>
                  </a:lnTo>
                  <a:lnTo>
                    <a:pt x="1396277" y="1579762"/>
                  </a:lnTo>
                  <a:lnTo>
                    <a:pt x="1395609" y="1579762"/>
                  </a:lnTo>
                  <a:lnTo>
                    <a:pt x="1394941" y="1579762"/>
                  </a:lnTo>
                  <a:lnTo>
                    <a:pt x="1394273" y="1579762"/>
                  </a:lnTo>
                  <a:lnTo>
                    <a:pt x="1393604" y="1579762"/>
                  </a:lnTo>
                  <a:lnTo>
                    <a:pt x="1392936" y="1579762"/>
                  </a:lnTo>
                  <a:lnTo>
                    <a:pt x="1392268" y="1579762"/>
                  </a:lnTo>
                  <a:lnTo>
                    <a:pt x="1391600" y="1579762"/>
                  </a:lnTo>
                  <a:lnTo>
                    <a:pt x="1390932" y="1579762"/>
                  </a:lnTo>
                  <a:lnTo>
                    <a:pt x="1390264" y="1579762"/>
                  </a:lnTo>
                  <a:lnTo>
                    <a:pt x="1389596" y="1579762"/>
                  </a:lnTo>
                  <a:lnTo>
                    <a:pt x="1388928" y="1579762"/>
                  </a:lnTo>
                  <a:lnTo>
                    <a:pt x="1388260" y="1579762"/>
                  </a:lnTo>
                  <a:lnTo>
                    <a:pt x="1387592" y="1579762"/>
                  </a:lnTo>
                  <a:lnTo>
                    <a:pt x="1386924" y="1579762"/>
                  </a:lnTo>
                  <a:lnTo>
                    <a:pt x="1386256" y="1579762"/>
                  </a:lnTo>
                  <a:lnTo>
                    <a:pt x="1385588" y="1579762"/>
                  </a:lnTo>
                  <a:lnTo>
                    <a:pt x="1384920" y="1579762"/>
                  </a:lnTo>
                  <a:lnTo>
                    <a:pt x="1384252" y="1579762"/>
                  </a:lnTo>
                  <a:lnTo>
                    <a:pt x="1383584" y="1579762"/>
                  </a:lnTo>
                  <a:lnTo>
                    <a:pt x="1382916" y="1579762"/>
                  </a:lnTo>
                  <a:lnTo>
                    <a:pt x="1382248" y="1579762"/>
                  </a:lnTo>
                  <a:lnTo>
                    <a:pt x="1381580" y="1579762"/>
                  </a:lnTo>
                  <a:lnTo>
                    <a:pt x="1380912" y="1579762"/>
                  </a:lnTo>
                  <a:lnTo>
                    <a:pt x="1380244" y="1579762"/>
                  </a:lnTo>
                  <a:lnTo>
                    <a:pt x="1379576" y="1579762"/>
                  </a:lnTo>
                  <a:lnTo>
                    <a:pt x="1378908" y="1579762"/>
                  </a:lnTo>
                  <a:lnTo>
                    <a:pt x="1378240" y="1579762"/>
                  </a:lnTo>
                  <a:lnTo>
                    <a:pt x="1377572" y="1579762"/>
                  </a:lnTo>
                  <a:lnTo>
                    <a:pt x="1376904" y="1579762"/>
                  </a:lnTo>
                  <a:lnTo>
                    <a:pt x="1376236" y="1579762"/>
                  </a:lnTo>
                  <a:lnTo>
                    <a:pt x="1375568" y="1579762"/>
                  </a:lnTo>
                  <a:lnTo>
                    <a:pt x="1374900" y="1579762"/>
                  </a:lnTo>
                  <a:lnTo>
                    <a:pt x="1374232" y="1579762"/>
                  </a:lnTo>
                  <a:lnTo>
                    <a:pt x="1373564" y="1579762"/>
                  </a:lnTo>
                  <a:lnTo>
                    <a:pt x="1372896" y="1579762"/>
                  </a:lnTo>
                  <a:lnTo>
                    <a:pt x="1372228" y="1579762"/>
                  </a:lnTo>
                  <a:lnTo>
                    <a:pt x="1371560" y="1579762"/>
                  </a:lnTo>
                  <a:lnTo>
                    <a:pt x="1370892" y="1579762"/>
                  </a:lnTo>
                  <a:lnTo>
                    <a:pt x="1370224" y="1579762"/>
                  </a:lnTo>
                  <a:lnTo>
                    <a:pt x="1369556" y="1579762"/>
                  </a:lnTo>
                  <a:lnTo>
                    <a:pt x="1368887" y="1579762"/>
                  </a:lnTo>
                  <a:lnTo>
                    <a:pt x="1368219" y="1579762"/>
                  </a:lnTo>
                  <a:lnTo>
                    <a:pt x="1367551" y="1579762"/>
                  </a:lnTo>
                  <a:lnTo>
                    <a:pt x="1366883" y="1579762"/>
                  </a:lnTo>
                  <a:lnTo>
                    <a:pt x="1366215" y="1579762"/>
                  </a:lnTo>
                  <a:lnTo>
                    <a:pt x="1365547" y="1579762"/>
                  </a:lnTo>
                  <a:lnTo>
                    <a:pt x="1364879" y="1579762"/>
                  </a:lnTo>
                  <a:lnTo>
                    <a:pt x="1364211" y="1579762"/>
                  </a:lnTo>
                  <a:lnTo>
                    <a:pt x="1363543" y="1579762"/>
                  </a:lnTo>
                  <a:lnTo>
                    <a:pt x="1362875" y="1579762"/>
                  </a:lnTo>
                  <a:lnTo>
                    <a:pt x="1362207" y="1579762"/>
                  </a:lnTo>
                  <a:lnTo>
                    <a:pt x="1361539" y="1579762"/>
                  </a:lnTo>
                  <a:lnTo>
                    <a:pt x="1360871" y="1579762"/>
                  </a:lnTo>
                  <a:lnTo>
                    <a:pt x="1360203" y="1579762"/>
                  </a:lnTo>
                  <a:lnTo>
                    <a:pt x="1359535" y="1579762"/>
                  </a:lnTo>
                  <a:lnTo>
                    <a:pt x="1358867" y="1579762"/>
                  </a:lnTo>
                  <a:lnTo>
                    <a:pt x="1358199" y="1579762"/>
                  </a:lnTo>
                  <a:lnTo>
                    <a:pt x="1357531" y="1579762"/>
                  </a:lnTo>
                  <a:lnTo>
                    <a:pt x="1356863" y="1579762"/>
                  </a:lnTo>
                  <a:lnTo>
                    <a:pt x="1356195" y="1579762"/>
                  </a:lnTo>
                  <a:lnTo>
                    <a:pt x="1355527" y="1579762"/>
                  </a:lnTo>
                  <a:lnTo>
                    <a:pt x="1354859" y="1579762"/>
                  </a:lnTo>
                  <a:lnTo>
                    <a:pt x="1354191" y="1579762"/>
                  </a:lnTo>
                  <a:lnTo>
                    <a:pt x="1353523" y="1579762"/>
                  </a:lnTo>
                  <a:lnTo>
                    <a:pt x="1352855" y="1579762"/>
                  </a:lnTo>
                  <a:lnTo>
                    <a:pt x="1352187" y="1579762"/>
                  </a:lnTo>
                  <a:lnTo>
                    <a:pt x="1351519" y="1579762"/>
                  </a:lnTo>
                  <a:lnTo>
                    <a:pt x="1350851" y="1579762"/>
                  </a:lnTo>
                  <a:lnTo>
                    <a:pt x="1350183" y="1579762"/>
                  </a:lnTo>
                  <a:lnTo>
                    <a:pt x="1349515" y="1579762"/>
                  </a:lnTo>
                  <a:lnTo>
                    <a:pt x="1348847" y="1579762"/>
                  </a:lnTo>
                  <a:lnTo>
                    <a:pt x="1348179" y="1579762"/>
                  </a:lnTo>
                  <a:lnTo>
                    <a:pt x="1347511" y="1579762"/>
                  </a:lnTo>
                  <a:lnTo>
                    <a:pt x="1346843" y="1579762"/>
                  </a:lnTo>
                  <a:lnTo>
                    <a:pt x="1346175" y="1579762"/>
                  </a:lnTo>
                  <a:lnTo>
                    <a:pt x="1345507" y="1579762"/>
                  </a:lnTo>
                  <a:lnTo>
                    <a:pt x="1344838" y="1579762"/>
                  </a:lnTo>
                  <a:lnTo>
                    <a:pt x="1344170" y="1579762"/>
                  </a:lnTo>
                  <a:lnTo>
                    <a:pt x="1343502" y="1579762"/>
                  </a:lnTo>
                  <a:lnTo>
                    <a:pt x="1342834" y="1579762"/>
                  </a:lnTo>
                  <a:lnTo>
                    <a:pt x="1342166" y="1579762"/>
                  </a:lnTo>
                  <a:lnTo>
                    <a:pt x="1341498" y="1579762"/>
                  </a:lnTo>
                  <a:lnTo>
                    <a:pt x="1340830" y="1579762"/>
                  </a:lnTo>
                  <a:lnTo>
                    <a:pt x="1340162" y="1579762"/>
                  </a:lnTo>
                  <a:lnTo>
                    <a:pt x="1339494" y="1579762"/>
                  </a:lnTo>
                  <a:lnTo>
                    <a:pt x="1338826" y="1579762"/>
                  </a:lnTo>
                  <a:lnTo>
                    <a:pt x="1338158" y="1579762"/>
                  </a:lnTo>
                  <a:lnTo>
                    <a:pt x="1337490" y="1579762"/>
                  </a:lnTo>
                  <a:lnTo>
                    <a:pt x="1336822" y="1579762"/>
                  </a:lnTo>
                  <a:lnTo>
                    <a:pt x="1336154" y="1579762"/>
                  </a:lnTo>
                  <a:lnTo>
                    <a:pt x="1335486" y="1579762"/>
                  </a:lnTo>
                  <a:lnTo>
                    <a:pt x="1334818" y="1579762"/>
                  </a:lnTo>
                  <a:lnTo>
                    <a:pt x="1334150" y="1579762"/>
                  </a:lnTo>
                  <a:lnTo>
                    <a:pt x="1333482" y="1579762"/>
                  </a:lnTo>
                  <a:lnTo>
                    <a:pt x="1332814" y="1579762"/>
                  </a:lnTo>
                  <a:lnTo>
                    <a:pt x="1332146" y="1579762"/>
                  </a:lnTo>
                  <a:lnTo>
                    <a:pt x="1331478" y="1579762"/>
                  </a:lnTo>
                  <a:lnTo>
                    <a:pt x="1330810" y="1579762"/>
                  </a:lnTo>
                  <a:lnTo>
                    <a:pt x="1330142" y="1579762"/>
                  </a:lnTo>
                  <a:lnTo>
                    <a:pt x="1329474" y="1579762"/>
                  </a:lnTo>
                  <a:lnTo>
                    <a:pt x="1328806" y="1579762"/>
                  </a:lnTo>
                  <a:lnTo>
                    <a:pt x="1328138" y="1579762"/>
                  </a:lnTo>
                  <a:lnTo>
                    <a:pt x="1327470" y="1579762"/>
                  </a:lnTo>
                  <a:lnTo>
                    <a:pt x="1326802" y="1579762"/>
                  </a:lnTo>
                  <a:lnTo>
                    <a:pt x="1326134" y="1579762"/>
                  </a:lnTo>
                  <a:lnTo>
                    <a:pt x="1325466" y="1579762"/>
                  </a:lnTo>
                  <a:lnTo>
                    <a:pt x="1324798" y="1579762"/>
                  </a:lnTo>
                  <a:lnTo>
                    <a:pt x="1324130" y="1579762"/>
                  </a:lnTo>
                  <a:lnTo>
                    <a:pt x="1323462" y="1579762"/>
                  </a:lnTo>
                  <a:lnTo>
                    <a:pt x="1322794" y="1579762"/>
                  </a:lnTo>
                  <a:lnTo>
                    <a:pt x="1322126" y="1579762"/>
                  </a:lnTo>
                  <a:lnTo>
                    <a:pt x="1321458" y="1579762"/>
                  </a:lnTo>
                  <a:lnTo>
                    <a:pt x="1320790" y="1579762"/>
                  </a:lnTo>
                  <a:lnTo>
                    <a:pt x="1320121" y="1579762"/>
                  </a:lnTo>
                  <a:lnTo>
                    <a:pt x="1319453" y="1579762"/>
                  </a:lnTo>
                  <a:lnTo>
                    <a:pt x="1318785" y="1579762"/>
                  </a:lnTo>
                  <a:lnTo>
                    <a:pt x="1318117" y="1579762"/>
                  </a:lnTo>
                  <a:lnTo>
                    <a:pt x="1317449" y="1579762"/>
                  </a:lnTo>
                  <a:lnTo>
                    <a:pt x="1316781" y="1579762"/>
                  </a:lnTo>
                  <a:lnTo>
                    <a:pt x="1316113" y="1579762"/>
                  </a:lnTo>
                  <a:lnTo>
                    <a:pt x="1315445" y="1579762"/>
                  </a:lnTo>
                  <a:lnTo>
                    <a:pt x="1314777" y="1579762"/>
                  </a:lnTo>
                  <a:lnTo>
                    <a:pt x="1314109" y="1579762"/>
                  </a:lnTo>
                  <a:lnTo>
                    <a:pt x="1313441" y="1579762"/>
                  </a:lnTo>
                  <a:lnTo>
                    <a:pt x="1312773" y="1579762"/>
                  </a:lnTo>
                  <a:lnTo>
                    <a:pt x="1312105" y="1579762"/>
                  </a:lnTo>
                  <a:lnTo>
                    <a:pt x="1311437" y="1579762"/>
                  </a:lnTo>
                  <a:lnTo>
                    <a:pt x="1310769" y="1579762"/>
                  </a:lnTo>
                  <a:lnTo>
                    <a:pt x="1310101" y="1579762"/>
                  </a:lnTo>
                  <a:lnTo>
                    <a:pt x="1309433" y="1579762"/>
                  </a:lnTo>
                  <a:lnTo>
                    <a:pt x="1308765" y="1579762"/>
                  </a:lnTo>
                  <a:lnTo>
                    <a:pt x="1308097" y="1579762"/>
                  </a:lnTo>
                  <a:lnTo>
                    <a:pt x="1307429" y="1579762"/>
                  </a:lnTo>
                  <a:lnTo>
                    <a:pt x="1306761" y="1579762"/>
                  </a:lnTo>
                  <a:lnTo>
                    <a:pt x="1306093" y="1579762"/>
                  </a:lnTo>
                  <a:lnTo>
                    <a:pt x="1305425" y="1579762"/>
                  </a:lnTo>
                  <a:lnTo>
                    <a:pt x="1304757" y="1579762"/>
                  </a:lnTo>
                  <a:lnTo>
                    <a:pt x="1304089" y="1579762"/>
                  </a:lnTo>
                  <a:lnTo>
                    <a:pt x="1303421" y="1579762"/>
                  </a:lnTo>
                  <a:lnTo>
                    <a:pt x="1302753" y="1579762"/>
                  </a:lnTo>
                  <a:lnTo>
                    <a:pt x="1302085" y="1579762"/>
                  </a:lnTo>
                  <a:lnTo>
                    <a:pt x="1301417" y="1579762"/>
                  </a:lnTo>
                  <a:lnTo>
                    <a:pt x="1300749" y="1579762"/>
                  </a:lnTo>
                  <a:lnTo>
                    <a:pt x="1300081" y="1579762"/>
                  </a:lnTo>
                  <a:lnTo>
                    <a:pt x="1299413" y="1579762"/>
                  </a:lnTo>
                  <a:lnTo>
                    <a:pt x="1298745" y="1579762"/>
                  </a:lnTo>
                  <a:lnTo>
                    <a:pt x="1298077" y="1579762"/>
                  </a:lnTo>
                  <a:lnTo>
                    <a:pt x="1297409" y="1579762"/>
                  </a:lnTo>
                  <a:lnTo>
                    <a:pt x="1296741" y="1579762"/>
                  </a:lnTo>
                  <a:lnTo>
                    <a:pt x="1296073" y="1579762"/>
                  </a:lnTo>
                  <a:lnTo>
                    <a:pt x="1295404" y="1579762"/>
                  </a:lnTo>
                  <a:lnTo>
                    <a:pt x="1294736" y="1579762"/>
                  </a:lnTo>
                  <a:lnTo>
                    <a:pt x="1294068" y="1579762"/>
                  </a:lnTo>
                  <a:lnTo>
                    <a:pt x="1293400" y="1579762"/>
                  </a:lnTo>
                  <a:lnTo>
                    <a:pt x="1292732" y="1579762"/>
                  </a:lnTo>
                  <a:lnTo>
                    <a:pt x="1292064" y="1579762"/>
                  </a:lnTo>
                  <a:lnTo>
                    <a:pt x="1291396" y="1579762"/>
                  </a:lnTo>
                  <a:lnTo>
                    <a:pt x="1290728" y="1579762"/>
                  </a:lnTo>
                  <a:lnTo>
                    <a:pt x="1290060" y="1579762"/>
                  </a:lnTo>
                  <a:lnTo>
                    <a:pt x="1289392" y="1579762"/>
                  </a:lnTo>
                  <a:lnTo>
                    <a:pt x="1288724" y="1579762"/>
                  </a:lnTo>
                  <a:lnTo>
                    <a:pt x="1288056" y="1579762"/>
                  </a:lnTo>
                  <a:lnTo>
                    <a:pt x="1287388" y="1579762"/>
                  </a:lnTo>
                  <a:lnTo>
                    <a:pt x="1286720" y="1579762"/>
                  </a:lnTo>
                  <a:lnTo>
                    <a:pt x="1286052" y="1579762"/>
                  </a:lnTo>
                  <a:lnTo>
                    <a:pt x="1285384" y="1579762"/>
                  </a:lnTo>
                  <a:lnTo>
                    <a:pt x="1284716" y="1579762"/>
                  </a:lnTo>
                  <a:lnTo>
                    <a:pt x="1284048" y="1579762"/>
                  </a:lnTo>
                  <a:lnTo>
                    <a:pt x="1283380" y="1579762"/>
                  </a:lnTo>
                  <a:lnTo>
                    <a:pt x="1282712" y="1579762"/>
                  </a:lnTo>
                  <a:lnTo>
                    <a:pt x="1282044" y="1579762"/>
                  </a:lnTo>
                  <a:lnTo>
                    <a:pt x="1281376" y="1579762"/>
                  </a:lnTo>
                  <a:lnTo>
                    <a:pt x="1280708" y="1579762"/>
                  </a:lnTo>
                  <a:lnTo>
                    <a:pt x="1280040" y="1579762"/>
                  </a:lnTo>
                  <a:lnTo>
                    <a:pt x="1279372" y="1579762"/>
                  </a:lnTo>
                  <a:lnTo>
                    <a:pt x="1278704" y="1579762"/>
                  </a:lnTo>
                  <a:lnTo>
                    <a:pt x="1278036" y="1579762"/>
                  </a:lnTo>
                  <a:lnTo>
                    <a:pt x="1277368" y="1579762"/>
                  </a:lnTo>
                  <a:lnTo>
                    <a:pt x="1276700" y="1579762"/>
                  </a:lnTo>
                  <a:lnTo>
                    <a:pt x="1276032" y="1579762"/>
                  </a:lnTo>
                  <a:lnTo>
                    <a:pt x="1275364" y="1579762"/>
                  </a:lnTo>
                  <a:lnTo>
                    <a:pt x="1274696" y="1579762"/>
                  </a:lnTo>
                  <a:lnTo>
                    <a:pt x="1274028" y="1579762"/>
                  </a:lnTo>
                  <a:lnTo>
                    <a:pt x="1273360" y="1579762"/>
                  </a:lnTo>
                  <a:lnTo>
                    <a:pt x="1272692" y="1579762"/>
                  </a:lnTo>
                  <a:lnTo>
                    <a:pt x="1272024" y="1579762"/>
                  </a:lnTo>
                  <a:lnTo>
                    <a:pt x="1271355" y="1579762"/>
                  </a:lnTo>
                  <a:lnTo>
                    <a:pt x="1270687" y="1579762"/>
                  </a:lnTo>
                  <a:lnTo>
                    <a:pt x="1270019" y="1579762"/>
                  </a:lnTo>
                  <a:lnTo>
                    <a:pt x="1269351" y="1579762"/>
                  </a:lnTo>
                  <a:lnTo>
                    <a:pt x="1268683" y="1579762"/>
                  </a:lnTo>
                  <a:lnTo>
                    <a:pt x="1268015" y="1579762"/>
                  </a:lnTo>
                  <a:lnTo>
                    <a:pt x="1267347" y="1579762"/>
                  </a:lnTo>
                  <a:lnTo>
                    <a:pt x="1266679" y="1579762"/>
                  </a:lnTo>
                  <a:lnTo>
                    <a:pt x="1266011" y="1579762"/>
                  </a:lnTo>
                  <a:lnTo>
                    <a:pt x="1265343" y="1579762"/>
                  </a:lnTo>
                  <a:lnTo>
                    <a:pt x="1264675" y="1579762"/>
                  </a:lnTo>
                  <a:lnTo>
                    <a:pt x="1264007" y="1579762"/>
                  </a:lnTo>
                  <a:lnTo>
                    <a:pt x="1263339" y="1579762"/>
                  </a:lnTo>
                  <a:lnTo>
                    <a:pt x="1262671" y="1579762"/>
                  </a:lnTo>
                  <a:lnTo>
                    <a:pt x="1262003" y="1579762"/>
                  </a:lnTo>
                  <a:lnTo>
                    <a:pt x="1261335" y="1579762"/>
                  </a:lnTo>
                  <a:lnTo>
                    <a:pt x="1260667" y="1579762"/>
                  </a:lnTo>
                  <a:lnTo>
                    <a:pt x="1259999" y="1579762"/>
                  </a:lnTo>
                  <a:lnTo>
                    <a:pt x="1259331" y="1579762"/>
                  </a:lnTo>
                  <a:lnTo>
                    <a:pt x="1258663" y="1579762"/>
                  </a:lnTo>
                  <a:lnTo>
                    <a:pt x="1257995" y="1579762"/>
                  </a:lnTo>
                  <a:lnTo>
                    <a:pt x="1257327" y="1579762"/>
                  </a:lnTo>
                  <a:lnTo>
                    <a:pt x="1256659" y="1579762"/>
                  </a:lnTo>
                  <a:lnTo>
                    <a:pt x="1255991" y="1579762"/>
                  </a:lnTo>
                  <a:lnTo>
                    <a:pt x="1255323" y="1579762"/>
                  </a:lnTo>
                  <a:lnTo>
                    <a:pt x="1254655" y="1579762"/>
                  </a:lnTo>
                  <a:lnTo>
                    <a:pt x="1253987" y="1579762"/>
                  </a:lnTo>
                  <a:lnTo>
                    <a:pt x="1253319" y="1579762"/>
                  </a:lnTo>
                  <a:lnTo>
                    <a:pt x="1252651" y="1579762"/>
                  </a:lnTo>
                  <a:lnTo>
                    <a:pt x="1251983" y="1579762"/>
                  </a:lnTo>
                  <a:lnTo>
                    <a:pt x="1251315" y="1579762"/>
                  </a:lnTo>
                  <a:lnTo>
                    <a:pt x="1250647" y="1579762"/>
                  </a:lnTo>
                  <a:lnTo>
                    <a:pt x="1249979" y="1579762"/>
                  </a:lnTo>
                  <a:lnTo>
                    <a:pt x="1249311" y="1579762"/>
                  </a:lnTo>
                  <a:lnTo>
                    <a:pt x="1248643" y="1579762"/>
                  </a:lnTo>
                  <a:lnTo>
                    <a:pt x="1247975" y="1579762"/>
                  </a:lnTo>
                  <a:lnTo>
                    <a:pt x="1247307" y="1579762"/>
                  </a:lnTo>
                  <a:lnTo>
                    <a:pt x="1246638" y="1579762"/>
                  </a:lnTo>
                  <a:lnTo>
                    <a:pt x="1245970" y="1579762"/>
                  </a:lnTo>
                  <a:lnTo>
                    <a:pt x="1245302" y="1579762"/>
                  </a:lnTo>
                  <a:lnTo>
                    <a:pt x="1244634" y="1579762"/>
                  </a:lnTo>
                  <a:lnTo>
                    <a:pt x="1243966" y="1579762"/>
                  </a:lnTo>
                  <a:lnTo>
                    <a:pt x="1243298" y="1579762"/>
                  </a:lnTo>
                  <a:lnTo>
                    <a:pt x="1242630" y="1579762"/>
                  </a:lnTo>
                  <a:lnTo>
                    <a:pt x="1241962" y="1579762"/>
                  </a:lnTo>
                  <a:lnTo>
                    <a:pt x="1241294" y="1579762"/>
                  </a:lnTo>
                  <a:lnTo>
                    <a:pt x="1240626" y="1579762"/>
                  </a:lnTo>
                  <a:lnTo>
                    <a:pt x="1239958" y="1579762"/>
                  </a:lnTo>
                  <a:lnTo>
                    <a:pt x="1239290" y="1579762"/>
                  </a:lnTo>
                  <a:lnTo>
                    <a:pt x="1238622" y="1579762"/>
                  </a:lnTo>
                  <a:lnTo>
                    <a:pt x="1237954" y="1579762"/>
                  </a:lnTo>
                  <a:lnTo>
                    <a:pt x="1237286" y="1579762"/>
                  </a:lnTo>
                  <a:lnTo>
                    <a:pt x="1236618" y="1579762"/>
                  </a:lnTo>
                  <a:lnTo>
                    <a:pt x="1235950" y="1579762"/>
                  </a:lnTo>
                  <a:lnTo>
                    <a:pt x="1235282" y="1579762"/>
                  </a:lnTo>
                  <a:lnTo>
                    <a:pt x="1234614" y="1579762"/>
                  </a:lnTo>
                  <a:lnTo>
                    <a:pt x="1233946" y="1579762"/>
                  </a:lnTo>
                  <a:lnTo>
                    <a:pt x="1233278" y="1579762"/>
                  </a:lnTo>
                  <a:lnTo>
                    <a:pt x="1232610" y="1579762"/>
                  </a:lnTo>
                  <a:lnTo>
                    <a:pt x="1231942" y="1579762"/>
                  </a:lnTo>
                  <a:lnTo>
                    <a:pt x="1231274" y="1579762"/>
                  </a:lnTo>
                  <a:lnTo>
                    <a:pt x="1230606" y="1579762"/>
                  </a:lnTo>
                  <a:lnTo>
                    <a:pt x="1229938" y="1579762"/>
                  </a:lnTo>
                  <a:lnTo>
                    <a:pt x="1229270" y="1579762"/>
                  </a:lnTo>
                  <a:lnTo>
                    <a:pt x="1228602" y="1579762"/>
                  </a:lnTo>
                  <a:lnTo>
                    <a:pt x="1227934" y="1579762"/>
                  </a:lnTo>
                  <a:lnTo>
                    <a:pt x="1227266" y="1579762"/>
                  </a:lnTo>
                  <a:lnTo>
                    <a:pt x="1226598" y="1579762"/>
                  </a:lnTo>
                  <a:lnTo>
                    <a:pt x="1225930" y="1579762"/>
                  </a:lnTo>
                  <a:lnTo>
                    <a:pt x="1225262" y="1579762"/>
                  </a:lnTo>
                  <a:lnTo>
                    <a:pt x="1224594" y="1579762"/>
                  </a:lnTo>
                  <a:lnTo>
                    <a:pt x="1223926" y="1579762"/>
                  </a:lnTo>
                  <a:lnTo>
                    <a:pt x="1223258" y="1579762"/>
                  </a:lnTo>
                  <a:lnTo>
                    <a:pt x="1222590" y="1579762"/>
                  </a:lnTo>
                  <a:lnTo>
                    <a:pt x="1221921" y="1579762"/>
                  </a:lnTo>
                  <a:lnTo>
                    <a:pt x="1221253" y="1579762"/>
                  </a:lnTo>
                  <a:lnTo>
                    <a:pt x="1220585" y="1579762"/>
                  </a:lnTo>
                  <a:lnTo>
                    <a:pt x="1219917" y="1579762"/>
                  </a:lnTo>
                  <a:lnTo>
                    <a:pt x="1219249" y="1579762"/>
                  </a:lnTo>
                  <a:lnTo>
                    <a:pt x="1218581" y="1579762"/>
                  </a:lnTo>
                  <a:lnTo>
                    <a:pt x="1217913" y="1579762"/>
                  </a:lnTo>
                  <a:lnTo>
                    <a:pt x="1217245" y="1579762"/>
                  </a:lnTo>
                  <a:lnTo>
                    <a:pt x="1216577" y="1579762"/>
                  </a:lnTo>
                  <a:lnTo>
                    <a:pt x="1215909" y="1579762"/>
                  </a:lnTo>
                  <a:lnTo>
                    <a:pt x="1215241" y="1579762"/>
                  </a:lnTo>
                  <a:lnTo>
                    <a:pt x="1214573" y="1579762"/>
                  </a:lnTo>
                  <a:lnTo>
                    <a:pt x="1213905" y="1579762"/>
                  </a:lnTo>
                  <a:lnTo>
                    <a:pt x="1213237" y="1579762"/>
                  </a:lnTo>
                  <a:lnTo>
                    <a:pt x="1212569" y="1579762"/>
                  </a:lnTo>
                  <a:lnTo>
                    <a:pt x="1211901" y="1579762"/>
                  </a:lnTo>
                  <a:lnTo>
                    <a:pt x="1211233" y="1579762"/>
                  </a:lnTo>
                  <a:lnTo>
                    <a:pt x="1210565" y="1579762"/>
                  </a:lnTo>
                  <a:lnTo>
                    <a:pt x="1209897" y="1579762"/>
                  </a:lnTo>
                  <a:lnTo>
                    <a:pt x="1209229" y="1579762"/>
                  </a:lnTo>
                  <a:lnTo>
                    <a:pt x="1208561" y="1579762"/>
                  </a:lnTo>
                  <a:lnTo>
                    <a:pt x="1207893" y="1579762"/>
                  </a:lnTo>
                  <a:lnTo>
                    <a:pt x="1207225" y="1579762"/>
                  </a:lnTo>
                  <a:lnTo>
                    <a:pt x="1206557" y="1579762"/>
                  </a:lnTo>
                  <a:lnTo>
                    <a:pt x="1205889" y="1579762"/>
                  </a:lnTo>
                  <a:lnTo>
                    <a:pt x="1205221" y="1579762"/>
                  </a:lnTo>
                  <a:lnTo>
                    <a:pt x="1204553" y="1579762"/>
                  </a:lnTo>
                  <a:lnTo>
                    <a:pt x="1203885" y="1579762"/>
                  </a:lnTo>
                  <a:lnTo>
                    <a:pt x="1203217" y="1579762"/>
                  </a:lnTo>
                  <a:lnTo>
                    <a:pt x="1202549" y="1579762"/>
                  </a:lnTo>
                  <a:lnTo>
                    <a:pt x="1201881" y="1579762"/>
                  </a:lnTo>
                  <a:lnTo>
                    <a:pt x="1201213" y="1579762"/>
                  </a:lnTo>
                  <a:lnTo>
                    <a:pt x="1200545" y="1579762"/>
                  </a:lnTo>
                  <a:lnTo>
                    <a:pt x="1199877" y="1579762"/>
                  </a:lnTo>
                  <a:lnTo>
                    <a:pt x="1199209" y="1579762"/>
                  </a:lnTo>
                  <a:lnTo>
                    <a:pt x="1198541" y="1579762"/>
                  </a:lnTo>
                  <a:lnTo>
                    <a:pt x="1197873" y="1579762"/>
                  </a:lnTo>
                  <a:lnTo>
                    <a:pt x="1197204" y="1579762"/>
                  </a:lnTo>
                  <a:lnTo>
                    <a:pt x="1196536" y="1579762"/>
                  </a:lnTo>
                  <a:lnTo>
                    <a:pt x="1195868" y="1579762"/>
                  </a:lnTo>
                  <a:lnTo>
                    <a:pt x="1195200" y="1579762"/>
                  </a:lnTo>
                  <a:lnTo>
                    <a:pt x="1194532" y="1579762"/>
                  </a:lnTo>
                  <a:lnTo>
                    <a:pt x="1193864" y="1579762"/>
                  </a:lnTo>
                  <a:lnTo>
                    <a:pt x="1193196" y="1579762"/>
                  </a:lnTo>
                  <a:lnTo>
                    <a:pt x="1192528" y="1579762"/>
                  </a:lnTo>
                  <a:lnTo>
                    <a:pt x="1191860" y="1579762"/>
                  </a:lnTo>
                  <a:lnTo>
                    <a:pt x="1191192" y="1579762"/>
                  </a:lnTo>
                  <a:lnTo>
                    <a:pt x="1190524" y="1579762"/>
                  </a:lnTo>
                  <a:lnTo>
                    <a:pt x="1189856" y="1579762"/>
                  </a:lnTo>
                  <a:lnTo>
                    <a:pt x="1189188" y="1579762"/>
                  </a:lnTo>
                  <a:lnTo>
                    <a:pt x="1188520" y="1579762"/>
                  </a:lnTo>
                  <a:lnTo>
                    <a:pt x="1187852" y="1579762"/>
                  </a:lnTo>
                  <a:lnTo>
                    <a:pt x="1187184" y="1579762"/>
                  </a:lnTo>
                  <a:lnTo>
                    <a:pt x="1186516" y="1579762"/>
                  </a:lnTo>
                  <a:lnTo>
                    <a:pt x="1185848" y="1579762"/>
                  </a:lnTo>
                  <a:lnTo>
                    <a:pt x="1185180" y="1579762"/>
                  </a:lnTo>
                  <a:lnTo>
                    <a:pt x="1184512" y="1579762"/>
                  </a:lnTo>
                  <a:lnTo>
                    <a:pt x="1183844" y="1579762"/>
                  </a:lnTo>
                  <a:lnTo>
                    <a:pt x="1183176" y="1579762"/>
                  </a:lnTo>
                  <a:lnTo>
                    <a:pt x="1182508" y="1579762"/>
                  </a:lnTo>
                  <a:lnTo>
                    <a:pt x="1181840" y="1579762"/>
                  </a:lnTo>
                  <a:lnTo>
                    <a:pt x="1181172" y="1579762"/>
                  </a:lnTo>
                  <a:lnTo>
                    <a:pt x="1180504" y="1579762"/>
                  </a:lnTo>
                  <a:lnTo>
                    <a:pt x="1179836" y="1579762"/>
                  </a:lnTo>
                  <a:lnTo>
                    <a:pt x="1179168" y="1579762"/>
                  </a:lnTo>
                  <a:lnTo>
                    <a:pt x="1178500" y="1579762"/>
                  </a:lnTo>
                  <a:lnTo>
                    <a:pt x="1177832" y="1579762"/>
                  </a:lnTo>
                  <a:lnTo>
                    <a:pt x="1177164" y="1579762"/>
                  </a:lnTo>
                  <a:lnTo>
                    <a:pt x="1176496" y="1579762"/>
                  </a:lnTo>
                  <a:lnTo>
                    <a:pt x="1175828" y="1579762"/>
                  </a:lnTo>
                  <a:lnTo>
                    <a:pt x="1175160" y="1579762"/>
                  </a:lnTo>
                  <a:lnTo>
                    <a:pt x="1174492" y="1579762"/>
                  </a:lnTo>
                  <a:lnTo>
                    <a:pt x="1173824" y="1579762"/>
                  </a:lnTo>
                  <a:lnTo>
                    <a:pt x="1173155" y="1579762"/>
                  </a:lnTo>
                  <a:lnTo>
                    <a:pt x="1172487" y="1579762"/>
                  </a:lnTo>
                  <a:lnTo>
                    <a:pt x="1171819" y="1579762"/>
                  </a:lnTo>
                  <a:lnTo>
                    <a:pt x="1171151" y="1579762"/>
                  </a:lnTo>
                  <a:lnTo>
                    <a:pt x="1170483" y="1579762"/>
                  </a:lnTo>
                  <a:lnTo>
                    <a:pt x="1169815" y="1579762"/>
                  </a:lnTo>
                  <a:lnTo>
                    <a:pt x="1169147" y="1579762"/>
                  </a:lnTo>
                  <a:lnTo>
                    <a:pt x="1168479" y="1579762"/>
                  </a:lnTo>
                  <a:lnTo>
                    <a:pt x="1167811" y="1579762"/>
                  </a:lnTo>
                  <a:lnTo>
                    <a:pt x="1167143" y="1579762"/>
                  </a:lnTo>
                  <a:lnTo>
                    <a:pt x="1166475" y="1579762"/>
                  </a:lnTo>
                  <a:lnTo>
                    <a:pt x="1165807" y="1579762"/>
                  </a:lnTo>
                  <a:lnTo>
                    <a:pt x="1165139" y="1579762"/>
                  </a:lnTo>
                  <a:lnTo>
                    <a:pt x="1164471" y="1579762"/>
                  </a:lnTo>
                  <a:lnTo>
                    <a:pt x="1163803" y="1579762"/>
                  </a:lnTo>
                  <a:lnTo>
                    <a:pt x="1163135" y="1579762"/>
                  </a:lnTo>
                  <a:lnTo>
                    <a:pt x="1162467" y="1579762"/>
                  </a:lnTo>
                  <a:lnTo>
                    <a:pt x="1161799" y="1579762"/>
                  </a:lnTo>
                  <a:lnTo>
                    <a:pt x="1161131" y="1579762"/>
                  </a:lnTo>
                  <a:lnTo>
                    <a:pt x="1160463" y="1579762"/>
                  </a:lnTo>
                  <a:lnTo>
                    <a:pt x="1159795" y="1579762"/>
                  </a:lnTo>
                  <a:lnTo>
                    <a:pt x="1159127" y="1579762"/>
                  </a:lnTo>
                  <a:lnTo>
                    <a:pt x="1158459" y="1579762"/>
                  </a:lnTo>
                  <a:lnTo>
                    <a:pt x="1157791" y="1579762"/>
                  </a:lnTo>
                  <a:lnTo>
                    <a:pt x="1157123" y="1579762"/>
                  </a:lnTo>
                  <a:lnTo>
                    <a:pt x="1156455" y="1579762"/>
                  </a:lnTo>
                  <a:lnTo>
                    <a:pt x="1155787" y="1579762"/>
                  </a:lnTo>
                  <a:lnTo>
                    <a:pt x="1155119" y="1579762"/>
                  </a:lnTo>
                  <a:lnTo>
                    <a:pt x="1154451" y="1579762"/>
                  </a:lnTo>
                  <a:lnTo>
                    <a:pt x="1153783" y="1579762"/>
                  </a:lnTo>
                  <a:lnTo>
                    <a:pt x="1153115" y="1579762"/>
                  </a:lnTo>
                  <a:lnTo>
                    <a:pt x="1152447" y="1579762"/>
                  </a:lnTo>
                  <a:lnTo>
                    <a:pt x="1151779" y="1579762"/>
                  </a:lnTo>
                  <a:lnTo>
                    <a:pt x="1151111" y="1579762"/>
                  </a:lnTo>
                  <a:lnTo>
                    <a:pt x="1150443" y="1579762"/>
                  </a:lnTo>
                  <a:lnTo>
                    <a:pt x="1149775" y="1579762"/>
                  </a:lnTo>
                  <a:lnTo>
                    <a:pt x="1149107" y="1579762"/>
                  </a:lnTo>
                  <a:lnTo>
                    <a:pt x="1148438" y="1579762"/>
                  </a:lnTo>
                  <a:lnTo>
                    <a:pt x="1147770" y="1579762"/>
                  </a:lnTo>
                  <a:lnTo>
                    <a:pt x="1147102" y="1579762"/>
                  </a:lnTo>
                  <a:lnTo>
                    <a:pt x="1146434" y="1579762"/>
                  </a:lnTo>
                  <a:lnTo>
                    <a:pt x="1145766" y="1579762"/>
                  </a:lnTo>
                  <a:lnTo>
                    <a:pt x="1145098" y="1579762"/>
                  </a:lnTo>
                  <a:lnTo>
                    <a:pt x="1144430" y="1579762"/>
                  </a:lnTo>
                  <a:lnTo>
                    <a:pt x="1143762" y="1579762"/>
                  </a:lnTo>
                  <a:lnTo>
                    <a:pt x="1143094" y="1579762"/>
                  </a:lnTo>
                  <a:lnTo>
                    <a:pt x="1142426" y="1579762"/>
                  </a:lnTo>
                  <a:lnTo>
                    <a:pt x="1141758" y="1579762"/>
                  </a:lnTo>
                  <a:lnTo>
                    <a:pt x="1141090" y="1579762"/>
                  </a:lnTo>
                  <a:lnTo>
                    <a:pt x="1140422" y="1579762"/>
                  </a:lnTo>
                  <a:lnTo>
                    <a:pt x="1139754" y="1579762"/>
                  </a:lnTo>
                  <a:lnTo>
                    <a:pt x="1139086" y="1579762"/>
                  </a:lnTo>
                  <a:lnTo>
                    <a:pt x="1138418" y="1579762"/>
                  </a:lnTo>
                  <a:lnTo>
                    <a:pt x="1137750" y="1579762"/>
                  </a:lnTo>
                  <a:lnTo>
                    <a:pt x="1137082" y="1579762"/>
                  </a:lnTo>
                  <a:lnTo>
                    <a:pt x="1136414" y="1579762"/>
                  </a:lnTo>
                  <a:lnTo>
                    <a:pt x="1135746" y="1579762"/>
                  </a:lnTo>
                  <a:lnTo>
                    <a:pt x="1135078" y="1579762"/>
                  </a:lnTo>
                  <a:lnTo>
                    <a:pt x="1134410" y="1579762"/>
                  </a:lnTo>
                  <a:lnTo>
                    <a:pt x="1133742" y="1579762"/>
                  </a:lnTo>
                  <a:lnTo>
                    <a:pt x="1133074" y="1579762"/>
                  </a:lnTo>
                  <a:lnTo>
                    <a:pt x="1132406" y="1579762"/>
                  </a:lnTo>
                  <a:lnTo>
                    <a:pt x="1131738" y="1579762"/>
                  </a:lnTo>
                  <a:lnTo>
                    <a:pt x="1131070" y="1579762"/>
                  </a:lnTo>
                  <a:lnTo>
                    <a:pt x="1130402" y="1579762"/>
                  </a:lnTo>
                  <a:lnTo>
                    <a:pt x="1129734" y="1579762"/>
                  </a:lnTo>
                  <a:lnTo>
                    <a:pt x="1129066" y="1579762"/>
                  </a:lnTo>
                  <a:lnTo>
                    <a:pt x="1128398" y="1579762"/>
                  </a:lnTo>
                  <a:lnTo>
                    <a:pt x="1127730" y="1579762"/>
                  </a:lnTo>
                  <a:lnTo>
                    <a:pt x="1127062" y="1579762"/>
                  </a:lnTo>
                  <a:lnTo>
                    <a:pt x="1126394" y="1579762"/>
                  </a:lnTo>
                  <a:lnTo>
                    <a:pt x="1125726" y="1579762"/>
                  </a:lnTo>
                  <a:lnTo>
                    <a:pt x="1125058" y="1579762"/>
                  </a:lnTo>
                  <a:lnTo>
                    <a:pt x="1124390" y="1579762"/>
                  </a:lnTo>
                  <a:lnTo>
                    <a:pt x="1123721" y="1579762"/>
                  </a:lnTo>
                  <a:lnTo>
                    <a:pt x="1123053" y="1579762"/>
                  </a:lnTo>
                  <a:lnTo>
                    <a:pt x="1122385" y="1579762"/>
                  </a:lnTo>
                  <a:lnTo>
                    <a:pt x="1121717" y="1579762"/>
                  </a:lnTo>
                  <a:lnTo>
                    <a:pt x="1121049" y="1579762"/>
                  </a:lnTo>
                  <a:lnTo>
                    <a:pt x="1120381" y="1579762"/>
                  </a:lnTo>
                  <a:lnTo>
                    <a:pt x="1119713" y="1579762"/>
                  </a:lnTo>
                  <a:lnTo>
                    <a:pt x="1119045" y="1579762"/>
                  </a:lnTo>
                  <a:lnTo>
                    <a:pt x="1118377" y="1579762"/>
                  </a:lnTo>
                  <a:lnTo>
                    <a:pt x="1117709" y="1579762"/>
                  </a:lnTo>
                  <a:lnTo>
                    <a:pt x="1117041" y="1579762"/>
                  </a:lnTo>
                  <a:lnTo>
                    <a:pt x="1116373" y="1579762"/>
                  </a:lnTo>
                  <a:lnTo>
                    <a:pt x="1115705" y="1579762"/>
                  </a:lnTo>
                  <a:lnTo>
                    <a:pt x="1115037" y="1579762"/>
                  </a:lnTo>
                  <a:lnTo>
                    <a:pt x="1114369" y="1579762"/>
                  </a:lnTo>
                  <a:lnTo>
                    <a:pt x="1113701" y="1579762"/>
                  </a:lnTo>
                  <a:lnTo>
                    <a:pt x="1113033" y="1579762"/>
                  </a:lnTo>
                  <a:lnTo>
                    <a:pt x="1112365" y="1579762"/>
                  </a:lnTo>
                  <a:lnTo>
                    <a:pt x="1111697" y="1579762"/>
                  </a:lnTo>
                  <a:lnTo>
                    <a:pt x="1111029" y="1579762"/>
                  </a:lnTo>
                  <a:lnTo>
                    <a:pt x="1110361" y="1579762"/>
                  </a:lnTo>
                  <a:lnTo>
                    <a:pt x="1109693" y="1579762"/>
                  </a:lnTo>
                  <a:lnTo>
                    <a:pt x="1109025" y="1579762"/>
                  </a:lnTo>
                  <a:lnTo>
                    <a:pt x="1108357" y="1579762"/>
                  </a:lnTo>
                  <a:lnTo>
                    <a:pt x="1107689" y="1579762"/>
                  </a:lnTo>
                  <a:lnTo>
                    <a:pt x="1107021" y="1579762"/>
                  </a:lnTo>
                  <a:lnTo>
                    <a:pt x="1106353" y="1579762"/>
                  </a:lnTo>
                  <a:lnTo>
                    <a:pt x="1105685" y="1579762"/>
                  </a:lnTo>
                  <a:lnTo>
                    <a:pt x="1105017" y="1579762"/>
                  </a:lnTo>
                  <a:lnTo>
                    <a:pt x="1104349" y="1579762"/>
                  </a:lnTo>
                  <a:lnTo>
                    <a:pt x="1103681" y="1579762"/>
                  </a:lnTo>
                  <a:lnTo>
                    <a:pt x="1103013" y="1579762"/>
                  </a:lnTo>
                  <a:lnTo>
                    <a:pt x="1102345" y="1579762"/>
                  </a:lnTo>
                  <a:lnTo>
                    <a:pt x="1101677" y="1579762"/>
                  </a:lnTo>
                  <a:lnTo>
                    <a:pt x="1101009" y="1579762"/>
                  </a:lnTo>
                  <a:lnTo>
                    <a:pt x="1100341" y="1579762"/>
                  </a:lnTo>
                  <a:lnTo>
                    <a:pt x="1099673" y="1579762"/>
                  </a:lnTo>
                  <a:lnTo>
                    <a:pt x="1099004" y="1579762"/>
                  </a:lnTo>
                  <a:lnTo>
                    <a:pt x="1098336" y="1579762"/>
                  </a:lnTo>
                  <a:lnTo>
                    <a:pt x="1097668" y="1579762"/>
                  </a:lnTo>
                  <a:lnTo>
                    <a:pt x="1097000" y="1579762"/>
                  </a:lnTo>
                  <a:lnTo>
                    <a:pt x="1096332" y="1579762"/>
                  </a:lnTo>
                  <a:lnTo>
                    <a:pt x="1095664" y="1579762"/>
                  </a:lnTo>
                  <a:lnTo>
                    <a:pt x="1094996" y="1579762"/>
                  </a:lnTo>
                  <a:lnTo>
                    <a:pt x="1094328" y="1579762"/>
                  </a:lnTo>
                  <a:lnTo>
                    <a:pt x="1093660" y="1579762"/>
                  </a:lnTo>
                  <a:lnTo>
                    <a:pt x="1092992" y="1579762"/>
                  </a:lnTo>
                  <a:lnTo>
                    <a:pt x="1092324" y="1579762"/>
                  </a:lnTo>
                  <a:lnTo>
                    <a:pt x="1091656" y="1579762"/>
                  </a:lnTo>
                  <a:lnTo>
                    <a:pt x="1090988" y="1579762"/>
                  </a:lnTo>
                  <a:lnTo>
                    <a:pt x="1090320" y="1579762"/>
                  </a:lnTo>
                  <a:lnTo>
                    <a:pt x="1089652" y="1579762"/>
                  </a:lnTo>
                  <a:lnTo>
                    <a:pt x="1088984" y="1579762"/>
                  </a:lnTo>
                  <a:lnTo>
                    <a:pt x="1088316" y="1579762"/>
                  </a:lnTo>
                  <a:lnTo>
                    <a:pt x="1087648" y="1579762"/>
                  </a:lnTo>
                  <a:lnTo>
                    <a:pt x="1086980" y="1579762"/>
                  </a:lnTo>
                  <a:lnTo>
                    <a:pt x="1086312" y="1579762"/>
                  </a:lnTo>
                  <a:lnTo>
                    <a:pt x="1085644" y="1579762"/>
                  </a:lnTo>
                  <a:lnTo>
                    <a:pt x="1084976" y="1579762"/>
                  </a:lnTo>
                  <a:lnTo>
                    <a:pt x="1084308" y="1579762"/>
                  </a:lnTo>
                  <a:lnTo>
                    <a:pt x="1083640" y="1579762"/>
                  </a:lnTo>
                  <a:lnTo>
                    <a:pt x="1082972" y="1579762"/>
                  </a:lnTo>
                  <a:lnTo>
                    <a:pt x="1082304" y="1579762"/>
                  </a:lnTo>
                  <a:lnTo>
                    <a:pt x="1081636" y="1579762"/>
                  </a:lnTo>
                  <a:lnTo>
                    <a:pt x="1080968" y="1579762"/>
                  </a:lnTo>
                  <a:lnTo>
                    <a:pt x="1080300" y="1579762"/>
                  </a:lnTo>
                  <a:lnTo>
                    <a:pt x="1079632" y="1579762"/>
                  </a:lnTo>
                  <a:lnTo>
                    <a:pt x="1078964" y="1579762"/>
                  </a:lnTo>
                  <a:lnTo>
                    <a:pt x="1078296" y="1579762"/>
                  </a:lnTo>
                  <a:lnTo>
                    <a:pt x="1077628" y="1579762"/>
                  </a:lnTo>
                  <a:lnTo>
                    <a:pt x="1076960" y="1579762"/>
                  </a:lnTo>
                  <a:lnTo>
                    <a:pt x="1076292" y="1579762"/>
                  </a:lnTo>
                  <a:lnTo>
                    <a:pt x="1075624" y="1579762"/>
                  </a:lnTo>
                  <a:lnTo>
                    <a:pt x="1074955" y="1579762"/>
                  </a:lnTo>
                  <a:lnTo>
                    <a:pt x="1074287" y="1579762"/>
                  </a:lnTo>
                  <a:lnTo>
                    <a:pt x="1073619" y="1579762"/>
                  </a:lnTo>
                  <a:lnTo>
                    <a:pt x="1072951" y="1579762"/>
                  </a:lnTo>
                  <a:lnTo>
                    <a:pt x="1072283" y="1579762"/>
                  </a:lnTo>
                  <a:lnTo>
                    <a:pt x="1071615" y="1579762"/>
                  </a:lnTo>
                  <a:lnTo>
                    <a:pt x="1070947" y="1579762"/>
                  </a:lnTo>
                  <a:lnTo>
                    <a:pt x="1070279" y="1579762"/>
                  </a:lnTo>
                  <a:lnTo>
                    <a:pt x="1069611" y="1579762"/>
                  </a:lnTo>
                  <a:lnTo>
                    <a:pt x="1068943" y="1579762"/>
                  </a:lnTo>
                  <a:lnTo>
                    <a:pt x="1068275" y="1579762"/>
                  </a:lnTo>
                  <a:lnTo>
                    <a:pt x="1067607" y="1579762"/>
                  </a:lnTo>
                  <a:lnTo>
                    <a:pt x="1066939" y="1579762"/>
                  </a:lnTo>
                  <a:lnTo>
                    <a:pt x="1066271" y="1579762"/>
                  </a:lnTo>
                  <a:lnTo>
                    <a:pt x="1065603" y="1579762"/>
                  </a:lnTo>
                  <a:lnTo>
                    <a:pt x="1064935" y="1579762"/>
                  </a:lnTo>
                  <a:lnTo>
                    <a:pt x="1064267" y="1579762"/>
                  </a:lnTo>
                  <a:lnTo>
                    <a:pt x="1063599" y="1579762"/>
                  </a:lnTo>
                  <a:lnTo>
                    <a:pt x="1062931" y="1579762"/>
                  </a:lnTo>
                  <a:lnTo>
                    <a:pt x="1062263" y="1579762"/>
                  </a:lnTo>
                  <a:lnTo>
                    <a:pt x="1061595" y="1579762"/>
                  </a:lnTo>
                  <a:lnTo>
                    <a:pt x="1060927" y="1579762"/>
                  </a:lnTo>
                  <a:lnTo>
                    <a:pt x="1060259" y="1579762"/>
                  </a:lnTo>
                  <a:lnTo>
                    <a:pt x="1059591" y="1579762"/>
                  </a:lnTo>
                  <a:lnTo>
                    <a:pt x="1058923" y="1579762"/>
                  </a:lnTo>
                  <a:lnTo>
                    <a:pt x="1058255" y="1579762"/>
                  </a:lnTo>
                  <a:lnTo>
                    <a:pt x="1057587" y="1579762"/>
                  </a:lnTo>
                  <a:lnTo>
                    <a:pt x="1056919" y="1579762"/>
                  </a:lnTo>
                  <a:lnTo>
                    <a:pt x="1056251" y="1579762"/>
                  </a:lnTo>
                  <a:lnTo>
                    <a:pt x="1055583" y="1579762"/>
                  </a:lnTo>
                  <a:lnTo>
                    <a:pt x="1054915" y="1579762"/>
                  </a:lnTo>
                  <a:lnTo>
                    <a:pt x="1054247" y="1579762"/>
                  </a:lnTo>
                  <a:lnTo>
                    <a:pt x="1053579" y="1579762"/>
                  </a:lnTo>
                  <a:lnTo>
                    <a:pt x="1052911" y="1579762"/>
                  </a:lnTo>
                  <a:lnTo>
                    <a:pt x="1052243" y="1579762"/>
                  </a:lnTo>
                  <a:lnTo>
                    <a:pt x="1051575" y="1579762"/>
                  </a:lnTo>
                  <a:lnTo>
                    <a:pt x="1050907" y="1579762"/>
                  </a:lnTo>
                  <a:lnTo>
                    <a:pt x="1050238" y="1579762"/>
                  </a:lnTo>
                  <a:lnTo>
                    <a:pt x="1049570" y="1579762"/>
                  </a:lnTo>
                  <a:lnTo>
                    <a:pt x="1048902" y="1579762"/>
                  </a:lnTo>
                  <a:lnTo>
                    <a:pt x="1048234" y="1579762"/>
                  </a:lnTo>
                  <a:lnTo>
                    <a:pt x="1047566" y="1579762"/>
                  </a:lnTo>
                  <a:lnTo>
                    <a:pt x="1046898" y="1579762"/>
                  </a:lnTo>
                  <a:lnTo>
                    <a:pt x="1046230" y="1579762"/>
                  </a:lnTo>
                  <a:lnTo>
                    <a:pt x="1045562" y="1579762"/>
                  </a:lnTo>
                  <a:lnTo>
                    <a:pt x="1044894" y="1579762"/>
                  </a:lnTo>
                  <a:lnTo>
                    <a:pt x="1044226" y="1579762"/>
                  </a:lnTo>
                  <a:lnTo>
                    <a:pt x="1043558" y="1579762"/>
                  </a:lnTo>
                  <a:lnTo>
                    <a:pt x="1042890" y="1579762"/>
                  </a:lnTo>
                  <a:lnTo>
                    <a:pt x="1042222" y="1579762"/>
                  </a:lnTo>
                  <a:lnTo>
                    <a:pt x="1041554" y="1579762"/>
                  </a:lnTo>
                  <a:lnTo>
                    <a:pt x="1040886" y="1579762"/>
                  </a:lnTo>
                  <a:lnTo>
                    <a:pt x="1040218" y="1579762"/>
                  </a:lnTo>
                  <a:lnTo>
                    <a:pt x="1039550" y="1579762"/>
                  </a:lnTo>
                  <a:lnTo>
                    <a:pt x="1038882" y="1579762"/>
                  </a:lnTo>
                  <a:lnTo>
                    <a:pt x="1038214" y="1579762"/>
                  </a:lnTo>
                  <a:lnTo>
                    <a:pt x="1037546" y="1579762"/>
                  </a:lnTo>
                  <a:lnTo>
                    <a:pt x="1036878" y="1579762"/>
                  </a:lnTo>
                  <a:lnTo>
                    <a:pt x="1036210" y="1579762"/>
                  </a:lnTo>
                  <a:lnTo>
                    <a:pt x="1035542" y="1579762"/>
                  </a:lnTo>
                  <a:lnTo>
                    <a:pt x="1034874" y="1579762"/>
                  </a:lnTo>
                  <a:lnTo>
                    <a:pt x="1034206" y="1579762"/>
                  </a:lnTo>
                  <a:lnTo>
                    <a:pt x="1033538" y="1579762"/>
                  </a:lnTo>
                  <a:lnTo>
                    <a:pt x="1032870" y="1579762"/>
                  </a:lnTo>
                  <a:lnTo>
                    <a:pt x="1032202" y="1579762"/>
                  </a:lnTo>
                  <a:lnTo>
                    <a:pt x="1031534" y="1579762"/>
                  </a:lnTo>
                  <a:lnTo>
                    <a:pt x="1030866" y="1579762"/>
                  </a:lnTo>
                  <a:lnTo>
                    <a:pt x="1030198" y="1579762"/>
                  </a:lnTo>
                  <a:lnTo>
                    <a:pt x="1029530" y="1579762"/>
                  </a:lnTo>
                  <a:lnTo>
                    <a:pt x="1028862" y="1579762"/>
                  </a:lnTo>
                  <a:lnTo>
                    <a:pt x="1028194" y="1579762"/>
                  </a:lnTo>
                  <a:lnTo>
                    <a:pt x="1027526" y="1579762"/>
                  </a:lnTo>
                  <a:lnTo>
                    <a:pt x="1026858" y="1579762"/>
                  </a:lnTo>
                  <a:lnTo>
                    <a:pt x="1026190" y="1579762"/>
                  </a:lnTo>
                  <a:lnTo>
                    <a:pt x="1025521" y="1579762"/>
                  </a:lnTo>
                  <a:lnTo>
                    <a:pt x="1024853" y="1579762"/>
                  </a:lnTo>
                  <a:lnTo>
                    <a:pt x="1024185" y="1579762"/>
                  </a:lnTo>
                  <a:lnTo>
                    <a:pt x="1023517" y="1579762"/>
                  </a:lnTo>
                  <a:lnTo>
                    <a:pt x="1022849" y="1579762"/>
                  </a:lnTo>
                  <a:lnTo>
                    <a:pt x="1022181" y="1579762"/>
                  </a:lnTo>
                  <a:lnTo>
                    <a:pt x="1021513" y="1579762"/>
                  </a:lnTo>
                  <a:lnTo>
                    <a:pt x="1020845" y="1579762"/>
                  </a:lnTo>
                  <a:lnTo>
                    <a:pt x="1020177" y="1579762"/>
                  </a:lnTo>
                  <a:lnTo>
                    <a:pt x="1019509" y="1579762"/>
                  </a:lnTo>
                  <a:lnTo>
                    <a:pt x="1018841" y="1579762"/>
                  </a:lnTo>
                  <a:lnTo>
                    <a:pt x="1018173" y="1579762"/>
                  </a:lnTo>
                  <a:lnTo>
                    <a:pt x="1017505" y="1579762"/>
                  </a:lnTo>
                  <a:lnTo>
                    <a:pt x="1016837" y="1579762"/>
                  </a:lnTo>
                  <a:lnTo>
                    <a:pt x="1016169" y="1579762"/>
                  </a:lnTo>
                  <a:lnTo>
                    <a:pt x="1015501" y="1579762"/>
                  </a:lnTo>
                  <a:lnTo>
                    <a:pt x="1014833" y="1579762"/>
                  </a:lnTo>
                  <a:lnTo>
                    <a:pt x="1014165" y="1579762"/>
                  </a:lnTo>
                  <a:lnTo>
                    <a:pt x="1013497" y="1579762"/>
                  </a:lnTo>
                  <a:lnTo>
                    <a:pt x="1012829" y="1579762"/>
                  </a:lnTo>
                  <a:lnTo>
                    <a:pt x="1012161" y="1579762"/>
                  </a:lnTo>
                  <a:lnTo>
                    <a:pt x="1011493" y="1579762"/>
                  </a:lnTo>
                  <a:lnTo>
                    <a:pt x="1010825" y="1579762"/>
                  </a:lnTo>
                  <a:lnTo>
                    <a:pt x="1010157" y="1579762"/>
                  </a:lnTo>
                  <a:lnTo>
                    <a:pt x="1009489" y="1579762"/>
                  </a:lnTo>
                  <a:lnTo>
                    <a:pt x="1008821" y="1579762"/>
                  </a:lnTo>
                  <a:lnTo>
                    <a:pt x="1008153" y="1579762"/>
                  </a:lnTo>
                  <a:lnTo>
                    <a:pt x="1007485" y="1579762"/>
                  </a:lnTo>
                  <a:lnTo>
                    <a:pt x="1006817" y="1579762"/>
                  </a:lnTo>
                  <a:lnTo>
                    <a:pt x="1006149" y="1579762"/>
                  </a:lnTo>
                  <a:lnTo>
                    <a:pt x="1005481" y="1579762"/>
                  </a:lnTo>
                  <a:lnTo>
                    <a:pt x="1004813" y="1579762"/>
                  </a:lnTo>
                  <a:lnTo>
                    <a:pt x="1004145" y="1579762"/>
                  </a:lnTo>
                  <a:lnTo>
                    <a:pt x="1003477" y="1579762"/>
                  </a:lnTo>
                  <a:lnTo>
                    <a:pt x="1002809" y="1579762"/>
                  </a:lnTo>
                  <a:lnTo>
                    <a:pt x="1002141" y="1579762"/>
                  </a:lnTo>
                  <a:lnTo>
                    <a:pt x="1001473" y="1579762"/>
                  </a:lnTo>
                  <a:lnTo>
                    <a:pt x="1000804" y="1579762"/>
                  </a:lnTo>
                  <a:lnTo>
                    <a:pt x="1000136" y="1579762"/>
                  </a:lnTo>
                  <a:lnTo>
                    <a:pt x="999468" y="1579762"/>
                  </a:lnTo>
                  <a:lnTo>
                    <a:pt x="998800" y="1579762"/>
                  </a:lnTo>
                  <a:lnTo>
                    <a:pt x="998132" y="1579762"/>
                  </a:lnTo>
                  <a:lnTo>
                    <a:pt x="997464" y="1579762"/>
                  </a:lnTo>
                  <a:lnTo>
                    <a:pt x="996796" y="1579762"/>
                  </a:lnTo>
                  <a:lnTo>
                    <a:pt x="996128" y="1579762"/>
                  </a:lnTo>
                  <a:lnTo>
                    <a:pt x="995460" y="1579762"/>
                  </a:lnTo>
                  <a:lnTo>
                    <a:pt x="994792" y="1579762"/>
                  </a:lnTo>
                  <a:lnTo>
                    <a:pt x="994124" y="1579762"/>
                  </a:lnTo>
                  <a:lnTo>
                    <a:pt x="993456" y="1579762"/>
                  </a:lnTo>
                  <a:lnTo>
                    <a:pt x="992788" y="1579762"/>
                  </a:lnTo>
                  <a:lnTo>
                    <a:pt x="992120" y="1579762"/>
                  </a:lnTo>
                  <a:lnTo>
                    <a:pt x="991452" y="1579762"/>
                  </a:lnTo>
                  <a:lnTo>
                    <a:pt x="990784" y="1579762"/>
                  </a:lnTo>
                  <a:lnTo>
                    <a:pt x="990116" y="1579762"/>
                  </a:lnTo>
                  <a:lnTo>
                    <a:pt x="989448" y="1579762"/>
                  </a:lnTo>
                  <a:lnTo>
                    <a:pt x="988780" y="1579762"/>
                  </a:lnTo>
                  <a:lnTo>
                    <a:pt x="988112" y="1579762"/>
                  </a:lnTo>
                  <a:lnTo>
                    <a:pt x="987444" y="1579762"/>
                  </a:lnTo>
                  <a:lnTo>
                    <a:pt x="986776" y="1579762"/>
                  </a:lnTo>
                  <a:lnTo>
                    <a:pt x="986108" y="1579762"/>
                  </a:lnTo>
                  <a:lnTo>
                    <a:pt x="985440" y="1579762"/>
                  </a:lnTo>
                  <a:lnTo>
                    <a:pt x="984772" y="1579762"/>
                  </a:lnTo>
                  <a:lnTo>
                    <a:pt x="984104" y="1579762"/>
                  </a:lnTo>
                  <a:lnTo>
                    <a:pt x="983436" y="1579762"/>
                  </a:lnTo>
                  <a:lnTo>
                    <a:pt x="982768" y="1579762"/>
                  </a:lnTo>
                  <a:lnTo>
                    <a:pt x="982100" y="1579762"/>
                  </a:lnTo>
                  <a:lnTo>
                    <a:pt x="981432" y="1579762"/>
                  </a:lnTo>
                  <a:lnTo>
                    <a:pt x="980764" y="1579762"/>
                  </a:lnTo>
                  <a:lnTo>
                    <a:pt x="980096" y="1579762"/>
                  </a:lnTo>
                  <a:lnTo>
                    <a:pt x="979428" y="1579762"/>
                  </a:lnTo>
                  <a:lnTo>
                    <a:pt x="978760" y="1579762"/>
                  </a:lnTo>
                  <a:lnTo>
                    <a:pt x="978092" y="1579762"/>
                  </a:lnTo>
                  <a:lnTo>
                    <a:pt x="977424" y="1579762"/>
                  </a:lnTo>
                  <a:lnTo>
                    <a:pt x="976755" y="1579762"/>
                  </a:lnTo>
                  <a:lnTo>
                    <a:pt x="976087" y="1579762"/>
                  </a:lnTo>
                  <a:lnTo>
                    <a:pt x="975419" y="1579762"/>
                  </a:lnTo>
                  <a:lnTo>
                    <a:pt x="974751" y="1579762"/>
                  </a:lnTo>
                  <a:lnTo>
                    <a:pt x="974083" y="1579762"/>
                  </a:lnTo>
                  <a:lnTo>
                    <a:pt x="973415" y="1579762"/>
                  </a:lnTo>
                  <a:lnTo>
                    <a:pt x="972747" y="1579762"/>
                  </a:lnTo>
                  <a:lnTo>
                    <a:pt x="972079" y="1579762"/>
                  </a:lnTo>
                  <a:lnTo>
                    <a:pt x="971411" y="1579762"/>
                  </a:lnTo>
                  <a:lnTo>
                    <a:pt x="970743" y="1579762"/>
                  </a:lnTo>
                  <a:lnTo>
                    <a:pt x="970075" y="1579762"/>
                  </a:lnTo>
                  <a:lnTo>
                    <a:pt x="969407" y="1579762"/>
                  </a:lnTo>
                  <a:lnTo>
                    <a:pt x="968739" y="1579762"/>
                  </a:lnTo>
                  <a:lnTo>
                    <a:pt x="968071" y="1579762"/>
                  </a:lnTo>
                  <a:lnTo>
                    <a:pt x="967403" y="1579762"/>
                  </a:lnTo>
                  <a:lnTo>
                    <a:pt x="966735" y="1579762"/>
                  </a:lnTo>
                  <a:lnTo>
                    <a:pt x="966067" y="1579762"/>
                  </a:lnTo>
                  <a:lnTo>
                    <a:pt x="965399" y="1579762"/>
                  </a:lnTo>
                  <a:lnTo>
                    <a:pt x="964731" y="1579762"/>
                  </a:lnTo>
                  <a:lnTo>
                    <a:pt x="964063" y="1579762"/>
                  </a:lnTo>
                  <a:lnTo>
                    <a:pt x="963395" y="1579762"/>
                  </a:lnTo>
                  <a:lnTo>
                    <a:pt x="962727" y="1579762"/>
                  </a:lnTo>
                  <a:lnTo>
                    <a:pt x="962059" y="1579762"/>
                  </a:lnTo>
                  <a:lnTo>
                    <a:pt x="961391" y="1579762"/>
                  </a:lnTo>
                  <a:lnTo>
                    <a:pt x="960723" y="1579762"/>
                  </a:lnTo>
                  <a:lnTo>
                    <a:pt x="960055" y="1579762"/>
                  </a:lnTo>
                  <a:lnTo>
                    <a:pt x="959387" y="1579762"/>
                  </a:lnTo>
                  <a:lnTo>
                    <a:pt x="958719" y="1579762"/>
                  </a:lnTo>
                  <a:lnTo>
                    <a:pt x="958051" y="1579762"/>
                  </a:lnTo>
                  <a:lnTo>
                    <a:pt x="957383" y="1579762"/>
                  </a:lnTo>
                  <a:lnTo>
                    <a:pt x="956715" y="1579762"/>
                  </a:lnTo>
                  <a:lnTo>
                    <a:pt x="956047" y="1579762"/>
                  </a:lnTo>
                  <a:lnTo>
                    <a:pt x="955379" y="1579762"/>
                  </a:lnTo>
                  <a:lnTo>
                    <a:pt x="954711" y="1579762"/>
                  </a:lnTo>
                  <a:lnTo>
                    <a:pt x="954043" y="1579762"/>
                  </a:lnTo>
                  <a:lnTo>
                    <a:pt x="953375" y="1579762"/>
                  </a:lnTo>
                  <a:lnTo>
                    <a:pt x="952707" y="1579762"/>
                  </a:lnTo>
                  <a:lnTo>
                    <a:pt x="952038" y="1579762"/>
                  </a:lnTo>
                  <a:lnTo>
                    <a:pt x="951370" y="1579762"/>
                  </a:lnTo>
                  <a:lnTo>
                    <a:pt x="950702" y="1579762"/>
                  </a:lnTo>
                  <a:lnTo>
                    <a:pt x="950034" y="1579762"/>
                  </a:lnTo>
                  <a:lnTo>
                    <a:pt x="949366" y="1579762"/>
                  </a:lnTo>
                  <a:lnTo>
                    <a:pt x="948698" y="1579762"/>
                  </a:lnTo>
                  <a:lnTo>
                    <a:pt x="948030" y="1579762"/>
                  </a:lnTo>
                  <a:lnTo>
                    <a:pt x="947362" y="1579762"/>
                  </a:lnTo>
                  <a:lnTo>
                    <a:pt x="946694" y="1579762"/>
                  </a:lnTo>
                  <a:lnTo>
                    <a:pt x="946026" y="1579762"/>
                  </a:lnTo>
                  <a:lnTo>
                    <a:pt x="945358" y="1579762"/>
                  </a:lnTo>
                  <a:lnTo>
                    <a:pt x="944690" y="1579762"/>
                  </a:lnTo>
                  <a:lnTo>
                    <a:pt x="944022" y="1579762"/>
                  </a:lnTo>
                  <a:lnTo>
                    <a:pt x="943354" y="1579762"/>
                  </a:lnTo>
                  <a:lnTo>
                    <a:pt x="942686" y="1579762"/>
                  </a:lnTo>
                  <a:lnTo>
                    <a:pt x="942018" y="1579762"/>
                  </a:lnTo>
                  <a:lnTo>
                    <a:pt x="941350" y="1579762"/>
                  </a:lnTo>
                  <a:lnTo>
                    <a:pt x="940682" y="1579762"/>
                  </a:lnTo>
                  <a:lnTo>
                    <a:pt x="940014" y="1579762"/>
                  </a:lnTo>
                  <a:lnTo>
                    <a:pt x="939346" y="1579762"/>
                  </a:lnTo>
                  <a:lnTo>
                    <a:pt x="938678" y="1579762"/>
                  </a:lnTo>
                  <a:lnTo>
                    <a:pt x="938010" y="1579762"/>
                  </a:lnTo>
                  <a:lnTo>
                    <a:pt x="937342" y="1579762"/>
                  </a:lnTo>
                  <a:lnTo>
                    <a:pt x="936674" y="1579762"/>
                  </a:lnTo>
                  <a:lnTo>
                    <a:pt x="936006" y="1579762"/>
                  </a:lnTo>
                  <a:lnTo>
                    <a:pt x="935338" y="1579762"/>
                  </a:lnTo>
                  <a:lnTo>
                    <a:pt x="934670" y="1579762"/>
                  </a:lnTo>
                  <a:lnTo>
                    <a:pt x="934002" y="1579762"/>
                  </a:lnTo>
                  <a:lnTo>
                    <a:pt x="933334" y="1579762"/>
                  </a:lnTo>
                  <a:lnTo>
                    <a:pt x="932666" y="1579762"/>
                  </a:lnTo>
                  <a:lnTo>
                    <a:pt x="931998" y="1579762"/>
                  </a:lnTo>
                  <a:lnTo>
                    <a:pt x="931330" y="1579762"/>
                  </a:lnTo>
                  <a:lnTo>
                    <a:pt x="930662" y="1579762"/>
                  </a:lnTo>
                  <a:lnTo>
                    <a:pt x="929994" y="1579762"/>
                  </a:lnTo>
                  <a:lnTo>
                    <a:pt x="929326" y="1579762"/>
                  </a:lnTo>
                  <a:lnTo>
                    <a:pt x="928658" y="1579762"/>
                  </a:lnTo>
                  <a:lnTo>
                    <a:pt x="927990" y="1579762"/>
                  </a:lnTo>
                  <a:lnTo>
                    <a:pt x="927321" y="1579762"/>
                  </a:lnTo>
                  <a:lnTo>
                    <a:pt x="926653" y="1579762"/>
                  </a:lnTo>
                  <a:lnTo>
                    <a:pt x="925985" y="1579762"/>
                  </a:lnTo>
                  <a:lnTo>
                    <a:pt x="925317" y="1579762"/>
                  </a:lnTo>
                  <a:lnTo>
                    <a:pt x="924649" y="1579762"/>
                  </a:lnTo>
                  <a:lnTo>
                    <a:pt x="923981" y="1579762"/>
                  </a:lnTo>
                  <a:lnTo>
                    <a:pt x="923313" y="1579762"/>
                  </a:lnTo>
                  <a:lnTo>
                    <a:pt x="922645" y="1579762"/>
                  </a:lnTo>
                  <a:lnTo>
                    <a:pt x="921977" y="1579762"/>
                  </a:lnTo>
                  <a:lnTo>
                    <a:pt x="921309" y="1579762"/>
                  </a:lnTo>
                  <a:lnTo>
                    <a:pt x="920641" y="1579762"/>
                  </a:lnTo>
                  <a:lnTo>
                    <a:pt x="919973" y="1579762"/>
                  </a:lnTo>
                  <a:lnTo>
                    <a:pt x="919305" y="1579762"/>
                  </a:lnTo>
                  <a:lnTo>
                    <a:pt x="918637" y="1579762"/>
                  </a:lnTo>
                  <a:lnTo>
                    <a:pt x="917969" y="1579762"/>
                  </a:lnTo>
                  <a:lnTo>
                    <a:pt x="917301" y="1579762"/>
                  </a:lnTo>
                  <a:lnTo>
                    <a:pt x="916633" y="1579762"/>
                  </a:lnTo>
                  <a:lnTo>
                    <a:pt x="915965" y="1579762"/>
                  </a:lnTo>
                  <a:lnTo>
                    <a:pt x="915297" y="1579762"/>
                  </a:lnTo>
                  <a:lnTo>
                    <a:pt x="914629" y="1579762"/>
                  </a:lnTo>
                  <a:lnTo>
                    <a:pt x="913961" y="1579762"/>
                  </a:lnTo>
                  <a:lnTo>
                    <a:pt x="913293" y="1579762"/>
                  </a:lnTo>
                  <a:lnTo>
                    <a:pt x="912625" y="1579762"/>
                  </a:lnTo>
                  <a:lnTo>
                    <a:pt x="911957" y="1579762"/>
                  </a:lnTo>
                  <a:lnTo>
                    <a:pt x="911289" y="1579762"/>
                  </a:lnTo>
                  <a:lnTo>
                    <a:pt x="910621" y="1579762"/>
                  </a:lnTo>
                  <a:lnTo>
                    <a:pt x="909953" y="1579762"/>
                  </a:lnTo>
                  <a:lnTo>
                    <a:pt x="909285" y="1579762"/>
                  </a:lnTo>
                  <a:lnTo>
                    <a:pt x="908617" y="1579762"/>
                  </a:lnTo>
                  <a:lnTo>
                    <a:pt x="907949" y="1579762"/>
                  </a:lnTo>
                  <a:lnTo>
                    <a:pt x="907281" y="1579762"/>
                  </a:lnTo>
                  <a:lnTo>
                    <a:pt x="906613" y="1579762"/>
                  </a:lnTo>
                  <a:lnTo>
                    <a:pt x="905945" y="1579762"/>
                  </a:lnTo>
                  <a:lnTo>
                    <a:pt x="905277" y="1579762"/>
                  </a:lnTo>
                  <a:lnTo>
                    <a:pt x="904609" y="1579762"/>
                  </a:lnTo>
                  <a:lnTo>
                    <a:pt x="903941" y="1579762"/>
                  </a:lnTo>
                  <a:lnTo>
                    <a:pt x="903273" y="1579762"/>
                  </a:lnTo>
                  <a:lnTo>
                    <a:pt x="902604" y="1579762"/>
                  </a:lnTo>
                  <a:lnTo>
                    <a:pt x="901936" y="1579762"/>
                  </a:lnTo>
                  <a:lnTo>
                    <a:pt x="901268" y="1579762"/>
                  </a:lnTo>
                  <a:lnTo>
                    <a:pt x="900600" y="1579762"/>
                  </a:lnTo>
                  <a:lnTo>
                    <a:pt x="899932" y="1579762"/>
                  </a:lnTo>
                  <a:lnTo>
                    <a:pt x="899264" y="1579762"/>
                  </a:lnTo>
                  <a:lnTo>
                    <a:pt x="898596" y="1579762"/>
                  </a:lnTo>
                  <a:lnTo>
                    <a:pt x="897928" y="1579762"/>
                  </a:lnTo>
                  <a:lnTo>
                    <a:pt x="897260" y="1579762"/>
                  </a:lnTo>
                  <a:lnTo>
                    <a:pt x="896592" y="1579762"/>
                  </a:lnTo>
                  <a:lnTo>
                    <a:pt x="895924" y="1579762"/>
                  </a:lnTo>
                  <a:lnTo>
                    <a:pt x="895256" y="1579762"/>
                  </a:lnTo>
                  <a:lnTo>
                    <a:pt x="894588" y="1579762"/>
                  </a:lnTo>
                  <a:lnTo>
                    <a:pt x="893920" y="1579762"/>
                  </a:lnTo>
                  <a:lnTo>
                    <a:pt x="893252" y="1579762"/>
                  </a:lnTo>
                  <a:lnTo>
                    <a:pt x="892584" y="1579762"/>
                  </a:lnTo>
                  <a:lnTo>
                    <a:pt x="891916" y="1579762"/>
                  </a:lnTo>
                  <a:lnTo>
                    <a:pt x="891248" y="1579762"/>
                  </a:lnTo>
                  <a:lnTo>
                    <a:pt x="890580" y="1579762"/>
                  </a:lnTo>
                  <a:lnTo>
                    <a:pt x="889912" y="1579762"/>
                  </a:lnTo>
                  <a:lnTo>
                    <a:pt x="889244" y="1579762"/>
                  </a:lnTo>
                  <a:lnTo>
                    <a:pt x="888576" y="1579762"/>
                  </a:lnTo>
                  <a:lnTo>
                    <a:pt x="887908" y="1579762"/>
                  </a:lnTo>
                  <a:lnTo>
                    <a:pt x="887240" y="1579762"/>
                  </a:lnTo>
                  <a:lnTo>
                    <a:pt x="886572" y="1579762"/>
                  </a:lnTo>
                  <a:lnTo>
                    <a:pt x="885904" y="1579762"/>
                  </a:lnTo>
                  <a:lnTo>
                    <a:pt x="885236" y="1579762"/>
                  </a:lnTo>
                  <a:lnTo>
                    <a:pt x="884568" y="1579762"/>
                  </a:lnTo>
                  <a:lnTo>
                    <a:pt x="883900" y="1579762"/>
                  </a:lnTo>
                  <a:lnTo>
                    <a:pt x="883232" y="1579762"/>
                  </a:lnTo>
                  <a:lnTo>
                    <a:pt x="882564" y="1579762"/>
                  </a:lnTo>
                  <a:lnTo>
                    <a:pt x="881896" y="1579762"/>
                  </a:lnTo>
                  <a:lnTo>
                    <a:pt x="881228" y="1579762"/>
                  </a:lnTo>
                  <a:lnTo>
                    <a:pt x="880560" y="1579762"/>
                  </a:lnTo>
                  <a:lnTo>
                    <a:pt x="879892" y="1579762"/>
                  </a:lnTo>
                  <a:lnTo>
                    <a:pt x="879224" y="1579762"/>
                  </a:lnTo>
                  <a:lnTo>
                    <a:pt x="878555" y="1579762"/>
                  </a:lnTo>
                  <a:lnTo>
                    <a:pt x="877887" y="1579762"/>
                  </a:lnTo>
                  <a:lnTo>
                    <a:pt x="877219" y="1579762"/>
                  </a:lnTo>
                  <a:lnTo>
                    <a:pt x="876551" y="1579762"/>
                  </a:lnTo>
                  <a:lnTo>
                    <a:pt x="875883" y="1579762"/>
                  </a:lnTo>
                  <a:lnTo>
                    <a:pt x="875215" y="1579762"/>
                  </a:lnTo>
                  <a:lnTo>
                    <a:pt x="874547" y="1579762"/>
                  </a:lnTo>
                  <a:lnTo>
                    <a:pt x="873879" y="1579762"/>
                  </a:lnTo>
                  <a:lnTo>
                    <a:pt x="873211" y="1579762"/>
                  </a:lnTo>
                  <a:lnTo>
                    <a:pt x="872543" y="1579762"/>
                  </a:lnTo>
                  <a:lnTo>
                    <a:pt x="871875" y="1579762"/>
                  </a:lnTo>
                  <a:lnTo>
                    <a:pt x="871207" y="1579762"/>
                  </a:lnTo>
                  <a:lnTo>
                    <a:pt x="870539" y="1579762"/>
                  </a:lnTo>
                  <a:lnTo>
                    <a:pt x="869871" y="1579762"/>
                  </a:lnTo>
                  <a:lnTo>
                    <a:pt x="869203" y="1579762"/>
                  </a:lnTo>
                  <a:lnTo>
                    <a:pt x="868535" y="1579762"/>
                  </a:lnTo>
                  <a:lnTo>
                    <a:pt x="867867" y="1579762"/>
                  </a:lnTo>
                  <a:lnTo>
                    <a:pt x="867199" y="1579762"/>
                  </a:lnTo>
                  <a:lnTo>
                    <a:pt x="866531" y="1579762"/>
                  </a:lnTo>
                  <a:lnTo>
                    <a:pt x="865863" y="1579762"/>
                  </a:lnTo>
                  <a:lnTo>
                    <a:pt x="865195" y="1579762"/>
                  </a:lnTo>
                  <a:lnTo>
                    <a:pt x="864527" y="1579762"/>
                  </a:lnTo>
                  <a:lnTo>
                    <a:pt x="863859" y="1579762"/>
                  </a:lnTo>
                  <a:lnTo>
                    <a:pt x="863191" y="1579762"/>
                  </a:lnTo>
                  <a:lnTo>
                    <a:pt x="862523" y="1579762"/>
                  </a:lnTo>
                  <a:lnTo>
                    <a:pt x="861855" y="1579762"/>
                  </a:lnTo>
                  <a:lnTo>
                    <a:pt x="861187" y="1579762"/>
                  </a:lnTo>
                  <a:lnTo>
                    <a:pt x="860519" y="1579762"/>
                  </a:lnTo>
                  <a:lnTo>
                    <a:pt x="859851" y="1579762"/>
                  </a:lnTo>
                  <a:lnTo>
                    <a:pt x="859183" y="1579762"/>
                  </a:lnTo>
                  <a:lnTo>
                    <a:pt x="858515" y="1579762"/>
                  </a:lnTo>
                  <a:lnTo>
                    <a:pt x="857847" y="1579762"/>
                  </a:lnTo>
                  <a:lnTo>
                    <a:pt x="857179" y="1579762"/>
                  </a:lnTo>
                  <a:lnTo>
                    <a:pt x="856511" y="1579762"/>
                  </a:lnTo>
                  <a:lnTo>
                    <a:pt x="855843" y="1579762"/>
                  </a:lnTo>
                  <a:lnTo>
                    <a:pt x="855175" y="1579762"/>
                  </a:lnTo>
                  <a:lnTo>
                    <a:pt x="854507" y="1579762"/>
                  </a:lnTo>
                  <a:lnTo>
                    <a:pt x="853838" y="1579762"/>
                  </a:lnTo>
                  <a:lnTo>
                    <a:pt x="853170" y="1579762"/>
                  </a:lnTo>
                  <a:lnTo>
                    <a:pt x="852502" y="1579762"/>
                  </a:lnTo>
                  <a:lnTo>
                    <a:pt x="851834" y="1579762"/>
                  </a:lnTo>
                  <a:lnTo>
                    <a:pt x="851166" y="1579762"/>
                  </a:lnTo>
                  <a:lnTo>
                    <a:pt x="850498" y="1579762"/>
                  </a:lnTo>
                  <a:lnTo>
                    <a:pt x="849830" y="1579762"/>
                  </a:lnTo>
                  <a:lnTo>
                    <a:pt x="849162" y="1579762"/>
                  </a:lnTo>
                  <a:lnTo>
                    <a:pt x="848494" y="1579762"/>
                  </a:lnTo>
                  <a:lnTo>
                    <a:pt x="847826" y="1579762"/>
                  </a:lnTo>
                  <a:lnTo>
                    <a:pt x="847158" y="1579762"/>
                  </a:lnTo>
                  <a:lnTo>
                    <a:pt x="846490" y="1579762"/>
                  </a:lnTo>
                  <a:lnTo>
                    <a:pt x="845822" y="1579762"/>
                  </a:lnTo>
                  <a:lnTo>
                    <a:pt x="845154" y="1579762"/>
                  </a:lnTo>
                  <a:lnTo>
                    <a:pt x="844486" y="1579762"/>
                  </a:lnTo>
                  <a:lnTo>
                    <a:pt x="843818" y="1579762"/>
                  </a:lnTo>
                  <a:lnTo>
                    <a:pt x="843150" y="1579762"/>
                  </a:lnTo>
                  <a:lnTo>
                    <a:pt x="842482" y="1579762"/>
                  </a:lnTo>
                  <a:lnTo>
                    <a:pt x="841814" y="1579762"/>
                  </a:lnTo>
                  <a:lnTo>
                    <a:pt x="841146" y="1579762"/>
                  </a:lnTo>
                  <a:lnTo>
                    <a:pt x="840478" y="1579762"/>
                  </a:lnTo>
                  <a:lnTo>
                    <a:pt x="839810" y="1579762"/>
                  </a:lnTo>
                  <a:lnTo>
                    <a:pt x="839142" y="1579762"/>
                  </a:lnTo>
                  <a:lnTo>
                    <a:pt x="838474" y="1579762"/>
                  </a:lnTo>
                  <a:lnTo>
                    <a:pt x="837806" y="1579762"/>
                  </a:lnTo>
                  <a:lnTo>
                    <a:pt x="837138" y="1579762"/>
                  </a:lnTo>
                  <a:lnTo>
                    <a:pt x="836470" y="1579762"/>
                  </a:lnTo>
                  <a:lnTo>
                    <a:pt x="835802" y="1579762"/>
                  </a:lnTo>
                  <a:lnTo>
                    <a:pt x="835134" y="1579762"/>
                  </a:lnTo>
                  <a:lnTo>
                    <a:pt x="834466" y="1579762"/>
                  </a:lnTo>
                  <a:lnTo>
                    <a:pt x="833798" y="1579762"/>
                  </a:lnTo>
                  <a:lnTo>
                    <a:pt x="833130" y="1579762"/>
                  </a:lnTo>
                  <a:lnTo>
                    <a:pt x="832462" y="1579762"/>
                  </a:lnTo>
                  <a:lnTo>
                    <a:pt x="831794" y="1579762"/>
                  </a:lnTo>
                  <a:lnTo>
                    <a:pt x="831126" y="1579762"/>
                  </a:lnTo>
                  <a:lnTo>
                    <a:pt x="830458" y="1579762"/>
                  </a:lnTo>
                  <a:lnTo>
                    <a:pt x="829790" y="1579762"/>
                  </a:lnTo>
                  <a:lnTo>
                    <a:pt x="829121" y="1579762"/>
                  </a:lnTo>
                  <a:lnTo>
                    <a:pt x="828453" y="1579762"/>
                  </a:lnTo>
                  <a:lnTo>
                    <a:pt x="827785" y="1579762"/>
                  </a:lnTo>
                  <a:lnTo>
                    <a:pt x="827117" y="1579762"/>
                  </a:lnTo>
                  <a:lnTo>
                    <a:pt x="826449" y="1579762"/>
                  </a:lnTo>
                  <a:lnTo>
                    <a:pt x="825781" y="1579762"/>
                  </a:lnTo>
                  <a:lnTo>
                    <a:pt x="825113" y="1579762"/>
                  </a:lnTo>
                  <a:lnTo>
                    <a:pt x="824445" y="1579762"/>
                  </a:lnTo>
                  <a:lnTo>
                    <a:pt x="823777" y="1579762"/>
                  </a:lnTo>
                  <a:lnTo>
                    <a:pt x="823109" y="1579762"/>
                  </a:lnTo>
                  <a:lnTo>
                    <a:pt x="822441" y="1579762"/>
                  </a:lnTo>
                  <a:lnTo>
                    <a:pt x="821773" y="1579762"/>
                  </a:lnTo>
                  <a:lnTo>
                    <a:pt x="821105" y="1579762"/>
                  </a:lnTo>
                  <a:lnTo>
                    <a:pt x="820437" y="1579762"/>
                  </a:lnTo>
                  <a:lnTo>
                    <a:pt x="819769" y="1579762"/>
                  </a:lnTo>
                  <a:lnTo>
                    <a:pt x="819101" y="1579762"/>
                  </a:lnTo>
                  <a:lnTo>
                    <a:pt x="818433" y="1579762"/>
                  </a:lnTo>
                  <a:lnTo>
                    <a:pt x="817765" y="1579762"/>
                  </a:lnTo>
                  <a:lnTo>
                    <a:pt x="817097" y="1579762"/>
                  </a:lnTo>
                  <a:lnTo>
                    <a:pt x="816429" y="1579762"/>
                  </a:lnTo>
                  <a:lnTo>
                    <a:pt x="815761" y="1579762"/>
                  </a:lnTo>
                  <a:lnTo>
                    <a:pt x="815093" y="1579762"/>
                  </a:lnTo>
                  <a:lnTo>
                    <a:pt x="814425" y="1579762"/>
                  </a:lnTo>
                  <a:lnTo>
                    <a:pt x="813757" y="1579762"/>
                  </a:lnTo>
                  <a:lnTo>
                    <a:pt x="813089" y="1579762"/>
                  </a:lnTo>
                  <a:lnTo>
                    <a:pt x="812421" y="1579762"/>
                  </a:lnTo>
                  <a:lnTo>
                    <a:pt x="811753" y="1579762"/>
                  </a:lnTo>
                  <a:lnTo>
                    <a:pt x="811085" y="1579762"/>
                  </a:lnTo>
                  <a:lnTo>
                    <a:pt x="810417" y="1579762"/>
                  </a:lnTo>
                  <a:lnTo>
                    <a:pt x="809749" y="1579762"/>
                  </a:lnTo>
                  <a:lnTo>
                    <a:pt x="809081" y="1579762"/>
                  </a:lnTo>
                  <a:lnTo>
                    <a:pt x="808413" y="1579762"/>
                  </a:lnTo>
                  <a:lnTo>
                    <a:pt x="807745" y="1579762"/>
                  </a:lnTo>
                  <a:lnTo>
                    <a:pt x="807077" y="1579762"/>
                  </a:lnTo>
                  <a:lnTo>
                    <a:pt x="806409" y="1579762"/>
                  </a:lnTo>
                  <a:lnTo>
                    <a:pt x="805741" y="1579762"/>
                  </a:lnTo>
                  <a:lnTo>
                    <a:pt x="805073" y="1579762"/>
                  </a:lnTo>
                  <a:lnTo>
                    <a:pt x="804404" y="1579762"/>
                  </a:lnTo>
                  <a:lnTo>
                    <a:pt x="803736" y="1579762"/>
                  </a:lnTo>
                  <a:lnTo>
                    <a:pt x="803068" y="1579762"/>
                  </a:lnTo>
                  <a:lnTo>
                    <a:pt x="802400" y="1579762"/>
                  </a:lnTo>
                  <a:lnTo>
                    <a:pt x="801732" y="1579762"/>
                  </a:lnTo>
                  <a:lnTo>
                    <a:pt x="801064" y="1579762"/>
                  </a:lnTo>
                  <a:lnTo>
                    <a:pt x="800396" y="1579762"/>
                  </a:lnTo>
                  <a:lnTo>
                    <a:pt x="799728" y="1579762"/>
                  </a:lnTo>
                  <a:lnTo>
                    <a:pt x="799060" y="1579762"/>
                  </a:lnTo>
                  <a:lnTo>
                    <a:pt x="798392" y="1579762"/>
                  </a:lnTo>
                  <a:lnTo>
                    <a:pt x="797724" y="1579762"/>
                  </a:lnTo>
                  <a:lnTo>
                    <a:pt x="797056" y="1579762"/>
                  </a:lnTo>
                  <a:lnTo>
                    <a:pt x="796388" y="1579762"/>
                  </a:lnTo>
                  <a:lnTo>
                    <a:pt x="795720" y="1579762"/>
                  </a:lnTo>
                  <a:lnTo>
                    <a:pt x="795052" y="1579762"/>
                  </a:lnTo>
                  <a:lnTo>
                    <a:pt x="794384" y="1579762"/>
                  </a:lnTo>
                  <a:lnTo>
                    <a:pt x="793716" y="1579762"/>
                  </a:lnTo>
                  <a:lnTo>
                    <a:pt x="793048" y="1579762"/>
                  </a:lnTo>
                  <a:lnTo>
                    <a:pt x="792380" y="1579762"/>
                  </a:lnTo>
                  <a:lnTo>
                    <a:pt x="791712" y="1579762"/>
                  </a:lnTo>
                  <a:lnTo>
                    <a:pt x="791044" y="1579762"/>
                  </a:lnTo>
                  <a:lnTo>
                    <a:pt x="790376" y="1579762"/>
                  </a:lnTo>
                  <a:lnTo>
                    <a:pt x="789708" y="1579762"/>
                  </a:lnTo>
                  <a:lnTo>
                    <a:pt x="789040" y="1579762"/>
                  </a:lnTo>
                  <a:lnTo>
                    <a:pt x="788372" y="1579762"/>
                  </a:lnTo>
                  <a:lnTo>
                    <a:pt x="787704" y="1579762"/>
                  </a:lnTo>
                  <a:lnTo>
                    <a:pt x="787036" y="1579762"/>
                  </a:lnTo>
                  <a:lnTo>
                    <a:pt x="786368" y="1579762"/>
                  </a:lnTo>
                  <a:lnTo>
                    <a:pt x="785700" y="1579762"/>
                  </a:lnTo>
                  <a:lnTo>
                    <a:pt x="785032" y="1579762"/>
                  </a:lnTo>
                  <a:lnTo>
                    <a:pt x="784364" y="1579762"/>
                  </a:lnTo>
                  <a:lnTo>
                    <a:pt x="783696" y="1579762"/>
                  </a:lnTo>
                  <a:lnTo>
                    <a:pt x="783028" y="1579762"/>
                  </a:lnTo>
                  <a:lnTo>
                    <a:pt x="782360" y="1579762"/>
                  </a:lnTo>
                  <a:lnTo>
                    <a:pt x="781692" y="1579762"/>
                  </a:lnTo>
                  <a:lnTo>
                    <a:pt x="781024" y="1579762"/>
                  </a:lnTo>
                  <a:lnTo>
                    <a:pt x="780355" y="1579762"/>
                  </a:lnTo>
                  <a:lnTo>
                    <a:pt x="779687" y="1579762"/>
                  </a:lnTo>
                  <a:lnTo>
                    <a:pt x="779019" y="1579762"/>
                  </a:lnTo>
                  <a:lnTo>
                    <a:pt x="778351" y="1579762"/>
                  </a:lnTo>
                  <a:lnTo>
                    <a:pt x="777683" y="1579762"/>
                  </a:lnTo>
                  <a:lnTo>
                    <a:pt x="777015" y="1579762"/>
                  </a:lnTo>
                  <a:lnTo>
                    <a:pt x="776347" y="1579762"/>
                  </a:lnTo>
                  <a:lnTo>
                    <a:pt x="775679" y="1579762"/>
                  </a:lnTo>
                  <a:lnTo>
                    <a:pt x="775011" y="1579762"/>
                  </a:lnTo>
                  <a:lnTo>
                    <a:pt x="774343" y="1579762"/>
                  </a:lnTo>
                  <a:lnTo>
                    <a:pt x="773675" y="1579762"/>
                  </a:lnTo>
                  <a:lnTo>
                    <a:pt x="773007" y="1579762"/>
                  </a:lnTo>
                  <a:lnTo>
                    <a:pt x="772339" y="1579762"/>
                  </a:lnTo>
                  <a:lnTo>
                    <a:pt x="771671" y="1579762"/>
                  </a:lnTo>
                  <a:lnTo>
                    <a:pt x="771003" y="1579762"/>
                  </a:lnTo>
                  <a:lnTo>
                    <a:pt x="770335" y="1579762"/>
                  </a:lnTo>
                  <a:lnTo>
                    <a:pt x="769667" y="1579762"/>
                  </a:lnTo>
                  <a:lnTo>
                    <a:pt x="768999" y="1579762"/>
                  </a:lnTo>
                  <a:lnTo>
                    <a:pt x="768331" y="1579762"/>
                  </a:lnTo>
                  <a:lnTo>
                    <a:pt x="767663" y="1579762"/>
                  </a:lnTo>
                  <a:lnTo>
                    <a:pt x="766995" y="1579762"/>
                  </a:lnTo>
                  <a:lnTo>
                    <a:pt x="766327" y="1579762"/>
                  </a:lnTo>
                  <a:lnTo>
                    <a:pt x="765659" y="1579762"/>
                  </a:lnTo>
                  <a:lnTo>
                    <a:pt x="764991" y="1579762"/>
                  </a:lnTo>
                  <a:lnTo>
                    <a:pt x="764323" y="1579762"/>
                  </a:lnTo>
                  <a:lnTo>
                    <a:pt x="763655" y="1579762"/>
                  </a:lnTo>
                  <a:lnTo>
                    <a:pt x="762987" y="1579762"/>
                  </a:lnTo>
                  <a:lnTo>
                    <a:pt x="762319" y="1579762"/>
                  </a:lnTo>
                  <a:lnTo>
                    <a:pt x="761651" y="1579762"/>
                  </a:lnTo>
                  <a:lnTo>
                    <a:pt x="760983" y="1579762"/>
                  </a:lnTo>
                  <a:lnTo>
                    <a:pt x="760315" y="1579762"/>
                  </a:lnTo>
                  <a:lnTo>
                    <a:pt x="759647" y="1579762"/>
                  </a:lnTo>
                  <a:lnTo>
                    <a:pt x="758979" y="1579762"/>
                  </a:lnTo>
                  <a:lnTo>
                    <a:pt x="758311" y="1579762"/>
                  </a:lnTo>
                  <a:lnTo>
                    <a:pt x="757643" y="1579762"/>
                  </a:lnTo>
                  <a:lnTo>
                    <a:pt x="756975" y="1579762"/>
                  </a:lnTo>
                  <a:lnTo>
                    <a:pt x="756307" y="1579762"/>
                  </a:lnTo>
                  <a:lnTo>
                    <a:pt x="755638" y="1579762"/>
                  </a:lnTo>
                  <a:lnTo>
                    <a:pt x="754970" y="1579762"/>
                  </a:lnTo>
                  <a:lnTo>
                    <a:pt x="754302" y="1579762"/>
                  </a:lnTo>
                  <a:lnTo>
                    <a:pt x="753634" y="1579762"/>
                  </a:lnTo>
                  <a:lnTo>
                    <a:pt x="752966" y="1579762"/>
                  </a:lnTo>
                  <a:lnTo>
                    <a:pt x="752298" y="1579762"/>
                  </a:lnTo>
                  <a:lnTo>
                    <a:pt x="751630" y="1579762"/>
                  </a:lnTo>
                  <a:lnTo>
                    <a:pt x="750962" y="1579762"/>
                  </a:lnTo>
                  <a:lnTo>
                    <a:pt x="750294" y="1579762"/>
                  </a:lnTo>
                  <a:lnTo>
                    <a:pt x="749626" y="1579762"/>
                  </a:lnTo>
                  <a:lnTo>
                    <a:pt x="748958" y="1579762"/>
                  </a:lnTo>
                  <a:lnTo>
                    <a:pt x="748290" y="1579762"/>
                  </a:lnTo>
                  <a:lnTo>
                    <a:pt x="747622" y="1579762"/>
                  </a:lnTo>
                  <a:lnTo>
                    <a:pt x="746954" y="1579762"/>
                  </a:lnTo>
                  <a:lnTo>
                    <a:pt x="746286" y="1579762"/>
                  </a:lnTo>
                  <a:lnTo>
                    <a:pt x="745618" y="1579762"/>
                  </a:lnTo>
                  <a:lnTo>
                    <a:pt x="744950" y="1579762"/>
                  </a:lnTo>
                  <a:lnTo>
                    <a:pt x="744282" y="1579762"/>
                  </a:lnTo>
                  <a:lnTo>
                    <a:pt x="743614" y="1579762"/>
                  </a:lnTo>
                  <a:lnTo>
                    <a:pt x="742946" y="1579762"/>
                  </a:lnTo>
                  <a:lnTo>
                    <a:pt x="742278" y="1579762"/>
                  </a:lnTo>
                  <a:lnTo>
                    <a:pt x="741610" y="1579762"/>
                  </a:lnTo>
                  <a:lnTo>
                    <a:pt x="740942" y="1579762"/>
                  </a:lnTo>
                  <a:lnTo>
                    <a:pt x="740274" y="1579762"/>
                  </a:lnTo>
                  <a:lnTo>
                    <a:pt x="739606" y="1579762"/>
                  </a:lnTo>
                  <a:lnTo>
                    <a:pt x="738938" y="1579762"/>
                  </a:lnTo>
                  <a:lnTo>
                    <a:pt x="738270" y="1579762"/>
                  </a:lnTo>
                  <a:lnTo>
                    <a:pt x="737602" y="1579762"/>
                  </a:lnTo>
                  <a:lnTo>
                    <a:pt x="736934" y="1579762"/>
                  </a:lnTo>
                  <a:lnTo>
                    <a:pt x="736266" y="1579762"/>
                  </a:lnTo>
                  <a:lnTo>
                    <a:pt x="735598" y="1579762"/>
                  </a:lnTo>
                  <a:lnTo>
                    <a:pt x="734930" y="1579762"/>
                  </a:lnTo>
                  <a:lnTo>
                    <a:pt x="734262" y="1579762"/>
                  </a:lnTo>
                  <a:lnTo>
                    <a:pt x="733594" y="1579762"/>
                  </a:lnTo>
                  <a:lnTo>
                    <a:pt x="732926" y="1579762"/>
                  </a:lnTo>
                  <a:lnTo>
                    <a:pt x="732258" y="1579762"/>
                  </a:lnTo>
                  <a:lnTo>
                    <a:pt x="731590" y="1579762"/>
                  </a:lnTo>
                  <a:lnTo>
                    <a:pt x="730921" y="1579762"/>
                  </a:lnTo>
                  <a:lnTo>
                    <a:pt x="730253" y="1579762"/>
                  </a:lnTo>
                  <a:lnTo>
                    <a:pt x="729585" y="1579762"/>
                  </a:lnTo>
                  <a:lnTo>
                    <a:pt x="728917" y="1579762"/>
                  </a:lnTo>
                  <a:lnTo>
                    <a:pt x="728249" y="1579762"/>
                  </a:lnTo>
                  <a:lnTo>
                    <a:pt x="727581" y="1579762"/>
                  </a:lnTo>
                  <a:lnTo>
                    <a:pt x="726913" y="1579762"/>
                  </a:lnTo>
                  <a:lnTo>
                    <a:pt x="726245" y="1579762"/>
                  </a:lnTo>
                  <a:lnTo>
                    <a:pt x="725577" y="1579762"/>
                  </a:lnTo>
                  <a:lnTo>
                    <a:pt x="724909" y="1579762"/>
                  </a:lnTo>
                  <a:lnTo>
                    <a:pt x="724241" y="1579762"/>
                  </a:lnTo>
                  <a:lnTo>
                    <a:pt x="723573" y="1579762"/>
                  </a:lnTo>
                  <a:lnTo>
                    <a:pt x="722905" y="1579762"/>
                  </a:lnTo>
                  <a:lnTo>
                    <a:pt x="722237" y="1579762"/>
                  </a:lnTo>
                  <a:lnTo>
                    <a:pt x="721569" y="1579762"/>
                  </a:lnTo>
                  <a:lnTo>
                    <a:pt x="720901" y="1579762"/>
                  </a:lnTo>
                  <a:lnTo>
                    <a:pt x="720233" y="1579762"/>
                  </a:lnTo>
                  <a:lnTo>
                    <a:pt x="719565" y="1579762"/>
                  </a:lnTo>
                  <a:lnTo>
                    <a:pt x="718897" y="1579762"/>
                  </a:lnTo>
                  <a:lnTo>
                    <a:pt x="718229" y="1579762"/>
                  </a:lnTo>
                  <a:lnTo>
                    <a:pt x="717561" y="1579762"/>
                  </a:lnTo>
                  <a:lnTo>
                    <a:pt x="716893" y="1579762"/>
                  </a:lnTo>
                  <a:lnTo>
                    <a:pt x="716225" y="1579762"/>
                  </a:lnTo>
                  <a:lnTo>
                    <a:pt x="715557" y="1579762"/>
                  </a:lnTo>
                  <a:lnTo>
                    <a:pt x="714889" y="1579762"/>
                  </a:lnTo>
                  <a:lnTo>
                    <a:pt x="714221" y="1579762"/>
                  </a:lnTo>
                  <a:lnTo>
                    <a:pt x="713553" y="1579762"/>
                  </a:lnTo>
                  <a:lnTo>
                    <a:pt x="712885" y="1579762"/>
                  </a:lnTo>
                  <a:lnTo>
                    <a:pt x="712217" y="1579762"/>
                  </a:lnTo>
                  <a:lnTo>
                    <a:pt x="711549" y="1579762"/>
                  </a:lnTo>
                  <a:lnTo>
                    <a:pt x="710881" y="1579762"/>
                  </a:lnTo>
                  <a:lnTo>
                    <a:pt x="710213" y="1579762"/>
                  </a:lnTo>
                  <a:lnTo>
                    <a:pt x="709545" y="1579762"/>
                  </a:lnTo>
                  <a:lnTo>
                    <a:pt x="708877" y="1579762"/>
                  </a:lnTo>
                  <a:lnTo>
                    <a:pt x="708209" y="1579762"/>
                  </a:lnTo>
                  <a:lnTo>
                    <a:pt x="707541" y="1579762"/>
                  </a:lnTo>
                  <a:lnTo>
                    <a:pt x="706873" y="1579762"/>
                  </a:lnTo>
                  <a:lnTo>
                    <a:pt x="706204" y="1579762"/>
                  </a:lnTo>
                  <a:lnTo>
                    <a:pt x="705536" y="1579762"/>
                  </a:lnTo>
                  <a:lnTo>
                    <a:pt x="704868" y="1579762"/>
                  </a:lnTo>
                  <a:lnTo>
                    <a:pt x="704200" y="1579762"/>
                  </a:lnTo>
                  <a:lnTo>
                    <a:pt x="703532" y="1579762"/>
                  </a:lnTo>
                  <a:lnTo>
                    <a:pt x="702864" y="1579762"/>
                  </a:lnTo>
                  <a:lnTo>
                    <a:pt x="702196" y="1579762"/>
                  </a:lnTo>
                  <a:lnTo>
                    <a:pt x="701528" y="1579762"/>
                  </a:lnTo>
                  <a:lnTo>
                    <a:pt x="700860" y="1579762"/>
                  </a:lnTo>
                  <a:lnTo>
                    <a:pt x="700192" y="1579762"/>
                  </a:lnTo>
                  <a:lnTo>
                    <a:pt x="699524" y="1579762"/>
                  </a:lnTo>
                  <a:lnTo>
                    <a:pt x="698856" y="1579762"/>
                  </a:lnTo>
                  <a:lnTo>
                    <a:pt x="698188" y="1579762"/>
                  </a:lnTo>
                  <a:lnTo>
                    <a:pt x="697520" y="1579762"/>
                  </a:lnTo>
                  <a:lnTo>
                    <a:pt x="696852" y="1579762"/>
                  </a:lnTo>
                  <a:lnTo>
                    <a:pt x="696184" y="1579762"/>
                  </a:lnTo>
                  <a:lnTo>
                    <a:pt x="695516" y="1579762"/>
                  </a:lnTo>
                  <a:lnTo>
                    <a:pt x="694848" y="1579762"/>
                  </a:lnTo>
                  <a:lnTo>
                    <a:pt x="694180" y="1579762"/>
                  </a:lnTo>
                  <a:lnTo>
                    <a:pt x="693512" y="1579762"/>
                  </a:lnTo>
                  <a:lnTo>
                    <a:pt x="692844" y="1579762"/>
                  </a:lnTo>
                  <a:lnTo>
                    <a:pt x="692176" y="1579762"/>
                  </a:lnTo>
                  <a:lnTo>
                    <a:pt x="691508" y="1579762"/>
                  </a:lnTo>
                  <a:lnTo>
                    <a:pt x="690840" y="1579762"/>
                  </a:lnTo>
                  <a:lnTo>
                    <a:pt x="690172" y="1579762"/>
                  </a:lnTo>
                  <a:lnTo>
                    <a:pt x="689504" y="1579762"/>
                  </a:lnTo>
                  <a:lnTo>
                    <a:pt x="688836" y="1579762"/>
                  </a:lnTo>
                  <a:lnTo>
                    <a:pt x="688168" y="1579762"/>
                  </a:lnTo>
                  <a:lnTo>
                    <a:pt x="687500" y="1579762"/>
                  </a:lnTo>
                  <a:lnTo>
                    <a:pt x="686832" y="1579762"/>
                  </a:lnTo>
                  <a:lnTo>
                    <a:pt x="686164" y="1579762"/>
                  </a:lnTo>
                  <a:lnTo>
                    <a:pt x="685496" y="1579762"/>
                  </a:lnTo>
                  <a:lnTo>
                    <a:pt x="684828" y="1579762"/>
                  </a:lnTo>
                  <a:lnTo>
                    <a:pt x="684160" y="1579762"/>
                  </a:lnTo>
                  <a:lnTo>
                    <a:pt x="683492" y="1579762"/>
                  </a:lnTo>
                  <a:lnTo>
                    <a:pt x="682824" y="1579762"/>
                  </a:lnTo>
                  <a:lnTo>
                    <a:pt x="682155" y="1579762"/>
                  </a:lnTo>
                  <a:lnTo>
                    <a:pt x="681487" y="1579762"/>
                  </a:lnTo>
                  <a:lnTo>
                    <a:pt x="680819" y="1579762"/>
                  </a:lnTo>
                  <a:lnTo>
                    <a:pt x="680151" y="1579762"/>
                  </a:lnTo>
                  <a:lnTo>
                    <a:pt x="679483" y="1579762"/>
                  </a:lnTo>
                  <a:lnTo>
                    <a:pt x="678815" y="1579762"/>
                  </a:lnTo>
                  <a:lnTo>
                    <a:pt x="678147" y="1579762"/>
                  </a:lnTo>
                  <a:lnTo>
                    <a:pt x="677479" y="1579762"/>
                  </a:lnTo>
                  <a:lnTo>
                    <a:pt x="676811" y="1579762"/>
                  </a:lnTo>
                  <a:lnTo>
                    <a:pt x="676143" y="1579762"/>
                  </a:lnTo>
                  <a:lnTo>
                    <a:pt x="675475" y="1579762"/>
                  </a:lnTo>
                  <a:lnTo>
                    <a:pt x="674807" y="1579762"/>
                  </a:lnTo>
                  <a:lnTo>
                    <a:pt x="674139" y="1579762"/>
                  </a:lnTo>
                  <a:lnTo>
                    <a:pt x="673471" y="1579762"/>
                  </a:lnTo>
                  <a:lnTo>
                    <a:pt x="672803" y="1579762"/>
                  </a:lnTo>
                  <a:lnTo>
                    <a:pt x="672135" y="1579762"/>
                  </a:lnTo>
                  <a:lnTo>
                    <a:pt x="671467" y="1579762"/>
                  </a:lnTo>
                  <a:lnTo>
                    <a:pt x="670799" y="1579762"/>
                  </a:lnTo>
                  <a:lnTo>
                    <a:pt x="670131" y="1579762"/>
                  </a:lnTo>
                  <a:lnTo>
                    <a:pt x="669463" y="1579762"/>
                  </a:lnTo>
                  <a:lnTo>
                    <a:pt x="668795" y="1579762"/>
                  </a:lnTo>
                  <a:lnTo>
                    <a:pt x="668127" y="1579762"/>
                  </a:lnTo>
                  <a:lnTo>
                    <a:pt x="667459" y="1579762"/>
                  </a:lnTo>
                  <a:lnTo>
                    <a:pt x="666791" y="1579762"/>
                  </a:lnTo>
                  <a:lnTo>
                    <a:pt x="666123" y="1579762"/>
                  </a:lnTo>
                  <a:lnTo>
                    <a:pt x="665455" y="1579762"/>
                  </a:lnTo>
                  <a:lnTo>
                    <a:pt x="664787" y="1579762"/>
                  </a:lnTo>
                  <a:lnTo>
                    <a:pt x="664119" y="1579762"/>
                  </a:lnTo>
                  <a:lnTo>
                    <a:pt x="663451" y="1579762"/>
                  </a:lnTo>
                  <a:lnTo>
                    <a:pt x="662783" y="1579762"/>
                  </a:lnTo>
                  <a:lnTo>
                    <a:pt x="662115" y="1579762"/>
                  </a:lnTo>
                  <a:lnTo>
                    <a:pt x="661447" y="1579762"/>
                  </a:lnTo>
                  <a:lnTo>
                    <a:pt x="660779" y="1579762"/>
                  </a:lnTo>
                  <a:lnTo>
                    <a:pt x="660111" y="1579762"/>
                  </a:lnTo>
                  <a:lnTo>
                    <a:pt x="659443" y="1579762"/>
                  </a:lnTo>
                  <a:lnTo>
                    <a:pt x="658775" y="1579762"/>
                  </a:lnTo>
                  <a:lnTo>
                    <a:pt x="658107" y="1579762"/>
                  </a:lnTo>
                  <a:lnTo>
                    <a:pt x="657438" y="1579762"/>
                  </a:lnTo>
                  <a:lnTo>
                    <a:pt x="656770" y="1579762"/>
                  </a:lnTo>
                  <a:lnTo>
                    <a:pt x="656102" y="1579762"/>
                  </a:lnTo>
                  <a:lnTo>
                    <a:pt x="655434" y="1579762"/>
                  </a:lnTo>
                  <a:lnTo>
                    <a:pt x="654766" y="1579762"/>
                  </a:lnTo>
                  <a:lnTo>
                    <a:pt x="654098" y="1579762"/>
                  </a:lnTo>
                  <a:lnTo>
                    <a:pt x="653430" y="1579762"/>
                  </a:lnTo>
                  <a:lnTo>
                    <a:pt x="652762" y="1579762"/>
                  </a:lnTo>
                  <a:lnTo>
                    <a:pt x="652094" y="1579762"/>
                  </a:lnTo>
                  <a:lnTo>
                    <a:pt x="651426" y="1579762"/>
                  </a:lnTo>
                  <a:lnTo>
                    <a:pt x="650758" y="1579762"/>
                  </a:lnTo>
                  <a:lnTo>
                    <a:pt x="650090" y="1579762"/>
                  </a:lnTo>
                  <a:lnTo>
                    <a:pt x="649422" y="1579762"/>
                  </a:lnTo>
                  <a:lnTo>
                    <a:pt x="648754" y="1579762"/>
                  </a:lnTo>
                  <a:lnTo>
                    <a:pt x="648086" y="1579762"/>
                  </a:lnTo>
                  <a:lnTo>
                    <a:pt x="647418" y="1579762"/>
                  </a:lnTo>
                  <a:lnTo>
                    <a:pt x="646750" y="1579762"/>
                  </a:lnTo>
                  <a:lnTo>
                    <a:pt x="646082" y="1579762"/>
                  </a:lnTo>
                  <a:lnTo>
                    <a:pt x="645414" y="1579762"/>
                  </a:lnTo>
                  <a:lnTo>
                    <a:pt x="644746" y="1579762"/>
                  </a:lnTo>
                  <a:lnTo>
                    <a:pt x="644078" y="1579762"/>
                  </a:lnTo>
                  <a:lnTo>
                    <a:pt x="643410" y="1579762"/>
                  </a:lnTo>
                  <a:lnTo>
                    <a:pt x="642742" y="1579762"/>
                  </a:lnTo>
                  <a:lnTo>
                    <a:pt x="642074" y="1579762"/>
                  </a:lnTo>
                  <a:lnTo>
                    <a:pt x="641406" y="1579762"/>
                  </a:lnTo>
                  <a:lnTo>
                    <a:pt x="640738" y="1579762"/>
                  </a:lnTo>
                  <a:lnTo>
                    <a:pt x="640070" y="1579762"/>
                  </a:lnTo>
                  <a:lnTo>
                    <a:pt x="639402" y="1579762"/>
                  </a:lnTo>
                  <a:lnTo>
                    <a:pt x="638734" y="1579762"/>
                  </a:lnTo>
                  <a:lnTo>
                    <a:pt x="638066" y="1579762"/>
                  </a:lnTo>
                  <a:lnTo>
                    <a:pt x="637398" y="1579762"/>
                  </a:lnTo>
                  <a:lnTo>
                    <a:pt x="636730" y="1579762"/>
                  </a:lnTo>
                  <a:lnTo>
                    <a:pt x="636062" y="1579762"/>
                  </a:lnTo>
                  <a:lnTo>
                    <a:pt x="635394" y="1579762"/>
                  </a:lnTo>
                  <a:lnTo>
                    <a:pt x="634726" y="1579762"/>
                  </a:lnTo>
                  <a:lnTo>
                    <a:pt x="634058" y="1579762"/>
                  </a:lnTo>
                  <a:lnTo>
                    <a:pt x="633390" y="1579762"/>
                  </a:lnTo>
                  <a:lnTo>
                    <a:pt x="632721" y="1579762"/>
                  </a:lnTo>
                  <a:lnTo>
                    <a:pt x="632053" y="1579762"/>
                  </a:lnTo>
                  <a:lnTo>
                    <a:pt x="631385" y="1579762"/>
                  </a:lnTo>
                  <a:lnTo>
                    <a:pt x="630717" y="1579762"/>
                  </a:lnTo>
                  <a:lnTo>
                    <a:pt x="630049" y="1579762"/>
                  </a:lnTo>
                  <a:lnTo>
                    <a:pt x="629381" y="1579762"/>
                  </a:lnTo>
                  <a:lnTo>
                    <a:pt x="628713" y="1579762"/>
                  </a:lnTo>
                  <a:lnTo>
                    <a:pt x="628045" y="1579762"/>
                  </a:lnTo>
                  <a:lnTo>
                    <a:pt x="627377" y="1579762"/>
                  </a:lnTo>
                  <a:lnTo>
                    <a:pt x="626709" y="1579762"/>
                  </a:lnTo>
                  <a:lnTo>
                    <a:pt x="626041" y="1579762"/>
                  </a:lnTo>
                  <a:lnTo>
                    <a:pt x="625373" y="1579762"/>
                  </a:lnTo>
                  <a:lnTo>
                    <a:pt x="624705" y="1579762"/>
                  </a:lnTo>
                  <a:lnTo>
                    <a:pt x="624037" y="1579762"/>
                  </a:lnTo>
                  <a:lnTo>
                    <a:pt x="623369" y="1579762"/>
                  </a:lnTo>
                  <a:lnTo>
                    <a:pt x="622701" y="1579762"/>
                  </a:lnTo>
                  <a:lnTo>
                    <a:pt x="622033" y="1579762"/>
                  </a:lnTo>
                  <a:lnTo>
                    <a:pt x="621365" y="1579762"/>
                  </a:lnTo>
                  <a:lnTo>
                    <a:pt x="620697" y="1579762"/>
                  </a:lnTo>
                  <a:lnTo>
                    <a:pt x="620029" y="1579762"/>
                  </a:lnTo>
                  <a:lnTo>
                    <a:pt x="619361" y="1579762"/>
                  </a:lnTo>
                  <a:lnTo>
                    <a:pt x="618693" y="1579762"/>
                  </a:lnTo>
                  <a:lnTo>
                    <a:pt x="618025" y="1579762"/>
                  </a:lnTo>
                  <a:lnTo>
                    <a:pt x="617357" y="1579762"/>
                  </a:lnTo>
                  <a:lnTo>
                    <a:pt x="616689" y="1579762"/>
                  </a:lnTo>
                  <a:lnTo>
                    <a:pt x="616021" y="1579762"/>
                  </a:lnTo>
                  <a:lnTo>
                    <a:pt x="615353" y="1579762"/>
                  </a:lnTo>
                  <a:lnTo>
                    <a:pt x="614685" y="1579762"/>
                  </a:lnTo>
                  <a:lnTo>
                    <a:pt x="614017" y="1579762"/>
                  </a:lnTo>
                  <a:lnTo>
                    <a:pt x="613349" y="1579762"/>
                  </a:lnTo>
                  <a:lnTo>
                    <a:pt x="612681" y="1579762"/>
                  </a:lnTo>
                  <a:lnTo>
                    <a:pt x="612013" y="1579762"/>
                  </a:lnTo>
                  <a:lnTo>
                    <a:pt x="611345" y="1579762"/>
                  </a:lnTo>
                  <a:lnTo>
                    <a:pt x="610677" y="1579762"/>
                  </a:lnTo>
                  <a:lnTo>
                    <a:pt x="610009" y="1579762"/>
                  </a:lnTo>
                  <a:lnTo>
                    <a:pt x="609341" y="1579762"/>
                  </a:lnTo>
                  <a:lnTo>
                    <a:pt x="608672" y="1579762"/>
                  </a:lnTo>
                  <a:lnTo>
                    <a:pt x="608004" y="1579762"/>
                  </a:lnTo>
                  <a:lnTo>
                    <a:pt x="607336" y="1579762"/>
                  </a:lnTo>
                  <a:lnTo>
                    <a:pt x="606668" y="1579762"/>
                  </a:lnTo>
                  <a:lnTo>
                    <a:pt x="606000" y="1579762"/>
                  </a:lnTo>
                  <a:lnTo>
                    <a:pt x="605332" y="1579762"/>
                  </a:lnTo>
                  <a:lnTo>
                    <a:pt x="604664" y="1579762"/>
                  </a:lnTo>
                  <a:lnTo>
                    <a:pt x="603996" y="1579762"/>
                  </a:lnTo>
                  <a:lnTo>
                    <a:pt x="603328" y="1579762"/>
                  </a:lnTo>
                  <a:lnTo>
                    <a:pt x="602660" y="1579762"/>
                  </a:lnTo>
                  <a:lnTo>
                    <a:pt x="601992" y="1579762"/>
                  </a:lnTo>
                  <a:lnTo>
                    <a:pt x="601324" y="1579762"/>
                  </a:lnTo>
                  <a:lnTo>
                    <a:pt x="600656" y="1579762"/>
                  </a:lnTo>
                  <a:lnTo>
                    <a:pt x="599988" y="1579762"/>
                  </a:lnTo>
                  <a:lnTo>
                    <a:pt x="599320" y="1579762"/>
                  </a:lnTo>
                  <a:lnTo>
                    <a:pt x="598652" y="1579762"/>
                  </a:lnTo>
                  <a:lnTo>
                    <a:pt x="597984" y="1579762"/>
                  </a:lnTo>
                  <a:lnTo>
                    <a:pt x="597316" y="1579762"/>
                  </a:lnTo>
                  <a:lnTo>
                    <a:pt x="596648" y="1579762"/>
                  </a:lnTo>
                  <a:lnTo>
                    <a:pt x="595980" y="1579762"/>
                  </a:lnTo>
                  <a:lnTo>
                    <a:pt x="595312" y="1579762"/>
                  </a:lnTo>
                  <a:lnTo>
                    <a:pt x="594644" y="1579762"/>
                  </a:lnTo>
                  <a:lnTo>
                    <a:pt x="593976" y="1579762"/>
                  </a:lnTo>
                  <a:lnTo>
                    <a:pt x="593308" y="1579762"/>
                  </a:lnTo>
                  <a:lnTo>
                    <a:pt x="592640" y="1579762"/>
                  </a:lnTo>
                  <a:lnTo>
                    <a:pt x="591972" y="1579762"/>
                  </a:lnTo>
                  <a:lnTo>
                    <a:pt x="591304" y="1579762"/>
                  </a:lnTo>
                  <a:lnTo>
                    <a:pt x="590636" y="1579762"/>
                  </a:lnTo>
                  <a:lnTo>
                    <a:pt x="589968" y="1579762"/>
                  </a:lnTo>
                  <a:lnTo>
                    <a:pt x="589300" y="1579762"/>
                  </a:lnTo>
                  <a:lnTo>
                    <a:pt x="588632" y="1579762"/>
                  </a:lnTo>
                  <a:lnTo>
                    <a:pt x="587964" y="1579762"/>
                  </a:lnTo>
                  <a:lnTo>
                    <a:pt x="587296" y="1579762"/>
                  </a:lnTo>
                  <a:lnTo>
                    <a:pt x="586628" y="1579762"/>
                  </a:lnTo>
                  <a:lnTo>
                    <a:pt x="585960" y="1579762"/>
                  </a:lnTo>
                  <a:lnTo>
                    <a:pt x="585292" y="1579762"/>
                  </a:lnTo>
                  <a:lnTo>
                    <a:pt x="584624" y="1579762"/>
                  </a:lnTo>
                  <a:lnTo>
                    <a:pt x="583955" y="1579762"/>
                  </a:lnTo>
                  <a:lnTo>
                    <a:pt x="583287" y="1579762"/>
                  </a:lnTo>
                  <a:lnTo>
                    <a:pt x="582619" y="1579762"/>
                  </a:lnTo>
                  <a:lnTo>
                    <a:pt x="581951" y="1579762"/>
                  </a:lnTo>
                  <a:lnTo>
                    <a:pt x="581283" y="1579762"/>
                  </a:lnTo>
                  <a:lnTo>
                    <a:pt x="580615" y="1579762"/>
                  </a:lnTo>
                  <a:lnTo>
                    <a:pt x="579947" y="1579762"/>
                  </a:lnTo>
                  <a:lnTo>
                    <a:pt x="579279" y="1579762"/>
                  </a:lnTo>
                  <a:lnTo>
                    <a:pt x="578611" y="1579762"/>
                  </a:lnTo>
                  <a:lnTo>
                    <a:pt x="577943" y="1579762"/>
                  </a:lnTo>
                  <a:lnTo>
                    <a:pt x="577275" y="1579762"/>
                  </a:lnTo>
                  <a:lnTo>
                    <a:pt x="576607" y="1579762"/>
                  </a:lnTo>
                  <a:lnTo>
                    <a:pt x="575939" y="1579762"/>
                  </a:lnTo>
                  <a:lnTo>
                    <a:pt x="575271" y="1579762"/>
                  </a:lnTo>
                  <a:lnTo>
                    <a:pt x="574603" y="1579762"/>
                  </a:lnTo>
                  <a:lnTo>
                    <a:pt x="573935" y="1579762"/>
                  </a:lnTo>
                  <a:lnTo>
                    <a:pt x="573267" y="1579762"/>
                  </a:lnTo>
                  <a:lnTo>
                    <a:pt x="572599" y="1579762"/>
                  </a:lnTo>
                  <a:lnTo>
                    <a:pt x="571931" y="1579762"/>
                  </a:lnTo>
                  <a:lnTo>
                    <a:pt x="571263" y="1579762"/>
                  </a:lnTo>
                  <a:lnTo>
                    <a:pt x="570595" y="1579762"/>
                  </a:lnTo>
                  <a:lnTo>
                    <a:pt x="569927" y="1579762"/>
                  </a:lnTo>
                  <a:lnTo>
                    <a:pt x="569259" y="1579762"/>
                  </a:lnTo>
                  <a:lnTo>
                    <a:pt x="568591" y="1579762"/>
                  </a:lnTo>
                  <a:lnTo>
                    <a:pt x="567923" y="1579762"/>
                  </a:lnTo>
                  <a:lnTo>
                    <a:pt x="567255" y="1579762"/>
                  </a:lnTo>
                  <a:lnTo>
                    <a:pt x="566587" y="1579762"/>
                  </a:lnTo>
                  <a:lnTo>
                    <a:pt x="565919" y="1579762"/>
                  </a:lnTo>
                  <a:lnTo>
                    <a:pt x="565251" y="1579762"/>
                  </a:lnTo>
                  <a:lnTo>
                    <a:pt x="564583" y="1579762"/>
                  </a:lnTo>
                  <a:lnTo>
                    <a:pt x="563915" y="1579762"/>
                  </a:lnTo>
                  <a:lnTo>
                    <a:pt x="563247" y="1579762"/>
                  </a:lnTo>
                  <a:lnTo>
                    <a:pt x="562579" y="1579762"/>
                  </a:lnTo>
                  <a:lnTo>
                    <a:pt x="561911" y="1579762"/>
                  </a:lnTo>
                  <a:lnTo>
                    <a:pt x="561243" y="1579762"/>
                  </a:lnTo>
                  <a:lnTo>
                    <a:pt x="560575" y="1579762"/>
                  </a:lnTo>
                  <a:lnTo>
                    <a:pt x="559907" y="1579762"/>
                  </a:lnTo>
                  <a:lnTo>
                    <a:pt x="559238" y="1579762"/>
                  </a:lnTo>
                  <a:lnTo>
                    <a:pt x="558570" y="1579762"/>
                  </a:lnTo>
                  <a:lnTo>
                    <a:pt x="557902" y="1579762"/>
                  </a:lnTo>
                  <a:lnTo>
                    <a:pt x="557234" y="1579762"/>
                  </a:lnTo>
                  <a:lnTo>
                    <a:pt x="556566" y="1579762"/>
                  </a:lnTo>
                  <a:lnTo>
                    <a:pt x="555898" y="1579762"/>
                  </a:lnTo>
                  <a:lnTo>
                    <a:pt x="555230" y="1579762"/>
                  </a:lnTo>
                  <a:lnTo>
                    <a:pt x="554562" y="1579762"/>
                  </a:lnTo>
                  <a:lnTo>
                    <a:pt x="553894" y="1579762"/>
                  </a:lnTo>
                  <a:lnTo>
                    <a:pt x="553226" y="1579762"/>
                  </a:lnTo>
                  <a:lnTo>
                    <a:pt x="552558" y="1579762"/>
                  </a:lnTo>
                  <a:lnTo>
                    <a:pt x="551890" y="1579762"/>
                  </a:lnTo>
                  <a:lnTo>
                    <a:pt x="551222" y="1579762"/>
                  </a:lnTo>
                  <a:lnTo>
                    <a:pt x="550554" y="1579762"/>
                  </a:lnTo>
                  <a:lnTo>
                    <a:pt x="549886" y="1579762"/>
                  </a:lnTo>
                  <a:lnTo>
                    <a:pt x="549218" y="1579762"/>
                  </a:lnTo>
                  <a:lnTo>
                    <a:pt x="548550" y="1579762"/>
                  </a:lnTo>
                  <a:lnTo>
                    <a:pt x="547882" y="1579762"/>
                  </a:lnTo>
                  <a:lnTo>
                    <a:pt x="547214" y="1579762"/>
                  </a:lnTo>
                  <a:lnTo>
                    <a:pt x="546546" y="1579762"/>
                  </a:lnTo>
                  <a:lnTo>
                    <a:pt x="545878" y="1579762"/>
                  </a:lnTo>
                  <a:lnTo>
                    <a:pt x="545210" y="1579762"/>
                  </a:lnTo>
                  <a:lnTo>
                    <a:pt x="544542" y="1579762"/>
                  </a:lnTo>
                  <a:lnTo>
                    <a:pt x="543874" y="1579762"/>
                  </a:lnTo>
                  <a:lnTo>
                    <a:pt x="543206" y="1579762"/>
                  </a:lnTo>
                  <a:lnTo>
                    <a:pt x="542538" y="1579762"/>
                  </a:lnTo>
                  <a:lnTo>
                    <a:pt x="541870" y="1579762"/>
                  </a:lnTo>
                  <a:lnTo>
                    <a:pt x="541202" y="1579762"/>
                  </a:lnTo>
                  <a:lnTo>
                    <a:pt x="540534" y="1579762"/>
                  </a:lnTo>
                  <a:lnTo>
                    <a:pt x="539866" y="1579762"/>
                  </a:lnTo>
                  <a:lnTo>
                    <a:pt x="539198" y="1579762"/>
                  </a:lnTo>
                  <a:lnTo>
                    <a:pt x="538530" y="1579762"/>
                  </a:lnTo>
                  <a:lnTo>
                    <a:pt x="537862" y="1579762"/>
                  </a:lnTo>
                  <a:lnTo>
                    <a:pt x="537194" y="1579762"/>
                  </a:lnTo>
                  <a:lnTo>
                    <a:pt x="536526" y="1579762"/>
                  </a:lnTo>
                  <a:lnTo>
                    <a:pt x="535858" y="1579762"/>
                  </a:lnTo>
                  <a:lnTo>
                    <a:pt x="535190" y="1579762"/>
                  </a:lnTo>
                  <a:lnTo>
                    <a:pt x="534521" y="1579762"/>
                  </a:lnTo>
                  <a:lnTo>
                    <a:pt x="533853" y="1579762"/>
                  </a:lnTo>
                  <a:lnTo>
                    <a:pt x="533185" y="1579762"/>
                  </a:lnTo>
                  <a:lnTo>
                    <a:pt x="532517" y="1579762"/>
                  </a:lnTo>
                  <a:lnTo>
                    <a:pt x="531849" y="1579762"/>
                  </a:lnTo>
                  <a:lnTo>
                    <a:pt x="531181" y="1579762"/>
                  </a:lnTo>
                  <a:lnTo>
                    <a:pt x="530513" y="1579762"/>
                  </a:lnTo>
                  <a:lnTo>
                    <a:pt x="529845" y="1579762"/>
                  </a:lnTo>
                  <a:lnTo>
                    <a:pt x="529177" y="1579762"/>
                  </a:lnTo>
                  <a:lnTo>
                    <a:pt x="528509" y="1579762"/>
                  </a:lnTo>
                  <a:lnTo>
                    <a:pt x="527841" y="1579762"/>
                  </a:lnTo>
                  <a:lnTo>
                    <a:pt x="527173" y="1579762"/>
                  </a:lnTo>
                  <a:lnTo>
                    <a:pt x="526505" y="1579762"/>
                  </a:lnTo>
                  <a:lnTo>
                    <a:pt x="525837" y="1579762"/>
                  </a:lnTo>
                  <a:lnTo>
                    <a:pt x="525169" y="1579762"/>
                  </a:lnTo>
                  <a:lnTo>
                    <a:pt x="524501" y="1579762"/>
                  </a:lnTo>
                  <a:lnTo>
                    <a:pt x="523833" y="1579762"/>
                  </a:lnTo>
                  <a:lnTo>
                    <a:pt x="523165" y="1579762"/>
                  </a:lnTo>
                  <a:lnTo>
                    <a:pt x="522497" y="1579762"/>
                  </a:lnTo>
                  <a:lnTo>
                    <a:pt x="521829" y="1579762"/>
                  </a:lnTo>
                  <a:lnTo>
                    <a:pt x="521161" y="1579762"/>
                  </a:lnTo>
                  <a:lnTo>
                    <a:pt x="520493" y="1579762"/>
                  </a:lnTo>
                  <a:lnTo>
                    <a:pt x="519825" y="1579762"/>
                  </a:lnTo>
                  <a:lnTo>
                    <a:pt x="519157" y="1579762"/>
                  </a:lnTo>
                  <a:lnTo>
                    <a:pt x="518489" y="1579762"/>
                  </a:lnTo>
                  <a:lnTo>
                    <a:pt x="517821" y="1579762"/>
                  </a:lnTo>
                  <a:lnTo>
                    <a:pt x="517153" y="1579762"/>
                  </a:lnTo>
                  <a:lnTo>
                    <a:pt x="516485" y="1579762"/>
                  </a:lnTo>
                  <a:lnTo>
                    <a:pt x="515817" y="1579762"/>
                  </a:lnTo>
                  <a:lnTo>
                    <a:pt x="515149" y="1579762"/>
                  </a:lnTo>
                  <a:lnTo>
                    <a:pt x="514481" y="1579762"/>
                  </a:lnTo>
                  <a:lnTo>
                    <a:pt x="513813" y="1579762"/>
                  </a:lnTo>
                  <a:lnTo>
                    <a:pt x="513145" y="1579762"/>
                  </a:lnTo>
                  <a:lnTo>
                    <a:pt x="512477" y="1579762"/>
                  </a:lnTo>
                  <a:lnTo>
                    <a:pt x="511809" y="1579762"/>
                  </a:lnTo>
                  <a:lnTo>
                    <a:pt x="511141" y="1579762"/>
                  </a:lnTo>
                  <a:lnTo>
                    <a:pt x="510472" y="1579762"/>
                  </a:lnTo>
                  <a:lnTo>
                    <a:pt x="509804" y="1579762"/>
                  </a:lnTo>
                  <a:lnTo>
                    <a:pt x="509136" y="1579762"/>
                  </a:lnTo>
                  <a:lnTo>
                    <a:pt x="508468" y="1579762"/>
                  </a:lnTo>
                  <a:lnTo>
                    <a:pt x="507800" y="1579762"/>
                  </a:lnTo>
                  <a:lnTo>
                    <a:pt x="507132" y="1579762"/>
                  </a:lnTo>
                  <a:lnTo>
                    <a:pt x="506464" y="1579762"/>
                  </a:lnTo>
                  <a:lnTo>
                    <a:pt x="505796" y="1579762"/>
                  </a:lnTo>
                  <a:lnTo>
                    <a:pt x="505128" y="1579762"/>
                  </a:lnTo>
                  <a:lnTo>
                    <a:pt x="504460" y="1579762"/>
                  </a:lnTo>
                  <a:lnTo>
                    <a:pt x="503792" y="1579762"/>
                  </a:lnTo>
                  <a:lnTo>
                    <a:pt x="503124" y="1579762"/>
                  </a:lnTo>
                  <a:lnTo>
                    <a:pt x="502456" y="1579762"/>
                  </a:lnTo>
                  <a:lnTo>
                    <a:pt x="501788" y="1579762"/>
                  </a:lnTo>
                  <a:lnTo>
                    <a:pt x="501120" y="1579762"/>
                  </a:lnTo>
                  <a:lnTo>
                    <a:pt x="500452" y="1579762"/>
                  </a:lnTo>
                  <a:lnTo>
                    <a:pt x="499784" y="1579762"/>
                  </a:lnTo>
                  <a:lnTo>
                    <a:pt x="499116" y="1579762"/>
                  </a:lnTo>
                  <a:lnTo>
                    <a:pt x="498448" y="1579762"/>
                  </a:lnTo>
                  <a:lnTo>
                    <a:pt x="497780" y="1579762"/>
                  </a:lnTo>
                  <a:lnTo>
                    <a:pt x="497112" y="1579762"/>
                  </a:lnTo>
                  <a:lnTo>
                    <a:pt x="496444" y="1579762"/>
                  </a:lnTo>
                  <a:lnTo>
                    <a:pt x="495776" y="1579762"/>
                  </a:lnTo>
                  <a:lnTo>
                    <a:pt x="495108" y="1579762"/>
                  </a:lnTo>
                  <a:lnTo>
                    <a:pt x="494440" y="1579762"/>
                  </a:lnTo>
                  <a:lnTo>
                    <a:pt x="493772" y="1579762"/>
                  </a:lnTo>
                  <a:lnTo>
                    <a:pt x="493104" y="1579762"/>
                  </a:lnTo>
                  <a:lnTo>
                    <a:pt x="492436" y="1579762"/>
                  </a:lnTo>
                  <a:lnTo>
                    <a:pt x="491768" y="1579762"/>
                  </a:lnTo>
                  <a:lnTo>
                    <a:pt x="491100" y="1579762"/>
                  </a:lnTo>
                  <a:lnTo>
                    <a:pt x="490432" y="1579762"/>
                  </a:lnTo>
                  <a:lnTo>
                    <a:pt x="489764" y="1579762"/>
                  </a:lnTo>
                  <a:lnTo>
                    <a:pt x="489096" y="1579762"/>
                  </a:lnTo>
                  <a:lnTo>
                    <a:pt x="488428" y="1579762"/>
                  </a:lnTo>
                  <a:lnTo>
                    <a:pt x="487760" y="1579762"/>
                  </a:lnTo>
                  <a:lnTo>
                    <a:pt x="487092" y="1579762"/>
                  </a:lnTo>
                  <a:lnTo>
                    <a:pt x="486424" y="1579762"/>
                  </a:lnTo>
                  <a:lnTo>
                    <a:pt x="485755" y="1579762"/>
                  </a:lnTo>
                  <a:lnTo>
                    <a:pt x="485087" y="1579762"/>
                  </a:lnTo>
                  <a:lnTo>
                    <a:pt x="484419" y="1579762"/>
                  </a:lnTo>
                  <a:lnTo>
                    <a:pt x="483751" y="1579762"/>
                  </a:lnTo>
                  <a:lnTo>
                    <a:pt x="483083" y="1579762"/>
                  </a:lnTo>
                  <a:lnTo>
                    <a:pt x="482415" y="1579762"/>
                  </a:lnTo>
                  <a:lnTo>
                    <a:pt x="481747" y="1579762"/>
                  </a:lnTo>
                  <a:lnTo>
                    <a:pt x="481079" y="1579762"/>
                  </a:lnTo>
                  <a:lnTo>
                    <a:pt x="480411" y="1579762"/>
                  </a:lnTo>
                  <a:lnTo>
                    <a:pt x="479743" y="1579762"/>
                  </a:lnTo>
                  <a:lnTo>
                    <a:pt x="479075" y="1579762"/>
                  </a:lnTo>
                  <a:lnTo>
                    <a:pt x="478407" y="1579762"/>
                  </a:lnTo>
                  <a:lnTo>
                    <a:pt x="477739" y="1579762"/>
                  </a:lnTo>
                  <a:lnTo>
                    <a:pt x="477071" y="1579762"/>
                  </a:lnTo>
                  <a:lnTo>
                    <a:pt x="476403" y="1579762"/>
                  </a:lnTo>
                  <a:lnTo>
                    <a:pt x="475735" y="1579762"/>
                  </a:lnTo>
                  <a:lnTo>
                    <a:pt x="475067" y="1579762"/>
                  </a:lnTo>
                  <a:lnTo>
                    <a:pt x="474399" y="1579762"/>
                  </a:lnTo>
                  <a:lnTo>
                    <a:pt x="473731" y="1579762"/>
                  </a:lnTo>
                  <a:lnTo>
                    <a:pt x="473063" y="1579762"/>
                  </a:lnTo>
                  <a:lnTo>
                    <a:pt x="472395" y="1579762"/>
                  </a:lnTo>
                  <a:lnTo>
                    <a:pt x="471727" y="1579762"/>
                  </a:lnTo>
                  <a:lnTo>
                    <a:pt x="471059" y="1579762"/>
                  </a:lnTo>
                  <a:lnTo>
                    <a:pt x="470391" y="1579762"/>
                  </a:lnTo>
                  <a:lnTo>
                    <a:pt x="469723" y="1579762"/>
                  </a:lnTo>
                  <a:lnTo>
                    <a:pt x="469055" y="1579762"/>
                  </a:lnTo>
                  <a:lnTo>
                    <a:pt x="468387" y="1579762"/>
                  </a:lnTo>
                  <a:lnTo>
                    <a:pt x="467719" y="1579762"/>
                  </a:lnTo>
                  <a:lnTo>
                    <a:pt x="467051" y="1579762"/>
                  </a:lnTo>
                  <a:lnTo>
                    <a:pt x="466383" y="1579762"/>
                  </a:lnTo>
                  <a:lnTo>
                    <a:pt x="465715" y="1579762"/>
                  </a:lnTo>
                  <a:lnTo>
                    <a:pt x="465047" y="1579762"/>
                  </a:lnTo>
                  <a:lnTo>
                    <a:pt x="464379" y="1579762"/>
                  </a:lnTo>
                  <a:lnTo>
                    <a:pt x="463711" y="1579762"/>
                  </a:lnTo>
                  <a:lnTo>
                    <a:pt x="463043" y="1579762"/>
                  </a:lnTo>
                  <a:lnTo>
                    <a:pt x="462375" y="1579762"/>
                  </a:lnTo>
                  <a:lnTo>
                    <a:pt x="461707" y="1579762"/>
                  </a:lnTo>
                  <a:lnTo>
                    <a:pt x="461038" y="1579762"/>
                  </a:lnTo>
                  <a:lnTo>
                    <a:pt x="460370" y="1579762"/>
                  </a:lnTo>
                  <a:lnTo>
                    <a:pt x="459702" y="1579762"/>
                  </a:lnTo>
                  <a:lnTo>
                    <a:pt x="459034" y="1579762"/>
                  </a:lnTo>
                  <a:lnTo>
                    <a:pt x="458366" y="1579762"/>
                  </a:lnTo>
                  <a:lnTo>
                    <a:pt x="457698" y="1579762"/>
                  </a:lnTo>
                  <a:lnTo>
                    <a:pt x="457030" y="1579762"/>
                  </a:lnTo>
                  <a:lnTo>
                    <a:pt x="456362" y="1579762"/>
                  </a:lnTo>
                  <a:lnTo>
                    <a:pt x="455694" y="1579762"/>
                  </a:lnTo>
                  <a:lnTo>
                    <a:pt x="455026" y="1579762"/>
                  </a:lnTo>
                  <a:lnTo>
                    <a:pt x="454358" y="1579762"/>
                  </a:lnTo>
                  <a:lnTo>
                    <a:pt x="453690" y="1579762"/>
                  </a:lnTo>
                  <a:lnTo>
                    <a:pt x="453022" y="1579762"/>
                  </a:lnTo>
                  <a:lnTo>
                    <a:pt x="452354" y="1579762"/>
                  </a:lnTo>
                  <a:lnTo>
                    <a:pt x="451686" y="1579762"/>
                  </a:lnTo>
                  <a:lnTo>
                    <a:pt x="451018" y="1579762"/>
                  </a:lnTo>
                  <a:lnTo>
                    <a:pt x="450350" y="1579762"/>
                  </a:lnTo>
                  <a:lnTo>
                    <a:pt x="449682" y="1579762"/>
                  </a:lnTo>
                  <a:lnTo>
                    <a:pt x="449014" y="1579762"/>
                  </a:lnTo>
                  <a:lnTo>
                    <a:pt x="448346" y="1579762"/>
                  </a:lnTo>
                  <a:lnTo>
                    <a:pt x="447678" y="1579762"/>
                  </a:lnTo>
                  <a:lnTo>
                    <a:pt x="447010" y="1579762"/>
                  </a:lnTo>
                  <a:lnTo>
                    <a:pt x="446342" y="1579762"/>
                  </a:lnTo>
                  <a:lnTo>
                    <a:pt x="445674" y="1579762"/>
                  </a:lnTo>
                  <a:lnTo>
                    <a:pt x="445006" y="1579762"/>
                  </a:lnTo>
                  <a:lnTo>
                    <a:pt x="444338" y="1579762"/>
                  </a:lnTo>
                  <a:lnTo>
                    <a:pt x="443670" y="1579762"/>
                  </a:lnTo>
                  <a:lnTo>
                    <a:pt x="443002" y="1579762"/>
                  </a:lnTo>
                  <a:lnTo>
                    <a:pt x="442334" y="1579762"/>
                  </a:lnTo>
                  <a:lnTo>
                    <a:pt x="441666" y="1579762"/>
                  </a:lnTo>
                  <a:lnTo>
                    <a:pt x="440998" y="1579762"/>
                  </a:lnTo>
                  <a:lnTo>
                    <a:pt x="440330" y="1579762"/>
                  </a:lnTo>
                  <a:lnTo>
                    <a:pt x="439662" y="1579762"/>
                  </a:lnTo>
                  <a:lnTo>
                    <a:pt x="438994" y="1579762"/>
                  </a:lnTo>
                  <a:lnTo>
                    <a:pt x="438326" y="1579762"/>
                  </a:lnTo>
                  <a:lnTo>
                    <a:pt x="437658" y="1579762"/>
                  </a:lnTo>
                  <a:lnTo>
                    <a:pt x="436990" y="1579762"/>
                  </a:lnTo>
                  <a:lnTo>
                    <a:pt x="436321" y="1579762"/>
                  </a:lnTo>
                  <a:lnTo>
                    <a:pt x="435653" y="1579762"/>
                  </a:lnTo>
                  <a:lnTo>
                    <a:pt x="434985" y="1579762"/>
                  </a:lnTo>
                  <a:lnTo>
                    <a:pt x="434317" y="1579762"/>
                  </a:lnTo>
                  <a:lnTo>
                    <a:pt x="433649" y="1579762"/>
                  </a:lnTo>
                  <a:lnTo>
                    <a:pt x="432981" y="1579762"/>
                  </a:lnTo>
                  <a:lnTo>
                    <a:pt x="432313" y="1579762"/>
                  </a:lnTo>
                  <a:lnTo>
                    <a:pt x="431645" y="1579762"/>
                  </a:lnTo>
                  <a:lnTo>
                    <a:pt x="430977" y="1579762"/>
                  </a:lnTo>
                  <a:lnTo>
                    <a:pt x="430309" y="1579762"/>
                  </a:lnTo>
                  <a:lnTo>
                    <a:pt x="429641" y="1579762"/>
                  </a:lnTo>
                  <a:lnTo>
                    <a:pt x="428973" y="1579762"/>
                  </a:lnTo>
                  <a:lnTo>
                    <a:pt x="428305" y="1579762"/>
                  </a:lnTo>
                  <a:lnTo>
                    <a:pt x="427637" y="1579762"/>
                  </a:lnTo>
                  <a:lnTo>
                    <a:pt x="426969" y="1579762"/>
                  </a:lnTo>
                  <a:lnTo>
                    <a:pt x="426301" y="1579762"/>
                  </a:lnTo>
                  <a:lnTo>
                    <a:pt x="425633" y="1579762"/>
                  </a:lnTo>
                  <a:lnTo>
                    <a:pt x="424965" y="1579762"/>
                  </a:lnTo>
                  <a:lnTo>
                    <a:pt x="424297" y="1579762"/>
                  </a:lnTo>
                  <a:lnTo>
                    <a:pt x="423629" y="1579762"/>
                  </a:lnTo>
                  <a:lnTo>
                    <a:pt x="422961" y="1579762"/>
                  </a:lnTo>
                  <a:lnTo>
                    <a:pt x="422293" y="1579762"/>
                  </a:lnTo>
                  <a:lnTo>
                    <a:pt x="421625" y="1579762"/>
                  </a:lnTo>
                  <a:lnTo>
                    <a:pt x="420957" y="1579762"/>
                  </a:lnTo>
                  <a:lnTo>
                    <a:pt x="420289" y="1579762"/>
                  </a:lnTo>
                  <a:lnTo>
                    <a:pt x="419621" y="1579762"/>
                  </a:lnTo>
                  <a:lnTo>
                    <a:pt x="418953" y="1579762"/>
                  </a:lnTo>
                  <a:lnTo>
                    <a:pt x="418285" y="1579762"/>
                  </a:lnTo>
                  <a:lnTo>
                    <a:pt x="417617" y="1579762"/>
                  </a:lnTo>
                  <a:lnTo>
                    <a:pt x="416949" y="1579762"/>
                  </a:lnTo>
                  <a:lnTo>
                    <a:pt x="416281" y="1579762"/>
                  </a:lnTo>
                  <a:lnTo>
                    <a:pt x="415613" y="1579762"/>
                  </a:lnTo>
                  <a:lnTo>
                    <a:pt x="414945" y="1579762"/>
                  </a:lnTo>
                  <a:lnTo>
                    <a:pt x="414277" y="1579762"/>
                  </a:lnTo>
                  <a:lnTo>
                    <a:pt x="413609" y="1579762"/>
                  </a:lnTo>
                  <a:lnTo>
                    <a:pt x="412941" y="1579762"/>
                  </a:lnTo>
                  <a:lnTo>
                    <a:pt x="412272" y="1579762"/>
                  </a:lnTo>
                  <a:lnTo>
                    <a:pt x="411604" y="1579762"/>
                  </a:lnTo>
                  <a:lnTo>
                    <a:pt x="410936" y="1579762"/>
                  </a:lnTo>
                  <a:lnTo>
                    <a:pt x="410268" y="1579762"/>
                  </a:lnTo>
                  <a:lnTo>
                    <a:pt x="409600" y="1579762"/>
                  </a:lnTo>
                  <a:lnTo>
                    <a:pt x="408932" y="1579762"/>
                  </a:lnTo>
                  <a:lnTo>
                    <a:pt x="408264" y="1579762"/>
                  </a:lnTo>
                  <a:lnTo>
                    <a:pt x="407596" y="1579762"/>
                  </a:lnTo>
                  <a:lnTo>
                    <a:pt x="406928" y="1579762"/>
                  </a:lnTo>
                  <a:lnTo>
                    <a:pt x="406260" y="1579762"/>
                  </a:lnTo>
                  <a:lnTo>
                    <a:pt x="405592" y="1579762"/>
                  </a:lnTo>
                  <a:lnTo>
                    <a:pt x="404924" y="1579762"/>
                  </a:lnTo>
                  <a:lnTo>
                    <a:pt x="404256" y="1579762"/>
                  </a:lnTo>
                  <a:lnTo>
                    <a:pt x="403588" y="1579762"/>
                  </a:lnTo>
                  <a:lnTo>
                    <a:pt x="402920" y="1579762"/>
                  </a:lnTo>
                  <a:lnTo>
                    <a:pt x="402252" y="1579762"/>
                  </a:lnTo>
                  <a:lnTo>
                    <a:pt x="401584" y="1579762"/>
                  </a:lnTo>
                  <a:lnTo>
                    <a:pt x="400916" y="1579762"/>
                  </a:lnTo>
                  <a:lnTo>
                    <a:pt x="400248" y="1579762"/>
                  </a:lnTo>
                  <a:lnTo>
                    <a:pt x="399580" y="1579762"/>
                  </a:lnTo>
                  <a:lnTo>
                    <a:pt x="398912" y="1579762"/>
                  </a:lnTo>
                  <a:lnTo>
                    <a:pt x="398244" y="1579762"/>
                  </a:lnTo>
                  <a:lnTo>
                    <a:pt x="397576" y="1579762"/>
                  </a:lnTo>
                  <a:lnTo>
                    <a:pt x="396908" y="1579762"/>
                  </a:lnTo>
                  <a:lnTo>
                    <a:pt x="396240" y="1579762"/>
                  </a:lnTo>
                  <a:lnTo>
                    <a:pt x="395572" y="1579762"/>
                  </a:lnTo>
                  <a:lnTo>
                    <a:pt x="394904" y="1579762"/>
                  </a:lnTo>
                  <a:lnTo>
                    <a:pt x="394236" y="1579762"/>
                  </a:lnTo>
                  <a:lnTo>
                    <a:pt x="393568" y="1579762"/>
                  </a:lnTo>
                  <a:lnTo>
                    <a:pt x="392900" y="1579762"/>
                  </a:lnTo>
                  <a:lnTo>
                    <a:pt x="392232" y="1579762"/>
                  </a:lnTo>
                  <a:lnTo>
                    <a:pt x="391564" y="1579762"/>
                  </a:lnTo>
                  <a:lnTo>
                    <a:pt x="390896" y="1579762"/>
                  </a:lnTo>
                  <a:lnTo>
                    <a:pt x="390228" y="1579762"/>
                  </a:lnTo>
                  <a:lnTo>
                    <a:pt x="389560" y="1579762"/>
                  </a:lnTo>
                  <a:lnTo>
                    <a:pt x="388892" y="1579762"/>
                  </a:lnTo>
                  <a:lnTo>
                    <a:pt x="388224" y="1579762"/>
                  </a:lnTo>
                  <a:lnTo>
                    <a:pt x="387555" y="1579762"/>
                  </a:lnTo>
                  <a:lnTo>
                    <a:pt x="386887" y="1579762"/>
                  </a:lnTo>
                  <a:lnTo>
                    <a:pt x="386219" y="1579762"/>
                  </a:lnTo>
                  <a:lnTo>
                    <a:pt x="385551" y="1579762"/>
                  </a:lnTo>
                  <a:lnTo>
                    <a:pt x="384883" y="1579762"/>
                  </a:lnTo>
                  <a:lnTo>
                    <a:pt x="384215" y="1579762"/>
                  </a:lnTo>
                  <a:lnTo>
                    <a:pt x="383547" y="1579762"/>
                  </a:lnTo>
                  <a:lnTo>
                    <a:pt x="382879" y="1579762"/>
                  </a:lnTo>
                  <a:lnTo>
                    <a:pt x="382211" y="1579762"/>
                  </a:lnTo>
                  <a:lnTo>
                    <a:pt x="381543" y="1579762"/>
                  </a:lnTo>
                  <a:lnTo>
                    <a:pt x="380875" y="1579762"/>
                  </a:lnTo>
                  <a:lnTo>
                    <a:pt x="380207" y="1579762"/>
                  </a:lnTo>
                  <a:lnTo>
                    <a:pt x="379539" y="1579762"/>
                  </a:lnTo>
                  <a:lnTo>
                    <a:pt x="378871" y="1579762"/>
                  </a:lnTo>
                  <a:lnTo>
                    <a:pt x="378203" y="1579762"/>
                  </a:lnTo>
                  <a:lnTo>
                    <a:pt x="377535" y="1579762"/>
                  </a:lnTo>
                  <a:lnTo>
                    <a:pt x="376867" y="1579762"/>
                  </a:lnTo>
                  <a:lnTo>
                    <a:pt x="376199" y="1579762"/>
                  </a:lnTo>
                  <a:lnTo>
                    <a:pt x="375531" y="1579762"/>
                  </a:lnTo>
                  <a:lnTo>
                    <a:pt x="374863" y="1579762"/>
                  </a:lnTo>
                  <a:lnTo>
                    <a:pt x="374195" y="1579762"/>
                  </a:lnTo>
                  <a:lnTo>
                    <a:pt x="373527" y="1579762"/>
                  </a:lnTo>
                  <a:lnTo>
                    <a:pt x="372859" y="1579762"/>
                  </a:lnTo>
                  <a:lnTo>
                    <a:pt x="372191" y="1579762"/>
                  </a:lnTo>
                  <a:lnTo>
                    <a:pt x="371523" y="1579762"/>
                  </a:lnTo>
                  <a:lnTo>
                    <a:pt x="370855" y="1579762"/>
                  </a:lnTo>
                  <a:lnTo>
                    <a:pt x="370187" y="1579762"/>
                  </a:lnTo>
                  <a:lnTo>
                    <a:pt x="369519" y="1579762"/>
                  </a:lnTo>
                  <a:lnTo>
                    <a:pt x="368851" y="1579762"/>
                  </a:lnTo>
                  <a:lnTo>
                    <a:pt x="368183" y="1579762"/>
                  </a:lnTo>
                  <a:lnTo>
                    <a:pt x="367515" y="1579762"/>
                  </a:lnTo>
                  <a:lnTo>
                    <a:pt x="366847" y="1579762"/>
                  </a:lnTo>
                  <a:lnTo>
                    <a:pt x="366179" y="1579762"/>
                  </a:lnTo>
                  <a:lnTo>
                    <a:pt x="365511" y="1579762"/>
                  </a:lnTo>
                  <a:lnTo>
                    <a:pt x="364843" y="1579762"/>
                  </a:lnTo>
                  <a:lnTo>
                    <a:pt x="364175" y="1579762"/>
                  </a:lnTo>
                  <a:lnTo>
                    <a:pt x="363507" y="1579762"/>
                  </a:lnTo>
                  <a:lnTo>
                    <a:pt x="362838" y="1579762"/>
                  </a:lnTo>
                  <a:lnTo>
                    <a:pt x="362170" y="1579762"/>
                  </a:lnTo>
                  <a:lnTo>
                    <a:pt x="361502" y="1579762"/>
                  </a:lnTo>
                  <a:lnTo>
                    <a:pt x="360834" y="1579762"/>
                  </a:lnTo>
                  <a:lnTo>
                    <a:pt x="360166" y="1579762"/>
                  </a:lnTo>
                  <a:lnTo>
                    <a:pt x="359498" y="1579762"/>
                  </a:lnTo>
                  <a:lnTo>
                    <a:pt x="358830" y="1579762"/>
                  </a:lnTo>
                  <a:lnTo>
                    <a:pt x="358162" y="1579762"/>
                  </a:lnTo>
                  <a:lnTo>
                    <a:pt x="357494" y="1579762"/>
                  </a:lnTo>
                  <a:lnTo>
                    <a:pt x="356826" y="1579762"/>
                  </a:lnTo>
                  <a:lnTo>
                    <a:pt x="356158" y="1579762"/>
                  </a:lnTo>
                  <a:lnTo>
                    <a:pt x="355490" y="1579762"/>
                  </a:lnTo>
                  <a:lnTo>
                    <a:pt x="354822" y="1579762"/>
                  </a:lnTo>
                  <a:lnTo>
                    <a:pt x="354154" y="1579762"/>
                  </a:lnTo>
                  <a:lnTo>
                    <a:pt x="353486" y="1579762"/>
                  </a:lnTo>
                  <a:lnTo>
                    <a:pt x="352818" y="1579762"/>
                  </a:lnTo>
                  <a:lnTo>
                    <a:pt x="352150" y="1579762"/>
                  </a:lnTo>
                  <a:lnTo>
                    <a:pt x="351482" y="1579762"/>
                  </a:lnTo>
                  <a:lnTo>
                    <a:pt x="350814" y="1579762"/>
                  </a:lnTo>
                  <a:lnTo>
                    <a:pt x="350146" y="1579762"/>
                  </a:lnTo>
                  <a:lnTo>
                    <a:pt x="349478" y="1579762"/>
                  </a:lnTo>
                  <a:lnTo>
                    <a:pt x="348810" y="1579762"/>
                  </a:lnTo>
                  <a:lnTo>
                    <a:pt x="348142" y="1579762"/>
                  </a:lnTo>
                  <a:lnTo>
                    <a:pt x="347474" y="1579762"/>
                  </a:lnTo>
                  <a:lnTo>
                    <a:pt x="346806" y="1579762"/>
                  </a:lnTo>
                  <a:lnTo>
                    <a:pt x="346138" y="1579762"/>
                  </a:lnTo>
                  <a:lnTo>
                    <a:pt x="345470" y="1579762"/>
                  </a:lnTo>
                  <a:lnTo>
                    <a:pt x="344802" y="1579762"/>
                  </a:lnTo>
                  <a:lnTo>
                    <a:pt x="344134" y="1579762"/>
                  </a:lnTo>
                  <a:lnTo>
                    <a:pt x="343466" y="1579762"/>
                  </a:lnTo>
                  <a:lnTo>
                    <a:pt x="342798" y="1579762"/>
                  </a:lnTo>
                  <a:lnTo>
                    <a:pt x="342130" y="1579762"/>
                  </a:lnTo>
                  <a:lnTo>
                    <a:pt x="341462" y="1579762"/>
                  </a:lnTo>
                  <a:lnTo>
                    <a:pt x="340794" y="1579762"/>
                  </a:lnTo>
                  <a:lnTo>
                    <a:pt x="340126" y="1579762"/>
                  </a:lnTo>
                  <a:lnTo>
                    <a:pt x="339458" y="1579762"/>
                  </a:lnTo>
                  <a:lnTo>
                    <a:pt x="338790" y="1579762"/>
                  </a:lnTo>
                  <a:lnTo>
                    <a:pt x="338121" y="1579762"/>
                  </a:lnTo>
                  <a:lnTo>
                    <a:pt x="337453" y="1579762"/>
                  </a:lnTo>
                  <a:lnTo>
                    <a:pt x="336785" y="1579762"/>
                  </a:lnTo>
                  <a:lnTo>
                    <a:pt x="336117" y="1579762"/>
                  </a:lnTo>
                  <a:lnTo>
                    <a:pt x="335449" y="1579762"/>
                  </a:lnTo>
                  <a:lnTo>
                    <a:pt x="334781" y="1579762"/>
                  </a:lnTo>
                  <a:lnTo>
                    <a:pt x="334113" y="1579762"/>
                  </a:lnTo>
                  <a:lnTo>
                    <a:pt x="333445" y="1579762"/>
                  </a:lnTo>
                  <a:lnTo>
                    <a:pt x="332777" y="1579762"/>
                  </a:lnTo>
                  <a:lnTo>
                    <a:pt x="332109" y="1579762"/>
                  </a:lnTo>
                  <a:lnTo>
                    <a:pt x="331441" y="1579762"/>
                  </a:lnTo>
                  <a:lnTo>
                    <a:pt x="330773" y="1579762"/>
                  </a:lnTo>
                  <a:lnTo>
                    <a:pt x="330105" y="1579762"/>
                  </a:lnTo>
                  <a:lnTo>
                    <a:pt x="329437" y="1579762"/>
                  </a:lnTo>
                  <a:lnTo>
                    <a:pt x="328769" y="1579762"/>
                  </a:lnTo>
                  <a:lnTo>
                    <a:pt x="328101" y="1579762"/>
                  </a:lnTo>
                  <a:lnTo>
                    <a:pt x="327433" y="1579762"/>
                  </a:lnTo>
                  <a:lnTo>
                    <a:pt x="326765" y="1579762"/>
                  </a:lnTo>
                  <a:lnTo>
                    <a:pt x="326097" y="1579762"/>
                  </a:lnTo>
                  <a:lnTo>
                    <a:pt x="325429" y="1579762"/>
                  </a:lnTo>
                  <a:lnTo>
                    <a:pt x="324761" y="1579762"/>
                  </a:lnTo>
                  <a:lnTo>
                    <a:pt x="324093" y="1579762"/>
                  </a:lnTo>
                  <a:lnTo>
                    <a:pt x="323425" y="1579762"/>
                  </a:lnTo>
                  <a:lnTo>
                    <a:pt x="322757" y="1579762"/>
                  </a:lnTo>
                  <a:lnTo>
                    <a:pt x="322089" y="1579762"/>
                  </a:lnTo>
                  <a:lnTo>
                    <a:pt x="321421" y="1579762"/>
                  </a:lnTo>
                  <a:lnTo>
                    <a:pt x="320753" y="1579762"/>
                  </a:lnTo>
                  <a:lnTo>
                    <a:pt x="320085" y="1579762"/>
                  </a:lnTo>
                  <a:lnTo>
                    <a:pt x="319417" y="1579762"/>
                  </a:lnTo>
                  <a:lnTo>
                    <a:pt x="318749" y="1579762"/>
                  </a:lnTo>
                  <a:lnTo>
                    <a:pt x="318081" y="1579762"/>
                  </a:lnTo>
                  <a:lnTo>
                    <a:pt x="317413" y="1579762"/>
                  </a:lnTo>
                  <a:lnTo>
                    <a:pt x="316745" y="1579762"/>
                  </a:lnTo>
                  <a:lnTo>
                    <a:pt x="316077" y="1579762"/>
                  </a:lnTo>
                  <a:lnTo>
                    <a:pt x="315409" y="1579762"/>
                  </a:lnTo>
                  <a:lnTo>
                    <a:pt x="314741" y="1579762"/>
                  </a:lnTo>
                  <a:lnTo>
                    <a:pt x="314072" y="1579762"/>
                  </a:lnTo>
                  <a:lnTo>
                    <a:pt x="313404" y="1579762"/>
                  </a:lnTo>
                  <a:lnTo>
                    <a:pt x="312736" y="1579762"/>
                  </a:lnTo>
                  <a:lnTo>
                    <a:pt x="312068" y="1579762"/>
                  </a:lnTo>
                  <a:lnTo>
                    <a:pt x="311400" y="1579762"/>
                  </a:lnTo>
                  <a:lnTo>
                    <a:pt x="310732" y="1579762"/>
                  </a:lnTo>
                  <a:lnTo>
                    <a:pt x="310064" y="1579762"/>
                  </a:lnTo>
                  <a:lnTo>
                    <a:pt x="309396" y="1579762"/>
                  </a:lnTo>
                  <a:lnTo>
                    <a:pt x="308728" y="1579762"/>
                  </a:lnTo>
                  <a:lnTo>
                    <a:pt x="308060" y="1579762"/>
                  </a:lnTo>
                  <a:lnTo>
                    <a:pt x="307392" y="1579762"/>
                  </a:lnTo>
                  <a:lnTo>
                    <a:pt x="306724" y="1579762"/>
                  </a:lnTo>
                  <a:lnTo>
                    <a:pt x="306056" y="1579762"/>
                  </a:lnTo>
                  <a:lnTo>
                    <a:pt x="305388" y="1579762"/>
                  </a:lnTo>
                  <a:lnTo>
                    <a:pt x="304720" y="1579762"/>
                  </a:lnTo>
                  <a:lnTo>
                    <a:pt x="304052" y="1579762"/>
                  </a:lnTo>
                  <a:lnTo>
                    <a:pt x="303384" y="1579762"/>
                  </a:lnTo>
                  <a:lnTo>
                    <a:pt x="302716" y="1579762"/>
                  </a:lnTo>
                  <a:lnTo>
                    <a:pt x="302048" y="1579762"/>
                  </a:lnTo>
                  <a:lnTo>
                    <a:pt x="301380" y="1579762"/>
                  </a:lnTo>
                  <a:lnTo>
                    <a:pt x="300712" y="1579762"/>
                  </a:lnTo>
                  <a:lnTo>
                    <a:pt x="300044" y="1579762"/>
                  </a:lnTo>
                  <a:lnTo>
                    <a:pt x="299376" y="1579762"/>
                  </a:lnTo>
                  <a:lnTo>
                    <a:pt x="298708" y="1579762"/>
                  </a:lnTo>
                  <a:lnTo>
                    <a:pt x="298040" y="1579762"/>
                  </a:lnTo>
                  <a:lnTo>
                    <a:pt x="297372" y="1579762"/>
                  </a:lnTo>
                  <a:lnTo>
                    <a:pt x="296704" y="1579762"/>
                  </a:lnTo>
                  <a:lnTo>
                    <a:pt x="296036" y="1579762"/>
                  </a:lnTo>
                  <a:lnTo>
                    <a:pt x="295368" y="1579762"/>
                  </a:lnTo>
                  <a:lnTo>
                    <a:pt x="294700" y="1579762"/>
                  </a:lnTo>
                  <a:lnTo>
                    <a:pt x="294032" y="1579762"/>
                  </a:lnTo>
                  <a:lnTo>
                    <a:pt x="293364" y="1579762"/>
                  </a:lnTo>
                  <a:lnTo>
                    <a:pt x="292696" y="1579762"/>
                  </a:lnTo>
                  <a:lnTo>
                    <a:pt x="292028" y="1579762"/>
                  </a:lnTo>
                  <a:lnTo>
                    <a:pt x="291360" y="1579762"/>
                  </a:lnTo>
                  <a:lnTo>
                    <a:pt x="290692" y="1579762"/>
                  </a:lnTo>
                  <a:lnTo>
                    <a:pt x="290024" y="1579762"/>
                  </a:lnTo>
                  <a:lnTo>
                    <a:pt x="289355" y="1579762"/>
                  </a:lnTo>
                  <a:lnTo>
                    <a:pt x="288687" y="1579762"/>
                  </a:lnTo>
                  <a:lnTo>
                    <a:pt x="288019" y="1579762"/>
                  </a:lnTo>
                  <a:lnTo>
                    <a:pt x="287351" y="1579762"/>
                  </a:lnTo>
                  <a:lnTo>
                    <a:pt x="286683" y="1579762"/>
                  </a:lnTo>
                  <a:lnTo>
                    <a:pt x="286015" y="1579762"/>
                  </a:lnTo>
                  <a:lnTo>
                    <a:pt x="285347" y="1579762"/>
                  </a:lnTo>
                  <a:lnTo>
                    <a:pt x="284679" y="1579762"/>
                  </a:lnTo>
                  <a:lnTo>
                    <a:pt x="284011" y="1579762"/>
                  </a:lnTo>
                  <a:lnTo>
                    <a:pt x="283343" y="1579762"/>
                  </a:lnTo>
                  <a:lnTo>
                    <a:pt x="282675" y="1579762"/>
                  </a:lnTo>
                  <a:lnTo>
                    <a:pt x="282007" y="1579762"/>
                  </a:lnTo>
                  <a:lnTo>
                    <a:pt x="281339" y="1579762"/>
                  </a:lnTo>
                  <a:lnTo>
                    <a:pt x="280671" y="1579762"/>
                  </a:lnTo>
                  <a:lnTo>
                    <a:pt x="280003" y="1579762"/>
                  </a:lnTo>
                  <a:lnTo>
                    <a:pt x="279335" y="1579762"/>
                  </a:lnTo>
                  <a:lnTo>
                    <a:pt x="278667" y="1579762"/>
                  </a:lnTo>
                  <a:lnTo>
                    <a:pt x="277999" y="1579762"/>
                  </a:lnTo>
                  <a:lnTo>
                    <a:pt x="277331" y="1579762"/>
                  </a:lnTo>
                  <a:lnTo>
                    <a:pt x="276663" y="1579762"/>
                  </a:lnTo>
                  <a:lnTo>
                    <a:pt x="275995" y="1579762"/>
                  </a:lnTo>
                  <a:lnTo>
                    <a:pt x="275327" y="1579762"/>
                  </a:lnTo>
                  <a:lnTo>
                    <a:pt x="274659" y="1579762"/>
                  </a:lnTo>
                  <a:lnTo>
                    <a:pt x="273991" y="1579762"/>
                  </a:lnTo>
                  <a:lnTo>
                    <a:pt x="273323" y="1579762"/>
                  </a:lnTo>
                  <a:lnTo>
                    <a:pt x="272655" y="1579762"/>
                  </a:lnTo>
                  <a:lnTo>
                    <a:pt x="271987" y="1579762"/>
                  </a:lnTo>
                  <a:lnTo>
                    <a:pt x="271319" y="1579762"/>
                  </a:lnTo>
                  <a:lnTo>
                    <a:pt x="270651" y="1579762"/>
                  </a:lnTo>
                  <a:lnTo>
                    <a:pt x="269983" y="1579762"/>
                  </a:lnTo>
                  <a:lnTo>
                    <a:pt x="269315" y="1579762"/>
                  </a:lnTo>
                  <a:lnTo>
                    <a:pt x="268647" y="1579762"/>
                  </a:lnTo>
                  <a:lnTo>
                    <a:pt x="267979" y="1579762"/>
                  </a:lnTo>
                  <a:lnTo>
                    <a:pt x="267311" y="1579762"/>
                  </a:lnTo>
                  <a:lnTo>
                    <a:pt x="266643" y="1579762"/>
                  </a:lnTo>
                  <a:lnTo>
                    <a:pt x="265975" y="1579762"/>
                  </a:lnTo>
                  <a:lnTo>
                    <a:pt x="265307" y="1579762"/>
                  </a:lnTo>
                  <a:lnTo>
                    <a:pt x="264638" y="1579762"/>
                  </a:lnTo>
                  <a:lnTo>
                    <a:pt x="263970" y="1579762"/>
                  </a:lnTo>
                  <a:lnTo>
                    <a:pt x="263302" y="1579762"/>
                  </a:lnTo>
                  <a:lnTo>
                    <a:pt x="262634" y="1579762"/>
                  </a:lnTo>
                  <a:lnTo>
                    <a:pt x="261966" y="1579762"/>
                  </a:lnTo>
                  <a:lnTo>
                    <a:pt x="261298" y="1579762"/>
                  </a:lnTo>
                  <a:lnTo>
                    <a:pt x="260630" y="1579762"/>
                  </a:lnTo>
                  <a:lnTo>
                    <a:pt x="259962" y="1579762"/>
                  </a:lnTo>
                  <a:lnTo>
                    <a:pt x="259294" y="1579762"/>
                  </a:lnTo>
                  <a:lnTo>
                    <a:pt x="258626" y="1579762"/>
                  </a:lnTo>
                  <a:lnTo>
                    <a:pt x="257958" y="1579762"/>
                  </a:lnTo>
                  <a:lnTo>
                    <a:pt x="257290" y="1579762"/>
                  </a:lnTo>
                  <a:lnTo>
                    <a:pt x="256622" y="1579762"/>
                  </a:lnTo>
                  <a:lnTo>
                    <a:pt x="255954" y="1579762"/>
                  </a:lnTo>
                  <a:lnTo>
                    <a:pt x="255286" y="1579762"/>
                  </a:lnTo>
                  <a:lnTo>
                    <a:pt x="254618" y="1579762"/>
                  </a:lnTo>
                  <a:lnTo>
                    <a:pt x="253950" y="1579762"/>
                  </a:lnTo>
                  <a:lnTo>
                    <a:pt x="253282" y="1579762"/>
                  </a:lnTo>
                  <a:lnTo>
                    <a:pt x="252614" y="1579762"/>
                  </a:lnTo>
                  <a:lnTo>
                    <a:pt x="251946" y="1579762"/>
                  </a:lnTo>
                  <a:lnTo>
                    <a:pt x="251278" y="1579762"/>
                  </a:lnTo>
                  <a:lnTo>
                    <a:pt x="250610" y="1579762"/>
                  </a:lnTo>
                  <a:lnTo>
                    <a:pt x="249942" y="1579762"/>
                  </a:lnTo>
                  <a:lnTo>
                    <a:pt x="249274" y="1579762"/>
                  </a:lnTo>
                  <a:lnTo>
                    <a:pt x="248606" y="1579762"/>
                  </a:lnTo>
                  <a:lnTo>
                    <a:pt x="247938" y="1579762"/>
                  </a:lnTo>
                  <a:lnTo>
                    <a:pt x="247270" y="1579762"/>
                  </a:lnTo>
                  <a:lnTo>
                    <a:pt x="246602" y="1579762"/>
                  </a:lnTo>
                  <a:lnTo>
                    <a:pt x="245934" y="1579762"/>
                  </a:lnTo>
                  <a:lnTo>
                    <a:pt x="245266" y="1579762"/>
                  </a:lnTo>
                  <a:lnTo>
                    <a:pt x="244598" y="1579762"/>
                  </a:lnTo>
                  <a:lnTo>
                    <a:pt x="243930" y="1579762"/>
                  </a:lnTo>
                  <a:lnTo>
                    <a:pt x="243262" y="1579762"/>
                  </a:lnTo>
                  <a:lnTo>
                    <a:pt x="242594" y="1579762"/>
                  </a:lnTo>
                  <a:lnTo>
                    <a:pt x="241926" y="1579762"/>
                  </a:lnTo>
                  <a:lnTo>
                    <a:pt x="241258" y="1579762"/>
                  </a:lnTo>
                  <a:lnTo>
                    <a:pt x="240590" y="1579762"/>
                  </a:lnTo>
                  <a:lnTo>
                    <a:pt x="239921" y="1579762"/>
                  </a:lnTo>
                  <a:lnTo>
                    <a:pt x="239253" y="1579762"/>
                  </a:lnTo>
                  <a:lnTo>
                    <a:pt x="238585" y="1579762"/>
                  </a:lnTo>
                  <a:lnTo>
                    <a:pt x="237917" y="1579762"/>
                  </a:lnTo>
                  <a:lnTo>
                    <a:pt x="237249" y="1579762"/>
                  </a:lnTo>
                  <a:lnTo>
                    <a:pt x="236581" y="1579762"/>
                  </a:lnTo>
                  <a:lnTo>
                    <a:pt x="235913" y="1579762"/>
                  </a:lnTo>
                  <a:lnTo>
                    <a:pt x="235245" y="1579762"/>
                  </a:lnTo>
                  <a:lnTo>
                    <a:pt x="234577" y="1579762"/>
                  </a:lnTo>
                  <a:lnTo>
                    <a:pt x="233909" y="1579762"/>
                  </a:lnTo>
                  <a:lnTo>
                    <a:pt x="233241" y="1579762"/>
                  </a:lnTo>
                  <a:lnTo>
                    <a:pt x="232573" y="1579762"/>
                  </a:lnTo>
                  <a:lnTo>
                    <a:pt x="231905" y="1579762"/>
                  </a:lnTo>
                  <a:lnTo>
                    <a:pt x="231237" y="1579762"/>
                  </a:lnTo>
                  <a:lnTo>
                    <a:pt x="230569" y="1579762"/>
                  </a:lnTo>
                  <a:lnTo>
                    <a:pt x="229901" y="1579762"/>
                  </a:lnTo>
                  <a:lnTo>
                    <a:pt x="229233" y="1579762"/>
                  </a:lnTo>
                  <a:lnTo>
                    <a:pt x="228565" y="1579762"/>
                  </a:lnTo>
                  <a:lnTo>
                    <a:pt x="227897" y="1579762"/>
                  </a:lnTo>
                  <a:lnTo>
                    <a:pt x="227229" y="1579762"/>
                  </a:lnTo>
                  <a:lnTo>
                    <a:pt x="226561" y="1579762"/>
                  </a:lnTo>
                  <a:lnTo>
                    <a:pt x="225893" y="1579762"/>
                  </a:lnTo>
                  <a:lnTo>
                    <a:pt x="225225" y="1579762"/>
                  </a:lnTo>
                  <a:lnTo>
                    <a:pt x="224557" y="1579762"/>
                  </a:lnTo>
                  <a:lnTo>
                    <a:pt x="223889" y="1579762"/>
                  </a:lnTo>
                  <a:lnTo>
                    <a:pt x="223221" y="1579762"/>
                  </a:lnTo>
                  <a:lnTo>
                    <a:pt x="222553" y="1579762"/>
                  </a:lnTo>
                  <a:lnTo>
                    <a:pt x="221885" y="1579762"/>
                  </a:lnTo>
                  <a:lnTo>
                    <a:pt x="221217" y="1579762"/>
                  </a:lnTo>
                  <a:lnTo>
                    <a:pt x="220549" y="1579762"/>
                  </a:lnTo>
                  <a:lnTo>
                    <a:pt x="219881" y="1579762"/>
                  </a:lnTo>
                  <a:lnTo>
                    <a:pt x="219213" y="1579762"/>
                  </a:lnTo>
                  <a:lnTo>
                    <a:pt x="218545" y="1579762"/>
                  </a:lnTo>
                  <a:lnTo>
                    <a:pt x="217877" y="1579762"/>
                  </a:lnTo>
                  <a:lnTo>
                    <a:pt x="217209" y="1579762"/>
                  </a:lnTo>
                  <a:lnTo>
                    <a:pt x="216541" y="1579762"/>
                  </a:lnTo>
                  <a:lnTo>
                    <a:pt x="215872" y="1579762"/>
                  </a:lnTo>
                  <a:lnTo>
                    <a:pt x="215204" y="1579762"/>
                  </a:lnTo>
                  <a:lnTo>
                    <a:pt x="214536" y="1579762"/>
                  </a:lnTo>
                  <a:lnTo>
                    <a:pt x="213868" y="1579762"/>
                  </a:lnTo>
                  <a:lnTo>
                    <a:pt x="213200" y="1579762"/>
                  </a:lnTo>
                  <a:lnTo>
                    <a:pt x="212532" y="1579762"/>
                  </a:lnTo>
                  <a:lnTo>
                    <a:pt x="211864" y="1579762"/>
                  </a:lnTo>
                  <a:lnTo>
                    <a:pt x="211196" y="1579762"/>
                  </a:lnTo>
                  <a:lnTo>
                    <a:pt x="210528" y="1579762"/>
                  </a:lnTo>
                  <a:lnTo>
                    <a:pt x="209860" y="1579762"/>
                  </a:lnTo>
                  <a:lnTo>
                    <a:pt x="209192" y="1579762"/>
                  </a:lnTo>
                  <a:lnTo>
                    <a:pt x="208524" y="1579762"/>
                  </a:lnTo>
                  <a:lnTo>
                    <a:pt x="207856" y="1579762"/>
                  </a:lnTo>
                  <a:lnTo>
                    <a:pt x="207188" y="1579762"/>
                  </a:lnTo>
                  <a:lnTo>
                    <a:pt x="206520" y="1579762"/>
                  </a:lnTo>
                  <a:lnTo>
                    <a:pt x="205852" y="1579762"/>
                  </a:lnTo>
                  <a:lnTo>
                    <a:pt x="205184" y="1579762"/>
                  </a:lnTo>
                  <a:lnTo>
                    <a:pt x="204516" y="1579762"/>
                  </a:lnTo>
                  <a:lnTo>
                    <a:pt x="203848" y="1579762"/>
                  </a:lnTo>
                  <a:lnTo>
                    <a:pt x="203180" y="1579762"/>
                  </a:lnTo>
                  <a:lnTo>
                    <a:pt x="202512" y="1579762"/>
                  </a:lnTo>
                  <a:lnTo>
                    <a:pt x="201844" y="1579762"/>
                  </a:lnTo>
                  <a:lnTo>
                    <a:pt x="201176" y="1579762"/>
                  </a:lnTo>
                  <a:lnTo>
                    <a:pt x="200508" y="1579762"/>
                  </a:lnTo>
                  <a:lnTo>
                    <a:pt x="199840" y="1579762"/>
                  </a:lnTo>
                  <a:lnTo>
                    <a:pt x="199172" y="1579762"/>
                  </a:lnTo>
                  <a:lnTo>
                    <a:pt x="198504" y="1579762"/>
                  </a:lnTo>
                  <a:lnTo>
                    <a:pt x="197836" y="1579762"/>
                  </a:lnTo>
                  <a:lnTo>
                    <a:pt x="197168" y="1579762"/>
                  </a:lnTo>
                  <a:lnTo>
                    <a:pt x="196500" y="1579762"/>
                  </a:lnTo>
                  <a:lnTo>
                    <a:pt x="195832" y="1579762"/>
                  </a:lnTo>
                  <a:lnTo>
                    <a:pt x="195164" y="1579762"/>
                  </a:lnTo>
                  <a:lnTo>
                    <a:pt x="194496" y="1579762"/>
                  </a:lnTo>
                  <a:lnTo>
                    <a:pt x="193828" y="1579762"/>
                  </a:lnTo>
                  <a:lnTo>
                    <a:pt x="193160" y="1579762"/>
                  </a:lnTo>
                  <a:lnTo>
                    <a:pt x="192492" y="1579762"/>
                  </a:lnTo>
                  <a:lnTo>
                    <a:pt x="191824" y="1579762"/>
                  </a:lnTo>
                  <a:lnTo>
                    <a:pt x="191155" y="1579762"/>
                  </a:lnTo>
                  <a:lnTo>
                    <a:pt x="190487" y="1579762"/>
                  </a:lnTo>
                  <a:lnTo>
                    <a:pt x="189819" y="1579762"/>
                  </a:lnTo>
                  <a:lnTo>
                    <a:pt x="189151" y="1579762"/>
                  </a:lnTo>
                  <a:lnTo>
                    <a:pt x="188483" y="1579762"/>
                  </a:lnTo>
                  <a:lnTo>
                    <a:pt x="187815" y="1579762"/>
                  </a:lnTo>
                  <a:lnTo>
                    <a:pt x="187147" y="1579762"/>
                  </a:lnTo>
                  <a:lnTo>
                    <a:pt x="186479" y="1579762"/>
                  </a:lnTo>
                  <a:lnTo>
                    <a:pt x="185811" y="1579762"/>
                  </a:lnTo>
                  <a:lnTo>
                    <a:pt x="185143" y="1579762"/>
                  </a:lnTo>
                  <a:lnTo>
                    <a:pt x="184475" y="1579762"/>
                  </a:lnTo>
                  <a:lnTo>
                    <a:pt x="183807" y="1579762"/>
                  </a:lnTo>
                  <a:lnTo>
                    <a:pt x="183139" y="1579762"/>
                  </a:lnTo>
                  <a:lnTo>
                    <a:pt x="182471" y="1579762"/>
                  </a:lnTo>
                  <a:lnTo>
                    <a:pt x="181803" y="1579762"/>
                  </a:lnTo>
                  <a:lnTo>
                    <a:pt x="181135" y="1579762"/>
                  </a:lnTo>
                  <a:lnTo>
                    <a:pt x="180467" y="1579762"/>
                  </a:lnTo>
                  <a:lnTo>
                    <a:pt x="179799" y="1579762"/>
                  </a:lnTo>
                  <a:lnTo>
                    <a:pt x="179131" y="1579762"/>
                  </a:lnTo>
                  <a:lnTo>
                    <a:pt x="178463" y="1579762"/>
                  </a:lnTo>
                  <a:lnTo>
                    <a:pt x="177795" y="1579762"/>
                  </a:lnTo>
                  <a:lnTo>
                    <a:pt x="177127" y="1579762"/>
                  </a:lnTo>
                  <a:lnTo>
                    <a:pt x="176459" y="1579762"/>
                  </a:lnTo>
                  <a:lnTo>
                    <a:pt x="175791" y="1579762"/>
                  </a:lnTo>
                  <a:lnTo>
                    <a:pt x="175123" y="1579762"/>
                  </a:lnTo>
                  <a:lnTo>
                    <a:pt x="174455" y="1579762"/>
                  </a:lnTo>
                  <a:lnTo>
                    <a:pt x="173787" y="1579762"/>
                  </a:lnTo>
                  <a:lnTo>
                    <a:pt x="173119" y="1579762"/>
                  </a:lnTo>
                  <a:lnTo>
                    <a:pt x="172451" y="1579762"/>
                  </a:lnTo>
                  <a:lnTo>
                    <a:pt x="171783" y="1579762"/>
                  </a:lnTo>
                  <a:lnTo>
                    <a:pt x="171115" y="1579762"/>
                  </a:lnTo>
                  <a:lnTo>
                    <a:pt x="170447" y="1579762"/>
                  </a:lnTo>
                  <a:lnTo>
                    <a:pt x="169779" y="1579762"/>
                  </a:lnTo>
                  <a:lnTo>
                    <a:pt x="169111" y="1579762"/>
                  </a:lnTo>
                  <a:lnTo>
                    <a:pt x="168443" y="1579762"/>
                  </a:lnTo>
                  <a:lnTo>
                    <a:pt x="167775" y="1579762"/>
                  </a:lnTo>
                  <a:lnTo>
                    <a:pt x="167107" y="1579762"/>
                  </a:lnTo>
                  <a:lnTo>
                    <a:pt x="166438" y="1579762"/>
                  </a:lnTo>
                  <a:lnTo>
                    <a:pt x="165770" y="1579762"/>
                  </a:lnTo>
                  <a:lnTo>
                    <a:pt x="165102" y="1579762"/>
                  </a:lnTo>
                  <a:lnTo>
                    <a:pt x="164434" y="1579762"/>
                  </a:lnTo>
                  <a:lnTo>
                    <a:pt x="163766" y="1579762"/>
                  </a:lnTo>
                  <a:lnTo>
                    <a:pt x="163098" y="1579762"/>
                  </a:lnTo>
                  <a:lnTo>
                    <a:pt x="162430" y="1579762"/>
                  </a:lnTo>
                  <a:lnTo>
                    <a:pt x="161762" y="1579762"/>
                  </a:lnTo>
                  <a:lnTo>
                    <a:pt x="161094" y="1579762"/>
                  </a:lnTo>
                  <a:lnTo>
                    <a:pt x="160426" y="1579762"/>
                  </a:lnTo>
                  <a:lnTo>
                    <a:pt x="159758" y="1579762"/>
                  </a:lnTo>
                  <a:lnTo>
                    <a:pt x="159090" y="1579762"/>
                  </a:lnTo>
                  <a:lnTo>
                    <a:pt x="158422" y="1579762"/>
                  </a:lnTo>
                  <a:lnTo>
                    <a:pt x="157754" y="1579762"/>
                  </a:lnTo>
                  <a:lnTo>
                    <a:pt x="157086" y="1579762"/>
                  </a:lnTo>
                  <a:lnTo>
                    <a:pt x="156418" y="1579762"/>
                  </a:lnTo>
                  <a:lnTo>
                    <a:pt x="155750" y="1579762"/>
                  </a:lnTo>
                  <a:lnTo>
                    <a:pt x="155082" y="1579762"/>
                  </a:lnTo>
                  <a:lnTo>
                    <a:pt x="154414" y="1579762"/>
                  </a:lnTo>
                  <a:lnTo>
                    <a:pt x="153746" y="1579762"/>
                  </a:lnTo>
                  <a:lnTo>
                    <a:pt x="153078" y="1579762"/>
                  </a:lnTo>
                  <a:lnTo>
                    <a:pt x="152410" y="1579762"/>
                  </a:lnTo>
                  <a:lnTo>
                    <a:pt x="151742" y="1579762"/>
                  </a:lnTo>
                  <a:lnTo>
                    <a:pt x="151074" y="1579762"/>
                  </a:lnTo>
                  <a:lnTo>
                    <a:pt x="150406" y="1579762"/>
                  </a:lnTo>
                  <a:lnTo>
                    <a:pt x="149738" y="1579762"/>
                  </a:lnTo>
                  <a:lnTo>
                    <a:pt x="149070" y="1579762"/>
                  </a:lnTo>
                  <a:lnTo>
                    <a:pt x="148402" y="1579762"/>
                  </a:lnTo>
                  <a:lnTo>
                    <a:pt x="147734" y="1579762"/>
                  </a:lnTo>
                  <a:lnTo>
                    <a:pt x="147066" y="1579762"/>
                  </a:lnTo>
                  <a:lnTo>
                    <a:pt x="146398" y="1579762"/>
                  </a:lnTo>
                  <a:lnTo>
                    <a:pt x="145730" y="1579762"/>
                  </a:lnTo>
                  <a:lnTo>
                    <a:pt x="145062" y="1579762"/>
                  </a:lnTo>
                  <a:lnTo>
                    <a:pt x="144394" y="1579762"/>
                  </a:lnTo>
                  <a:lnTo>
                    <a:pt x="143726" y="1579762"/>
                  </a:lnTo>
                  <a:lnTo>
                    <a:pt x="143058" y="1579762"/>
                  </a:lnTo>
                  <a:lnTo>
                    <a:pt x="142390" y="1579762"/>
                  </a:lnTo>
                  <a:lnTo>
                    <a:pt x="141721" y="1579762"/>
                  </a:lnTo>
                  <a:lnTo>
                    <a:pt x="141053" y="1579762"/>
                  </a:lnTo>
                  <a:lnTo>
                    <a:pt x="140385" y="1579762"/>
                  </a:lnTo>
                  <a:lnTo>
                    <a:pt x="139717" y="1579762"/>
                  </a:lnTo>
                  <a:lnTo>
                    <a:pt x="139049" y="1579762"/>
                  </a:lnTo>
                  <a:lnTo>
                    <a:pt x="138381" y="1579762"/>
                  </a:lnTo>
                  <a:lnTo>
                    <a:pt x="137713" y="1579762"/>
                  </a:lnTo>
                  <a:lnTo>
                    <a:pt x="137045" y="1579762"/>
                  </a:lnTo>
                  <a:lnTo>
                    <a:pt x="136377" y="1579762"/>
                  </a:lnTo>
                  <a:lnTo>
                    <a:pt x="135709" y="1579762"/>
                  </a:lnTo>
                  <a:lnTo>
                    <a:pt x="135041" y="1579762"/>
                  </a:lnTo>
                  <a:lnTo>
                    <a:pt x="134373" y="1579762"/>
                  </a:lnTo>
                  <a:lnTo>
                    <a:pt x="133705" y="1579762"/>
                  </a:lnTo>
                  <a:lnTo>
                    <a:pt x="133037" y="1579762"/>
                  </a:lnTo>
                  <a:lnTo>
                    <a:pt x="132369" y="1579762"/>
                  </a:lnTo>
                  <a:lnTo>
                    <a:pt x="131701" y="1579762"/>
                  </a:lnTo>
                  <a:lnTo>
                    <a:pt x="131033" y="1579762"/>
                  </a:lnTo>
                  <a:lnTo>
                    <a:pt x="130365" y="1579762"/>
                  </a:lnTo>
                  <a:lnTo>
                    <a:pt x="129697" y="1579762"/>
                  </a:lnTo>
                  <a:lnTo>
                    <a:pt x="129029" y="1579762"/>
                  </a:lnTo>
                  <a:lnTo>
                    <a:pt x="128361" y="1579762"/>
                  </a:lnTo>
                  <a:lnTo>
                    <a:pt x="127693" y="1579762"/>
                  </a:lnTo>
                  <a:lnTo>
                    <a:pt x="127025" y="1579762"/>
                  </a:lnTo>
                  <a:lnTo>
                    <a:pt x="126357" y="1579762"/>
                  </a:lnTo>
                  <a:lnTo>
                    <a:pt x="125689" y="1579762"/>
                  </a:lnTo>
                  <a:lnTo>
                    <a:pt x="125021" y="1579762"/>
                  </a:lnTo>
                  <a:lnTo>
                    <a:pt x="124353" y="1579762"/>
                  </a:lnTo>
                  <a:lnTo>
                    <a:pt x="123685" y="1579762"/>
                  </a:lnTo>
                  <a:lnTo>
                    <a:pt x="123017" y="1579762"/>
                  </a:lnTo>
                  <a:lnTo>
                    <a:pt x="122349" y="1579762"/>
                  </a:lnTo>
                  <a:lnTo>
                    <a:pt x="121681" y="1579762"/>
                  </a:lnTo>
                  <a:lnTo>
                    <a:pt x="121013" y="1579762"/>
                  </a:lnTo>
                  <a:lnTo>
                    <a:pt x="120345" y="1579762"/>
                  </a:lnTo>
                  <a:lnTo>
                    <a:pt x="119677" y="1579762"/>
                  </a:lnTo>
                  <a:lnTo>
                    <a:pt x="119009" y="1579762"/>
                  </a:lnTo>
                  <a:lnTo>
                    <a:pt x="118341" y="1579762"/>
                  </a:lnTo>
                  <a:lnTo>
                    <a:pt x="117672" y="1579762"/>
                  </a:lnTo>
                  <a:lnTo>
                    <a:pt x="117004" y="1579762"/>
                  </a:lnTo>
                  <a:lnTo>
                    <a:pt x="116336" y="1579762"/>
                  </a:lnTo>
                  <a:lnTo>
                    <a:pt x="115668" y="1579762"/>
                  </a:lnTo>
                  <a:lnTo>
                    <a:pt x="115000" y="1579762"/>
                  </a:lnTo>
                  <a:lnTo>
                    <a:pt x="114332" y="1579762"/>
                  </a:lnTo>
                  <a:lnTo>
                    <a:pt x="113664" y="1579762"/>
                  </a:lnTo>
                  <a:lnTo>
                    <a:pt x="112996" y="1579762"/>
                  </a:lnTo>
                  <a:lnTo>
                    <a:pt x="112328" y="1579762"/>
                  </a:lnTo>
                  <a:lnTo>
                    <a:pt x="111660" y="1579762"/>
                  </a:lnTo>
                  <a:lnTo>
                    <a:pt x="110992" y="1579762"/>
                  </a:lnTo>
                  <a:lnTo>
                    <a:pt x="110324" y="1579762"/>
                  </a:lnTo>
                  <a:lnTo>
                    <a:pt x="109656" y="1579762"/>
                  </a:lnTo>
                  <a:lnTo>
                    <a:pt x="108988" y="1579762"/>
                  </a:lnTo>
                  <a:lnTo>
                    <a:pt x="108320" y="1579762"/>
                  </a:lnTo>
                  <a:lnTo>
                    <a:pt x="107652" y="1579762"/>
                  </a:lnTo>
                  <a:lnTo>
                    <a:pt x="106984" y="1579762"/>
                  </a:lnTo>
                  <a:lnTo>
                    <a:pt x="106316" y="1579762"/>
                  </a:lnTo>
                  <a:lnTo>
                    <a:pt x="105648" y="1579762"/>
                  </a:lnTo>
                  <a:lnTo>
                    <a:pt x="104980" y="1579762"/>
                  </a:lnTo>
                  <a:lnTo>
                    <a:pt x="104312" y="1579762"/>
                  </a:lnTo>
                  <a:lnTo>
                    <a:pt x="103644" y="1579762"/>
                  </a:lnTo>
                  <a:lnTo>
                    <a:pt x="102976" y="1579762"/>
                  </a:lnTo>
                  <a:lnTo>
                    <a:pt x="102308" y="1579762"/>
                  </a:lnTo>
                  <a:lnTo>
                    <a:pt x="101640" y="1579762"/>
                  </a:lnTo>
                  <a:lnTo>
                    <a:pt x="100972" y="1579762"/>
                  </a:lnTo>
                  <a:lnTo>
                    <a:pt x="100304" y="1579762"/>
                  </a:lnTo>
                  <a:lnTo>
                    <a:pt x="99636" y="1579762"/>
                  </a:lnTo>
                  <a:lnTo>
                    <a:pt x="98968" y="1579762"/>
                  </a:lnTo>
                  <a:lnTo>
                    <a:pt x="98300" y="1579762"/>
                  </a:lnTo>
                  <a:lnTo>
                    <a:pt x="97632" y="1579762"/>
                  </a:lnTo>
                  <a:lnTo>
                    <a:pt x="96964" y="1579762"/>
                  </a:lnTo>
                  <a:lnTo>
                    <a:pt x="96296" y="1579762"/>
                  </a:lnTo>
                  <a:lnTo>
                    <a:pt x="95628" y="1579762"/>
                  </a:lnTo>
                  <a:lnTo>
                    <a:pt x="94960" y="1579762"/>
                  </a:lnTo>
                  <a:lnTo>
                    <a:pt x="94292" y="1579762"/>
                  </a:lnTo>
                  <a:lnTo>
                    <a:pt x="93624" y="1579762"/>
                  </a:lnTo>
                  <a:lnTo>
                    <a:pt x="92955" y="1579762"/>
                  </a:lnTo>
                  <a:lnTo>
                    <a:pt x="92287" y="1579762"/>
                  </a:lnTo>
                  <a:lnTo>
                    <a:pt x="91619" y="1579762"/>
                  </a:lnTo>
                  <a:lnTo>
                    <a:pt x="90951" y="1579762"/>
                  </a:lnTo>
                  <a:lnTo>
                    <a:pt x="90283" y="1579762"/>
                  </a:lnTo>
                  <a:lnTo>
                    <a:pt x="89615" y="1579762"/>
                  </a:lnTo>
                  <a:lnTo>
                    <a:pt x="88947" y="1579762"/>
                  </a:lnTo>
                  <a:lnTo>
                    <a:pt x="88279" y="1579762"/>
                  </a:lnTo>
                  <a:lnTo>
                    <a:pt x="87611" y="1579762"/>
                  </a:lnTo>
                  <a:lnTo>
                    <a:pt x="86943" y="1579762"/>
                  </a:lnTo>
                  <a:lnTo>
                    <a:pt x="86275" y="1579762"/>
                  </a:lnTo>
                  <a:lnTo>
                    <a:pt x="85607" y="1579762"/>
                  </a:lnTo>
                  <a:lnTo>
                    <a:pt x="84939" y="1579762"/>
                  </a:lnTo>
                  <a:lnTo>
                    <a:pt x="84271" y="1579762"/>
                  </a:lnTo>
                  <a:lnTo>
                    <a:pt x="83603" y="1579762"/>
                  </a:lnTo>
                  <a:lnTo>
                    <a:pt x="82935" y="1579762"/>
                  </a:lnTo>
                  <a:lnTo>
                    <a:pt x="82267" y="1579762"/>
                  </a:lnTo>
                  <a:lnTo>
                    <a:pt x="81599" y="1579762"/>
                  </a:lnTo>
                  <a:lnTo>
                    <a:pt x="80931" y="1579762"/>
                  </a:lnTo>
                  <a:lnTo>
                    <a:pt x="80263" y="1579762"/>
                  </a:lnTo>
                  <a:lnTo>
                    <a:pt x="79595" y="1579762"/>
                  </a:lnTo>
                  <a:lnTo>
                    <a:pt x="78927" y="1579762"/>
                  </a:lnTo>
                  <a:lnTo>
                    <a:pt x="78259" y="1579762"/>
                  </a:lnTo>
                  <a:lnTo>
                    <a:pt x="77591" y="1579762"/>
                  </a:lnTo>
                  <a:lnTo>
                    <a:pt x="76923" y="1579762"/>
                  </a:lnTo>
                  <a:lnTo>
                    <a:pt x="76255" y="1579762"/>
                  </a:lnTo>
                  <a:lnTo>
                    <a:pt x="75587" y="1579762"/>
                  </a:lnTo>
                  <a:lnTo>
                    <a:pt x="74919" y="1579762"/>
                  </a:lnTo>
                  <a:lnTo>
                    <a:pt x="74251" y="1579762"/>
                  </a:lnTo>
                  <a:lnTo>
                    <a:pt x="73583" y="1579762"/>
                  </a:lnTo>
                  <a:lnTo>
                    <a:pt x="72915" y="1579762"/>
                  </a:lnTo>
                  <a:lnTo>
                    <a:pt x="72247" y="1579762"/>
                  </a:lnTo>
                  <a:lnTo>
                    <a:pt x="71579" y="1579762"/>
                  </a:lnTo>
                  <a:lnTo>
                    <a:pt x="70911" y="1579762"/>
                  </a:lnTo>
                  <a:lnTo>
                    <a:pt x="70243" y="1579762"/>
                  </a:lnTo>
                  <a:lnTo>
                    <a:pt x="69575" y="1579762"/>
                  </a:lnTo>
                  <a:lnTo>
                    <a:pt x="68907" y="1579762"/>
                  </a:lnTo>
                  <a:lnTo>
                    <a:pt x="68238" y="1579762"/>
                  </a:lnTo>
                  <a:lnTo>
                    <a:pt x="67570" y="1579762"/>
                  </a:lnTo>
                  <a:lnTo>
                    <a:pt x="66902" y="1579762"/>
                  </a:lnTo>
                  <a:lnTo>
                    <a:pt x="66234" y="1579762"/>
                  </a:lnTo>
                  <a:lnTo>
                    <a:pt x="65566" y="1579762"/>
                  </a:lnTo>
                  <a:lnTo>
                    <a:pt x="64898" y="1579762"/>
                  </a:lnTo>
                  <a:lnTo>
                    <a:pt x="64230" y="1579762"/>
                  </a:lnTo>
                  <a:lnTo>
                    <a:pt x="63562" y="1579762"/>
                  </a:lnTo>
                  <a:lnTo>
                    <a:pt x="62894" y="1579762"/>
                  </a:lnTo>
                  <a:lnTo>
                    <a:pt x="62226" y="1579762"/>
                  </a:lnTo>
                  <a:lnTo>
                    <a:pt x="61558" y="1579762"/>
                  </a:lnTo>
                  <a:lnTo>
                    <a:pt x="60890" y="1579762"/>
                  </a:lnTo>
                  <a:lnTo>
                    <a:pt x="60222" y="1579762"/>
                  </a:lnTo>
                  <a:lnTo>
                    <a:pt x="59554" y="1579762"/>
                  </a:lnTo>
                  <a:lnTo>
                    <a:pt x="58886" y="1579762"/>
                  </a:lnTo>
                  <a:lnTo>
                    <a:pt x="58218" y="1579762"/>
                  </a:lnTo>
                  <a:lnTo>
                    <a:pt x="57550" y="1579762"/>
                  </a:lnTo>
                  <a:lnTo>
                    <a:pt x="56882" y="1579762"/>
                  </a:lnTo>
                  <a:lnTo>
                    <a:pt x="56214" y="1579762"/>
                  </a:lnTo>
                  <a:lnTo>
                    <a:pt x="55546" y="1579762"/>
                  </a:lnTo>
                  <a:lnTo>
                    <a:pt x="54878" y="1579762"/>
                  </a:lnTo>
                  <a:lnTo>
                    <a:pt x="54210" y="1579762"/>
                  </a:lnTo>
                  <a:lnTo>
                    <a:pt x="53542" y="1579762"/>
                  </a:lnTo>
                  <a:lnTo>
                    <a:pt x="52874" y="1579762"/>
                  </a:lnTo>
                  <a:lnTo>
                    <a:pt x="52206" y="1579762"/>
                  </a:lnTo>
                  <a:lnTo>
                    <a:pt x="51538" y="1579762"/>
                  </a:lnTo>
                  <a:lnTo>
                    <a:pt x="50870" y="1579762"/>
                  </a:lnTo>
                  <a:lnTo>
                    <a:pt x="50202" y="1579762"/>
                  </a:lnTo>
                  <a:lnTo>
                    <a:pt x="49534" y="1579762"/>
                  </a:lnTo>
                  <a:lnTo>
                    <a:pt x="48866" y="1579762"/>
                  </a:lnTo>
                  <a:lnTo>
                    <a:pt x="48198" y="1579762"/>
                  </a:lnTo>
                  <a:lnTo>
                    <a:pt x="47530" y="1579762"/>
                  </a:lnTo>
                  <a:lnTo>
                    <a:pt x="46862" y="1579762"/>
                  </a:lnTo>
                  <a:lnTo>
                    <a:pt x="46194" y="1579762"/>
                  </a:lnTo>
                  <a:lnTo>
                    <a:pt x="45526" y="1579762"/>
                  </a:lnTo>
                  <a:lnTo>
                    <a:pt x="44858" y="1579762"/>
                  </a:lnTo>
                  <a:lnTo>
                    <a:pt x="44190" y="1579762"/>
                  </a:lnTo>
                  <a:lnTo>
                    <a:pt x="43521" y="1579762"/>
                  </a:lnTo>
                  <a:lnTo>
                    <a:pt x="42853" y="1579762"/>
                  </a:lnTo>
                  <a:lnTo>
                    <a:pt x="42185" y="1579762"/>
                  </a:lnTo>
                  <a:lnTo>
                    <a:pt x="41517" y="1579762"/>
                  </a:lnTo>
                  <a:lnTo>
                    <a:pt x="40849" y="1579762"/>
                  </a:lnTo>
                  <a:lnTo>
                    <a:pt x="40181" y="1579762"/>
                  </a:lnTo>
                  <a:lnTo>
                    <a:pt x="39513" y="1579762"/>
                  </a:lnTo>
                  <a:lnTo>
                    <a:pt x="38845" y="1579762"/>
                  </a:lnTo>
                  <a:lnTo>
                    <a:pt x="38177" y="1579762"/>
                  </a:lnTo>
                  <a:lnTo>
                    <a:pt x="37509" y="1579762"/>
                  </a:lnTo>
                  <a:lnTo>
                    <a:pt x="36841" y="1579762"/>
                  </a:lnTo>
                  <a:lnTo>
                    <a:pt x="36173" y="1579762"/>
                  </a:lnTo>
                  <a:lnTo>
                    <a:pt x="35505" y="1579762"/>
                  </a:lnTo>
                  <a:lnTo>
                    <a:pt x="34837" y="1579762"/>
                  </a:lnTo>
                  <a:lnTo>
                    <a:pt x="34169" y="1579762"/>
                  </a:lnTo>
                  <a:lnTo>
                    <a:pt x="33501" y="1579762"/>
                  </a:lnTo>
                  <a:lnTo>
                    <a:pt x="32833" y="1579762"/>
                  </a:lnTo>
                  <a:lnTo>
                    <a:pt x="32165" y="1579762"/>
                  </a:lnTo>
                  <a:lnTo>
                    <a:pt x="31497" y="1579762"/>
                  </a:lnTo>
                  <a:lnTo>
                    <a:pt x="30829" y="1579762"/>
                  </a:lnTo>
                  <a:lnTo>
                    <a:pt x="30161" y="1579762"/>
                  </a:lnTo>
                  <a:lnTo>
                    <a:pt x="29493" y="1579762"/>
                  </a:lnTo>
                  <a:lnTo>
                    <a:pt x="28825" y="1579762"/>
                  </a:lnTo>
                  <a:lnTo>
                    <a:pt x="28157" y="1579762"/>
                  </a:lnTo>
                  <a:lnTo>
                    <a:pt x="27489" y="1579762"/>
                  </a:lnTo>
                  <a:lnTo>
                    <a:pt x="26821" y="1579762"/>
                  </a:lnTo>
                  <a:lnTo>
                    <a:pt x="26153" y="1579762"/>
                  </a:lnTo>
                  <a:lnTo>
                    <a:pt x="25485" y="1579762"/>
                  </a:lnTo>
                  <a:lnTo>
                    <a:pt x="24817" y="1579762"/>
                  </a:lnTo>
                  <a:lnTo>
                    <a:pt x="24149" y="1579762"/>
                  </a:lnTo>
                  <a:lnTo>
                    <a:pt x="23481" y="1579762"/>
                  </a:lnTo>
                  <a:lnTo>
                    <a:pt x="22813" y="1579762"/>
                  </a:lnTo>
                  <a:lnTo>
                    <a:pt x="22145" y="1579762"/>
                  </a:lnTo>
                  <a:lnTo>
                    <a:pt x="21477" y="1579762"/>
                  </a:lnTo>
                  <a:lnTo>
                    <a:pt x="20809" y="1579762"/>
                  </a:lnTo>
                  <a:lnTo>
                    <a:pt x="20141" y="1579762"/>
                  </a:lnTo>
                  <a:lnTo>
                    <a:pt x="19472" y="1579762"/>
                  </a:lnTo>
                  <a:lnTo>
                    <a:pt x="18804" y="1579762"/>
                  </a:lnTo>
                  <a:lnTo>
                    <a:pt x="18136" y="1579762"/>
                  </a:lnTo>
                  <a:lnTo>
                    <a:pt x="17468" y="1579762"/>
                  </a:lnTo>
                  <a:lnTo>
                    <a:pt x="16800" y="1579762"/>
                  </a:lnTo>
                  <a:lnTo>
                    <a:pt x="16132" y="1579762"/>
                  </a:lnTo>
                  <a:lnTo>
                    <a:pt x="15464" y="1579762"/>
                  </a:lnTo>
                  <a:lnTo>
                    <a:pt x="14796" y="1579762"/>
                  </a:lnTo>
                  <a:lnTo>
                    <a:pt x="14128" y="1579762"/>
                  </a:lnTo>
                  <a:lnTo>
                    <a:pt x="13460" y="1579762"/>
                  </a:lnTo>
                  <a:lnTo>
                    <a:pt x="12792" y="1579762"/>
                  </a:lnTo>
                  <a:lnTo>
                    <a:pt x="12124" y="1579762"/>
                  </a:lnTo>
                  <a:lnTo>
                    <a:pt x="11456" y="1579762"/>
                  </a:lnTo>
                  <a:lnTo>
                    <a:pt x="10788" y="1579762"/>
                  </a:lnTo>
                  <a:lnTo>
                    <a:pt x="10120" y="1579762"/>
                  </a:lnTo>
                  <a:lnTo>
                    <a:pt x="9452" y="1579762"/>
                  </a:lnTo>
                  <a:lnTo>
                    <a:pt x="8784" y="1579762"/>
                  </a:lnTo>
                  <a:lnTo>
                    <a:pt x="8116" y="1579762"/>
                  </a:lnTo>
                  <a:lnTo>
                    <a:pt x="7448" y="1579762"/>
                  </a:lnTo>
                  <a:lnTo>
                    <a:pt x="6780" y="1579762"/>
                  </a:lnTo>
                  <a:lnTo>
                    <a:pt x="6112" y="1579762"/>
                  </a:lnTo>
                  <a:lnTo>
                    <a:pt x="5444" y="1579762"/>
                  </a:lnTo>
                  <a:lnTo>
                    <a:pt x="4776" y="1579762"/>
                  </a:lnTo>
                  <a:lnTo>
                    <a:pt x="4108" y="1579762"/>
                  </a:lnTo>
                  <a:lnTo>
                    <a:pt x="3440" y="1579762"/>
                  </a:lnTo>
                  <a:lnTo>
                    <a:pt x="2772" y="1579762"/>
                  </a:lnTo>
                  <a:lnTo>
                    <a:pt x="2104" y="1579762"/>
                  </a:lnTo>
                  <a:lnTo>
                    <a:pt x="1436" y="1579762"/>
                  </a:lnTo>
                  <a:lnTo>
                    <a:pt x="768" y="1579762"/>
                  </a:lnTo>
                  <a:lnTo>
                    <a:pt x="0" y="157976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2292738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2318557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488934" y="192609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88934" y="147971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488934" y="103786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488934" y="58990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40" name="pl240"/>
            <p:cNvSpPr/>
            <p:nvPr/>
          </p:nvSpPr>
          <p:spPr>
            <a:xfrm>
              <a:off x="587875" y="19684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87875" y="15235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87875" y="1078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87875" y="6337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2210003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88007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550139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220207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8890275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0" name="tx250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252" name="rc252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22670" y="4022360"/>
              <a:ext cx="9460" cy="2038"/>
            </a:xfrm>
            <a:custGeom>
              <a:avLst/>
              <a:pathLst>
                <a:path w="9460" h="2038">
                  <a:moveTo>
                    <a:pt x="0" y="0"/>
                  </a:moveTo>
                  <a:lnTo>
                    <a:pt x="100" y="0"/>
                  </a:lnTo>
                  <a:lnTo>
                    <a:pt x="768" y="0"/>
                  </a:lnTo>
                  <a:lnTo>
                    <a:pt x="1436" y="0"/>
                  </a:lnTo>
                  <a:lnTo>
                    <a:pt x="2104" y="0"/>
                  </a:lnTo>
                  <a:lnTo>
                    <a:pt x="2772" y="0"/>
                  </a:lnTo>
                  <a:lnTo>
                    <a:pt x="3440" y="0"/>
                  </a:lnTo>
                  <a:lnTo>
                    <a:pt x="4108" y="0"/>
                  </a:lnTo>
                  <a:lnTo>
                    <a:pt x="4776" y="0"/>
                  </a:lnTo>
                  <a:lnTo>
                    <a:pt x="5444" y="0"/>
                  </a:lnTo>
                  <a:lnTo>
                    <a:pt x="6112" y="0"/>
                  </a:lnTo>
                  <a:lnTo>
                    <a:pt x="6780" y="0"/>
                  </a:lnTo>
                  <a:lnTo>
                    <a:pt x="7448" y="0"/>
                  </a:lnTo>
                  <a:lnTo>
                    <a:pt x="8116" y="0"/>
                  </a:lnTo>
                  <a:lnTo>
                    <a:pt x="8784" y="0"/>
                  </a:lnTo>
                  <a:lnTo>
                    <a:pt x="9452" y="0"/>
                  </a:lnTo>
                  <a:lnTo>
                    <a:pt x="9460" y="203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643729" y="3491257"/>
              <a:ext cx="47856" cy="533141"/>
            </a:xfrm>
            <a:custGeom>
              <a:avLst/>
              <a:pathLst>
                <a:path w="47856" h="533141">
                  <a:moveTo>
                    <a:pt x="0" y="533141"/>
                  </a:moveTo>
                  <a:lnTo>
                    <a:pt x="418" y="434478"/>
                  </a:lnTo>
                  <a:lnTo>
                    <a:pt x="1086" y="434478"/>
                  </a:lnTo>
                  <a:lnTo>
                    <a:pt x="1754" y="434478"/>
                  </a:lnTo>
                  <a:lnTo>
                    <a:pt x="2422" y="434478"/>
                  </a:lnTo>
                  <a:lnTo>
                    <a:pt x="3090" y="342991"/>
                  </a:lnTo>
                  <a:lnTo>
                    <a:pt x="3758" y="177347"/>
                  </a:lnTo>
                  <a:lnTo>
                    <a:pt x="4426" y="151165"/>
                  </a:lnTo>
                  <a:lnTo>
                    <a:pt x="5094" y="151165"/>
                  </a:lnTo>
                  <a:lnTo>
                    <a:pt x="5762" y="151165"/>
                  </a:lnTo>
                  <a:lnTo>
                    <a:pt x="6430" y="151165"/>
                  </a:lnTo>
                  <a:lnTo>
                    <a:pt x="7098" y="71036"/>
                  </a:lnTo>
                  <a:lnTo>
                    <a:pt x="7766" y="96624"/>
                  </a:lnTo>
                  <a:lnTo>
                    <a:pt x="8434" y="96624"/>
                  </a:lnTo>
                  <a:lnTo>
                    <a:pt x="9102" y="96624"/>
                  </a:lnTo>
                  <a:lnTo>
                    <a:pt x="9770" y="58623"/>
                  </a:lnTo>
                  <a:lnTo>
                    <a:pt x="10438" y="6752"/>
                  </a:lnTo>
                  <a:lnTo>
                    <a:pt x="11106" y="0"/>
                  </a:lnTo>
                  <a:lnTo>
                    <a:pt x="11774" y="0"/>
                  </a:lnTo>
                  <a:lnTo>
                    <a:pt x="12442" y="0"/>
                  </a:lnTo>
                  <a:lnTo>
                    <a:pt x="13110" y="20478"/>
                  </a:lnTo>
                  <a:lnTo>
                    <a:pt x="13778" y="126033"/>
                  </a:lnTo>
                  <a:lnTo>
                    <a:pt x="14446" y="151165"/>
                  </a:lnTo>
                  <a:lnTo>
                    <a:pt x="15114" y="151165"/>
                  </a:lnTo>
                  <a:lnTo>
                    <a:pt x="15782" y="151165"/>
                  </a:lnTo>
                  <a:lnTo>
                    <a:pt x="16450" y="107159"/>
                  </a:lnTo>
                  <a:lnTo>
                    <a:pt x="17118" y="195429"/>
                  </a:lnTo>
                  <a:lnTo>
                    <a:pt x="17786" y="210907"/>
                  </a:lnTo>
                  <a:lnTo>
                    <a:pt x="18454" y="210907"/>
                  </a:lnTo>
                  <a:lnTo>
                    <a:pt x="19122" y="151165"/>
                  </a:lnTo>
                  <a:lnTo>
                    <a:pt x="19790" y="195429"/>
                  </a:lnTo>
                  <a:lnTo>
                    <a:pt x="20458" y="266588"/>
                  </a:lnTo>
                  <a:lnTo>
                    <a:pt x="21126" y="276949"/>
                  </a:lnTo>
                  <a:lnTo>
                    <a:pt x="21794" y="276949"/>
                  </a:lnTo>
                  <a:lnTo>
                    <a:pt x="22462" y="276949"/>
                  </a:lnTo>
                  <a:lnTo>
                    <a:pt x="23130" y="323937"/>
                  </a:lnTo>
                  <a:lnTo>
                    <a:pt x="23798" y="350778"/>
                  </a:lnTo>
                  <a:lnTo>
                    <a:pt x="24467" y="309100"/>
                  </a:lnTo>
                  <a:lnTo>
                    <a:pt x="25135" y="276949"/>
                  </a:lnTo>
                  <a:lnTo>
                    <a:pt x="25803" y="276949"/>
                  </a:lnTo>
                  <a:lnTo>
                    <a:pt x="26471" y="335300"/>
                  </a:lnTo>
                  <a:lnTo>
                    <a:pt x="27139" y="350778"/>
                  </a:lnTo>
                  <a:lnTo>
                    <a:pt x="27807" y="280441"/>
                  </a:lnTo>
                  <a:lnTo>
                    <a:pt x="28475" y="210907"/>
                  </a:lnTo>
                  <a:lnTo>
                    <a:pt x="29143" y="233239"/>
                  </a:lnTo>
                  <a:lnTo>
                    <a:pt x="29811" y="210907"/>
                  </a:lnTo>
                  <a:lnTo>
                    <a:pt x="30479" y="210907"/>
                  </a:lnTo>
                  <a:lnTo>
                    <a:pt x="31147" y="210907"/>
                  </a:lnTo>
                  <a:lnTo>
                    <a:pt x="31815" y="210907"/>
                  </a:lnTo>
                  <a:lnTo>
                    <a:pt x="32483" y="210907"/>
                  </a:lnTo>
                  <a:lnTo>
                    <a:pt x="33151" y="165575"/>
                  </a:lnTo>
                  <a:lnTo>
                    <a:pt x="33819" y="109821"/>
                  </a:lnTo>
                  <a:lnTo>
                    <a:pt x="34487" y="126033"/>
                  </a:lnTo>
                  <a:lnTo>
                    <a:pt x="35155" y="151165"/>
                  </a:lnTo>
                  <a:lnTo>
                    <a:pt x="35823" y="151165"/>
                  </a:lnTo>
                  <a:lnTo>
                    <a:pt x="36491" y="151165"/>
                  </a:lnTo>
                  <a:lnTo>
                    <a:pt x="37159" y="151165"/>
                  </a:lnTo>
                  <a:lnTo>
                    <a:pt x="37827" y="207781"/>
                  </a:lnTo>
                  <a:lnTo>
                    <a:pt x="38495" y="276949"/>
                  </a:lnTo>
                  <a:lnTo>
                    <a:pt x="39163" y="323937"/>
                  </a:lnTo>
                  <a:lnTo>
                    <a:pt x="39831" y="350778"/>
                  </a:lnTo>
                  <a:lnTo>
                    <a:pt x="40499" y="350778"/>
                  </a:lnTo>
                  <a:lnTo>
                    <a:pt x="41167" y="350778"/>
                  </a:lnTo>
                  <a:lnTo>
                    <a:pt x="41835" y="350778"/>
                  </a:lnTo>
                  <a:lnTo>
                    <a:pt x="42503" y="350778"/>
                  </a:lnTo>
                  <a:lnTo>
                    <a:pt x="43171" y="412482"/>
                  </a:lnTo>
                  <a:lnTo>
                    <a:pt x="43839" y="505514"/>
                  </a:lnTo>
                  <a:lnTo>
                    <a:pt x="44507" y="531102"/>
                  </a:lnTo>
                  <a:lnTo>
                    <a:pt x="45175" y="531102"/>
                  </a:lnTo>
                  <a:lnTo>
                    <a:pt x="45843" y="531102"/>
                  </a:lnTo>
                  <a:lnTo>
                    <a:pt x="46511" y="531102"/>
                  </a:lnTo>
                  <a:lnTo>
                    <a:pt x="47179" y="531102"/>
                  </a:lnTo>
                  <a:lnTo>
                    <a:pt x="47847" y="531102"/>
                  </a:lnTo>
                  <a:lnTo>
                    <a:pt x="47856" y="53314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07196" y="3369556"/>
              <a:ext cx="26678" cy="654842"/>
            </a:xfrm>
            <a:custGeom>
              <a:avLst/>
              <a:pathLst>
                <a:path w="26678" h="654842">
                  <a:moveTo>
                    <a:pt x="0" y="654842"/>
                  </a:moveTo>
                  <a:lnTo>
                    <a:pt x="413" y="623198"/>
                  </a:lnTo>
                  <a:lnTo>
                    <a:pt x="1081" y="560051"/>
                  </a:lnTo>
                  <a:lnTo>
                    <a:pt x="1749" y="524514"/>
                  </a:lnTo>
                  <a:lnTo>
                    <a:pt x="2417" y="500309"/>
                  </a:lnTo>
                  <a:lnTo>
                    <a:pt x="3085" y="509879"/>
                  </a:lnTo>
                  <a:lnTo>
                    <a:pt x="3753" y="509879"/>
                  </a:lnTo>
                  <a:lnTo>
                    <a:pt x="4421" y="477132"/>
                  </a:lnTo>
                  <a:lnTo>
                    <a:pt x="5089" y="502532"/>
                  </a:lnTo>
                  <a:lnTo>
                    <a:pt x="5757" y="476589"/>
                  </a:lnTo>
                  <a:lnTo>
                    <a:pt x="6425" y="310172"/>
                  </a:lnTo>
                  <a:lnTo>
                    <a:pt x="7093" y="303829"/>
                  </a:lnTo>
                  <a:lnTo>
                    <a:pt x="7761" y="301586"/>
                  </a:lnTo>
                  <a:lnTo>
                    <a:pt x="8429" y="279366"/>
                  </a:lnTo>
                  <a:lnTo>
                    <a:pt x="9097" y="117239"/>
                  </a:lnTo>
                  <a:lnTo>
                    <a:pt x="9765" y="53870"/>
                  </a:lnTo>
                  <a:lnTo>
                    <a:pt x="10433" y="72217"/>
                  </a:lnTo>
                  <a:lnTo>
                    <a:pt x="11101" y="20614"/>
                  </a:lnTo>
                  <a:lnTo>
                    <a:pt x="11769" y="26356"/>
                  </a:lnTo>
                  <a:lnTo>
                    <a:pt x="12437" y="39962"/>
                  </a:lnTo>
                  <a:lnTo>
                    <a:pt x="13105" y="20614"/>
                  </a:lnTo>
                  <a:lnTo>
                    <a:pt x="13773" y="0"/>
                  </a:lnTo>
                  <a:lnTo>
                    <a:pt x="14441" y="32151"/>
                  </a:lnTo>
                  <a:lnTo>
                    <a:pt x="15109" y="38000"/>
                  </a:lnTo>
                  <a:lnTo>
                    <a:pt x="15778" y="51864"/>
                  </a:lnTo>
                  <a:lnTo>
                    <a:pt x="16446" y="72217"/>
                  </a:lnTo>
                  <a:lnTo>
                    <a:pt x="17114" y="49865"/>
                  </a:lnTo>
                  <a:lnTo>
                    <a:pt x="17782" y="78454"/>
                  </a:lnTo>
                  <a:lnTo>
                    <a:pt x="18450" y="78454"/>
                  </a:lnTo>
                  <a:lnTo>
                    <a:pt x="19118" y="82647"/>
                  </a:lnTo>
                  <a:lnTo>
                    <a:pt x="19786" y="149157"/>
                  </a:lnTo>
                  <a:lnTo>
                    <a:pt x="20454" y="168153"/>
                  </a:lnTo>
                  <a:lnTo>
                    <a:pt x="21122" y="299047"/>
                  </a:lnTo>
                  <a:lnTo>
                    <a:pt x="21790" y="317130"/>
                  </a:lnTo>
                  <a:lnTo>
                    <a:pt x="22458" y="329481"/>
                  </a:lnTo>
                  <a:lnTo>
                    <a:pt x="23126" y="361469"/>
                  </a:lnTo>
                  <a:lnTo>
                    <a:pt x="23794" y="398650"/>
                  </a:lnTo>
                  <a:lnTo>
                    <a:pt x="24462" y="578535"/>
                  </a:lnTo>
                  <a:lnTo>
                    <a:pt x="25130" y="597233"/>
                  </a:lnTo>
                  <a:lnTo>
                    <a:pt x="25798" y="597233"/>
                  </a:lnTo>
                  <a:lnTo>
                    <a:pt x="26466" y="618483"/>
                  </a:lnTo>
                  <a:lnTo>
                    <a:pt x="26678" y="65484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35784" y="3966790"/>
              <a:ext cx="3697" cy="57609"/>
            </a:xfrm>
            <a:custGeom>
              <a:avLst/>
              <a:pathLst>
                <a:path w="3697" h="57609">
                  <a:moveTo>
                    <a:pt x="0" y="57609"/>
                  </a:moveTo>
                  <a:lnTo>
                    <a:pt x="550" y="0"/>
                  </a:lnTo>
                  <a:lnTo>
                    <a:pt x="1218" y="0"/>
                  </a:lnTo>
                  <a:lnTo>
                    <a:pt x="1886" y="0"/>
                  </a:lnTo>
                  <a:lnTo>
                    <a:pt x="2554" y="0"/>
                  </a:lnTo>
                  <a:lnTo>
                    <a:pt x="3222" y="17657"/>
                  </a:lnTo>
                  <a:lnTo>
                    <a:pt x="3697" y="576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43830" y="3966790"/>
              <a:ext cx="2319" cy="57609"/>
            </a:xfrm>
            <a:custGeom>
              <a:avLst/>
              <a:pathLst>
                <a:path w="2319" h="57609">
                  <a:moveTo>
                    <a:pt x="0" y="57609"/>
                  </a:moveTo>
                  <a:lnTo>
                    <a:pt x="521" y="0"/>
                  </a:lnTo>
                  <a:lnTo>
                    <a:pt x="1189" y="54540"/>
                  </a:lnTo>
                  <a:lnTo>
                    <a:pt x="1857" y="21250"/>
                  </a:lnTo>
                  <a:lnTo>
                    <a:pt x="2319" y="576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49835" y="3023006"/>
              <a:ext cx="294735" cy="1001392"/>
            </a:xfrm>
            <a:custGeom>
              <a:avLst/>
              <a:pathLst>
                <a:path w="294735" h="1001392">
                  <a:moveTo>
                    <a:pt x="0" y="1001392"/>
                  </a:moveTo>
                  <a:lnTo>
                    <a:pt x="527" y="940351"/>
                  </a:lnTo>
                  <a:lnTo>
                    <a:pt x="1195" y="925085"/>
                  </a:lnTo>
                  <a:lnTo>
                    <a:pt x="1863" y="884539"/>
                  </a:lnTo>
                  <a:lnTo>
                    <a:pt x="2531" y="679157"/>
                  </a:lnTo>
                  <a:lnTo>
                    <a:pt x="3199" y="679157"/>
                  </a:lnTo>
                  <a:lnTo>
                    <a:pt x="3867" y="648575"/>
                  </a:lnTo>
                  <a:lnTo>
                    <a:pt x="4535" y="679157"/>
                  </a:lnTo>
                  <a:lnTo>
                    <a:pt x="5203" y="679157"/>
                  </a:lnTo>
                  <a:lnTo>
                    <a:pt x="5872" y="704745"/>
                  </a:lnTo>
                  <a:lnTo>
                    <a:pt x="6540" y="602549"/>
                  </a:lnTo>
                  <a:lnTo>
                    <a:pt x="7208" y="564875"/>
                  </a:lnTo>
                  <a:lnTo>
                    <a:pt x="7876" y="559673"/>
                  </a:lnTo>
                  <a:lnTo>
                    <a:pt x="8544" y="514702"/>
                  </a:lnTo>
                  <a:lnTo>
                    <a:pt x="9212" y="502763"/>
                  </a:lnTo>
                  <a:lnTo>
                    <a:pt x="9880" y="468250"/>
                  </a:lnTo>
                  <a:lnTo>
                    <a:pt x="10548" y="514702"/>
                  </a:lnTo>
                  <a:lnTo>
                    <a:pt x="11216" y="486420"/>
                  </a:lnTo>
                  <a:lnTo>
                    <a:pt x="11884" y="437667"/>
                  </a:lnTo>
                  <a:lnTo>
                    <a:pt x="12552" y="468250"/>
                  </a:lnTo>
                  <a:lnTo>
                    <a:pt x="13220" y="441946"/>
                  </a:lnTo>
                  <a:lnTo>
                    <a:pt x="13888" y="446254"/>
                  </a:lnTo>
                  <a:lnTo>
                    <a:pt x="14556" y="468250"/>
                  </a:lnTo>
                  <a:lnTo>
                    <a:pt x="15224" y="468250"/>
                  </a:lnTo>
                  <a:lnTo>
                    <a:pt x="15892" y="484120"/>
                  </a:lnTo>
                  <a:lnTo>
                    <a:pt x="16560" y="580744"/>
                  </a:lnTo>
                  <a:lnTo>
                    <a:pt x="17228" y="619415"/>
                  </a:lnTo>
                  <a:lnTo>
                    <a:pt x="17896" y="625140"/>
                  </a:lnTo>
                  <a:lnTo>
                    <a:pt x="18564" y="679157"/>
                  </a:lnTo>
                  <a:lnTo>
                    <a:pt x="19232" y="695027"/>
                  </a:lnTo>
                  <a:lnTo>
                    <a:pt x="19900" y="745200"/>
                  </a:lnTo>
                  <a:lnTo>
                    <a:pt x="20568" y="745200"/>
                  </a:lnTo>
                  <a:lnTo>
                    <a:pt x="21236" y="788445"/>
                  </a:lnTo>
                  <a:lnTo>
                    <a:pt x="21904" y="902728"/>
                  </a:lnTo>
                  <a:lnTo>
                    <a:pt x="22572" y="902728"/>
                  </a:lnTo>
                  <a:lnTo>
                    <a:pt x="23240" y="954021"/>
                  </a:lnTo>
                  <a:lnTo>
                    <a:pt x="23908" y="885070"/>
                  </a:lnTo>
                  <a:lnTo>
                    <a:pt x="24576" y="795952"/>
                  </a:lnTo>
                  <a:lnTo>
                    <a:pt x="25244" y="745200"/>
                  </a:lnTo>
                  <a:lnTo>
                    <a:pt x="25912" y="745200"/>
                  </a:lnTo>
                  <a:lnTo>
                    <a:pt x="26580" y="717942"/>
                  </a:lnTo>
                  <a:lnTo>
                    <a:pt x="27248" y="679157"/>
                  </a:lnTo>
                  <a:lnTo>
                    <a:pt x="27916" y="679157"/>
                  </a:lnTo>
                  <a:lnTo>
                    <a:pt x="28584" y="666745"/>
                  </a:lnTo>
                  <a:lnTo>
                    <a:pt x="29252" y="619415"/>
                  </a:lnTo>
                  <a:lnTo>
                    <a:pt x="29920" y="597026"/>
                  </a:lnTo>
                  <a:lnTo>
                    <a:pt x="30589" y="505132"/>
                  </a:lnTo>
                  <a:lnTo>
                    <a:pt x="31257" y="468250"/>
                  </a:lnTo>
                  <a:lnTo>
                    <a:pt x="31925" y="463789"/>
                  </a:lnTo>
                  <a:lnTo>
                    <a:pt x="32593" y="425004"/>
                  </a:lnTo>
                  <a:lnTo>
                    <a:pt x="33261" y="427097"/>
                  </a:lnTo>
                  <a:lnTo>
                    <a:pt x="33929" y="477269"/>
                  </a:lnTo>
                  <a:lnTo>
                    <a:pt x="34597" y="529337"/>
                  </a:lnTo>
                  <a:lnTo>
                    <a:pt x="35265" y="498050"/>
                  </a:lnTo>
                  <a:lnTo>
                    <a:pt x="35933" y="439803"/>
                  </a:lnTo>
                  <a:lnTo>
                    <a:pt x="36601" y="314213"/>
                  </a:lnTo>
                  <a:lnTo>
                    <a:pt x="37269" y="271902"/>
                  </a:lnTo>
                  <a:lnTo>
                    <a:pt x="37937" y="244679"/>
                  </a:lnTo>
                  <a:lnTo>
                    <a:pt x="38605" y="250979"/>
                  </a:lnTo>
                  <a:lnTo>
                    <a:pt x="39273" y="276831"/>
                  </a:lnTo>
                  <a:lnTo>
                    <a:pt x="39941" y="265389"/>
                  </a:lnTo>
                  <a:lnTo>
                    <a:pt x="40609" y="317725"/>
                  </a:lnTo>
                  <a:lnTo>
                    <a:pt x="41277" y="335584"/>
                  </a:lnTo>
                  <a:lnTo>
                    <a:pt x="41945" y="244679"/>
                  </a:lnTo>
                  <a:lnTo>
                    <a:pt x="42613" y="214097"/>
                  </a:lnTo>
                  <a:lnTo>
                    <a:pt x="43281" y="180678"/>
                  </a:lnTo>
                  <a:lnTo>
                    <a:pt x="43949" y="130397"/>
                  </a:lnTo>
                  <a:lnTo>
                    <a:pt x="44617" y="130397"/>
                  </a:lnTo>
                  <a:lnTo>
                    <a:pt x="45285" y="166686"/>
                  </a:lnTo>
                  <a:lnTo>
                    <a:pt x="45953" y="203736"/>
                  </a:lnTo>
                  <a:lnTo>
                    <a:pt x="46621" y="271902"/>
                  </a:lnTo>
                  <a:lnTo>
                    <a:pt x="47289" y="310721"/>
                  </a:lnTo>
                  <a:lnTo>
                    <a:pt x="47957" y="290168"/>
                  </a:lnTo>
                  <a:lnTo>
                    <a:pt x="48625" y="233805"/>
                  </a:lnTo>
                  <a:lnTo>
                    <a:pt x="49293" y="148951"/>
                  </a:lnTo>
                  <a:lnTo>
                    <a:pt x="49961" y="46207"/>
                  </a:lnTo>
                  <a:lnTo>
                    <a:pt x="50629" y="22678"/>
                  </a:lnTo>
                  <a:lnTo>
                    <a:pt x="51297" y="0"/>
                  </a:lnTo>
                  <a:lnTo>
                    <a:pt x="51965" y="58894"/>
                  </a:lnTo>
                  <a:lnTo>
                    <a:pt x="52633" y="88720"/>
                  </a:lnTo>
                  <a:lnTo>
                    <a:pt x="53301" y="80224"/>
                  </a:lnTo>
                  <a:lnTo>
                    <a:pt x="53969" y="104809"/>
                  </a:lnTo>
                  <a:lnTo>
                    <a:pt x="54637" y="104809"/>
                  </a:lnTo>
                  <a:lnTo>
                    <a:pt x="55306" y="80224"/>
                  </a:lnTo>
                  <a:lnTo>
                    <a:pt x="55974" y="41657"/>
                  </a:lnTo>
                  <a:lnTo>
                    <a:pt x="56642" y="67103"/>
                  </a:lnTo>
                  <a:lnTo>
                    <a:pt x="57310" y="45066"/>
                  </a:lnTo>
                  <a:lnTo>
                    <a:pt x="57978" y="70654"/>
                  </a:lnTo>
                  <a:lnTo>
                    <a:pt x="58646" y="113646"/>
                  </a:lnTo>
                  <a:lnTo>
                    <a:pt x="59314" y="193543"/>
                  </a:lnTo>
                  <a:lnTo>
                    <a:pt x="59982" y="353967"/>
                  </a:lnTo>
                  <a:lnTo>
                    <a:pt x="60650" y="404451"/>
                  </a:lnTo>
                  <a:lnTo>
                    <a:pt x="61318" y="448419"/>
                  </a:lnTo>
                  <a:lnTo>
                    <a:pt x="61986" y="384550"/>
                  </a:lnTo>
                  <a:lnTo>
                    <a:pt x="62654" y="410546"/>
                  </a:lnTo>
                  <a:lnTo>
                    <a:pt x="63322" y="439803"/>
                  </a:lnTo>
                  <a:lnTo>
                    <a:pt x="63990" y="468250"/>
                  </a:lnTo>
                  <a:lnTo>
                    <a:pt x="64658" y="468250"/>
                  </a:lnTo>
                  <a:lnTo>
                    <a:pt x="65326" y="514702"/>
                  </a:lnTo>
                  <a:lnTo>
                    <a:pt x="65994" y="572759"/>
                  </a:lnTo>
                  <a:lnTo>
                    <a:pt x="66662" y="564875"/>
                  </a:lnTo>
                  <a:lnTo>
                    <a:pt x="67330" y="657594"/>
                  </a:lnTo>
                  <a:lnTo>
                    <a:pt x="67998" y="679157"/>
                  </a:lnTo>
                  <a:lnTo>
                    <a:pt x="68666" y="679157"/>
                  </a:lnTo>
                  <a:lnTo>
                    <a:pt x="69334" y="679157"/>
                  </a:lnTo>
                  <a:lnTo>
                    <a:pt x="70002" y="679157"/>
                  </a:lnTo>
                  <a:lnTo>
                    <a:pt x="70670" y="679157"/>
                  </a:lnTo>
                  <a:lnTo>
                    <a:pt x="71338" y="698250"/>
                  </a:lnTo>
                  <a:lnTo>
                    <a:pt x="72006" y="819028"/>
                  </a:lnTo>
                  <a:lnTo>
                    <a:pt x="72674" y="819028"/>
                  </a:lnTo>
                  <a:lnTo>
                    <a:pt x="73342" y="885070"/>
                  </a:lnTo>
                  <a:lnTo>
                    <a:pt x="74010" y="902728"/>
                  </a:lnTo>
                  <a:lnTo>
                    <a:pt x="74678" y="902728"/>
                  </a:lnTo>
                  <a:lnTo>
                    <a:pt x="75346" y="752203"/>
                  </a:lnTo>
                  <a:lnTo>
                    <a:pt x="76014" y="741727"/>
                  </a:lnTo>
                  <a:lnTo>
                    <a:pt x="76682" y="636748"/>
                  </a:lnTo>
                  <a:lnTo>
                    <a:pt x="77350" y="619415"/>
                  </a:lnTo>
                  <a:lnTo>
                    <a:pt x="78018" y="619415"/>
                  </a:lnTo>
                  <a:lnTo>
                    <a:pt x="78686" y="619415"/>
                  </a:lnTo>
                  <a:lnTo>
                    <a:pt x="79354" y="619415"/>
                  </a:lnTo>
                  <a:lnTo>
                    <a:pt x="80023" y="575410"/>
                  </a:lnTo>
                  <a:lnTo>
                    <a:pt x="80691" y="541799"/>
                  </a:lnTo>
                  <a:lnTo>
                    <a:pt x="81359" y="498050"/>
                  </a:lnTo>
                  <a:lnTo>
                    <a:pt x="82027" y="425004"/>
                  </a:lnTo>
                  <a:lnTo>
                    <a:pt x="82695" y="388480"/>
                  </a:lnTo>
                  <a:lnTo>
                    <a:pt x="83363" y="384550"/>
                  </a:lnTo>
                  <a:lnTo>
                    <a:pt x="84031" y="384550"/>
                  </a:lnTo>
                  <a:lnTo>
                    <a:pt x="84699" y="384550"/>
                  </a:lnTo>
                  <a:lnTo>
                    <a:pt x="85367" y="431304"/>
                  </a:lnTo>
                  <a:lnTo>
                    <a:pt x="86035" y="382594"/>
                  </a:lnTo>
                  <a:lnTo>
                    <a:pt x="86703" y="454960"/>
                  </a:lnTo>
                  <a:lnTo>
                    <a:pt x="87371" y="468250"/>
                  </a:lnTo>
                  <a:lnTo>
                    <a:pt x="88039" y="468250"/>
                  </a:lnTo>
                  <a:lnTo>
                    <a:pt x="88707" y="468250"/>
                  </a:lnTo>
                  <a:lnTo>
                    <a:pt x="89375" y="468250"/>
                  </a:lnTo>
                  <a:lnTo>
                    <a:pt x="90043" y="486420"/>
                  </a:lnTo>
                  <a:lnTo>
                    <a:pt x="90711" y="488729"/>
                  </a:lnTo>
                  <a:lnTo>
                    <a:pt x="91379" y="531810"/>
                  </a:lnTo>
                  <a:lnTo>
                    <a:pt x="92047" y="619415"/>
                  </a:lnTo>
                  <a:lnTo>
                    <a:pt x="92715" y="672920"/>
                  </a:lnTo>
                  <a:lnTo>
                    <a:pt x="93383" y="660629"/>
                  </a:lnTo>
                  <a:lnTo>
                    <a:pt x="94051" y="564875"/>
                  </a:lnTo>
                  <a:lnTo>
                    <a:pt x="94719" y="529337"/>
                  </a:lnTo>
                  <a:lnTo>
                    <a:pt x="95387" y="551950"/>
                  </a:lnTo>
                  <a:lnTo>
                    <a:pt x="96055" y="599782"/>
                  </a:lnTo>
                  <a:lnTo>
                    <a:pt x="96723" y="619415"/>
                  </a:lnTo>
                  <a:lnTo>
                    <a:pt x="97391" y="567492"/>
                  </a:lnTo>
                  <a:lnTo>
                    <a:pt x="98059" y="514702"/>
                  </a:lnTo>
                  <a:lnTo>
                    <a:pt x="98727" y="514702"/>
                  </a:lnTo>
                  <a:lnTo>
                    <a:pt x="99395" y="512296"/>
                  </a:lnTo>
                  <a:lnTo>
                    <a:pt x="100063" y="486420"/>
                  </a:lnTo>
                  <a:lnTo>
                    <a:pt x="100731" y="481828"/>
                  </a:lnTo>
                  <a:lnTo>
                    <a:pt x="101399" y="468250"/>
                  </a:lnTo>
                  <a:lnTo>
                    <a:pt x="102067" y="468250"/>
                  </a:lnTo>
                  <a:lnTo>
                    <a:pt x="102735" y="448419"/>
                  </a:lnTo>
                  <a:lnTo>
                    <a:pt x="103403" y="418767"/>
                  </a:lnTo>
                  <a:lnTo>
                    <a:pt x="104072" y="468250"/>
                  </a:lnTo>
                  <a:lnTo>
                    <a:pt x="104740" y="500402"/>
                  </a:lnTo>
                  <a:lnTo>
                    <a:pt x="105408" y="514702"/>
                  </a:lnTo>
                  <a:lnTo>
                    <a:pt x="106076" y="557088"/>
                  </a:lnTo>
                  <a:lnTo>
                    <a:pt x="106744" y="468250"/>
                  </a:lnTo>
                  <a:lnTo>
                    <a:pt x="107412" y="512296"/>
                  </a:lnTo>
                  <a:lnTo>
                    <a:pt x="108080" y="564875"/>
                  </a:lnTo>
                  <a:lnTo>
                    <a:pt x="108748" y="488729"/>
                  </a:lnTo>
                  <a:lnTo>
                    <a:pt x="109416" y="466015"/>
                  </a:lnTo>
                  <a:lnTo>
                    <a:pt x="110084" y="468250"/>
                  </a:lnTo>
                  <a:lnTo>
                    <a:pt x="110752" y="470493"/>
                  </a:lnTo>
                  <a:lnTo>
                    <a:pt x="111420" y="446254"/>
                  </a:lnTo>
                  <a:lnTo>
                    <a:pt x="112088" y="425004"/>
                  </a:lnTo>
                  <a:lnTo>
                    <a:pt x="112756" y="444096"/>
                  </a:lnTo>
                  <a:lnTo>
                    <a:pt x="113424" y="454960"/>
                  </a:lnTo>
                  <a:lnTo>
                    <a:pt x="114092" y="429197"/>
                  </a:lnTo>
                  <a:lnTo>
                    <a:pt x="114760" y="400420"/>
                  </a:lnTo>
                  <a:lnTo>
                    <a:pt x="115428" y="355836"/>
                  </a:lnTo>
                  <a:lnTo>
                    <a:pt x="116096" y="315967"/>
                  </a:lnTo>
                  <a:lnTo>
                    <a:pt x="116764" y="352105"/>
                  </a:lnTo>
                  <a:lnTo>
                    <a:pt x="117432" y="337399"/>
                  </a:lnTo>
                  <a:lnTo>
                    <a:pt x="118100" y="310721"/>
                  </a:lnTo>
                  <a:lnTo>
                    <a:pt x="118768" y="319488"/>
                  </a:lnTo>
                  <a:lnTo>
                    <a:pt x="119436" y="314213"/>
                  </a:lnTo>
                  <a:lnTo>
                    <a:pt x="120104" y="346549"/>
                  </a:lnTo>
                  <a:lnTo>
                    <a:pt x="120772" y="370986"/>
                  </a:lnTo>
                  <a:lnTo>
                    <a:pt x="121440" y="404451"/>
                  </a:lnTo>
                  <a:lnTo>
                    <a:pt x="122108" y="404451"/>
                  </a:lnTo>
                  <a:lnTo>
                    <a:pt x="122776" y="355836"/>
                  </a:lnTo>
                  <a:lnTo>
                    <a:pt x="123444" y="348396"/>
                  </a:lnTo>
                  <a:lnTo>
                    <a:pt x="124112" y="273540"/>
                  </a:lnTo>
                  <a:lnTo>
                    <a:pt x="124780" y="257343"/>
                  </a:lnTo>
                  <a:lnTo>
                    <a:pt x="125448" y="260549"/>
                  </a:lnTo>
                  <a:lnTo>
                    <a:pt x="126116" y="275184"/>
                  </a:lnTo>
                  <a:lnTo>
                    <a:pt x="126784" y="305519"/>
                  </a:lnTo>
                  <a:lnTo>
                    <a:pt x="127452" y="295244"/>
                  </a:lnTo>
                  <a:lnTo>
                    <a:pt x="128120" y="281799"/>
                  </a:lnTo>
                  <a:lnTo>
                    <a:pt x="128789" y="497611"/>
                  </a:lnTo>
                  <a:lnTo>
                    <a:pt x="129457" y="463350"/>
                  </a:lnTo>
                  <a:lnTo>
                    <a:pt x="130125" y="409087"/>
                  </a:lnTo>
                  <a:lnTo>
                    <a:pt x="130793" y="375030"/>
                  </a:lnTo>
                  <a:lnTo>
                    <a:pt x="131461" y="304647"/>
                  </a:lnTo>
                  <a:lnTo>
                    <a:pt x="132129" y="263330"/>
                  </a:lnTo>
                  <a:lnTo>
                    <a:pt x="132797" y="257477"/>
                  </a:lnTo>
                  <a:lnTo>
                    <a:pt x="133465" y="248225"/>
                  </a:lnTo>
                  <a:lnTo>
                    <a:pt x="134133" y="328980"/>
                  </a:lnTo>
                  <a:lnTo>
                    <a:pt x="134801" y="361132"/>
                  </a:lnTo>
                  <a:lnTo>
                    <a:pt x="135469" y="387809"/>
                  </a:lnTo>
                  <a:lnTo>
                    <a:pt x="136137" y="361131"/>
                  </a:lnTo>
                  <a:lnTo>
                    <a:pt x="136805" y="355657"/>
                  </a:lnTo>
                  <a:lnTo>
                    <a:pt x="137473" y="344849"/>
                  </a:lnTo>
                  <a:lnTo>
                    <a:pt x="138141" y="300890"/>
                  </a:lnTo>
                  <a:lnTo>
                    <a:pt x="138809" y="237616"/>
                  </a:lnTo>
                  <a:lnTo>
                    <a:pt x="139477" y="255307"/>
                  </a:lnTo>
                  <a:lnTo>
                    <a:pt x="140145" y="271054"/>
                  </a:lnTo>
                  <a:lnTo>
                    <a:pt x="140813" y="112376"/>
                  </a:lnTo>
                  <a:lnTo>
                    <a:pt x="141481" y="183514"/>
                  </a:lnTo>
                  <a:lnTo>
                    <a:pt x="142149" y="249398"/>
                  </a:lnTo>
                  <a:lnTo>
                    <a:pt x="142817" y="265389"/>
                  </a:lnTo>
                  <a:lnTo>
                    <a:pt x="143485" y="275184"/>
                  </a:lnTo>
                  <a:lnTo>
                    <a:pt x="144153" y="244679"/>
                  </a:lnTo>
                  <a:lnTo>
                    <a:pt x="144821" y="244679"/>
                  </a:lnTo>
                  <a:lnTo>
                    <a:pt x="145489" y="247821"/>
                  </a:lnTo>
                  <a:lnTo>
                    <a:pt x="146157" y="303795"/>
                  </a:lnTo>
                  <a:lnTo>
                    <a:pt x="146825" y="310721"/>
                  </a:lnTo>
                  <a:lnTo>
                    <a:pt x="147493" y="315967"/>
                  </a:lnTo>
                  <a:lnTo>
                    <a:pt x="148161" y="422918"/>
                  </a:lnTo>
                  <a:lnTo>
                    <a:pt x="148829" y="500402"/>
                  </a:lnTo>
                  <a:lnTo>
                    <a:pt x="149497" y="452772"/>
                  </a:lnTo>
                  <a:lnTo>
                    <a:pt x="150165" y="470493"/>
                  </a:lnTo>
                  <a:lnTo>
                    <a:pt x="150833" y="514702"/>
                  </a:lnTo>
                  <a:lnTo>
                    <a:pt x="151501" y="509899"/>
                  </a:lnTo>
                  <a:lnTo>
                    <a:pt x="152169" y="468250"/>
                  </a:lnTo>
                  <a:lnTo>
                    <a:pt x="152837" y="514702"/>
                  </a:lnTo>
                  <a:lnTo>
                    <a:pt x="153506" y="536784"/>
                  </a:lnTo>
                  <a:lnTo>
                    <a:pt x="154174" y="724767"/>
                  </a:lnTo>
                  <a:lnTo>
                    <a:pt x="154842" y="744760"/>
                  </a:lnTo>
                  <a:lnTo>
                    <a:pt x="155510" y="700285"/>
                  </a:lnTo>
                  <a:lnTo>
                    <a:pt x="156178" y="666833"/>
                  </a:lnTo>
                  <a:lnTo>
                    <a:pt x="156846" y="666833"/>
                  </a:lnTo>
                  <a:lnTo>
                    <a:pt x="157514" y="710879"/>
                  </a:lnTo>
                  <a:lnTo>
                    <a:pt x="158182" y="713286"/>
                  </a:lnTo>
                  <a:lnTo>
                    <a:pt x="158850" y="730393"/>
                  </a:lnTo>
                  <a:lnTo>
                    <a:pt x="159518" y="838267"/>
                  </a:lnTo>
                  <a:lnTo>
                    <a:pt x="160186" y="877741"/>
                  </a:lnTo>
                  <a:lnTo>
                    <a:pt x="160854" y="877741"/>
                  </a:lnTo>
                  <a:lnTo>
                    <a:pt x="161522" y="884040"/>
                  </a:lnTo>
                  <a:lnTo>
                    <a:pt x="162190" y="943783"/>
                  </a:lnTo>
                  <a:lnTo>
                    <a:pt x="162858" y="880883"/>
                  </a:lnTo>
                  <a:lnTo>
                    <a:pt x="163526" y="916525"/>
                  </a:lnTo>
                  <a:lnTo>
                    <a:pt x="164194" y="940351"/>
                  </a:lnTo>
                  <a:lnTo>
                    <a:pt x="164862" y="925085"/>
                  </a:lnTo>
                  <a:lnTo>
                    <a:pt x="165530" y="924116"/>
                  </a:lnTo>
                  <a:lnTo>
                    <a:pt x="166198" y="781027"/>
                  </a:lnTo>
                  <a:lnTo>
                    <a:pt x="166866" y="688631"/>
                  </a:lnTo>
                  <a:lnTo>
                    <a:pt x="167534" y="679157"/>
                  </a:lnTo>
                  <a:lnTo>
                    <a:pt x="168202" y="660629"/>
                  </a:lnTo>
                  <a:lnTo>
                    <a:pt x="168870" y="546854"/>
                  </a:lnTo>
                  <a:lnTo>
                    <a:pt x="169538" y="481828"/>
                  </a:lnTo>
                  <a:lnTo>
                    <a:pt x="170206" y="404451"/>
                  </a:lnTo>
                  <a:lnTo>
                    <a:pt x="170874" y="367164"/>
                  </a:lnTo>
                  <a:lnTo>
                    <a:pt x="171542" y="293547"/>
                  </a:lnTo>
                  <a:lnTo>
                    <a:pt x="172210" y="276831"/>
                  </a:lnTo>
                  <a:lnTo>
                    <a:pt x="172878" y="271902"/>
                  </a:lnTo>
                  <a:lnTo>
                    <a:pt x="173546" y="226151"/>
                  </a:lnTo>
                  <a:lnTo>
                    <a:pt x="174214" y="170851"/>
                  </a:lnTo>
                  <a:lnTo>
                    <a:pt x="174882" y="99814"/>
                  </a:lnTo>
                  <a:lnTo>
                    <a:pt x="175550" y="102306"/>
                  </a:lnTo>
                  <a:lnTo>
                    <a:pt x="176218" y="94859"/>
                  </a:lnTo>
                  <a:lnTo>
                    <a:pt x="176886" y="80224"/>
                  </a:lnTo>
                  <a:lnTo>
                    <a:pt x="177554" y="80224"/>
                  </a:lnTo>
                  <a:lnTo>
                    <a:pt x="178223" y="87499"/>
                  </a:lnTo>
                  <a:lnTo>
                    <a:pt x="178891" y="277702"/>
                  </a:lnTo>
                  <a:lnTo>
                    <a:pt x="179559" y="302496"/>
                  </a:lnTo>
                  <a:lnTo>
                    <a:pt x="180227" y="366003"/>
                  </a:lnTo>
                  <a:lnTo>
                    <a:pt x="180895" y="386376"/>
                  </a:lnTo>
                  <a:lnTo>
                    <a:pt x="181563" y="554291"/>
                  </a:lnTo>
                  <a:lnTo>
                    <a:pt x="182231" y="593359"/>
                  </a:lnTo>
                  <a:lnTo>
                    <a:pt x="182899" y="628819"/>
                  </a:lnTo>
                  <a:lnTo>
                    <a:pt x="183567" y="673698"/>
                  </a:lnTo>
                  <a:lnTo>
                    <a:pt x="184235" y="746177"/>
                  </a:lnTo>
                  <a:lnTo>
                    <a:pt x="184903" y="830455"/>
                  </a:lnTo>
                  <a:lnTo>
                    <a:pt x="185571" y="856429"/>
                  </a:lnTo>
                  <a:lnTo>
                    <a:pt x="186239" y="851626"/>
                  </a:lnTo>
                  <a:lnTo>
                    <a:pt x="186907" y="952652"/>
                  </a:lnTo>
                  <a:lnTo>
                    <a:pt x="187575" y="961142"/>
                  </a:lnTo>
                  <a:lnTo>
                    <a:pt x="188243" y="961142"/>
                  </a:lnTo>
                  <a:lnTo>
                    <a:pt x="188911" y="994277"/>
                  </a:lnTo>
                  <a:lnTo>
                    <a:pt x="189579" y="973820"/>
                  </a:lnTo>
                  <a:lnTo>
                    <a:pt x="190247" y="689629"/>
                  </a:lnTo>
                  <a:lnTo>
                    <a:pt x="190915" y="682703"/>
                  </a:lnTo>
                  <a:lnTo>
                    <a:pt x="191583" y="628305"/>
                  </a:lnTo>
                  <a:lnTo>
                    <a:pt x="192251" y="596587"/>
                  </a:lnTo>
                  <a:lnTo>
                    <a:pt x="192919" y="544443"/>
                  </a:lnTo>
                  <a:lnTo>
                    <a:pt x="193587" y="384550"/>
                  </a:lnTo>
                  <a:lnTo>
                    <a:pt x="194255" y="384550"/>
                  </a:lnTo>
                  <a:lnTo>
                    <a:pt x="194923" y="414643"/>
                  </a:lnTo>
                  <a:lnTo>
                    <a:pt x="195591" y="392435"/>
                  </a:lnTo>
                  <a:lnTo>
                    <a:pt x="196259" y="425004"/>
                  </a:lnTo>
                  <a:lnTo>
                    <a:pt x="196927" y="363365"/>
                  </a:lnTo>
                  <a:lnTo>
                    <a:pt x="197595" y="268637"/>
                  </a:lnTo>
                  <a:lnTo>
                    <a:pt x="198263" y="244679"/>
                  </a:lnTo>
                  <a:lnTo>
                    <a:pt x="198931" y="246248"/>
                  </a:lnTo>
                  <a:lnTo>
                    <a:pt x="199599" y="273540"/>
                  </a:lnTo>
                  <a:lnTo>
                    <a:pt x="200267" y="365262"/>
                  </a:lnTo>
                  <a:lnTo>
                    <a:pt x="200935" y="363365"/>
                  </a:lnTo>
                  <a:lnTo>
                    <a:pt x="201603" y="402432"/>
                  </a:lnTo>
                  <a:lnTo>
                    <a:pt x="202272" y="433418"/>
                  </a:lnTo>
                  <a:lnTo>
                    <a:pt x="202940" y="394421"/>
                  </a:lnTo>
                  <a:lnTo>
                    <a:pt x="203608" y="353967"/>
                  </a:lnTo>
                  <a:lnTo>
                    <a:pt x="204276" y="317725"/>
                  </a:lnTo>
                  <a:lnTo>
                    <a:pt x="204944" y="310721"/>
                  </a:lnTo>
                  <a:lnTo>
                    <a:pt x="205612" y="467141"/>
                  </a:lnTo>
                  <a:lnTo>
                    <a:pt x="206280" y="490607"/>
                  </a:lnTo>
                  <a:lnTo>
                    <a:pt x="206948" y="565747"/>
                  </a:lnTo>
                  <a:lnTo>
                    <a:pt x="207616" y="678128"/>
                  </a:lnTo>
                  <a:lnTo>
                    <a:pt x="208284" y="680411"/>
                  </a:lnTo>
                  <a:lnTo>
                    <a:pt x="208952" y="593005"/>
                  </a:lnTo>
                  <a:lnTo>
                    <a:pt x="209620" y="705734"/>
                  </a:lnTo>
                  <a:lnTo>
                    <a:pt x="210288" y="563330"/>
                  </a:lnTo>
                  <a:lnTo>
                    <a:pt x="210956" y="586284"/>
                  </a:lnTo>
                  <a:lnTo>
                    <a:pt x="211624" y="546825"/>
                  </a:lnTo>
                  <a:lnTo>
                    <a:pt x="212292" y="497042"/>
                  </a:lnTo>
                  <a:lnTo>
                    <a:pt x="212960" y="475247"/>
                  </a:lnTo>
                  <a:lnTo>
                    <a:pt x="213628" y="488924"/>
                  </a:lnTo>
                  <a:lnTo>
                    <a:pt x="214296" y="491232"/>
                  </a:lnTo>
                  <a:lnTo>
                    <a:pt x="214964" y="470754"/>
                  </a:lnTo>
                  <a:lnTo>
                    <a:pt x="215632" y="468485"/>
                  </a:lnTo>
                  <a:lnTo>
                    <a:pt x="216300" y="438528"/>
                  </a:lnTo>
                  <a:lnTo>
                    <a:pt x="216968" y="318816"/>
                  </a:lnTo>
                  <a:lnTo>
                    <a:pt x="217636" y="307668"/>
                  </a:lnTo>
                  <a:lnTo>
                    <a:pt x="218304" y="286920"/>
                  </a:lnTo>
                  <a:lnTo>
                    <a:pt x="218972" y="332252"/>
                  </a:lnTo>
                  <a:lnTo>
                    <a:pt x="219640" y="362621"/>
                  </a:lnTo>
                  <a:lnTo>
                    <a:pt x="220308" y="319905"/>
                  </a:lnTo>
                  <a:lnTo>
                    <a:pt x="220976" y="351993"/>
                  </a:lnTo>
                  <a:lnTo>
                    <a:pt x="221644" y="221604"/>
                  </a:lnTo>
                  <a:lnTo>
                    <a:pt x="222312" y="271902"/>
                  </a:lnTo>
                  <a:lnTo>
                    <a:pt x="222980" y="367164"/>
                  </a:lnTo>
                  <a:lnTo>
                    <a:pt x="223648" y="384550"/>
                  </a:lnTo>
                  <a:lnTo>
                    <a:pt x="224316" y="420839"/>
                  </a:lnTo>
                  <a:lnTo>
                    <a:pt x="224984" y="468250"/>
                  </a:lnTo>
                  <a:lnTo>
                    <a:pt x="225652" y="539287"/>
                  </a:lnTo>
                  <a:lnTo>
                    <a:pt x="226320" y="619415"/>
                  </a:lnTo>
                  <a:lnTo>
                    <a:pt x="226989" y="657594"/>
                  </a:lnTo>
                  <a:lnTo>
                    <a:pt x="227657" y="599782"/>
                  </a:lnTo>
                  <a:lnTo>
                    <a:pt x="228325" y="557088"/>
                  </a:lnTo>
                  <a:lnTo>
                    <a:pt x="228993" y="429197"/>
                  </a:lnTo>
                  <a:lnTo>
                    <a:pt x="229661" y="348396"/>
                  </a:lnTo>
                  <a:lnTo>
                    <a:pt x="230329" y="510140"/>
                  </a:lnTo>
                  <a:lnTo>
                    <a:pt x="230997" y="564436"/>
                  </a:lnTo>
                  <a:lnTo>
                    <a:pt x="231665" y="564436"/>
                  </a:lnTo>
                  <a:lnTo>
                    <a:pt x="232333" y="539860"/>
                  </a:lnTo>
                  <a:lnTo>
                    <a:pt x="233001" y="487068"/>
                  </a:lnTo>
                  <a:lnTo>
                    <a:pt x="233669" y="429315"/>
                  </a:lnTo>
                  <a:lnTo>
                    <a:pt x="234337" y="369434"/>
                  </a:lnTo>
                  <a:lnTo>
                    <a:pt x="235005" y="328980"/>
                  </a:lnTo>
                  <a:lnTo>
                    <a:pt x="235673" y="297155"/>
                  </a:lnTo>
                  <a:lnTo>
                    <a:pt x="236341" y="278808"/>
                  </a:lnTo>
                  <a:lnTo>
                    <a:pt x="237009" y="278808"/>
                  </a:lnTo>
                  <a:lnTo>
                    <a:pt x="237677" y="303392"/>
                  </a:lnTo>
                  <a:lnTo>
                    <a:pt x="238345" y="358388"/>
                  </a:lnTo>
                  <a:lnTo>
                    <a:pt x="239013" y="440136"/>
                  </a:lnTo>
                  <a:lnTo>
                    <a:pt x="239681" y="483717"/>
                  </a:lnTo>
                  <a:lnTo>
                    <a:pt x="240349" y="430865"/>
                  </a:lnTo>
                  <a:lnTo>
                    <a:pt x="241017" y="424565"/>
                  </a:lnTo>
                  <a:lnTo>
                    <a:pt x="241685" y="442044"/>
                  </a:lnTo>
                  <a:lnTo>
                    <a:pt x="242353" y="470131"/>
                  </a:lnTo>
                  <a:lnTo>
                    <a:pt x="243021" y="370986"/>
                  </a:lnTo>
                  <a:lnTo>
                    <a:pt x="243689" y="444096"/>
                  </a:lnTo>
                  <a:lnTo>
                    <a:pt x="244357" y="539287"/>
                  </a:lnTo>
                  <a:lnTo>
                    <a:pt x="245025" y="567492"/>
                  </a:lnTo>
                  <a:lnTo>
                    <a:pt x="245693" y="633825"/>
                  </a:lnTo>
                  <a:lnTo>
                    <a:pt x="246361" y="663680"/>
                  </a:lnTo>
                  <a:lnTo>
                    <a:pt x="247029" y="619415"/>
                  </a:lnTo>
                  <a:lnTo>
                    <a:pt x="247697" y="651567"/>
                  </a:lnTo>
                  <a:lnTo>
                    <a:pt x="248365" y="679157"/>
                  </a:lnTo>
                  <a:lnTo>
                    <a:pt x="249033" y="679157"/>
                  </a:lnTo>
                  <a:lnTo>
                    <a:pt x="249701" y="724646"/>
                  </a:lnTo>
                  <a:lnTo>
                    <a:pt x="250369" y="781027"/>
                  </a:lnTo>
                  <a:lnTo>
                    <a:pt x="251037" y="745200"/>
                  </a:lnTo>
                  <a:lnTo>
                    <a:pt x="251706" y="745200"/>
                  </a:lnTo>
                  <a:lnTo>
                    <a:pt x="252374" y="745200"/>
                  </a:lnTo>
                  <a:lnTo>
                    <a:pt x="253042" y="745200"/>
                  </a:lnTo>
                  <a:lnTo>
                    <a:pt x="253710" y="745200"/>
                  </a:lnTo>
                  <a:lnTo>
                    <a:pt x="254378" y="745200"/>
                  </a:lnTo>
                  <a:lnTo>
                    <a:pt x="255046" y="815123"/>
                  </a:lnTo>
                  <a:lnTo>
                    <a:pt x="255714" y="819028"/>
                  </a:lnTo>
                  <a:lnTo>
                    <a:pt x="256382" y="838929"/>
                  </a:lnTo>
                  <a:lnTo>
                    <a:pt x="257050" y="902728"/>
                  </a:lnTo>
                  <a:lnTo>
                    <a:pt x="257718" y="902728"/>
                  </a:lnTo>
                  <a:lnTo>
                    <a:pt x="258386" y="902728"/>
                  </a:lnTo>
                  <a:lnTo>
                    <a:pt x="259054" y="902728"/>
                  </a:lnTo>
                  <a:lnTo>
                    <a:pt x="259722" y="872146"/>
                  </a:lnTo>
                  <a:lnTo>
                    <a:pt x="260390" y="842986"/>
                  </a:lnTo>
                  <a:lnTo>
                    <a:pt x="261058" y="898267"/>
                  </a:lnTo>
                  <a:lnTo>
                    <a:pt x="261726" y="819028"/>
                  </a:lnTo>
                  <a:lnTo>
                    <a:pt x="262394" y="819028"/>
                  </a:lnTo>
                  <a:lnTo>
                    <a:pt x="263062" y="819028"/>
                  </a:lnTo>
                  <a:lnTo>
                    <a:pt x="263730" y="807384"/>
                  </a:lnTo>
                  <a:lnTo>
                    <a:pt x="264398" y="745200"/>
                  </a:lnTo>
                  <a:lnTo>
                    <a:pt x="265066" y="717942"/>
                  </a:lnTo>
                  <a:lnTo>
                    <a:pt x="265734" y="679157"/>
                  </a:lnTo>
                  <a:lnTo>
                    <a:pt x="266402" y="679157"/>
                  </a:lnTo>
                  <a:lnTo>
                    <a:pt x="267070" y="679157"/>
                  </a:lnTo>
                  <a:lnTo>
                    <a:pt x="267738" y="642633"/>
                  </a:lnTo>
                  <a:lnTo>
                    <a:pt x="268406" y="619415"/>
                  </a:lnTo>
                  <a:lnTo>
                    <a:pt x="269074" y="619415"/>
                  </a:lnTo>
                  <a:lnTo>
                    <a:pt x="269742" y="639683"/>
                  </a:lnTo>
                  <a:lnTo>
                    <a:pt x="270410" y="679157"/>
                  </a:lnTo>
                  <a:lnTo>
                    <a:pt x="271078" y="682299"/>
                  </a:lnTo>
                  <a:lnTo>
                    <a:pt x="271746" y="745200"/>
                  </a:lnTo>
                  <a:lnTo>
                    <a:pt x="272414" y="745200"/>
                  </a:lnTo>
                  <a:lnTo>
                    <a:pt x="273082" y="695027"/>
                  </a:lnTo>
                  <a:lnTo>
                    <a:pt x="273750" y="688631"/>
                  </a:lnTo>
                  <a:lnTo>
                    <a:pt x="274418" y="728025"/>
                  </a:lnTo>
                  <a:lnTo>
                    <a:pt x="275086" y="704745"/>
                  </a:lnTo>
                  <a:lnTo>
                    <a:pt x="275754" y="745200"/>
                  </a:lnTo>
                  <a:lnTo>
                    <a:pt x="276423" y="745200"/>
                  </a:lnTo>
                  <a:lnTo>
                    <a:pt x="277091" y="745200"/>
                  </a:lnTo>
                  <a:lnTo>
                    <a:pt x="277759" y="788445"/>
                  </a:lnTo>
                  <a:lnTo>
                    <a:pt x="278427" y="819028"/>
                  </a:lnTo>
                  <a:lnTo>
                    <a:pt x="279095" y="819028"/>
                  </a:lnTo>
                  <a:lnTo>
                    <a:pt x="279763" y="759286"/>
                  </a:lnTo>
                  <a:lnTo>
                    <a:pt x="280431" y="721285"/>
                  </a:lnTo>
                  <a:lnTo>
                    <a:pt x="281099" y="651567"/>
                  </a:lnTo>
                  <a:lnTo>
                    <a:pt x="281767" y="731211"/>
                  </a:lnTo>
                  <a:lnTo>
                    <a:pt x="282435" y="724489"/>
                  </a:lnTo>
                  <a:lnTo>
                    <a:pt x="283103" y="761271"/>
                  </a:lnTo>
                  <a:lnTo>
                    <a:pt x="283771" y="794552"/>
                  </a:lnTo>
                  <a:lnTo>
                    <a:pt x="284439" y="699140"/>
                  </a:lnTo>
                  <a:lnTo>
                    <a:pt x="285107" y="696727"/>
                  </a:lnTo>
                  <a:lnTo>
                    <a:pt x="285775" y="682317"/>
                  </a:lnTo>
                  <a:lnTo>
                    <a:pt x="286443" y="682317"/>
                  </a:lnTo>
                  <a:lnTo>
                    <a:pt x="287111" y="682317"/>
                  </a:lnTo>
                  <a:lnTo>
                    <a:pt x="287779" y="682317"/>
                  </a:lnTo>
                  <a:lnTo>
                    <a:pt x="288447" y="682317"/>
                  </a:lnTo>
                  <a:lnTo>
                    <a:pt x="289115" y="682317"/>
                  </a:lnTo>
                  <a:lnTo>
                    <a:pt x="289783" y="705535"/>
                  </a:lnTo>
                  <a:lnTo>
                    <a:pt x="290451" y="722011"/>
                  </a:lnTo>
                  <a:lnTo>
                    <a:pt x="291119" y="756323"/>
                  </a:lnTo>
                  <a:lnTo>
                    <a:pt x="291787" y="806362"/>
                  </a:lnTo>
                  <a:lnTo>
                    <a:pt x="292455" y="772566"/>
                  </a:lnTo>
                  <a:lnTo>
                    <a:pt x="293123" y="812219"/>
                  </a:lnTo>
                  <a:lnTo>
                    <a:pt x="293791" y="913555"/>
                  </a:lnTo>
                  <a:lnTo>
                    <a:pt x="294459" y="923229"/>
                  </a:lnTo>
                  <a:lnTo>
                    <a:pt x="294735" y="100139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045619" y="3504835"/>
              <a:ext cx="94007" cy="519563"/>
            </a:xfrm>
            <a:custGeom>
              <a:avLst/>
              <a:pathLst>
                <a:path w="94007" h="519563">
                  <a:moveTo>
                    <a:pt x="0" y="519563"/>
                  </a:moveTo>
                  <a:lnTo>
                    <a:pt x="11" y="517524"/>
                  </a:lnTo>
                  <a:lnTo>
                    <a:pt x="680" y="517524"/>
                  </a:lnTo>
                  <a:lnTo>
                    <a:pt x="1348" y="517524"/>
                  </a:lnTo>
                  <a:lnTo>
                    <a:pt x="2016" y="517524"/>
                  </a:lnTo>
                  <a:lnTo>
                    <a:pt x="2684" y="517524"/>
                  </a:lnTo>
                  <a:lnTo>
                    <a:pt x="3352" y="517524"/>
                  </a:lnTo>
                  <a:lnTo>
                    <a:pt x="4020" y="517524"/>
                  </a:lnTo>
                  <a:lnTo>
                    <a:pt x="4688" y="517524"/>
                  </a:lnTo>
                  <a:lnTo>
                    <a:pt x="5356" y="517524"/>
                  </a:lnTo>
                  <a:lnTo>
                    <a:pt x="6024" y="517524"/>
                  </a:lnTo>
                  <a:lnTo>
                    <a:pt x="6692" y="517524"/>
                  </a:lnTo>
                  <a:lnTo>
                    <a:pt x="7360" y="517524"/>
                  </a:lnTo>
                  <a:lnTo>
                    <a:pt x="8028" y="517524"/>
                  </a:lnTo>
                  <a:lnTo>
                    <a:pt x="8696" y="517524"/>
                  </a:lnTo>
                  <a:lnTo>
                    <a:pt x="9364" y="517524"/>
                  </a:lnTo>
                  <a:lnTo>
                    <a:pt x="10032" y="517524"/>
                  </a:lnTo>
                  <a:lnTo>
                    <a:pt x="10700" y="517524"/>
                  </a:lnTo>
                  <a:lnTo>
                    <a:pt x="11368" y="462549"/>
                  </a:lnTo>
                  <a:lnTo>
                    <a:pt x="12036" y="420900"/>
                  </a:lnTo>
                  <a:lnTo>
                    <a:pt x="12704" y="420900"/>
                  </a:lnTo>
                  <a:lnTo>
                    <a:pt x="13372" y="420900"/>
                  </a:lnTo>
                  <a:lnTo>
                    <a:pt x="14040" y="420900"/>
                  </a:lnTo>
                  <a:lnTo>
                    <a:pt x="14708" y="420900"/>
                  </a:lnTo>
                  <a:lnTo>
                    <a:pt x="15376" y="365241"/>
                  </a:lnTo>
                  <a:lnTo>
                    <a:pt x="16044" y="337200"/>
                  </a:lnTo>
                  <a:lnTo>
                    <a:pt x="16712" y="337200"/>
                  </a:lnTo>
                  <a:lnTo>
                    <a:pt x="17380" y="337200"/>
                  </a:lnTo>
                  <a:lnTo>
                    <a:pt x="18048" y="337200"/>
                  </a:lnTo>
                  <a:lnTo>
                    <a:pt x="18716" y="337200"/>
                  </a:lnTo>
                  <a:lnTo>
                    <a:pt x="19384" y="337200"/>
                  </a:lnTo>
                  <a:lnTo>
                    <a:pt x="20052" y="337200"/>
                  </a:lnTo>
                  <a:lnTo>
                    <a:pt x="20720" y="337200"/>
                  </a:lnTo>
                  <a:lnTo>
                    <a:pt x="21388" y="381847"/>
                  </a:lnTo>
                  <a:lnTo>
                    <a:pt x="22056" y="420900"/>
                  </a:lnTo>
                  <a:lnTo>
                    <a:pt x="22724" y="420900"/>
                  </a:lnTo>
                  <a:lnTo>
                    <a:pt x="23392" y="420900"/>
                  </a:lnTo>
                  <a:lnTo>
                    <a:pt x="24060" y="420900"/>
                  </a:lnTo>
                  <a:lnTo>
                    <a:pt x="24729" y="420900"/>
                  </a:lnTo>
                  <a:lnTo>
                    <a:pt x="25397" y="481987"/>
                  </a:lnTo>
                  <a:lnTo>
                    <a:pt x="26065" y="502047"/>
                  </a:lnTo>
                  <a:lnTo>
                    <a:pt x="26733" y="420900"/>
                  </a:lnTo>
                  <a:lnTo>
                    <a:pt x="27401" y="420900"/>
                  </a:lnTo>
                  <a:lnTo>
                    <a:pt x="28069" y="420900"/>
                  </a:lnTo>
                  <a:lnTo>
                    <a:pt x="28737" y="420900"/>
                  </a:lnTo>
                  <a:lnTo>
                    <a:pt x="29405" y="420900"/>
                  </a:lnTo>
                  <a:lnTo>
                    <a:pt x="30073" y="369351"/>
                  </a:lnTo>
                  <a:lnTo>
                    <a:pt x="30741" y="310359"/>
                  </a:lnTo>
                  <a:lnTo>
                    <a:pt x="31409" y="222917"/>
                  </a:lnTo>
                  <a:lnTo>
                    <a:pt x="32077" y="197329"/>
                  </a:lnTo>
                  <a:lnTo>
                    <a:pt x="32745" y="143311"/>
                  </a:lnTo>
                  <a:lnTo>
                    <a:pt x="33413" y="83046"/>
                  </a:lnTo>
                  <a:lnTo>
                    <a:pt x="34081" y="65026"/>
                  </a:lnTo>
                  <a:lnTo>
                    <a:pt x="34749" y="32874"/>
                  </a:lnTo>
                  <a:lnTo>
                    <a:pt x="35417" y="32874"/>
                  </a:lnTo>
                  <a:lnTo>
                    <a:pt x="36085" y="0"/>
                  </a:lnTo>
                  <a:lnTo>
                    <a:pt x="36753" y="32874"/>
                  </a:lnTo>
                  <a:lnTo>
                    <a:pt x="37421" y="32874"/>
                  </a:lnTo>
                  <a:lnTo>
                    <a:pt x="38089" y="32874"/>
                  </a:lnTo>
                  <a:lnTo>
                    <a:pt x="38757" y="32874"/>
                  </a:lnTo>
                  <a:lnTo>
                    <a:pt x="39425" y="32874"/>
                  </a:lnTo>
                  <a:lnTo>
                    <a:pt x="40093" y="62493"/>
                  </a:lnTo>
                  <a:lnTo>
                    <a:pt x="40761" y="101600"/>
                  </a:lnTo>
                  <a:lnTo>
                    <a:pt x="41429" y="172745"/>
                  </a:lnTo>
                  <a:lnTo>
                    <a:pt x="42097" y="197329"/>
                  </a:lnTo>
                  <a:lnTo>
                    <a:pt x="42765" y="256445"/>
                  </a:lnTo>
                  <a:lnTo>
                    <a:pt x="43433" y="337200"/>
                  </a:lnTo>
                  <a:lnTo>
                    <a:pt x="44101" y="306617"/>
                  </a:lnTo>
                  <a:lnTo>
                    <a:pt x="44769" y="288234"/>
                  </a:lnTo>
                  <a:lnTo>
                    <a:pt x="45437" y="197329"/>
                  </a:lnTo>
                  <a:lnTo>
                    <a:pt x="46105" y="222917"/>
                  </a:lnTo>
                  <a:lnTo>
                    <a:pt x="46773" y="197329"/>
                  </a:lnTo>
                  <a:lnTo>
                    <a:pt x="47441" y="197329"/>
                  </a:lnTo>
                  <a:lnTo>
                    <a:pt x="48109" y="197329"/>
                  </a:lnTo>
                  <a:lnTo>
                    <a:pt x="48777" y="197329"/>
                  </a:lnTo>
                  <a:lnTo>
                    <a:pt x="49446" y="197329"/>
                  </a:lnTo>
                  <a:lnTo>
                    <a:pt x="50114" y="197329"/>
                  </a:lnTo>
                  <a:lnTo>
                    <a:pt x="50782" y="197329"/>
                  </a:lnTo>
                  <a:lnTo>
                    <a:pt x="51450" y="197329"/>
                  </a:lnTo>
                  <a:lnTo>
                    <a:pt x="52118" y="197329"/>
                  </a:lnTo>
                  <a:lnTo>
                    <a:pt x="52786" y="197329"/>
                  </a:lnTo>
                  <a:lnTo>
                    <a:pt x="53454" y="197329"/>
                  </a:lnTo>
                  <a:lnTo>
                    <a:pt x="54122" y="246197"/>
                  </a:lnTo>
                  <a:lnTo>
                    <a:pt x="54790" y="310359"/>
                  </a:lnTo>
                  <a:lnTo>
                    <a:pt x="55458" y="420900"/>
                  </a:lnTo>
                  <a:lnTo>
                    <a:pt x="56126" y="462549"/>
                  </a:lnTo>
                  <a:lnTo>
                    <a:pt x="56794" y="517524"/>
                  </a:lnTo>
                  <a:lnTo>
                    <a:pt x="57462" y="517524"/>
                  </a:lnTo>
                  <a:lnTo>
                    <a:pt x="58130" y="517524"/>
                  </a:lnTo>
                  <a:lnTo>
                    <a:pt x="58798" y="517524"/>
                  </a:lnTo>
                  <a:lnTo>
                    <a:pt x="59466" y="517524"/>
                  </a:lnTo>
                  <a:lnTo>
                    <a:pt x="60134" y="517524"/>
                  </a:lnTo>
                  <a:lnTo>
                    <a:pt x="60802" y="517524"/>
                  </a:lnTo>
                  <a:lnTo>
                    <a:pt x="61470" y="517524"/>
                  </a:lnTo>
                  <a:lnTo>
                    <a:pt x="62138" y="517524"/>
                  </a:lnTo>
                  <a:lnTo>
                    <a:pt x="62806" y="517524"/>
                  </a:lnTo>
                  <a:lnTo>
                    <a:pt x="63474" y="517524"/>
                  </a:lnTo>
                  <a:lnTo>
                    <a:pt x="64142" y="517524"/>
                  </a:lnTo>
                  <a:lnTo>
                    <a:pt x="64810" y="517524"/>
                  </a:lnTo>
                  <a:lnTo>
                    <a:pt x="65478" y="517524"/>
                  </a:lnTo>
                  <a:lnTo>
                    <a:pt x="66146" y="517524"/>
                  </a:lnTo>
                  <a:lnTo>
                    <a:pt x="66814" y="517524"/>
                  </a:lnTo>
                  <a:lnTo>
                    <a:pt x="67482" y="517524"/>
                  </a:lnTo>
                  <a:lnTo>
                    <a:pt x="68150" y="517524"/>
                  </a:lnTo>
                  <a:lnTo>
                    <a:pt x="68818" y="517524"/>
                  </a:lnTo>
                  <a:lnTo>
                    <a:pt x="69486" y="517524"/>
                  </a:lnTo>
                  <a:lnTo>
                    <a:pt x="70154" y="517524"/>
                  </a:lnTo>
                  <a:lnTo>
                    <a:pt x="70822" y="448356"/>
                  </a:lnTo>
                  <a:lnTo>
                    <a:pt x="71490" y="381846"/>
                  </a:lnTo>
                  <a:lnTo>
                    <a:pt x="72158" y="337200"/>
                  </a:lnTo>
                  <a:lnTo>
                    <a:pt x="72826" y="337200"/>
                  </a:lnTo>
                  <a:lnTo>
                    <a:pt x="73494" y="337200"/>
                  </a:lnTo>
                  <a:lnTo>
                    <a:pt x="74163" y="337200"/>
                  </a:lnTo>
                  <a:lnTo>
                    <a:pt x="74831" y="337200"/>
                  </a:lnTo>
                  <a:lnTo>
                    <a:pt x="75499" y="337200"/>
                  </a:lnTo>
                  <a:lnTo>
                    <a:pt x="76167" y="310359"/>
                  </a:lnTo>
                  <a:lnTo>
                    <a:pt x="76835" y="263371"/>
                  </a:lnTo>
                  <a:lnTo>
                    <a:pt x="77503" y="197329"/>
                  </a:lnTo>
                  <a:lnTo>
                    <a:pt x="78171" y="137587"/>
                  </a:lnTo>
                  <a:lnTo>
                    <a:pt x="78839" y="117953"/>
                  </a:lnTo>
                  <a:lnTo>
                    <a:pt x="79507" y="83046"/>
                  </a:lnTo>
                  <a:lnTo>
                    <a:pt x="80175" y="83046"/>
                  </a:lnTo>
                  <a:lnTo>
                    <a:pt x="80843" y="70122"/>
                  </a:lnTo>
                  <a:lnTo>
                    <a:pt x="81511" y="107004"/>
                  </a:lnTo>
                  <a:lnTo>
                    <a:pt x="82179" y="90931"/>
                  </a:lnTo>
                  <a:lnTo>
                    <a:pt x="82847" y="77844"/>
                  </a:lnTo>
                  <a:lnTo>
                    <a:pt x="83515" y="16221"/>
                  </a:lnTo>
                  <a:lnTo>
                    <a:pt x="84183" y="100489"/>
                  </a:lnTo>
                  <a:lnTo>
                    <a:pt x="84851" y="82608"/>
                  </a:lnTo>
                  <a:lnTo>
                    <a:pt x="85519" y="97399"/>
                  </a:lnTo>
                  <a:lnTo>
                    <a:pt x="86187" y="76344"/>
                  </a:lnTo>
                  <a:lnTo>
                    <a:pt x="86855" y="101305"/>
                  </a:lnTo>
                  <a:lnTo>
                    <a:pt x="87523" y="141759"/>
                  </a:lnTo>
                  <a:lnTo>
                    <a:pt x="88191" y="185005"/>
                  </a:lnTo>
                  <a:lnTo>
                    <a:pt x="88859" y="200875"/>
                  </a:lnTo>
                  <a:lnTo>
                    <a:pt x="89527" y="231457"/>
                  </a:lnTo>
                  <a:lnTo>
                    <a:pt x="90195" y="231457"/>
                  </a:lnTo>
                  <a:lnTo>
                    <a:pt x="90863" y="279023"/>
                  </a:lnTo>
                  <a:lnTo>
                    <a:pt x="91531" y="281629"/>
                  </a:lnTo>
                  <a:lnTo>
                    <a:pt x="92199" y="327680"/>
                  </a:lnTo>
                  <a:lnTo>
                    <a:pt x="92867" y="341894"/>
                  </a:lnTo>
                  <a:lnTo>
                    <a:pt x="93535" y="418244"/>
                  </a:lnTo>
                  <a:lnTo>
                    <a:pt x="94007" y="5195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140772" y="3934754"/>
              <a:ext cx="1063" cy="89644"/>
            </a:xfrm>
            <a:custGeom>
              <a:avLst/>
              <a:pathLst>
                <a:path w="1063" h="89644">
                  <a:moveTo>
                    <a:pt x="0" y="89644"/>
                  </a:moveTo>
                  <a:lnTo>
                    <a:pt x="387" y="0"/>
                  </a:lnTo>
                  <a:lnTo>
                    <a:pt x="1055" y="87605"/>
                  </a:lnTo>
                  <a:lnTo>
                    <a:pt x="1063" y="8964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147913" y="3270190"/>
              <a:ext cx="46448" cy="754208"/>
            </a:xfrm>
            <a:custGeom>
              <a:avLst/>
              <a:pathLst>
                <a:path w="46448" h="754208">
                  <a:moveTo>
                    <a:pt x="0" y="754208"/>
                  </a:moveTo>
                  <a:lnTo>
                    <a:pt x="594" y="697309"/>
                  </a:lnTo>
                  <a:lnTo>
                    <a:pt x="1262" y="644617"/>
                  </a:lnTo>
                  <a:lnTo>
                    <a:pt x="1930" y="538388"/>
                  </a:lnTo>
                  <a:lnTo>
                    <a:pt x="2598" y="484257"/>
                  </a:lnTo>
                  <a:lnTo>
                    <a:pt x="3266" y="448130"/>
                  </a:lnTo>
                  <a:lnTo>
                    <a:pt x="3934" y="449558"/>
                  </a:lnTo>
                  <a:lnTo>
                    <a:pt x="4602" y="396968"/>
                  </a:lnTo>
                  <a:lnTo>
                    <a:pt x="5270" y="384390"/>
                  </a:lnTo>
                  <a:lnTo>
                    <a:pt x="5938" y="391067"/>
                  </a:lnTo>
                  <a:lnTo>
                    <a:pt x="6606" y="396968"/>
                  </a:lnTo>
                  <a:lnTo>
                    <a:pt x="7274" y="388555"/>
                  </a:lnTo>
                  <a:lnTo>
                    <a:pt x="7942" y="376962"/>
                  </a:lnTo>
                  <a:lnTo>
                    <a:pt x="8610" y="360764"/>
                  </a:lnTo>
                  <a:lnTo>
                    <a:pt x="9278" y="368811"/>
                  </a:lnTo>
                  <a:lnTo>
                    <a:pt x="9946" y="383560"/>
                  </a:lnTo>
                  <a:lnTo>
                    <a:pt x="10614" y="369784"/>
                  </a:lnTo>
                  <a:lnTo>
                    <a:pt x="11282" y="360669"/>
                  </a:lnTo>
                  <a:lnTo>
                    <a:pt x="11950" y="453534"/>
                  </a:lnTo>
                  <a:lnTo>
                    <a:pt x="12618" y="443739"/>
                  </a:lnTo>
                  <a:lnTo>
                    <a:pt x="13286" y="507103"/>
                  </a:lnTo>
                  <a:lnTo>
                    <a:pt x="13954" y="315085"/>
                  </a:lnTo>
                  <a:lnTo>
                    <a:pt x="14622" y="317691"/>
                  </a:lnTo>
                  <a:lnTo>
                    <a:pt x="15290" y="358145"/>
                  </a:lnTo>
                  <a:lnTo>
                    <a:pt x="15958" y="372232"/>
                  </a:lnTo>
                  <a:lnTo>
                    <a:pt x="16626" y="372232"/>
                  </a:lnTo>
                  <a:lnTo>
                    <a:pt x="17294" y="401391"/>
                  </a:lnTo>
                  <a:lnTo>
                    <a:pt x="17962" y="444637"/>
                  </a:lnTo>
                  <a:lnTo>
                    <a:pt x="18630" y="567939"/>
                  </a:lnTo>
                  <a:lnTo>
                    <a:pt x="19298" y="608134"/>
                  </a:lnTo>
                  <a:lnTo>
                    <a:pt x="19966" y="655545"/>
                  </a:lnTo>
                  <a:lnTo>
                    <a:pt x="20634" y="697194"/>
                  </a:lnTo>
                  <a:lnTo>
                    <a:pt x="21302" y="571845"/>
                  </a:lnTo>
                  <a:lnTo>
                    <a:pt x="21970" y="571845"/>
                  </a:lnTo>
                  <a:lnTo>
                    <a:pt x="22639" y="571845"/>
                  </a:lnTo>
                  <a:lnTo>
                    <a:pt x="23307" y="571845"/>
                  </a:lnTo>
                  <a:lnTo>
                    <a:pt x="23975" y="571845"/>
                  </a:lnTo>
                  <a:lnTo>
                    <a:pt x="24643" y="571845"/>
                  </a:lnTo>
                  <a:lnTo>
                    <a:pt x="25311" y="512102"/>
                  </a:lnTo>
                  <a:lnTo>
                    <a:pt x="25979" y="377956"/>
                  </a:lnTo>
                  <a:lnTo>
                    <a:pt x="26647" y="352598"/>
                  </a:lnTo>
                  <a:lnTo>
                    <a:pt x="27315" y="317691"/>
                  </a:lnTo>
                  <a:lnTo>
                    <a:pt x="27983" y="441271"/>
                  </a:lnTo>
                  <a:lnTo>
                    <a:pt x="28651" y="265421"/>
                  </a:lnTo>
                  <a:lnTo>
                    <a:pt x="29319" y="129697"/>
                  </a:lnTo>
                  <a:lnTo>
                    <a:pt x="29987" y="32280"/>
                  </a:lnTo>
                  <a:lnTo>
                    <a:pt x="30655" y="64991"/>
                  </a:lnTo>
                  <a:lnTo>
                    <a:pt x="31323" y="24772"/>
                  </a:lnTo>
                  <a:lnTo>
                    <a:pt x="31991" y="0"/>
                  </a:lnTo>
                  <a:lnTo>
                    <a:pt x="32659" y="0"/>
                  </a:lnTo>
                  <a:lnTo>
                    <a:pt x="33327" y="0"/>
                  </a:lnTo>
                  <a:lnTo>
                    <a:pt x="33995" y="0"/>
                  </a:lnTo>
                  <a:lnTo>
                    <a:pt x="34663" y="0"/>
                  </a:lnTo>
                  <a:lnTo>
                    <a:pt x="35331" y="6299"/>
                  </a:lnTo>
                  <a:lnTo>
                    <a:pt x="35999" y="23957"/>
                  </a:lnTo>
                  <a:lnTo>
                    <a:pt x="36667" y="21520"/>
                  </a:lnTo>
                  <a:lnTo>
                    <a:pt x="37335" y="32151"/>
                  </a:lnTo>
                  <a:lnTo>
                    <a:pt x="38003" y="23790"/>
                  </a:lnTo>
                  <a:lnTo>
                    <a:pt x="38671" y="152287"/>
                  </a:lnTo>
                  <a:lnTo>
                    <a:pt x="39339" y="293597"/>
                  </a:lnTo>
                  <a:lnTo>
                    <a:pt x="40007" y="404497"/>
                  </a:lnTo>
                  <a:lnTo>
                    <a:pt x="40675" y="375894"/>
                  </a:lnTo>
                  <a:lnTo>
                    <a:pt x="41343" y="341649"/>
                  </a:lnTo>
                  <a:lnTo>
                    <a:pt x="42011" y="591867"/>
                  </a:lnTo>
                  <a:lnTo>
                    <a:pt x="42679" y="627126"/>
                  </a:lnTo>
                  <a:lnTo>
                    <a:pt x="43347" y="630557"/>
                  </a:lnTo>
                  <a:lnTo>
                    <a:pt x="44015" y="630557"/>
                  </a:lnTo>
                  <a:lnTo>
                    <a:pt x="44683" y="630557"/>
                  </a:lnTo>
                  <a:lnTo>
                    <a:pt x="45351" y="656145"/>
                  </a:lnTo>
                  <a:lnTo>
                    <a:pt x="46019" y="725096"/>
                  </a:lnTo>
                  <a:lnTo>
                    <a:pt x="46448" y="75420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200869" y="3333728"/>
              <a:ext cx="172513" cy="690670"/>
            </a:xfrm>
            <a:custGeom>
              <a:avLst/>
              <a:pathLst>
                <a:path w="172513" h="690670">
                  <a:moveTo>
                    <a:pt x="0" y="690670"/>
                  </a:moveTo>
                  <a:lnTo>
                    <a:pt x="412" y="592006"/>
                  </a:lnTo>
                  <a:lnTo>
                    <a:pt x="1080" y="592006"/>
                  </a:lnTo>
                  <a:lnTo>
                    <a:pt x="1748" y="592006"/>
                  </a:lnTo>
                  <a:lnTo>
                    <a:pt x="2416" y="592006"/>
                  </a:lnTo>
                  <a:lnTo>
                    <a:pt x="3084" y="524176"/>
                  </a:lnTo>
                  <a:lnTo>
                    <a:pt x="3752" y="508306"/>
                  </a:lnTo>
                  <a:lnTo>
                    <a:pt x="4420" y="508306"/>
                  </a:lnTo>
                  <a:lnTo>
                    <a:pt x="5088" y="508306"/>
                  </a:lnTo>
                  <a:lnTo>
                    <a:pt x="5756" y="508306"/>
                  </a:lnTo>
                  <a:lnTo>
                    <a:pt x="6424" y="508306"/>
                  </a:lnTo>
                  <a:lnTo>
                    <a:pt x="7092" y="508306"/>
                  </a:lnTo>
                  <a:lnTo>
                    <a:pt x="7760" y="532264"/>
                  </a:lnTo>
                  <a:lnTo>
                    <a:pt x="8428" y="592006"/>
                  </a:lnTo>
                  <a:lnTo>
                    <a:pt x="9096" y="592006"/>
                  </a:lnTo>
                  <a:lnTo>
                    <a:pt x="9764" y="592006"/>
                  </a:lnTo>
                  <a:lnTo>
                    <a:pt x="10432" y="592006"/>
                  </a:lnTo>
                  <a:lnTo>
                    <a:pt x="11100" y="592006"/>
                  </a:lnTo>
                  <a:lnTo>
                    <a:pt x="11768" y="592006"/>
                  </a:lnTo>
                  <a:lnTo>
                    <a:pt x="12436" y="592006"/>
                  </a:lnTo>
                  <a:lnTo>
                    <a:pt x="13104" y="552953"/>
                  </a:lnTo>
                  <a:lnTo>
                    <a:pt x="13772" y="485231"/>
                  </a:lnTo>
                  <a:lnTo>
                    <a:pt x="14440" y="381099"/>
                  </a:lnTo>
                  <a:lnTo>
                    <a:pt x="15108" y="368435"/>
                  </a:lnTo>
                  <a:lnTo>
                    <a:pt x="15776" y="368435"/>
                  </a:lnTo>
                  <a:lnTo>
                    <a:pt x="16444" y="368435"/>
                  </a:lnTo>
                  <a:lnTo>
                    <a:pt x="17112" y="368435"/>
                  </a:lnTo>
                  <a:lnTo>
                    <a:pt x="17780" y="368435"/>
                  </a:lnTo>
                  <a:lnTo>
                    <a:pt x="18448" y="368435"/>
                  </a:lnTo>
                  <a:lnTo>
                    <a:pt x="19116" y="368435"/>
                  </a:lnTo>
                  <a:lnTo>
                    <a:pt x="19785" y="368435"/>
                  </a:lnTo>
                  <a:lnTo>
                    <a:pt x="20453" y="368435"/>
                  </a:lnTo>
                  <a:lnTo>
                    <a:pt x="21121" y="368435"/>
                  </a:lnTo>
                  <a:lnTo>
                    <a:pt x="21789" y="323103"/>
                  </a:lnTo>
                  <a:lnTo>
                    <a:pt x="22457" y="308693"/>
                  </a:lnTo>
                  <a:lnTo>
                    <a:pt x="23125" y="384305"/>
                  </a:lnTo>
                  <a:lnTo>
                    <a:pt x="23793" y="455728"/>
                  </a:lnTo>
                  <a:lnTo>
                    <a:pt x="24461" y="574348"/>
                  </a:lnTo>
                  <a:lnTo>
                    <a:pt x="25129" y="592006"/>
                  </a:lnTo>
                  <a:lnTo>
                    <a:pt x="25797" y="592006"/>
                  </a:lnTo>
                  <a:lnTo>
                    <a:pt x="26465" y="592006"/>
                  </a:lnTo>
                  <a:lnTo>
                    <a:pt x="27133" y="477724"/>
                  </a:lnTo>
                  <a:lnTo>
                    <a:pt x="27801" y="434478"/>
                  </a:lnTo>
                  <a:lnTo>
                    <a:pt x="28469" y="434478"/>
                  </a:lnTo>
                  <a:lnTo>
                    <a:pt x="29137" y="434478"/>
                  </a:lnTo>
                  <a:lnTo>
                    <a:pt x="29805" y="434478"/>
                  </a:lnTo>
                  <a:lnTo>
                    <a:pt x="30473" y="434478"/>
                  </a:lnTo>
                  <a:lnTo>
                    <a:pt x="31141" y="410563"/>
                  </a:lnTo>
                  <a:lnTo>
                    <a:pt x="31809" y="417303"/>
                  </a:lnTo>
                  <a:lnTo>
                    <a:pt x="32477" y="417303"/>
                  </a:lnTo>
                  <a:lnTo>
                    <a:pt x="33145" y="368435"/>
                  </a:lnTo>
                  <a:lnTo>
                    <a:pt x="33813" y="368435"/>
                  </a:lnTo>
                  <a:lnTo>
                    <a:pt x="34481" y="368435"/>
                  </a:lnTo>
                  <a:lnTo>
                    <a:pt x="35149" y="320195"/>
                  </a:lnTo>
                  <a:lnTo>
                    <a:pt x="35817" y="254153"/>
                  </a:lnTo>
                  <a:lnTo>
                    <a:pt x="36485" y="254153"/>
                  </a:lnTo>
                  <a:lnTo>
                    <a:pt x="37153" y="289060"/>
                  </a:lnTo>
                  <a:lnTo>
                    <a:pt x="37821" y="256770"/>
                  </a:lnTo>
                  <a:lnTo>
                    <a:pt x="38489" y="254153"/>
                  </a:lnTo>
                  <a:lnTo>
                    <a:pt x="39157" y="254153"/>
                  </a:lnTo>
                  <a:lnTo>
                    <a:pt x="39825" y="144238"/>
                  </a:lnTo>
                  <a:lnTo>
                    <a:pt x="40493" y="114282"/>
                  </a:lnTo>
                  <a:lnTo>
                    <a:pt x="41161" y="129081"/>
                  </a:lnTo>
                  <a:lnTo>
                    <a:pt x="41829" y="157528"/>
                  </a:lnTo>
                  <a:lnTo>
                    <a:pt x="42497" y="168823"/>
                  </a:lnTo>
                  <a:lnTo>
                    <a:pt x="43165" y="203981"/>
                  </a:lnTo>
                  <a:lnTo>
                    <a:pt x="43833" y="203981"/>
                  </a:lnTo>
                  <a:lnTo>
                    <a:pt x="44502" y="157528"/>
                  </a:lnTo>
                  <a:lnTo>
                    <a:pt x="45170" y="194411"/>
                  </a:lnTo>
                  <a:lnTo>
                    <a:pt x="45838" y="254153"/>
                  </a:lnTo>
                  <a:lnTo>
                    <a:pt x="46506" y="218615"/>
                  </a:lnTo>
                  <a:lnTo>
                    <a:pt x="47174" y="192041"/>
                  </a:lnTo>
                  <a:lnTo>
                    <a:pt x="47842" y="206396"/>
                  </a:lnTo>
                  <a:lnTo>
                    <a:pt x="48510" y="150848"/>
                  </a:lnTo>
                  <a:lnTo>
                    <a:pt x="49178" y="83700"/>
                  </a:lnTo>
                  <a:lnTo>
                    <a:pt x="49846" y="171106"/>
                  </a:lnTo>
                  <a:lnTo>
                    <a:pt x="50514" y="203981"/>
                  </a:lnTo>
                  <a:lnTo>
                    <a:pt x="51182" y="196789"/>
                  </a:lnTo>
                  <a:lnTo>
                    <a:pt x="51850" y="118475"/>
                  </a:lnTo>
                  <a:lnTo>
                    <a:pt x="52518" y="81713"/>
                  </a:lnTo>
                  <a:lnTo>
                    <a:pt x="53186" y="73828"/>
                  </a:lnTo>
                  <a:lnTo>
                    <a:pt x="53854" y="73828"/>
                  </a:lnTo>
                  <a:lnTo>
                    <a:pt x="54522" y="114282"/>
                  </a:lnTo>
                  <a:lnTo>
                    <a:pt x="55190" y="114282"/>
                  </a:lnTo>
                  <a:lnTo>
                    <a:pt x="55858" y="114282"/>
                  </a:lnTo>
                  <a:lnTo>
                    <a:pt x="56526" y="144238"/>
                  </a:lnTo>
                  <a:lnTo>
                    <a:pt x="57194" y="203981"/>
                  </a:lnTo>
                  <a:lnTo>
                    <a:pt x="57862" y="211255"/>
                  </a:lnTo>
                  <a:lnTo>
                    <a:pt x="58530" y="226063"/>
                  </a:lnTo>
                  <a:lnTo>
                    <a:pt x="59198" y="241228"/>
                  </a:lnTo>
                  <a:lnTo>
                    <a:pt x="59866" y="206396"/>
                  </a:lnTo>
                  <a:lnTo>
                    <a:pt x="60534" y="173398"/>
                  </a:lnTo>
                  <a:lnTo>
                    <a:pt x="61202" y="164280"/>
                  </a:lnTo>
                  <a:lnTo>
                    <a:pt x="61870" y="248951"/>
                  </a:lnTo>
                  <a:lnTo>
                    <a:pt x="62538" y="262038"/>
                  </a:lnTo>
                  <a:lnTo>
                    <a:pt x="63206" y="254153"/>
                  </a:lnTo>
                  <a:lnTo>
                    <a:pt x="63874" y="233599"/>
                  </a:lnTo>
                  <a:lnTo>
                    <a:pt x="64542" y="293267"/>
                  </a:lnTo>
                  <a:lnTo>
                    <a:pt x="65210" y="218205"/>
                  </a:lnTo>
                  <a:lnTo>
                    <a:pt x="65878" y="193381"/>
                  </a:lnTo>
                  <a:lnTo>
                    <a:pt x="66546" y="135683"/>
                  </a:lnTo>
                  <a:lnTo>
                    <a:pt x="67214" y="126304"/>
                  </a:lnTo>
                  <a:lnTo>
                    <a:pt x="67882" y="124754"/>
                  </a:lnTo>
                  <a:lnTo>
                    <a:pt x="68550" y="154872"/>
                  </a:lnTo>
                  <a:lnTo>
                    <a:pt x="69219" y="169660"/>
                  </a:lnTo>
                  <a:lnTo>
                    <a:pt x="69887" y="166344"/>
                  </a:lnTo>
                  <a:lnTo>
                    <a:pt x="70555" y="186511"/>
                  </a:lnTo>
                  <a:lnTo>
                    <a:pt x="71223" y="198583"/>
                  </a:lnTo>
                  <a:lnTo>
                    <a:pt x="71891" y="198583"/>
                  </a:lnTo>
                  <a:lnTo>
                    <a:pt x="72559" y="221636"/>
                  </a:lnTo>
                  <a:lnTo>
                    <a:pt x="73227" y="234410"/>
                  </a:lnTo>
                  <a:lnTo>
                    <a:pt x="73895" y="243697"/>
                  </a:lnTo>
                  <a:lnTo>
                    <a:pt x="74563" y="290906"/>
                  </a:lnTo>
                  <a:lnTo>
                    <a:pt x="75231" y="380980"/>
                  </a:lnTo>
                  <a:lnTo>
                    <a:pt x="75899" y="262038"/>
                  </a:lnTo>
                  <a:lnTo>
                    <a:pt x="76567" y="362198"/>
                  </a:lnTo>
                  <a:lnTo>
                    <a:pt x="77235" y="381099"/>
                  </a:lnTo>
                  <a:lnTo>
                    <a:pt x="77903" y="434478"/>
                  </a:lnTo>
                  <a:lnTo>
                    <a:pt x="78571" y="417303"/>
                  </a:lnTo>
                  <a:lnTo>
                    <a:pt x="79239" y="424117"/>
                  </a:lnTo>
                  <a:lnTo>
                    <a:pt x="79907" y="489018"/>
                  </a:lnTo>
                  <a:lnTo>
                    <a:pt x="80575" y="434478"/>
                  </a:lnTo>
                  <a:lnTo>
                    <a:pt x="81243" y="434478"/>
                  </a:lnTo>
                  <a:lnTo>
                    <a:pt x="81911" y="434478"/>
                  </a:lnTo>
                  <a:lnTo>
                    <a:pt x="82579" y="434478"/>
                  </a:lnTo>
                  <a:lnTo>
                    <a:pt x="83247" y="434478"/>
                  </a:lnTo>
                  <a:lnTo>
                    <a:pt x="83915" y="384305"/>
                  </a:lnTo>
                  <a:lnTo>
                    <a:pt x="84583" y="368435"/>
                  </a:lnTo>
                  <a:lnTo>
                    <a:pt x="85251" y="368435"/>
                  </a:lnTo>
                  <a:lnTo>
                    <a:pt x="85919" y="346872"/>
                  </a:lnTo>
                  <a:lnTo>
                    <a:pt x="86587" y="308693"/>
                  </a:lnTo>
                  <a:lnTo>
                    <a:pt x="87255" y="308693"/>
                  </a:lnTo>
                  <a:lnTo>
                    <a:pt x="87923" y="308693"/>
                  </a:lnTo>
                  <a:lnTo>
                    <a:pt x="88591" y="314418"/>
                  </a:lnTo>
                  <a:lnTo>
                    <a:pt x="89259" y="308693"/>
                  </a:lnTo>
                  <a:lnTo>
                    <a:pt x="89927" y="317300"/>
                  </a:lnTo>
                  <a:lnTo>
                    <a:pt x="90595" y="346872"/>
                  </a:lnTo>
                  <a:lnTo>
                    <a:pt x="91263" y="308693"/>
                  </a:lnTo>
                  <a:lnTo>
                    <a:pt x="91931" y="308693"/>
                  </a:lnTo>
                  <a:lnTo>
                    <a:pt x="92599" y="308693"/>
                  </a:lnTo>
                  <a:lnTo>
                    <a:pt x="93267" y="308693"/>
                  </a:lnTo>
                  <a:lnTo>
                    <a:pt x="93936" y="362198"/>
                  </a:lnTo>
                  <a:lnTo>
                    <a:pt x="94604" y="434478"/>
                  </a:lnTo>
                  <a:lnTo>
                    <a:pt x="95272" y="434478"/>
                  </a:lnTo>
                  <a:lnTo>
                    <a:pt x="95940" y="459340"/>
                  </a:lnTo>
                  <a:lnTo>
                    <a:pt x="96608" y="492828"/>
                  </a:lnTo>
                  <a:lnTo>
                    <a:pt x="97276" y="434478"/>
                  </a:lnTo>
                  <a:lnTo>
                    <a:pt x="97944" y="434478"/>
                  </a:lnTo>
                  <a:lnTo>
                    <a:pt x="98612" y="445012"/>
                  </a:lnTo>
                  <a:lnTo>
                    <a:pt x="99280" y="508306"/>
                  </a:lnTo>
                  <a:lnTo>
                    <a:pt x="99948" y="508306"/>
                  </a:lnTo>
                  <a:lnTo>
                    <a:pt x="100616" y="536348"/>
                  </a:lnTo>
                  <a:lnTo>
                    <a:pt x="101284" y="592006"/>
                  </a:lnTo>
                  <a:lnTo>
                    <a:pt x="101952" y="592006"/>
                  </a:lnTo>
                  <a:lnTo>
                    <a:pt x="102620" y="592006"/>
                  </a:lnTo>
                  <a:lnTo>
                    <a:pt x="103288" y="592006"/>
                  </a:lnTo>
                  <a:lnTo>
                    <a:pt x="103956" y="592006"/>
                  </a:lnTo>
                  <a:lnTo>
                    <a:pt x="104624" y="592006"/>
                  </a:lnTo>
                  <a:lnTo>
                    <a:pt x="105292" y="592006"/>
                  </a:lnTo>
                  <a:lnTo>
                    <a:pt x="105960" y="592006"/>
                  </a:lnTo>
                  <a:lnTo>
                    <a:pt x="106628" y="601025"/>
                  </a:lnTo>
                  <a:lnTo>
                    <a:pt x="107296" y="592006"/>
                  </a:lnTo>
                  <a:lnTo>
                    <a:pt x="107964" y="592006"/>
                  </a:lnTo>
                  <a:lnTo>
                    <a:pt x="108632" y="592006"/>
                  </a:lnTo>
                  <a:lnTo>
                    <a:pt x="109300" y="592006"/>
                  </a:lnTo>
                  <a:lnTo>
                    <a:pt x="109968" y="592006"/>
                  </a:lnTo>
                  <a:lnTo>
                    <a:pt x="110636" y="592006"/>
                  </a:lnTo>
                  <a:lnTo>
                    <a:pt x="111304" y="557174"/>
                  </a:lnTo>
                  <a:lnTo>
                    <a:pt x="111972" y="508306"/>
                  </a:lnTo>
                  <a:lnTo>
                    <a:pt x="112640" y="508306"/>
                  </a:lnTo>
                  <a:lnTo>
                    <a:pt x="113308" y="508306"/>
                  </a:lnTo>
                  <a:lnTo>
                    <a:pt x="113976" y="508306"/>
                  </a:lnTo>
                  <a:lnTo>
                    <a:pt x="114644" y="489018"/>
                  </a:lnTo>
                  <a:lnTo>
                    <a:pt x="115312" y="570456"/>
                  </a:lnTo>
                  <a:lnTo>
                    <a:pt x="115980" y="548321"/>
                  </a:lnTo>
                  <a:lnTo>
                    <a:pt x="116648" y="554621"/>
                  </a:lnTo>
                  <a:lnTo>
                    <a:pt x="117316" y="633061"/>
                  </a:lnTo>
                  <a:lnTo>
                    <a:pt x="117985" y="633061"/>
                  </a:lnTo>
                  <a:lnTo>
                    <a:pt x="118653" y="633061"/>
                  </a:lnTo>
                  <a:lnTo>
                    <a:pt x="119321" y="633061"/>
                  </a:lnTo>
                  <a:lnTo>
                    <a:pt x="119989" y="633061"/>
                  </a:lnTo>
                  <a:lnTo>
                    <a:pt x="120657" y="633061"/>
                  </a:lnTo>
                  <a:lnTo>
                    <a:pt x="121325" y="599170"/>
                  </a:lnTo>
                  <a:lnTo>
                    <a:pt x="121993" y="579682"/>
                  </a:lnTo>
                  <a:lnTo>
                    <a:pt x="122661" y="567019"/>
                  </a:lnTo>
                  <a:lnTo>
                    <a:pt x="123329" y="567019"/>
                  </a:lnTo>
                  <a:lnTo>
                    <a:pt x="123997" y="567019"/>
                  </a:lnTo>
                  <a:lnTo>
                    <a:pt x="124665" y="582888"/>
                  </a:lnTo>
                  <a:lnTo>
                    <a:pt x="125333" y="654493"/>
                  </a:lnTo>
                  <a:lnTo>
                    <a:pt x="126001" y="688192"/>
                  </a:lnTo>
                  <a:lnTo>
                    <a:pt x="126669" y="632021"/>
                  </a:lnTo>
                  <a:lnTo>
                    <a:pt x="127337" y="434478"/>
                  </a:lnTo>
                  <a:lnTo>
                    <a:pt x="128005" y="356023"/>
                  </a:lnTo>
                  <a:lnTo>
                    <a:pt x="128673" y="308693"/>
                  </a:lnTo>
                  <a:lnTo>
                    <a:pt x="129341" y="308693"/>
                  </a:lnTo>
                  <a:lnTo>
                    <a:pt x="130009" y="308693"/>
                  </a:lnTo>
                  <a:lnTo>
                    <a:pt x="130677" y="308693"/>
                  </a:lnTo>
                  <a:lnTo>
                    <a:pt x="131345" y="362198"/>
                  </a:lnTo>
                  <a:lnTo>
                    <a:pt x="132013" y="420701"/>
                  </a:lnTo>
                  <a:lnTo>
                    <a:pt x="132681" y="434478"/>
                  </a:lnTo>
                  <a:lnTo>
                    <a:pt x="133349" y="384305"/>
                  </a:lnTo>
                  <a:lnTo>
                    <a:pt x="134017" y="233600"/>
                  </a:lnTo>
                  <a:lnTo>
                    <a:pt x="134685" y="203981"/>
                  </a:lnTo>
                  <a:lnTo>
                    <a:pt x="135353" y="159771"/>
                  </a:lnTo>
                  <a:lnTo>
                    <a:pt x="136021" y="157528"/>
                  </a:lnTo>
                  <a:lnTo>
                    <a:pt x="136689" y="192041"/>
                  </a:lnTo>
                  <a:lnTo>
                    <a:pt x="137357" y="203981"/>
                  </a:lnTo>
                  <a:lnTo>
                    <a:pt x="138025" y="208821"/>
                  </a:lnTo>
                  <a:lnTo>
                    <a:pt x="138693" y="108045"/>
                  </a:lnTo>
                  <a:lnTo>
                    <a:pt x="139361" y="73828"/>
                  </a:lnTo>
                  <a:lnTo>
                    <a:pt x="140029" y="73828"/>
                  </a:lnTo>
                  <a:lnTo>
                    <a:pt x="140697" y="73828"/>
                  </a:lnTo>
                  <a:lnTo>
                    <a:pt x="141365" y="73828"/>
                  </a:lnTo>
                  <a:lnTo>
                    <a:pt x="142033" y="48867"/>
                  </a:lnTo>
                  <a:lnTo>
                    <a:pt x="142702" y="0"/>
                  </a:lnTo>
                  <a:lnTo>
                    <a:pt x="143370" y="8766"/>
                  </a:lnTo>
                  <a:lnTo>
                    <a:pt x="144038" y="89698"/>
                  </a:lnTo>
                  <a:lnTo>
                    <a:pt x="144706" y="114282"/>
                  </a:lnTo>
                  <a:lnTo>
                    <a:pt x="145374" y="122696"/>
                  </a:lnTo>
                  <a:lnTo>
                    <a:pt x="146042" y="73828"/>
                  </a:lnTo>
                  <a:lnTo>
                    <a:pt x="146710" y="60264"/>
                  </a:lnTo>
                  <a:lnTo>
                    <a:pt x="147378" y="7003"/>
                  </a:lnTo>
                  <a:lnTo>
                    <a:pt x="148046" y="26677"/>
                  </a:lnTo>
                  <a:lnTo>
                    <a:pt x="148714" y="120582"/>
                  </a:lnTo>
                  <a:lnTo>
                    <a:pt x="149382" y="157528"/>
                  </a:lnTo>
                  <a:lnTo>
                    <a:pt x="150050" y="157528"/>
                  </a:lnTo>
                  <a:lnTo>
                    <a:pt x="150718" y="157528"/>
                  </a:lnTo>
                  <a:lnTo>
                    <a:pt x="151386" y="157528"/>
                  </a:lnTo>
                  <a:lnTo>
                    <a:pt x="152054" y="187328"/>
                  </a:lnTo>
                  <a:lnTo>
                    <a:pt x="152722" y="254153"/>
                  </a:lnTo>
                  <a:lnTo>
                    <a:pt x="153390" y="280830"/>
                  </a:lnTo>
                  <a:lnTo>
                    <a:pt x="154058" y="308693"/>
                  </a:lnTo>
                  <a:lnTo>
                    <a:pt x="154726" y="308693"/>
                  </a:lnTo>
                  <a:lnTo>
                    <a:pt x="155394" y="352958"/>
                  </a:lnTo>
                  <a:lnTo>
                    <a:pt x="156062" y="434478"/>
                  </a:lnTo>
                  <a:lnTo>
                    <a:pt x="156730" y="459340"/>
                  </a:lnTo>
                  <a:lnTo>
                    <a:pt x="157398" y="574348"/>
                  </a:lnTo>
                  <a:lnTo>
                    <a:pt x="158066" y="614802"/>
                  </a:lnTo>
                  <a:lnTo>
                    <a:pt x="158734" y="592006"/>
                  </a:lnTo>
                  <a:lnTo>
                    <a:pt x="159402" y="592006"/>
                  </a:lnTo>
                  <a:lnTo>
                    <a:pt x="160070" y="524176"/>
                  </a:lnTo>
                  <a:lnTo>
                    <a:pt x="160738" y="413924"/>
                  </a:lnTo>
                  <a:lnTo>
                    <a:pt x="161406" y="368435"/>
                  </a:lnTo>
                  <a:lnTo>
                    <a:pt x="162074" y="368435"/>
                  </a:lnTo>
                  <a:lnTo>
                    <a:pt x="162742" y="368435"/>
                  </a:lnTo>
                  <a:lnTo>
                    <a:pt x="163410" y="368435"/>
                  </a:lnTo>
                  <a:lnTo>
                    <a:pt x="164078" y="368435"/>
                  </a:lnTo>
                  <a:lnTo>
                    <a:pt x="164746" y="368435"/>
                  </a:lnTo>
                  <a:lnTo>
                    <a:pt x="165414" y="368435"/>
                  </a:lnTo>
                  <a:lnTo>
                    <a:pt x="166082" y="368435"/>
                  </a:lnTo>
                  <a:lnTo>
                    <a:pt x="166750" y="368435"/>
                  </a:lnTo>
                  <a:lnTo>
                    <a:pt x="167419" y="368435"/>
                  </a:lnTo>
                  <a:lnTo>
                    <a:pt x="168087" y="352958"/>
                  </a:lnTo>
                  <a:lnTo>
                    <a:pt x="168755" y="368435"/>
                  </a:lnTo>
                  <a:lnTo>
                    <a:pt x="169423" y="368435"/>
                  </a:lnTo>
                  <a:lnTo>
                    <a:pt x="170091" y="420701"/>
                  </a:lnTo>
                  <a:lnTo>
                    <a:pt x="170759" y="532264"/>
                  </a:lnTo>
                  <a:lnTo>
                    <a:pt x="171427" y="592006"/>
                  </a:lnTo>
                  <a:lnTo>
                    <a:pt x="172095" y="592006"/>
                  </a:lnTo>
                  <a:lnTo>
                    <a:pt x="172513" y="69067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376981" y="3966790"/>
              <a:ext cx="963" cy="57609"/>
            </a:xfrm>
            <a:custGeom>
              <a:avLst/>
              <a:pathLst>
                <a:path w="963" h="57609">
                  <a:moveTo>
                    <a:pt x="0" y="57609"/>
                  </a:moveTo>
                  <a:lnTo>
                    <a:pt x="659" y="0"/>
                  </a:lnTo>
                  <a:lnTo>
                    <a:pt x="963" y="576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387990" y="3338974"/>
              <a:ext cx="72108" cy="685424"/>
            </a:xfrm>
            <a:custGeom>
              <a:avLst/>
              <a:pathLst>
                <a:path w="72108" h="685424">
                  <a:moveTo>
                    <a:pt x="0" y="685424"/>
                  </a:moveTo>
                  <a:lnTo>
                    <a:pt x="338" y="652364"/>
                  </a:lnTo>
                  <a:lnTo>
                    <a:pt x="1007" y="592951"/>
                  </a:lnTo>
                  <a:lnTo>
                    <a:pt x="1675" y="429232"/>
                  </a:lnTo>
                  <a:lnTo>
                    <a:pt x="2343" y="429232"/>
                  </a:lnTo>
                  <a:lnTo>
                    <a:pt x="3011" y="385522"/>
                  </a:lnTo>
                  <a:lnTo>
                    <a:pt x="3679" y="363190"/>
                  </a:lnTo>
                  <a:lnTo>
                    <a:pt x="4347" y="341627"/>
                  </a:lnTo>
                  <a:lnTo>
                    <a:pt x="5015" y="303448"/>
                  </a:lnTo>
                  <a:lnTo>
                    <a:pt x="5683" y="332608"/>
                  </a:lnTo>
                  <a:lnTo>
                    <a:pt x="6351" y="363190"/>
                  </a:lnTo>
                  <a:lnTo>
                    <a:pt x="7019" y="363190"/>
                  </a:lnTo>
                  <a:lnTo>
                    <a:pt x="7687" y="363190"/>
                  </a:lnTo>
                  <a:lnTo>
                    <a:pt x="8355" y="363190"/>
                  </a:lnTo>
                  <a:lnTo>
                    <a:pt x="9023" y="363190"/>
                  </a:lnTo>
                  <a:lnTo>
                    <a:pt x="9691" y="398650"/>
                  </a:lnTo>
                  <a:lnTo>
                    <a:pt x="10359" y="388778"/>
                  </a:lnTo>
                  <a:lnTo>
                    <a:pt x="11027" y="388778"/>
                  </a:lnTo>
                  <a:lnTo>
                    <a:pt x="11695" y="344662"/>
                  </a:lnTo>
                  <a:lnTo>
                    <a:pt x="12363" y="303448"/>
                  </a:lnTo>
                  <a:lnTo>
                    <a:pt x="13031" y="341627"/>
                  </a:lnTo>
                  <a:lnTo>
                    <a:pt x="13699" y="363190"/>
                  </a:lnTo>
                  <a:lnTo>
                    <a:pt x="14367" y="385522"/>
                  </a:lnTo>
                  <a:lnTo>
                    <a:pt x="15035" y="592951"/>
                  </a:lnTo>
                  <a:lnTo>
                    <a:pt x="15703" y="609118"/>
                  </a:lnTo>
                  <a:lnTo>
                    <a:pt x="16371" y="627815"/>
                  </a:lnTo>
                  <a:lnTo>
                    <a:pt x="17039" y="627815"/>
                  </a:lnTo>
                  <a:lnTo>
                    <a:pt x="17707" y="587361"/>
                  </a:lnTo>
                  <a:lnTo>
                    <a:pt x="18375" y="543245"/>
                  </a:lnTo>
                  <a:lnTo>
                    <a:pt x="19043" y="502031"/>
                  </a:lnTo>
                  <a:lnTo>
                    <a:pt x="19711" y="485165"/>
                  </a:lnTo>
                  <a:lnTo>
                    <a:pt x="20379" y="502031"/>
                  </a:lnTo>
                  <a:lnTo>
                    <a:pt x="21047" y="537189"/>
                  </a:lnTo>
                  <a:lnTo>
                    <a:pt x="21715" y="531191"/>
                  </a:lnTo>
                  <a:lnTo>
                    <a:pt x="22383" y="561773"/>
                  </a:lnTo>
                  <a:lnTo>
                    <a:pt x="23051" y="561773"/>
                  </a:lnTo>
                  <a:lnTo>
                    <a:pt x="23719" y="561773"/>
                  </a:lnTo>
                  <a:lnTo>
                    <a:pt x="24387" y="522300"/>
                  </a:lnTo>
                  <a:lnTo>
                    <a:pt x="25055" y="439328"/>
                  </a:lnTo>
                  <a:lnTo>
                    <a:pt x="25724" y="408800"/>
                  </a:lnTo>
                  <a:lnTo>
                    <a:pt x="26392" y="230887"/>
                  </a:lnTo>
                  <a:lnTo>
                    <a:pt x="27060" y="198735"/>
                  </a:lnTo>
                  <a:lnTo>
                    <a:pt x="27728" y="228354"/>
                  </a:lnTo>
                  <a:lnTo>
                    <a:pt x="28396" y="264777"/>
                  </a:lnTo>
                  <a:lnTo>
                    <a:pt x="29064" y="303448"/>
                  </a:lnTo>
                  <a:lnTo>
                    <a:pt x="29732" y="306304"/>
                  </a:lnTo>
                  <a:lnTo>
                    <a:pt x="30400" y="303448"/>
                  </a:lnTo>
                  <a:lnTo>
                    <a:pt x="31068" y="264777"/>
                  </a:lnTo>
                  <a:lnTo>
                    <a:pt x="31736" y="292154"/>
                  </a:lnTo>
                  <a:lnTo>
                    <a:pt x="32404" y="303448"/>
                  </a:lnTo>
                  <a:lnTo>
                    <a:pt x="33072" y="303448"/>
                  </a:lnTo>
                  <a:lnTo>
                    <a:pt x="33740" y="303448"/>
                  </a:lnTo>
                  <a:lnTo>
                    <a:pt x="34408" y="317858"/>
                  </a:lnTo>
                  <a:lnTo>
                    <a:pt x="35076" y="335600"/>
                  </a:lnTo>
                  <a:lnTo>
                    <a:pt x="35744" y="272865"/>
                  </a:lnTo>
                  <a:lnTo>
                    <a:pt x="36412" y="267462"/>
                  </a:lnTo>
                  <a:lnTo>
                    <a:pt x="37080" y="303448"/>
                  </a:lnTo>
                  <a:lnTo>
                    <a:pt x="37748" y="303448"/>
                  </a:lnTo>
                  <a:lnTo>
                    <a:pt x="38416" y="303448"/>
                  </a:lnTo>
                  <a:lnTo>
                    <a:pt x="39084" y="303448"/>
                  </a:lnTo>
                  <a:lnTo>
                    <a:pt x="39752" y="332608"/>
                  </a:lnTo>
                  <a:lnTo>
                    <a:pt x="40420" y="363190"/>
                  </a:lnTo>
                  <a:lnTo>
                    <a:pt x="41088" y="408679"/>
                  </a:lnTo>
                  <a:lnTo>
                    <a:pt x="41756" y="429232"/>
                  </a:lnTo>
                  <a:lnTo>
                    <a:pt x="42424" y="429232"/>
                  </a:lnTo>
                  <a:lnTo>
                    <a:pt x="43092" y="398650"/>
                  </a:lnTo>
                  <a:lnTo>
                    <a:pt x="43760" y="341627"/>
                  </a:lnTo>
                  <a:lnTo>
                    <a:pt x="44428" y="264777"/>
                  </a:lnTo>
                  <a:lnTo>
                    <a:pt x="45096" y="262104"/>
                  </a:lnTo>
                  <a:lnTo>
                    <a:pt x="45764" y="335600"/>
                  </a:lnTo>
                  <a:lnTo>
                    <a:pt x="46432" y="312054"/>
                  </a:lnTo>
                  <a:lnTo>
                    <a:pt x="47100" y="294958"/>
                  </a:lnTo>
                  <a:lnTo>
                    <a:pt x="47768" y="243706"/>
                  </a:lnTo>
                  <a:lnTo>
                    <a:pt x="48436" y="172762"/>
                  </a:lnTo>
                  <a:lnTo>
                    <a:pt x="49104" y="152283"/>
                  </a:lnTo>
                  <a:lnTo>
                    <a:pt x="49773" y="80447"/>
                  </a:lnTo>
                  <a:lnTo>
                    <a:pt x="50441" y="30582"/>
                  </a:lnTo>
                  <a:lnTo>
                    <a:pt x="51109" y="30582"/>
                  </a:lnTo>
                  <a:lnTo>
                    <a:pt x="51777" y="30582"/>
                  </a:lnTo>
                  <a:lnTo>
                    <a:pt x="52445" y="16004"/>
                  </a:lnTo>
                  <a:lnTo>
                    <a:pt x="53113" y="0"/>
                  </a:lnTo>
                  <a:lnTo>
                    <a:pt x="53781" y="7062"/>
                  </a:lnTo>
                  <a:lnTo>
                    <a:pt x="54449" y="72513"/>
                  </a:lnTo>
                  <a:lnTo>
                    <a:pt x="55117" y="109037"/>
                  </a:lnTo>
                  <a:lnTo>
                    <a:pt x="55785" y="109037"/>
                  </a:lnTo>
                  <a:lnTo>
                    <a:pt x="56453" y="132452"/>
                  </a:lnTo>
                  <a:lnTo>
                    <a:pt x="57121" y="115336"/>
                  </a:lnTo>
                  <a:lnTo>
                    <a:pt x="57789" y="156776"/>
                  </a:lnTo>
                  <a:lnTo>
                    <a:pt x="58457" y="225832"/>
                  </a:lnTo>
                  <a:lnTo>
                    <a:pt x="59125" y="248908"/>
                  </a:lnTo>
                  <a:lnTo>
                    <a:pt x="59793" y="344662"/>
                  </a:lnTo>
                  <a:lnTo>
                    <a:pt x="60461" y="429232"/>
                  </a:lnTo>
                  <a:lnTo>
                    <a:pt x="61129" y="366332"/>
                  </a:lnTo>
                  <a:lnTo>
                    <a:pt x="61797" y="254153"/>
                  </a:lnTo>
                  <a:lnTo>
                    <a:pt x="62465" y="220817"/>
                  </a:lnTo>
                  <a:lnTo>
                    <a:pt x="63133" y="264777"/>
                  </a:lnTo>
                  <a:lnTo>
                    <a:pt x="63801" y="303448"/>
                  </a:lnTo>
                  <a:lnTo>
                    <a:pt x="64469" y="303448"/>
                  </a:lnTo>
                  <a:lnTo>
                    <a:pt x="65137" y="303448"/>
                  </a:lnTo>
                  <a:lnTo>
                    <a:pt x="65805" y="300605"/>
                  </a:lnTo>
                  <a:lnTo>
                    <a:pt x="66473" y="256792"/>
                  </a:lnTo>
                  <a:lnTo>
                    <a:pt x="67141" y="413316"/>
                  </a:lnTo>
                  <a:lnTo>
                    <a:pt x="67809" y="387748"/>
                  </a:lnTo>
                  <a:lnTo>
                    <a:pt x="68477" y="500963"/>
                  </a:lnTo>
                  <a:lnTo>
                    <a:pt x="69145" y="494009"/>
                  </a:lnTo>
                  <a:lnTo>
                    <a:pt x="69813" y="494009"/>
                  </a:lnTo>
                  <a:lnTo>
                    <a:pt x="70481" y="494009"/>
                  </a:lnTo>
                  <a:lnTo>
                    <a:pt x="71149" y="538055"/>
                  </a:lnTo>
                  <a:lnTo>
                    <a:pt x="71817" y="636685"/>
                  </a:lnTo>
                  <a:lnTo>
                    <a:pt x="72108" y="68542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1461022" y="3354604"/>
              <a:ext cx="18786" cy="669794"/>
            </a:xfrm>
            <a:custGeom>
              <a:avLst/>
              <a:pathLst>
                <a:path w="18786" h="669794">
                  <a:moveTo>
                    <a:pt x="0" y="669794"/>
                  </a:moveTo>
                  <a:lnTo>
                    <a:pt x="121" y="655692"/>
                  </a:lnTo>
                  <a:lnTo>
                    <a:pt x="789" y="513892"/>
                  </a:lnTo>
                  <a:lnTo>
                    <a:pt x="1457" y="453780"/>
                  </a:lnTo>
                  <a:lnTo>
                    <a:pt x="2125" y="419598"/>
                  </a:lnTo>
                  <a:lnTo>
                    <a:pt x="2794" y="417849"/>
                  </a:lnTo>
                  <a:lnTo>
                    <a:pt x="3462" y="457489"/>
                  </a:lnTo>
                  <a:lnTo>
                    <a:pt x="4130" y="512819"/>
                  </a:lnTo>
                  <a:lnTo>
                    <a:pt x="4798" y="443547"/>
                  </a:lnTo>
                  <a:lnTo>
                    <a:pt x="5466" y="461742"/>
                  </a:lnTo>
                  <a:lnTo>
                    <a:pt x="6134" y="291990"/>
                  </a:lnTo>
                  <a:lnTo>
                    <a:pt x="6802" y="259420"/>
                  </a:lnTo>
                  <a:lnTo>
                    <a:pt x="7470" y="157154"/>
                  </a:lnTo>
                  <a:lnTo>
                    <a:pt x="8138" y="88589"/>
                  </a:lnTo>
                  <a:lnTo>
                    <a:pt x="8806" y="0"/>
                  </a:lnTo>
                  <a:lnTo>
                    <a:pt x="9474" y="114414"/>
                  </a:lnTo>
                  <a:lnTo>
                    <a:pt x="10142" y="111188"/>
                  </a:lnTo>
                  <a:lnTo>
                    <a:pt x="10810" y="273455"/>
                  </a:lnTo>
                  <a:lnTo>
                    <a:pt x="11478" y="378388"/>
                  </a:lnTo>
                  <a:lnTo>
                    <a:pt x="12146" y="407335"/>
                  </a:lnTo>
                  <a:lnTo>
                    <a:pt x="12814" y="410461"/>
                  </a:lnTo>
                  <a:lnTo>
                    <a:pt x="13482" y="405778"/>
                  </a:lnTo>
                  <a:lnTo>
                    <a:pt x="14150" y="373937"/>
                  </a:lnTo>
                  <a:lnTo>
                    <a:pt x="14818" y="322856"/>
                  </a:lnTo>
                  <a:lnTo>
                    <a:pt x="15486" y="322856"/>
                  </a:lnTo>
                  <a:lnTo>
                    <a:pt x="16154" y="350719"/>
                  </a:lnTo>
                  <a:lnTo>
                    <a:pt x="16822" y="373937"/>
                  </a:lnTo>
                  <a:lnTo>
                    <a:pt x="17490" y="462726"/>
                  </a:lnTo>
                  <a:lnTo>
                    <a:pt x="18158" y="540614"/>
                  </a:lnTo>
                  <a:lnTo>
                    <a:pt x="18786" y="66979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1481530" y="3768206"/>
              <a:ext cx="5675" cy="256192"/>
            </a:xfrm>
            <a:custGeom>
              <a:avLst/>
              <a:pathLst>
                <a:path w="5675" h="256192">
                  <a:moveTo>
                    <a:pt x="0" y="256192"/>
                  </a:moveTo>
                  <a:lnTo>
                    <a:pt x="322" y="198583"/>
                  </a:lnTo>
                  <a:lnTo>
                    <a:pt x="990" y="0"/>
                  </a:lnTo>
                  <a:lnTo>
                    <a:pt x="1658" y="0"/>
                  </a:lnTo>
                  <a:lnTo>
                    <a:pt x="2326" y="0"/>
                  </a:lnTo>
                  <a:lnTo>
                    <a:pt x="2994" y="10534"/>
                  </a:lnTo>
                  <a:lnTo>
                    <a:pt x="3662" y="89698"/>
                  </a:lnTo>
                  <a:lnTo>
                    <a:pt x="4330" y="254153"/>
                  </a:lnTo>
                  <a:lnTo>
                    <a:pt x="4998" y="254153"/>
                  </a:lnTo>
                  <a:lnTo>
                    <a:pt x="5666" y="254153"/>
                  </a:lnTo>
                  <a:lnTo>
                    <a:pt x="5675" y="25619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1498445" y="3299838"/>
              <a:ext cx="212545" cy="724560"/>
            </a:xfrm>
            <a:custGeom>
              <a:avLst/>
              <a:pathLst>
                <a:path w="212545" h="724560">
                  <a:moveTo>
                    <a:pt x="0" y="724560"/>
                  </a:moveTo>
                  <a:lnTo>
                    <a:pt x="108" y="722083"/>
                  </a:lnTo>
                  <a:lnTo>
                    <a:pt x="776" y="640121"/>
                  </a:lnTo>
                  <a:lnTo>
                    <a:pt x="1444" y="458007"/>
                  </a:lnTo>
                  <a:lnTo>
                    <a:pt x="2112" y="402326"/>
                  </a:lnTo>
                  <a:lnTo>
                    <a:pt x="2780" y="402326"/>
                  </a:lnTo>
                  <a:lnTo>
                    <a:pt x="3448" y="402326"/>
                  </a:lnTo>
                  <a:lnTo>
                    <a:pt x="4116" y="402326"/>
                  </a:lnTo>
                  <a:lnTo>
                    <a:pt x="4784" y="411800"/>
                  </a:lnTo>
                  <a:lnTo>
                    <a:pt x="5452" y="482454"/>
                  </a:lnTo>
                  <a:lnTo>
                    <a:pt x="6120" y="542197"/>
                  </a:lnTo>
                  <a:lnTo>
                    <a:pt x="6788" y="542197"/>
                  </a:lnTo>
                  <a:lnTo>
                    <a:pt x="7456" y="542197"/>
                  </a:lnTo>
                  <a:lnTo>
                    <a:pt x="8124" y="542197"/>
                  </a:lnTo>
                  <a:lnTo>
                    <a:pt x="8792" y="542197"/>
                  </a:lnTo>
                  <a:lnTo>
                    <a:pt x="9460" y="542197"/>
                  </a:lnTo>
                  <a:lnTo>
                    <a:pt x="10128" y="471860"/>
                  </a:lnTo>
                  <a:lnTo>
                    <a:pt x="10796" y="526719"/>
                  </a:lnTo>
                  <a:lnTo>
                    <a:pt x="11464" y="554061"/>
                  </a:lnTo>
                  <a:lnTo>
                    <a:pt x="12132" y="625897"/>
                  </a:lnTo>
                  <a:lnTo>
                    <a:pt x="12800" y="625897"/>
                  </a:lnTo>
                  <a:lnTo>
                    <a:pt x="13468" y="550081"/>
                  </a:lnTo>
                  <a:lnTo>
                    <a:pt x="14136" y="542197"/>
                  </a:lnTo>
                  <a:lnTo>
                    <a:pt x="14805" y="475372"/>
                  </a:lnTo>
                  <a:lnTo>
                    <a:pt x="15473" y="431187"/>
                  </a:lnTo>
                  <a:lnTo>
                    <a:pt x="16141" y="402326"/>
                  </a:lnTo>
                  <a:lnTo>
                    <a:pt x="16809" y="566045"/>
                  </a:lnTo>
                  <a:lnTo>
                    <a:pt x="17477" y="582212"/>
                  </a:lnTo>
                  <a:lnTo>
                    <a:pt x="18145" y="600909"/>
                  </a:lnTo>
                  <a:lnTo>
                    <a:pt x="18813" y="600909"/>
                  </a:lnTo>
                  <a:lnTo>
                    <a:pt x="19481" y="600909"/>
                  </a:lnTo>
                  <a:lnTo>
                    <a:pt x="20149" y="663479"/>
                  </a:lnTo>
                  <a:lnTo>
                    <a:pt x="20817" y="666951"/>
                  </a:lnTo>
                  <a:lnTo>
                    <a:pt x="21485" y="666951"/>
                  </a:lnTo>
                  <a:lnTo>
                    <a:pt x="22153" y="649777"/>
                  </a:lnTo>
                  <a:lnTo>
                    <a:pt x="22821" y="588496"/>
                  </a:lnTo>
                  <a:lnTo>
                    <a:pt x="23489" y="585431"/>
                  </a:lnTo>
                  <a:lnTo>
                    <a:pt x="24157" y="541167"/>
                  </a:lnTo>
                  <a:lnTo>
                    <a:pt x="24825" y="594672"/>
                  </a:lnTo>
                  <a:lnTo>
                    <a:pt x="25493" y="636369"/>
                  </a:lnTo>
                  <a:lnTo>
                    <a:pt x="26161" y="666951"/>
                  </a:lnTo>
                  <a:lnTo>
                    <a:pt x="26829" y="648254"/>
                  </a:lnTo>
                  <a:lnTo>
                    <a:pt x="27497" y="632087"/>
                  </a:lnTo>
                  <a:lnTo>
                    <a:pt x="28165" y="468368"/>
                  </a:lnTo>
                  <a:lnTo>
                    <a:pt x="28833" y="424658"/>
                  </a:lnTo>
                  <a:lnTo>
                    <a:pt x="29501" y="402326"/>
                  </a:lnTo>
                  <a:lnTo>
                    <a:pt x="30169" y="402326"/>
                  </a:lnTo>
                  <a:lnTo>
                    <a:pt x="30837" y="362852"/>
                  </a:lnTo>
                  <a:lnTo>
                    <a:pt x="31505" y="342584"/>
                  </a:lnTo>
                  <a:lnTo>
                    <a:pt x="32173" y="356994"/>
                  </a:lnTo>
                  <a:lnTo>
                    <a:pt x="32841" y="414989"/>
                  </a:lnTo>
                  <a:lnTo>
                    <a:pt x="33509" y="478903"/>
                  </a:lnTo>
                  <a:lnTo>
                    <a:pt x="34177" y="542197"/>
                  </a:lnTo>
                  <a:lnTo>
                    <a:pt x="34845" y="542197"/>
                  </a:lnTo>
                  <a:lnTo>
                    <a:pt x="35513" y="489618"/>
                  </a:lnTo>
                  <a:lnTo>
                    <a:pt x="36181" y="468368"/>
                  </a:lnTo>
                  <a:lnTo>
                    <a:pt x="36849" y="468368"/>
                  </a:lnTo>
                  <a:lnTo>
                    <a:pt x="37517" y="468368"/>
                  </a:lnTo>
                  <a:lnTo>
                    <a:pt x="38185" y="468368"/>
                  </a:lnTo>
                  <a:lnTo>
                    <a:pt x="38853" y="515356"/>
                  </a:lnTo>
                  <a:lnTo>
                    <a:pt x="39522" y="542197"/>
                  </a:lnTo>
                  <a:lnTo>
                    <a:pt x="40190" y="542197"/>
                  </a:lnTo>
                  <a:lnTo>
                    <a:pt x="40858" y="595314"/>
                  </a:lnTo>
                  <a:lnTo>
                    <a:pt x="41526" y="625897"/>
                  </a:lnTo>
                  <a:lnTo>
                    <a:pt x="42194" y="625897"/>
                  </a:lnTo>
                  <a:lnTo>
                    <a:pt x="42862" y="625897"/>
                  </a:lnTo>
                  <a:lnTo>
                    <a:pt x="43530" y="625897"/>
                  </a:lnTo>
                  <a:lnTo>
                    <a:pt x="44198" y="625897"/>
                  </a:lnTo>
                  <a:lnTo>
                    <a:pt x="44866" y="625897"/>
                  </a:lnTo>
                  <a:lnTo>
                    <a:pt x="45534" y="691939"/>
                  </a:lnTo>
                  <a:lnTo>
                    <a:pt x="46202" y="722521"/>
                  </a:lnTo>
                  <a:lnTo>
                    <a:pt x="46870" y="722521"/>
                  </a:lnTo>
                  <a:lnTo>
                    <a:pt x="47538" y="574348"/>
                  </a:lnTo>
                  <a:lnTo>
                    <a:pt x="48206" y="542197"/>
                  </a:lnTo>
                  <a:lnTo>
                    <a:pt x="48874" y="511614"/>
                  </a:lnTo>
                  <a:lnTo>
                    <a:pt x="49542" y="468368"/>
                  </a:lnTo>
                  <a:lnTo>
                    <a:pt x="50210" y="468368"/>
                  </a:lnTo>
                  <a:lnTo>
                    <a:pt x="50878" y="468368"/>
                  </a:lnTo>
                  <a:lnTo>
                    <a:pt x="51546" y="468368"/>
                  </a:lnTo>
                  <a:lnTo>
                    <a:pt x="52214" y="468368"/>
                  </a:lnTo>
                  <a:lnTo>
                    <a:pt x="52882" y="431187"/>
                  </a:lnTo>
                  <a:lnTo>
                    <a:pt x="53550" y="402326"/>
                  </a:lnTo>
                  <a:lnTo>
                    <a:pt x="54218" y="402326"/>
                  </a:lnTo>
                  <a:lnTo>
                    <a:pt x="54886" y="402326"/>
                  </a:lnTo>
                  <a:lnTo>
                    <a:pt x="55554" y="402326"/>
                  </a:lnTo>
                  <a:lnTo>
                    <a:pt x="56222" y="402326"/>
                  </a:lnTo>
                  <a:lnTo>
                    <a:pt x="56890" y="402326"/>
                  </a:lnTo>
                  <a:lnTo>
                    <a:pt x="57558" y="511614"/>
                  </a:lnTo>
                  <a:lnTo>
                    <a:pt x="58226" y="542197"/>
                  </a:lnTo>
                  <a:lnTo>
                    <a:pt x="58894" y="574348"/>
                  </a:lnTo>
                  <a:lnTo>
                    <a:pt x="59562" y="625897"/>
                  </a:lnTo>
                  <a:lnTo>
                    <a:pt x="60230" y="625897"/>
                  </a:lnTo>
                  <a:lnTo>
                    <a:pt x="60898" y="612607"/>
                  </a:lnTo>
                  <a:lnTo>
                    <a:pt x="61566" y="542197"/>
                  </a:lnTo>
                  <a:lnTo>
                    <a:pt x="62234" y="468368"/>
                  </a:lnTo>
                  <a:lnTo>
                    <a:pt x="62902" y="507894"/>
                  </a:lnTo>
                  <a:lnTo>
                    <a:pt x="63571" y="542197"/>
                  </a:lnTo>
                  <a:lnTo>
                    <a:pt x="64239" y="542197"/>
                  </a:lnTo>
                  <a:lnTo>
                    <a:pt x="64907" y="542197"/>
                  </a:lnTo>
                  <a:lnTo>
                    <a:pt x="65575" y="542197"/>
                  </a:lnTo>
                  <a:lnTo>
                    <a:pt x="66243" y="542197"/>
                  </a:lnTo>
                  <a:lnTo>
                    <a:pt x="66911" y="542197"/>
                  </a:lnTo>
                  <a:lnTo>
                    <a:pt x="67579" y="542197"/>
                  </a:lnTo>
                  <a:lnTo>
                    <a:pt x="68247" y="542197"/>
                  </a:lnTo>
                  <a:lnTo>
                    <a:pt x="68915" y="542197"/>
                  </a:lnTo>
                  <a:lnTo>
                    <a:pt x="69583" y="542197"/>
                  </a:lnTo>
                  <a:lnTo>
                    <a:pt x="70251" y="542197"/>
                  </a:lnTo>
                  <a:lnTo>
                    <a:pt x="70919" y="554061"/>
                  </a:lnTo>
                  <a:lnTo>
                    <a:pt x="71587" y="625897"/>
                  </a:lnTo>
                  <a:lnTo>
                    <a:pt x="72255" y="722521"/>
                  </a:lnTo>
                  <a:lnTo>
                    <a:pt x="72923" y="722521"/>
                  </a:lnTo>
                  <a:lnTo>
                    <a:pt x="73591" y="722521"/>
                  </a:lnTo>
                  <a:lnTo>
                    <a:pt x="74259" y="722521"/>
                  </a:lnTo>
                  <a:lnTo>
                    <a:pt x="74927" y="722521"/>
                  </a:lnTo>
                  <a:lnTo>
                    <a:pt x="75595" y="722521"/>
                  </a:lnTo>
                  <a:lnTo>
                    <a:pt x="76263" y="722521"/>
                  </a:lnTo>
                  <a:lnTo>
                    <a:pt x="76931" y="722521"/>
                  </a:lnTo>
                  <a:lnTo>
                    <a:pt x="77599" y="722521"/>
                  </a:lnTo>
                  <a:lnTo>
                    <a:pt x="78267" y="722521"/>
                  </a:lnTo>
                  <a:lnTo>
                    <a:pt x="78935" y="722521"/>
                  </a:lnTo>
                  <a:lnTo>
                    <a:pt x="79603" y="722521"/>
                  </a:lnTo>
                  <a:lnTo>
                    <a:pt x="80271" y="696933"/>
                  </a:lnTo>
                  <a:lnTo>
                    <a:pt x="80939" y="625897"/>
                  </a:lnTo>
                  <a:lnTo>
                    <a:pt x="81607" y="574348"/>
                  </a:lnTo>
                  <a:lnTo>
                    <a:pt x="82275" y="542197"/>
                  </a:lnTo>
                  <a:lnTo>
                    <a:pt x="82943" y="542197"/>
                  </a:lnTo>
                  <a:lnTo>
                    <a:pt x="83611" y="542197"/>
                  </a:lnTo>
                  <a:lnTo>
                    <a:pt x="84279" y="542197"/>
                  </a:lnTo>
                  <a:lnTo>
                    <a:pt x="84947" y="542197"/>
                  </a:lnTo>
                  <a:lnTo>
                    <a:pt x="85615" y="542197"/>
                  </a:lnTo>
                  <a:lnTo>
                    <a:pt x="86283" y="542197"/>
                  </a:lnTo>
                  <a:lnTo>
                    <a:pt x="86951" y="542197"/>
                  </a:lnTo>
                  <a:lnTo>
                    <a:pt x="87619" y="542197"/>
                  </a:lnTo>
                  <a:lnTo>
                    <a:pt x="88288" y="542197"/>
                  </a:lnTo>
                  <a:lnTo>
                    <a:pt x="88956" y="542197"/>
                  </a:lnTo>
                  <a:lnTo>
                    <a:pt x="89624" y="542197"/>
                  </a:lnTo>
                  <a:lnTo>
                    <a:pt x="90292" y="562097"/>
                  </a:lnTo>
                  <a:lnTo>
                    <a:pt x="90960" y="625897"/>
                  </a:lnTo>
                  <a:lnTo>
                    <a:pt x="91628" y="682067"/>
                  </a:lnTo>
                  <a:lnTo>
                    <a:pt x="92296" y="722521"/>
                  </a:lnTo>
                  <a:lnTo>
                    <a:pt x="92964" y="722521"/>
                  </a:lnTo>
                  <a:lnTo>
                    <a:pt x="93632" y="722521"/>
                  </a:lnTo>
                  <a:lnTo>
                    <a:pt x="94300" y="582651"/>
                  </a:lnTo>
                  <a:lnTo>
                    <a:pt x="94968" y="526719"/>
                  </a:lnTo>
                  <a:lnTo>
                    <a:pt x="95636" y="468368"/>
                  </a:lnTo>
                  <a:lnTo>
                    <a:pt x="96304" y="468368"/>
                  </a:lnTo>
                  <a:lnTo>
                    <a:pt x="96972" y="402326"/>
                  </a:lnTo>
                  <a:lnTo>
                    <a:pt x="97640" y="402326"/>
                  </a:lnTo>
                  <a:lnTo>
                    <a:pt x="98308" y="362852"/>
                  </a:lnTo>
                  <a:lnTo>
                    <a:pt x="98976" y="320195"/>
                  </a:lnTo>
                  <a:lnTo>
                    <a:pt x="99644" y="288043"/>
                  </a:lnTo>
                  <a:lnTo>
                    <a:pt x="100312" y="252506"/>
                  </a:lnTo>
                  <a:lnTo>
                    <a:pt x="100980" y="237871"/>
                  </a:lnTo>
                  <a:lnTo>
                    <a:pt x="101648" y="237871"/>
                  </a:lnTo>
                  <a:lnTo>
                    <a:pt x="102316" y="207288"/>
                  </a:lnTo>
                  <a:lnTo>
                    <a:pt x="102984" y="167265"/>
                  </a:lnTo>
                  <a:lnTo>
                    <a:pt x="103652" y="69718"/>
                  </a:lnTo>
                  <a:lnTo>
                    <a:pt x="104320" y="99932"/>
                  </a:lnTo>
                  <a:lnTo>
                    <a:pt x="104988" y="115603"/>
                  </a:lnTo>
                  <a:lnTo>
                    <a:pt x="105656" y="148173"/>
                  </a:lnTo>
                  <a:lnTo>
                    <a:pt x="106324" y="148173"/>
                  </a:lnTo>
                  <a:lnTo>
                    <a:pt x="106992" y="175941"/>
                  </a:lnTo>
                  <a:lnTo>
                    <a:pt x="107660" y="148173"/>
                  </a:lnTo>
                  <a:lnTo>
                    <a:pt x="108328" y="162972"/>
                  </a:lnTo>
                  <a:lnTo>
                    <a:pt x="108996" y="137812"/>
                  </a:lnTo>
                  <a:lnTo>
                    <a:pt x="109664" y="148173"/>
                  </a:lnTo>
                  <a:lnTo>
                    <a:pt x="110332" y="178129"/>
                  </a:lnTo>
                  <a:lnTo>
                    <a:pt x="111000" y="191419"/>
                  </a:lnTo>
                  <a:lnTo>
                    <a:pt x="111668" y="191419"/>
                  </a:lnTo>
                  <a:lnTo>
                    <a:pt x="112336" y="221218"/>
                  </a:lnTo>
                  <a:lnTo>
                    <a:pt x="113005" y="264968"/>
                  </a:lnTo>
                  <a:lnTo>
                    <a:pt x="113673" y="402326"/>
                  </a:lnTo>
                  <a:lnTo>
                    <a:pt x="114341" y="447815"/>
                  </a:lnTo>
                  <a:lnTo>
                    <a:pt x="115009" y="468368"/>
                  </a:lnTo>
                  <a:lnTo>
                    <a:pt x="115677" y="468368"/>
                  </a:lnTo>
                  <a:lnTo>
                    <a:pt x="116345" y="468368"/>
                  </a:lnTo>
                  <a:lnTo>
                    <a:pt x="117013" y="493231"/>
                  </a:lnTo>
                  <a:lnTo>
                    <a:pt x="117681" y="542197"/>
                  </a:lnTo>
                  <a:lnTo>
                    <a:pt x="118349" y="566154"/>
                  </a:lnTo>
                  <a:lnTo>
                    <a:pt x="119017" y="686984"/>
                  </a:lnTo>
                  <a:lnTo>
                    <a:pt x="119685" y="722521"/>
                  </a:lnTo>
                  <a:lnTo>
                    <a:pt x="120353" y="722521"/>
                  </a:lnTo>
                  <a:lnTo>
                    <a:pt x="121021" y="722521"/>
                  </a:lnTo>
                  <a:lnTo>
                    <a:pt x="121689" y="686984"/>
                  </a:lnTo>
                  <a:lnTo>
                    <a:pt x="122357" y="625897"/>
                  </a:lnTo>
                  <a:lnTo>
                    <a:pt x="123025" y="558066"/>
                  </a:lnTo>
                  <a:lnTo>
                    <a:pt x="123693" y="542197"/>
                  </a:lnTo>
                  <a:lnTo>
                    <a:pt x="124361" y="534410"/>
                  </a:lnTo>
                  <a:lnTo>
                    <a:pt x="125029" y="468368"/>
                  </a:lnTo>
                  <a:lnTo>
                    <a:pt x="125697" y="468368"/>
                  </a:lnTo>
                  <a:lnTo>
                    <a:pt x="126365" y="408626"/>
                  </a:lnTo>
                  <a:lnTo>
                    <a:pt x="127033" y="402326"/>
                  </a:lnTo>
                  <a:lnTo>
                    <a:pt x="127701" y="402326"/>
                  </a:lnTo>
                  <a:lnTo>
                    <a:pt x="128369" y="402326"/>
                  </a:lnTo>
                  <a:lnTo>
                    <a:pt x="129037" y="402326"/>
                  </a:lnTo>
                  <a:lnTo>
                    <a:pt x="129705" y="402326"/>
                  </a:lnTo>
                  <a:lnTo>
                    <a:pt x="130373" y="362852"/>
                  </a:lnTo>
                  <a:lnTo>
                    <a:pt x="131041" y="280257"/>
                  </a:lnTo>
                  <a:lnTo>
                    <a:pt x="131709" y="228301"/>
                  </a:lnTo>
                  <a:lnTo>
                    <a:pt x="132377" y="237871"/>
                  </a:lnTo>
                  <a:lnTo>
                    <a:pt x="133045" y="277683"/>
                  </a:lnTo>
                  <a:lnTo>
                    <a:pt x="133713" y="240287"/>
                  </a:lnTo>
                  <a:lnTo>
                    <a:pt x="134381" y="113623"/>
                  </a:lnTo>
                  <a:lnTo>
                    <a:pt x="135049" y="107719"/>
                  </a:lnTo>
                  <a:lnTo>
                    <a:pt x="135717" y="107719"/>
                  </a:lnTo>
                  <a:lnTo>
                    <a:pt x="136385" y="144008"/>
                  </a:lnTo>
                  <a:lnTo>
                    <a:pt x="137053" y="148173"/>
                  </a:lnTo>
                  <a:lnTo>
                    <a:pt x="137722" y="148173"/>
                  </a:lnTo>
                  <a:lnTo>
                    <a:pt x="138390" y="148173"/>
                  </a:lnTo>
                  <a:lnTo>
                    <a:pt x="139058" y="133715"/>
                  </a:lnTo>
                  <a:lnTo>
                    <a:pt x="139726" y="107719"/>
                  </a:lnTo>
                  <a:lnTo>
                    <a:pt x="140394" y="129645"/>
                  </a:lnTo>
                  <a:lnTo>
                    <a:pt x="141062" y="154472"/>
                  </a:lnTo>
                  <a:lnTo>
                    <a:pt x="141730" y="216541"/>
                  </a:lnTo>
                  <a:lnTo>
                    <a:pt x="142398" y="237871"/>
                  </a:lnTo>
                  <a:lnTo>
                    <a:pt x="143066" y="237871"/>
                  </a:lnTo>
                  <a:lnTo>
                    <a:pt x="143734" y="285437"/>
                  </a:lnTo>
                  <a:lnTo>
                    <a:pt x="144402" y="464895"/>
                  </a:lnTo>
                  <a:lnTo>
                    <a:pt x="145070" y="542197"/>
                  </a:lnTo>
                  <a:lnTo>
                    <a:pt x="145738" y="542197"/>
                  </a:lnTo>
                  <a:lnTo>
                    <a:pt x="146406" y="542197"/>
                  </a:lnTo>
                  <a:lnTo>
                    <a:pt x="147074" y="486026"/>
                  </a:lnTo>
                  <a:lnTo>
                    <a:pt x="147742" y="359916"/>
                  </a:lnTo>
                  <a:lnTo>
                    <a:pt x="148410" y="342584"/>
                  </a:lnTo>
                  <a:lnTo>
                    <a:pt x="149078" y="362852"/>
                  </a:lnTo>
                  <a:lnTo>
                    <a:pt x="149746" y="402326"/>
                  </a:lnTo>
                  <a:lnTo>
                    <a:pt x="150414" y="408626"/>
                  </a:lnTo>
                  <a:lnTo>
                    <a:pt x="151082" y="468368"/>
                  </a:lnTo>
                  <a:lnTo>
                    <a:pt x="151750" y="458007"/>
                  </a:lnTo>
                  <a:lnTo>
                    <a:pt x="152418" y="402326"/>
                  </a:lnTo>
                  <a:lnTo>
                    <a:pt x="153086" y="342584"/>
                  </a:lnTo>
                  <a:lnTo>
                    <a:pt x="153754" y="270023"/>
                  </a:lnTo>
                  <a:lnTo>
                    <a:pt x="154422" y="148173"/>
                  </a:lnTo>
                  <a:lnTo>
                    <a:pt x="155090" y="148173"/>
                  </a:lnTo>
                  <a:lnTo>
                    <a:pt x="155758" y="148173"/>
                  </a:lnTo>
                  <a:lnTo>
                    <a:pt x="156426" y="117590"/>
                  </a:lnTo>
                  <a:lnTo>
                    <a:pt x="157094" y="137812"/>
                  </a:lnTo>
                  <a:lnTo>
                    <a:pt x="157762" y="223570"/>
                  </a:lnTo>
                  <a:lnTo>
                    <a:pt x="158430" y="207288"/>
                  </a:lnTo>
                  <a:lnTo>
                    <a:pt x="159098" y="171588"/>
                  </a:lnTo>
                  <a:lnTo>
                    <a:pt x="159766" y="60567"/>
                  </a:lnTo>
                  <a:lnTo>
                    <a:pt x="160434" y="4968"/>
                  </a:lnTo>
                  <a:lnTo>
                    <a:pt x="161102" y="0"/>
                  </a:lnTo>
                  <a:lnTo>
                    <a:pt x="161771" y="4968"/>
                  </a:lnTo>
                  <a:lnTo>
                    <a:pt x="162439" y="33890"/>
                  </a:lnTo>
                  <a:lnTo>
                    <a:pt x="163107" y="69718"/>
                  </a:lnTo>
                  <a:lnTo>
                    <a:pt x="163775" y="121583"/>
                  </a:lnTo>
                  <a:lnTo>
                    <a:pt x="164443" y="221218"/>
                  </a:lnTo>
                  <a:lnTo>
                    <a:pt x="165111" y="191419"/>
                  </a:lnTo>
                  <a:lnTo>
                    <a:pt x="165779" y="189184"/>
                  </a:lnTo>
                  <a:lnTo>
                    <a:pt x="166447" y="115603"/>
                  </a:lnTo>
                  <a:lnTo>
                    <a:pt x="167115" y="69718"/>
                  </a:lnTo>
                  <a:lnTo>
                    <a:pt x="167783" y="40894"/>
                  </a:lnTo>
                  <a:lnTo>
                    <a:pt x="168451" y="56944"/>
                  </a:lnTo>
                  <a:lnTo>
                    <a:pt x="169119" y="86534"/>
                  </a:lnTo>
                  <a:lnTo>
                    <a:pt x="169787" y="202713"/>
                  </a:lnTo>
                  <a:lnTo>
                    <a:pt x="170455" y="280257"/>
                  </a:lnTo>
                  <a:lnTo>
                    <a:pt x="171123" y="288043"/>
                  </a:lnTo>
                  <a:lnTo>
                    <a:pt x="171791" y="288043"/>
                  </a:lnTo>
                  <a:lnTo>
                    <a:pt x="172459" y="245146"/>
                  </a:lnTo>
                  <a:lnTo>
                    <a:pt x="173127" y="211897"/>
                  </a:lnTo>
                  <a:lnTo>
                    <a:pt x="173795" y="191419"/>
                  </a:lnTo>
                  <a:lnTo>
                    <a:pt x="174463" y="207288"/>
                  </a:lnTo>
                  <a:lnTo>
                    <a:pt x="175131" y="237871"/>
                  </a:lnTo>
                  <a:lnTo>
                    <a:pt x="175799" y="240287"/>
                  </a:lnTo>
                  <a:lnTo>
                    <a:pt x="176467" y="374735"/>
                  </a:lnTo>
                  <a:lnTo>
                    <a:pt x="177135" y="468368"/>
                  </a:lnTo>
                  <a:lnTo>
                    <a:pt x="177803" y="526719"/>
                  </a:lnTo>
                  <a:lnTo>
                    <a:pt x="178471" y="542197"/>
                  </a:lnTo>
                  <a:lnTo>
                    <a:pt x="179139" y="542197"/>
                  </a:lnTo>
                  <a:lnTo>
                    <a:pt x="179807" y="542197"/>
                  </a:lnTo>
                  <a:lnTo>
                    <a:pt x="180475" y="542197"/>
                  </a:lnTo>
                  <a:lnTo>
                    <a:pt x="181143" y="542197"/>
                  </a:lnTo>
                  <a:lnTo>
                    <a:pt x="181811" y="542197"/>
                  </a:lnTo>
                  <a:lnTo>
                    <a:pt x="182479" y="612607"/>
                  </a:lnTo>
                  <a:lnTo>
                    <a:pt x="183147" y="677189"/>
                  </a:lnTo>
                  <a:lnTo>
                    <a:pt x="183815" y="722521"/>
                  </a:lnTo>
                  <a:lnTo>
                    <a:pt x="184483" y="722521"/>
                  </a:lnTo>
                  <a:lnTo>
                    <a:pt x="185151" y="722521"/>
                  </a:lnTo>
                  <a:lnTo>
                    <a:pt x="185819" y="722521"/>
                  </a:lnTo>
                  <a:lnTo>
                    <a:pt x="186488" y="722521"/>
                  </a:lnTo>
                  <a:lnTo>
                    <a:pt x="187156" y="722521"/>
                  </a:lnTo>
                  <a:lnTo>
                    <a:pt x="187824" y="722521"/>
                  </a:lnTo>
                  <a:lnTo>
                    <a:pt x="188492" y="722521"/>
                  </a:lnTo>
                  <a:lnTo>
                    <a:pt x="189160" y="722521"/>
                  </a:lnTo>
                  <a:lnTo>
                    <a:pt x="189828" y="722521"/>
                  </a:lnTo>
                  <a:lnTo>
                    <a:pt x="190496" y="722521"/>
                  </a:lnTo>
                  <a:lnTo>
                    <a:pt x="191164" y="722521"/>
                  </a:lnTo>
                  <a:lnTo>
                    <a:pt x="191832" y="722521"/>
                  </a:lnTo>
                  <a:lnTo>
                    <a:pt x="192500" y="722521"/>
                  </a:lnTo>
                  <a:lnTo>
                    <a:pt x="193168" y="722521"/>
                  </a:lnTo>
                  <a:lnTo>
                    <a:pt x="193836" y="722521"/>
                  </a:lnTo>
                  <a:lnTo>
                    <a:pt x="194504" y="722521"/>
                  </a:lnTo>
                  <a:lnTo>
                    <a:pt x="195172" y="722521"/>
                  </a:lnTo>
                  <a:lnTo>
                    <a:pt x="195840" y="722521"/>
                  </a:lnTo>
                  <a:lnTo>
                    <a:pt x="196508" y="722521"/>
                  </a:lnTo>
                  <a:lnTo>
                    <a:pt x="197176" y="722521"/>
                  </a:lnTo>
                  <a:lnTo>
                    <a:pt x="197844" y="722521"/>
                  </a:lnTo>
                  <a:lnTo>
                    <a:pt x="198512" y="722521"/>
                  </a:lnTo>
                  <a:lnTo>
                    <a:pt x="199180" y="722521"/>
                  </a:lnTo>
                  <a:lnTo>
                    <a:pt x="199848" y="722521"/>
                  </a:lnTo>
                  <a:lnTo>
                    <a:pt x="200516" y="722521"/>
                  </a:lnTo>
                  <a:lnTo>
                    <a:pt x="201184" y="722521"/>
                  </a:lnTo>
                  <a:lnTo>
                    <a:pt x="201852" y="686984"/>
                  </a:lnTo>
                  <a:lnTo>
                    <a:pt x="202520" y="599593"/>
                  </a:lnTo>
                  <a:lnTo>
                    <a:pt x="203188" y="611086"/>
                  </a:lnTo>
                  <a:lnTo>
                    <a:pt x="203856" y="567349"/>
                  </a:lnTo>
                  <a:lnTo>
                    <a:pt x="204524" y="621245"/>
                  </a:lnTo>
                  <a:lnTo>
                    <a:pt x="205192" y="565221"/>
                  </a:lnTo>
                  <a:lnTo>
                    <a:pt x="205860" y="608839"/>
                  </a:lnTo>
                  <a:lnTo>
                    <a:pt x="206528" y="582022"/>
                  </a:lnTo>
                  <a:lnTo>
                    <a:pt x="207196" y="589475"/>
                  </a:lnTo>
                  <a:lnTo>
                    <a:pt x="207864" y="633098"/>
                  </a:lnTo>
                  <a:lnTo>
                    <a:pt x="208532" y="633098"/>
                  </a:lnTo>
                  <a:lnTo>
                    <a:pt x="209200" y="633098"/>
                  </a:lnTo>
                  <a:lnTo>
                    <a:pt x="209868" y="679199"/>
                  </a:lnTo>
                  <a:lnTo>
                    <a:pt x="210536" y="679199"/>
                  </a:lnTo>
                  <a:lnTo>
                    <a:pt x="211205" y="679199"/>
                  </a:lnTo>
                  <a:lnTo>
                    <a:pt x="211873" y="691507"/>
                  </a:lnTo>
                  <a:lnTo>
                    <a:pt x="212541" y="724313"/>
                  </a:lnTo>
                  <a:lnTo>
                    <a:pt x="212545" y="7245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1721655" y="4022360"/>
              <a:ext cx="2031" cy="2038"/>
            </a:xfrm>
            <a:custGeom>
              <a:avLst/>
              <a:pathLst>
                <a:path w="2031" h="2038">
                  <a:moveTo>
                    <a:pt x="0" y="2038"/>
                  </a:moveTo>
                  <a:lnTo>
                    <a:pt x="20" y="0"/>
                  </a:lnTo>
                  <a:lnTo>
                    <a:pt x="688" y="0"/>
                  </a:lnTo>
                  <a:lnTo>
                    <a:pt x="1356" y="0"/>
                  </a:lnTo>
                  <a:lnTo>
                    <a:pt x="2024" y="0"/>
                  </a:lnTo>
                  <a:lnTo>
                    <a:pt x="2031" y="203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1726533" y="3557299"/>
              <a:ext cx="50918" cy="467099"/>
            </a:xfrm>
            <a:custGeom>
              <a:avLst/>
              <a:pathLst>
                <a:path w="50918" h="467099">
                  <a:moveTo>
                    <a:pt x="0" y="467099"/>
                  </a:moveTo>
                  <a:lnTo>
                    <a:pt x="486" y="386809"/>
                  </a:lnTo>
                  <a:lnTo>
                    <a:pt x="1154" y="333993"/>
                  </a:lnTo>
                  <a:lnTo>
                    <a:pt x="1822" y="327693"/>
                  </a:lnTo>
                  <a:lnTo>
                    <a:pt x="2490" y="327693"/>
                  </a:lnTo>
                  <a:lnTo>
                    <a:pt x="3158" y="327693"/>
                  </a:lnTo>
                  <a:lnTo>
                    <a:pt x="3826" y="327693"/>
                  </a:lnTo>
                  <a:lnTo>
                    <a:pt x="4494" y="327693"/>
                  </a:lnTo>
                  <a:lnTo>
                    <a:pt x="5162" y="327693"/>
                  </a:lnTo>
                  <a:lnTo>
                    <a:pt x="5830" y="327693"/>
                  </a:lnTo>
                  <a:lnTo>
                    <a:pt x="6498" y="327693"/>
                  </a:lnTo>
                  <a:lnTo>
                    <a:pt x="7166" y="327693"/>
                  </a:lnTo>
                  <a:lnTo>
                    <a:pt x="7834" y="239391"/>
                  </a:lnTo>
                  <a:lnTo>
                    <a:pt x="8502" y="289390"/>
                  </a:lnTo>
                  <a:lnTo>
                    <a:pt x="9170" y="439527"/>
                  </a:lnTo>
                  <a:lnTo>
                    <a:pt x="9838" y="366878"/>
                  </a:lnTo>
                  <a:lnTo>
                    <a:pt x="10506" y="337853"/>
                  </a:lnTo>
                  <a:lnTo>
                    <a:pt x="11174" y="382013"/>
                  </a:lnTo>
                  <a:lnTo>
                    <a:pt x="11842" y="321024"/>
                  </a:lnTo>
                  <a:lnTo>
                    <a:pt x="12510" y="224993"/>
                  </a:lnTo>
                  <a:lnTo>
                    <a:pt x="13178" y="210907"/>
                  </a:lnTo>
                  <a:lnTo>
                    <a:pt x="13846" y="210907"/>
                  </a:lnTo>
                  <a:lnTo>
                    <a:pt x="14514" y="210907"/>
                  </a:lnTo>
                  <a:lnTo>
                    <a:pt x="15182" y="210907"/>
                  </a:lnTo>
                  <a:lnTo>
                    <a:pt x="15850" y="210907"/>
                  </a:lnTo>
                  <a:lnTo>
                    <a:pt x="16518" y="210907"/>
                  </a:lnTo>
                  <a:lnTo>
                    <a:pt x="17186" y="210907"/>
                  </a:lnTo>
                  <a:lnTo>
                    <a:pt x="17854" y="210907"/>
                  </a:lnTo>
                  <a:lnTo>
                    <a:pt x="18522" y="210907"/>
                  </a:lnTo>
                  <a:lnTo>
                    <a:pt x="19190" y="210907"/>
                  </a:lnTo>
                  <a:lnTo>
                    <a:pt x="19858" y="167197"/>
                  </a:lnTo>
                  <a:lnTo>
                    <a:pt x="20526" y="144865"/>
                  </a:lnTo>
                  <a:lnTo>
                    <a:pt x="21194" y="190353"/>
                  </a:lnTo>
                  <a:lnTo>
                    <a:pt x="21863" y="250433"/>
                  </a:lnTo>
                  <a:lnTo>
                    <a:pt x="22531" y="350778"/>
                  </a:lnTo>
                  <a:lnTo>
                    <a:pt x="23199" y="368435"/>
                  </a:lnTo>
                  <a:lnTo>
                    <a:pt x="23867" y="368435"/>
                  </a:lnTo>
                  <a:lnTo>
                    <a:pt x="24535" y="368435"/>
                  </a:lnTo>
                  <a:lnTo>
                    <a:pt x="25203" y="368435"/>
                  </a:lnTo>
                  <a:lnTo>
                    <a:pt x="25871" y="368435"/>
                  </a:lnTo>
                  <a:lnTo>
                    <a:pt x="26539" y="368435"/>
                  </a:lnTo>
                  <a:lnTo>
                    <a:pt x="27207" y="368435"/>
                  </a:lnTo>
                  <a:lnTo>
                    <a:pt x="27875" y="368435"/>
                  </a:lnTo>
                  <a:lnTo>
                    <a:pt x="28543" y="368435"/>
                  </a:lnTo>
                  <a:lnTo>
                    <a:pt x="29211" y="368435"/>
                  </a:lnTo>
                  <a:lnTo>
                    <a:pt x="29879" y="429522"/>
                  </a:lnTo>
                  <a:lnTo>
                    <a:pt x="30547" y="465060"/>
                  </a:lnTo>
                  <a:lnTo>
                    <a:pt x="31215" y="465060"/>
                  </a:lnTo>
                  <a:lnTo>
                    <a:pt x="31883" y="434478"/>
                  </a:lnTo>
                  <a:lnTo>
                    <a:pt x="32551" y="368435"/>
                  </a:lnTo>
                  <a:lnTo>
                    <a:pt x="33219" y="368435"/>
                  </a:lnTo>
                  <a:lnTo>
                    <a:pt x="33887" y="368435"/>
                  </a:lnTo>
                  <a:lnTo>
                    <a:pt x="34555" y="368435"/>
                  </a:lnTo>
                  <a:lnTo>
                    <a:pt x="35223" y="368435"/>
                  </a:lnTo>
                  <a:lnTo>
                    <a:pt x="35891" y="368435"/>
                  </a:lnTo>
                  <a:lnTo>
                    <a:pt x="36559" y="368435"/>
                  </a:lnTo>
                  <a:lnTo>
                    <a:pt x="37227" y="329382"/>
                  </a:lnTo>
                  <a:lnTo>
                    <a:pt x="37895" y="154338"/>
                  </a:lnTo>
                  <a:lnTo>
                    <a:pt x="38563" y="144865"/>
                  </a:lnTo>
                  <a:lnTo>
                    <a:pt x="39231" y="79450"/>
                  </a:lnTo>
                  <a:lnTo>
                    <a:pt x="39899" y="30582"/>
                  </a:lnTo>
                  <a:lnTo>
                    <a:pt x="40567" y="30582"/>
                  </a:lnTo>
                  <a:lnTo>
                    <a:pt x="41235" y="30582"/>
                  </a:lnTo>
                  <a:lnTo>
                    <a:pt x="41903" y="0"/>
                  </a:lnTo>
                  <a:lnTo>
                    <a:pt x="42571" y="30582"/>
                  </a:lnTo>
                  <a:lnTo>
                    <a:pt x="43239" y="30582"/>
                  </a:lnTo>
                  <a:lnTo>
                    <a:pt x="43907" y="30582"/>
                  </a:lnTo>
                  <a:lnTo>
                    <a:pt x="44575" y="30582"/>
                  </a:lnTo>
                  <a:lnTo>
                    <a:pt x="45243" y="176280"/>
                  </a:lnTo>
                  <a:lnTo>
                    <a:pt x="45911" y="160296"/>
                  </a:lnTo>
                  <a:lnTo>
                    <a:pt x="46580" y="175562"/>
                  </a:lnTo>
                  <a:lnTo>
                    <a:pt x="47248" y="193627"/>
                  </a:lnTo>
                  <a:lnTo>
                    <a:pt x="47916" y="275216"/>
                  </a:lnTo>
                  <a:lnTo>
                    <a:pt x="48584" y="283706"/>
                  </a:lnTo>
                  <a:lnTo>
                    <a:pt x="49252" y="349748"/>
                  </a:lnTo>
                  <a:lnTo>
                    <a:pt x="49920" y="409490"/>
                  </a:lnTo>
                  <a:lnTo>
                    <a:pt x="50588" y="385576"/>
                  </a:lnTo>
                  <a:lnTo>
                    <a:pt x="50918" y="46709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1782703" y="3960371"/>
              <a:ext cx="7411" cy="64027"/>
            </a:xfrm>
            <a:custGeom>
              <a:avLst/>
              <a:pathLst>
                <a:path w="7411" h="64027">
                  <a:moveTo>
                    <a:pt x="0" y="64027"/>
                  </a:moveTo>
                  <a:lnTo>
                    <a:pt x="429" y="29712"/>
                  </a:lnTo>
                  <a:lnTo>
                    <a:pt x="1097" y="27283"/>
                  </a:lnTo>
                  <a:lnTo>
                    <a:pt x="1765" y="45738"/>
                  </a:lnTo>
                  <a:lnTo>
                    <a:pt x="2433" y="23656"/>
                  </a:lnTo>
                  <a:lnTo>
                    <a:pt x="3101" y="22452"/>
                  </a:lnTo>
                  <a:lnTo>
                    <a:pt x="3770" y="0"/>
                  </a:lnTo>
                  <a:lnTo>
                    <a:pt x="4438" y="8178"/>
                  </a:lnTo>
                  <a:lnTo>
                    <a:pt x="5106" y="40763"/>
                  </a:lnTo>
                  <a:lnTo>
                    <a:pt x="5774" y="57897"/>
                  </a:lnTo>
                  <a:lnTo>
                    <a:pt x="6442" y="45609"/>
                  </a:lnTo>
                  <a:lnTo>
                    <a:pt x="7110" y="62159"/>
                  </a:lnTo>
                  <a:lnTo>
                    <a:pt x="7411" y="640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1790493" y="2471336"/>
              <a:ext cx="628808" cy="1553062"/>
            </a:xfrm>
            <a:custGeom>
              <a:avLst/>
              <a:pathLst>
                <a:path w="628808" h="1553062">
                  <a:moveTo>
                    <a:pt x="0" y="1553062"/>
                  </a:moveTo>
                  <a:lnTo>
                    <a:pt x="656" y="1427689"/>
                  </a:lnTo>
                  <a:lnTo>
                    <a:pt x="1324" y="1369669"/>
                  </a:lnTo>
                  <a:lnTo>
                    <a:pt x="1992" y="1168243"/>
                  </a:lnTo>
                  <a:lnTo>
                    <a:pt x="2660" y="1279696"/>
                  </a:lnTo>
                  <a:lnTo>
                    <a:pt x="3328" y="1296870"/>
                  </a:lnTo>
                  <a:lnTo>
                    <a:pt x="3996" y="1303874"/>
                  </a:lnTo>
                  <a:lnTo>
                    <a:pt x="4664" y="1370699"/>
                  </a:lnTo>
                  <a:lnTo>
                    <a:pt x="5332" y="1374629"/>
                  </a:lnTo>
                  <a:lnTo>
                    <a:pt x="6000" y="1454399"/>
                  </a:lnTo>
                  <a:lnTo>
                    <a:pt x="6668" y="1454399"/>
                  </a:lnTo>
                  <a:lnTo>
                    <a:pt x="7336" y="1454399"/>
                  </a:lnTo>
                  <a:lnTo>
                    <a:pt x="8004" y="1454399"/>
                  </a:lnTo>
                  <a:lnTo>
                    <a:pt x="8672" y="1454399"/>
                  </a:lnTo>
                  <a:lnTo>
                    <a:pt x="9340" y="1505253"/>
                  </a:lnTo>
                  <a:lnTo>
                    <a:pt x="10008" y="1546527"/>
                  </a:lnTo>
                  <a:lnTo>
                    <a:pt x="10676" y="1541333"/>
                  </a:lnTo>
                  <a:lnTo>
                    <a:pt x="11344" y="1537265"/>
                  </a:lnTo>
                  <a:lnTo>
                    <a:pt x="12012" y="1538793"/>
                  </a:lnTo>
                  <a:lnTo>
                    <a:pt x="12680" y="1492527"/>
                  </a:lnTo>
                  <a:lnTo>
                    <a:pt x="13348" y="1452271"/>
                  </a:lnTo>
                  <a:lnTo>
                    <a:pt x="14016" y="1343225"/>
                  </a:lnTo>
                  <a:lnTo>
                    <a:pt x="14684" y="1319415"/>
                  </a:lnTo>
                  <a:lnTo>
                    <a:pt x="15352" y="1325364"/>
                  </a:lnTo>
                  <a:lnTo>
                    <a:pt x="16020" y="1277557"/>
                  </a:lnTo>
                  <a:lnTo>
                    <a:pt x="16688" y="1268151"/>
                  </a:lnTo>
                  <a:lnTo>
                    <a:pt x="17356" y="1268151"/>
                  </a:lnTo>
                  <a:lnTo>
                    <a:pt x="18024" y="1266819"/>
                  </a:lnTo>
                  <a:lnTo>
                    <a:pt x="18692" y="1251049"/>
                  </a:lnTo>
                  <a:lnTo>
                    <a:pt x="19360" y="1262839"/>
                  </a:lnTo>
                  <a:lnTo>
                    <a:pt x="20028" y="1258567"/>
                  </a:lnTo>
                  <a:lnTo>
                    <a:pt x="20696" y="1260692"/>
                  </a:lnTo>
                  <a:lnTo>
                    <a:pt x="21365" y="1258466"/>
                  </a:lnTo>
                  <a:lnTo>
                    <a:pt x="22033" y="1231794"/>
                  </a:lnTo>
                  <a:lnTo>
                    <a:pt x="22701" y="1146955"/>
                  </a:lnTo>
                  <a:lnTo>
                    <a:pt x="23369" y="1105375"/>
                  </a:lnTo>
                  <a:lnTo>
                    <a:pt x="24037" y="1193414"/>
                  </a:lnTo>
                  <a:lnTo>
                    <a:pt x="24705" y="1189144"/>
                  </a:lnTo>
                  <a:lnTo>
                    <a:pt x="25373" y="1066471"/>
                  </a:lnTo>
                  <a:lnTo>
                    <a:pt x="26041" y="1130914"/>
                  </a:lnTo>
                  <a:lnTo>
                    <a:pt x="26709" y="1145726"/>
                  </a:lnTo>
                  <a:lnTo>
                    <a:pt x="27377" y="1145726"/>
                  </a:lnTo>
                  <a:lnTo>
                    <a:pt x="28045" y="1148458"/>
                  </a:lnTo>
                  <a:lnTo>
                    <a:pt x="28713" y="1182196"/>
                  </a:lnTo>
                  <a:lnTo>
                    <a:pt x="29381" y="1213770"/>
                  </a:lnTo>
                  <a:lnTo>
                    <a:pt x="30049" y="1162034"/>
                  </a:lnTo>
                  <a:lnTo>
                    <a:pt x="30717" y="1170228"/>
                  </a:lnTo>
                  <a:lnTo>
                    <a:pt x="31385" y="1115516"/>
                  </a:lnTo>
                  <a:lnTo>
                    <a:pt x="32053" y="1278411"/>
                  </a:lnTo>
                  <a:lnTo>
                    <a:pt x="32721" y="1466395"/>
                  </a:lnTo>
                  <a:lnTo>
                    <a:pt x="33389" y="1498006"/>
                  </a:lnTo>
                  <a:lnTo>
                    <a:pt x="34057" y="1406988"/>
                  </a:lnTo>
                  <a:lnTo>
                    <a:pt x="34725" y="1454399"/>
                  </a:lnTo>
                  <a:lnTo>
                    <a:pt x="35393" y="1454399"/>
                  </a:lnTo>
                  <a:lnTo>
                    <a:pt x="36061" y="1535546"/>
                  </a:lnTo>
                  <a:lnTo>
                    <a:pt x="36729" y="1551024"/>
                  </a:lnTo>
                  <a:lnTo>
                    <a:pt x="37397" y="1551024"/>
                  </a:lnTo>
                  <a:lnTo>
                    <a:pt x="38065" y="1551024"/>
                  </a:lnTo>
                  <a:lnTo>
                    <a:pt x="38733" y="1551024"/>
                  </a:lnTo>
                  <a:lnTo>
                    <a:pt x="39401" y="1551024"/>
                  </a:lnTo>
                  <a:lnTo>
                    <a:pt x="40069" y="1551024"/>
                  </a:lnTo>
                  <a:lnTo>
                    <a:pt x="40737" y="1551024"/>
                  </a:lnTo>
                  <a:lnTo>
                    <a:pt x="41405" y="1551024"/>
                  </a:lnTo>
                  <a:lnTo>
                    <a:pt x="42073" y="1551024"/>
                  </a:lnTo>
                  <a:lnTo>
                    <a:pt x="42741" y="1551024"/>
                  </a:lnTo>
                  <a:lnTo>
                    <a:pt x="43409" y="1551024"/>
                  </a:lnTo>
                  <a:lnTo>
                    <a:pt x="44077" y="1551024"/>
                  </a:lnTo>
                  <a:lnTo>
                    <a:pt x="44745" y="1551024"/>
                  </a:lnTo>
                  <a:lnTo>
                    <a:pt x="45413" y="1551024"/>
                  </a:lnTo>
                  <a:lnTo>
                    <a:pt x="46082" y="1477195"/>
                  </a:lnTo>
                  <a:lnTo>
                    <a:pt x="46750" y="1436741"/>
                  </a:lnTo>
                  <a:lnTo>
                    <a:pt x="47418" y="1370699"/>
                  </a:lnTo>
                  <a:lnTo>
                    <a:pt x="48086" y="1370699"/>
                  </a:lnTo>
                  <a:lnTo>
                    <a:pt x="48754" y="1370699"/>
                  </a:lnTo>
                  <a:lnTo>
                    <a:pt x="49422" y="1370699"/>
                  </a:lnTo>
                  <a:lnTo>
                    <a:pt x="50090" y="1370699"/>
                  </a:lnTo>
                  <a:lnTo>
                    <a:pt x="50758" y="1370699"/>
                  </a:lnTo>
                  <a:lnTo>
                    <a:pt x="51426" y="1370699"/>
                  </a:lnTo>
                  <a:lnTo>
                    <a:pt x="52094" y="1370699"/>
                  </a:lnTo>
                  <a:lnTo>
                    <a:pt x="52762" y="1370699"/>
                  </a:lnTo>
                  <a:lnTo>
                    <a:pt x="53430" y="1303874"/>
                  </a:lnTo>
                  <a:lnTo>
                    <a:pt x="54098" y="1286509"/>
                  </a:lnTo>
                  <a:lnTo>
                    <a:pt x="54766" y="1230828"/>
                  </a:lnTo>
                  <a:lnTo>
                    <a:pt x="55434" y="1230828"/>
                  </a:lnTo>
                  <a:lnTo>
                    <a:pt x="56102" y="1279696"/>
                  </a:lnTo>
                  <a:lnTo>
                    <a:pt x="56770" y="1249921"/>
                  </a:lnTo>
                  <a:lnTo>
                    <a:pt x="57438" y="1296870"/>
                  </a:lnTo>
                  <a:lnTo>
                    <a:pt x="58106" y="1296870"/>
                  </a:lnTo>
                  <a:lnTo>
                    <a:pt x="58774" y="1237128"/>
                  </a:lnTo>
                  <a:lnTo>
                    <a:pt x="59442" y="1230828"/>
                  </a:lnTo>
                  <a:lnTo>
                    <a:pt x="60110" y="1212300"/>
                  </a:lnTo>
                  <a:lnTo>
                    <a:pt x="60778" y="1168243"/>
                  </a:lnTo>
                  <a:lnTo>
                    <a:pt x="61446" y="1116545"/>
                  </a:lnTo>
                  <a:lnTo>
                    <a:pt x="62114" y="1116545"/>
                  </a:lnTo>
                  <a:lnTo>
                    <a:pt x="62782" y="1116545"/>
                  </a:lnTo>
                  <a:lnTo>
                    <a:pt x="63450" y="1165413"/>
                  </a:lnTo>
                  <a:lnTo>
                    <a:pt x="64118" y="1179692"/>
                  </a:lnTo>
                  <a:lnTo>
                    <a:pt x="64786" y="1230828"/>
                  </a:lnTo>
                  <a:lnTo>
                    <a:pt x="65454" y="1230828"/>
                  </a:lnTo>
                  <a:lnTo>
                    <a:pt x="66122" y="1230828"/>
                  </a:lnTo>
                  <a:lnTo>
                    <a:pt x="66790" y="1289944"/>
                  </a:lnTo>
                  <a:lnTo>
                    <a:pt x="67458" y="1296870"/>
                  </a:lnTo>
                  <a:lnTo>
                    <a:pt x="68126" y="1296870"/>
                  </a:lnTo>
                  <a:lnTo>
                    <a:pt x="68794" y="1362912"/>
                  </a:lnTo>
                  <a:lnTo>
                    <a:pt x="69462" y="1370699"/>
                  </a:lnTo>
                  <a:lnTo>
                    <a:pt x="70130" y="1394657"/>
                  </a:lnTo>
                  <a:lnTo>
                    <a:pt x="70799" y="1436741"/>
                  </a:lnTo>
                  <a:lnTo>
                    <a:pt x="71467" y="1454399"/>
                  </a:lnTo>
                  <a:lnTo>
                    <a:pt x="72135" y="1406988"/>
                  </a:lnTo>
                  <a:lnTo>
                    <a:pt x="72803" y="1370699"/>
                  </a:lnTo>
                  <a:lnTo>
                    <a:pt x="73471" y="1370699"/>
                  </a:lnTo>
                  <a:lnTo>
                    <a:pt x="74139" y="1370699"/>
                  </a:lnTo>
                  <a:lnTo>
                    <a:pt x="74807" y="1370699"/>
                  </a:lnTo>
                  <a:lnTo>
                    <a:pt x="75475" y="1370699"/>
                  </a:lnTo>
                  <a:lnTo>
                    <a:pt x="76143" y="1370699"/>
                  </a:lnTo>
                  <a:lnTo>
                    <a:pt x="76811" y="1370699"/>
                  </a:lnTo>
                  <a:lnTo>
                    <a:pt x="77479" y="1530592"/>
                  </a:lnTo>
                  <a:lnTo>
                    <a:pt x="78147" y="1516282"/>
                  </a:lnTo>
                  <a:lnTo>
                    <a:pt x="78815" y="1458272"/>
                  </a:lnTo>
                  <a:lnTo>
                    <a:pt x="79483" y="1369669"/>
                  </a:lnTo>
                  <a:lnTo>
                    <a:pt x="80151" y="1382179"/>
                  </a:lnTo>
                  <a:lnTo>
                    <a:pt x="80819" y="1320494"/>
                  </a:lnTo>
                  <a:lnTo>
                    <a:pt x="81487" y="1318401"/>
                  </a:lnTo>
                  <a:lnTo>
                    <a:pt x="82155" y="1335343"/>
                  </a:lnTo>
                  <a:lnTo>
                    <a:pt x="82823" y="1318401"/>
                  </a:lnTo>
                  <a:lnTo>
                    <a:pt x="83491" y="1318401"/>
                  </a:lnTo>
                  <a:lnTo>
                    <a:pt x="84159" y="1318401"/>
                  </a:lnTo>
                  <a:lnTo>
                    <a:pt x="84827" y="1279909"/>
                  </a:lnTo>
                  <a:lnTo>
                    <a:pt x="85495" y="1239947"/>
                  </a:lnTo>
                  <a:lnTo>
                    <a:pt x="86163" y="1239947"/>
                  </a:lnTo>
                  <a:lnTo>
                    <a:pt x="86831" y="1239947"/>
                  </a:lnTo>
                  <a:lnTo>
                    <a:pt x="87499" y="1246900"/>
                  </a:lnTo>
                  <a:lnTo>
                    <a:pt x="88167" y="1240125"/>
                  </a:lnTo>
                  <a:lnTo>
                    <a:pt x="88835" y="1156730"/>
                  </a:lnTo>
                  <a:lnTo>
                    <a:pt x="89503" y="1187921"/>
                  </a:lnTo>
                  <a:lnTo>
                    <a:pt x="90171" y="1226266"/>
                  </a:lnTo>
                  <a:lnTo>
                    <a:pt x="90839" y="1078545"/>
                  </a:lnTo>
                  <a:lnTo>
                    <a:pt x="91507" y="1085963"/>
                  </a:lnTo>
                  <a:lnTo>
                    <a:pt x="92175" y="1073648"/>
                  </a:lnTo>
                  <a:lnTo>
                    <a:pt x="92843" y="1116545"/>
                  </a:lnTo>
                  <a:lnTo>
                    <a:pt x="93511" y="1116545"/>
                  </a:lnTo>
                  <a:lnTo>
                    <a:pt x="94179" y="1108759"/>
                  </a:lnTo>
                  <a:lnTo>
                    <a:pt x="94848" y="1113939"/>
                  </a:lnTo>
                  <a:lnTo>
                    <a:pt x="95516" y="1127081"/>
                  </a:lnTo>
                  <a:lnTo>
                    <a:pt x="96184" y="1101068"/>
                  </a:lnTo>
                  <a:lnTo>
                    <a:pt x="96852" y="1066373"/>
                  </a:lnTo>
                  <a:lnTo>
                    <a:pt x="97520" y="1066373"/>
                  </a:lnTo>
                  <a:lnTo>
                    <a:pt x="98188" y="1066373"/>
                  </a:lnTo>
                  <a:lnTo>
                    <a:pt x="98856" y="1049720"/>
                  </a:lnTo>
                  <a:lnTo>
                    <a:pt x="99524" y="1045043"/>
                  </a:lnTo>
                  <a:lnTo>
                    <a:pt x="100192" y="1052073"/>
                  </a:lnTo>
                  <a:lnTo>
                    <a:pt x="100860" y="1083480"/>
                  </a:lnTo>
                  <a:lnTo>
                    <a:pt x="101528" y="1095992"/>
                  </a:lnTo>
                  <a:lnTo>
                    <a:pt x="102196" y="1116545"/>
                  </a:lnTo>
                  <a:lnTo>
                    <a:pt x="102864" y="1116545"/>
                  </a:lnTo>
                  <a:lnTo>
                    <a:pt x="103532" y="1116545"/>
                  </a:lnTo>
                  <a:lnTo>
                    <a:pt x="104200" y="1124430"/>
                  </a:lnTo>
                  <a:lnTo>
                    <a:pt x="104868" y="1171086"/>
                  </a:lnTo>
                  <a:lnTo>
                    <a:pt x="105536" y="1218415"/>
                  </a:lnTo>
                  <a:lnTo>
                    <a:pt x="106204" y="1249921"/>
                  </a:lnTo>
                  <a:lnTo>
                    <a:pt x="106872" y="1296870"/>
                  </a:lnTo>
                  <a:lnTo>
                    <a:pt x="107540" y="1296870"/>
                  </a:lnTo>
                  <a:lnTo>
                    <a:pt x="108208" y="1296870"/>
                  </a:lnTo>
                  <a:lnTo>
                    <a:pt x="108876" y="1321733"/>
                  </a:lnTo>
                  <a:lnTo>
                    <a:pt x="109544" y="1382563"/>
                  </a:lnTo>
                  <a:lnTo>
                    <a:pt x="110212" y="1454399"/>
                  </a:lnTo>
                  <a:lnTo>
                    <a:pt x="110880" y="1510569"/>
                  </a:lnTo>
                  <a:lnTo>
                    <a:pt x="111548" y="1551024"/>
                  </a:lnTo>
                  <a:lnTo>
                    <a:pt x="112216" y="1551024"/>
                  </a:lnTo>
                  <a:lnTo>
                    <a:pt x="112884" y="1551024"/>
                  </a:lnTo>
                  <a:lnTo>
                    <a:pt x="113552" y="1551024"/>
                  </a:lnTo>
                  <a:lnTo>
                    <a:pt x="114220" y="1551024"/>
                  </a:lnTo>
                  <a:lnTo>
                    <a:pt x="114888" y="1551024"/>
                  </a:lnTo>
                  <a:lnTo>
                    <a:pt x="115556" y="1551024"/>
                  </a:lnTo>
                  <a:lnTo>
                    <a:pt x="116224" y="1551024"/>
                  </a:lnTo>
                  <a:lnTo>
                    <a:pt x="116892" y="1551024"/>
                  </a:lnTo>
                  <a:lnTo>
                    <a:pt x="117560" y="1551024"/>
                  </a:lnTo>
                  <a:lnTo>
                    <a:pt x="118228" y="1496048"/>
                  </a:lnTo>
                  <a:lnTo>
                    <a:pt x="118896" y="1454399"/>
                  </a:lnTo>
                  <a:lnTo>
                    <a:pt x="119565" y="1454399"/>
                  </a:lnTo>
                  <a:lnTo>
                    <a:pt x="120233" y="1454399"/>
                  </a:lnTo>
                  <a:lnTo>
                    <a:pt x="120901" y="1449938"/>
                  </a:lnTo>
                  <a:lnTo>
                    <a:pt x="121569" y="1370699"/>
                  </a:lnTo>
                  <a:lnTo>
                    <a:pt x="122237" y="1370699"/>
                  </a:lnTo>
                  <a:lnTo>
                    <a:pt x="122905" y="1289944"/>
                  </a:lnTo>
                  <a:lnTo>
                    <a:pt x="123573" y="1230828"/>
                  </a:lnTo>
                  <a:lnTo>
                    <a:pt x="124241" y="1230828"/>
                  </a:lnTo>
                  <a:lnTo>
                    <a:pt x="124909" y="1230828"/>
                  </a:lnTo>
                  <a:lnTo>
                    <a:pt x="125577" y="1230828"/>
                  </a:lnTo>
                  <a:lnTo>
                    <a:pt x="126245" y="1230828"/>
                  </a:lnTo>
                  <a:lnTo>
                    <a:pt x="126913" y="1230828"/>
                  </a:lnTo>
                  <a:lnTo>
                    <a:pt x="127581" y="1230828"/>
                  </a:lnTo>
                  <a:lnTo>
                    <a:pt x="128249" y="1266287"/>
                  </a:lnTo>
                  <a:lnTo>
                    <a:pt x="128917" y="1296870"/>
                  </a:lnTo>
                  <a:lnTo>
                    <a:pt x="129585" y="1296870"/>
                  </a:lnTo>
                  <a:lnTo>
                    <a:pt x="130253" y="1419582"/>
                  </a:lnTo>
                  <a:lnTo>
                    <a:pt x="130921" y="1392186"/>
                  </a:lnTo>
                  <a:lnTo>
                    <a:pt x="131589" y="1369094"/>
                  </a:lnTo>
                  <a:lnTo>
                    <a:pt x="132257" y="1369669"/>
                  </a:lnTo>
                  <a:lnTo>
                    <a:pt x="132925" y="1435711"/>
                  </a:lnTo>
                  <a:lnTo>
                    <a:pt x="133593" y="1495453"/>
                  </a:lnTo>
                  <a:lnTo>
                    <a:pt x="134261" y="1495453"/>
                  </a:lnTo>
                  <a:lnTo>
                    <a:pt x="134929" y="1481676"/>
                  </a:lnTo>
                  <a:lnTo>
                    <a:pt x="135597" y="1366826"/>
                  </a:lnTo>
                  <a:lnTo>
                    <a:pt x="136265" y="1241300"/>
                  </a:lnTo>
                  <a:lnTo>
                    <a:pt x="136933" y="1198673"/>
                  </a:lnTo>
                  <a:lnTo>
                    <a:pt x="137601" y="1175258"/>
                  </a:lnTo>
                  <a:lnTo>
                    <a:pt x="138269" y="1175258"/>
                  </a:lnTo>
                  <a:lnTo>
                    <a:pt x="138937" y="1175258"/>
                  </a:lnTo>
                  <a:lnTo>
                    <a:pt x="139605" y="1144675"/>
                  </a:lnTo>
                  <a:lnTo>
                    <a:pt x="140273" y="1151273"/>
                  </a:lnTo>
                  <a:lnTo>
                    <a:pt x="140941" y="1127971"/>
                  </a:lnTo>
                  <a:lnTo>
                    <a:pt x="141609" y="1132255"/>
                  </a:lnTo>
                  <a:lnTo>
                    <a:pt x="142277" y="976675"/>
                  </a:lnTo>
                  <a:lnTo>
                    <a:pt x="142945" y="948085"/>
                  </a:lnTo>
                  <a:lnTo>
                    <a:pt x="143613" y="898220"/>
                  </a:lnTo>
                  <a:lnTo>
                    <a:pt x="144282" y="898220"/>
                  </a:lnTo>
                  <a:lnTo>
                    <a:pt x="144950" y="905638"/>
                  </a:lnTo>
                  <a:lnTo>
                    <a:pt x="145618" y="948085"/>
                  </a:lnTo>
                  <a:lnTo>
                    <a:pt x="146286" y="1042717"/>
                  </a:lnTo>
                  <a:lnTo>
                    <a:pt x="146954" y="1088455"/>
                  </a:lnTo>
                  <a:lnTo>
                    <a:pt x="147622" y="1116545"/>
                  </a:lnTo>
                  <a:lnTo>
                    <a:pt x="148290" y="1076091"/>
                  </a:lnTo>
                  <a:lnTo>
                    <a:pt x="148958" y="1066373"/>
                  </a:lnTo>
                  <a:lnTo>
                    <a:pt x="149626" y="1103621"/>
                  </a:lnTo>
                  <a:lnTo>
                    <a:pt x="150294" y="1119163"/>
                  </a:lnTo>
                  <a:lnTo>
                    <a:pt x="150962" y="1173942"/>
                  </a:lnTo>
                  <a:lnTo>
                    <a:pt x="151630" y="1230828"/>
                  </a:lnTo>
                  <a:lnTo>
                    <a:pt x="152298" y="1224591"/>
                  </a:lnTo>
                  <a:lnTo>
                    <a:pt x="152966" y="1176810"/>
                  </a:lnTo>
                  <a:lnTo>
                    <a:pt x="153634" y="1230828"/>
                  </a:lnTo>
                  <a:lnTo>
                    <a:pt x="154302" y="1179692"/>
                  </a:lnTo>
                  <a:lnTo>
                    <a:pt x="154970" y="1129742"/>
                  </a:lnTo>
                  <a:lnTo>
                    <a:pt x="155638" y="1143223"/>
                  </a:lnTo>
                  <a:lnTo>
                    <a:pt x="156306" y="1071213"/>
                  </a:lnTo>
                  <a:lnTo>
                    <a:pt x="156974" y="1028940"/>
                  </a:lnTo>
                  <a:lnTo>
                    <a:pt x="157642" y="1172545"/>
                  </a:lnTo>
                  <a:lnTo>
                    <a:pt x="158310" y="1140064"/>
                  </a:lnTo>
                  <a:lnTo>
                    <a:pt x="158978" y="1098649"/>
                  </a:lnTo>
                  <a:lnTo>
                    <a:pt x="159646" y="1096803"/>
                  </a:lnTo>
                  <a:lnTo>
                    <a:pt x="160314" y="1069742"/>
                  </a:lnTo>
                  <a:lnTo>
                    <a:pt x="160982" y="1060975"/>
                  </a:lnTo>
                  <a:lnTo>
                    <a:pt x="161650" y="1043801"/>
                  </a:lnTo>
                  <a:lnTo>
                    <a:pt x="162318" y="935191"/>
                  </a:lnTo>
                  <a:lnTo>
                    <a:pt x="162986" y="1079030"/>
                  </a:lnTo>
                  <a:lnTo>
                    <a:pt x="163654" y="1114447"/>
                  </a:lnTo>
                  <a:lnTo>
                    <a:pt x="164322" y="1140346"/>
                  </a:lnTo>
                  <a:lnTo>
                    <a:pt x="164990" y="1162034"/>
                  </a:lnTo>
                  <a:lnTo>
                    <a:pt x="165658" y="1178530"/>
                  </a:lnTo>
                  <a:lnTo>
                    <a:pt x="166326" y="1219988"/>
                  </a:lnTo>
                  <a:lnTo>
                    <a:pt x="166994" y="1190342"/>
                  </a:lnTo>
                  <a:lnTo>
                    <a:pt x="167662" y="1152915"/>
                  </a:lnTo>
                  <a:lnTo>
                    <a:pt x="168330" y="1190519"/>
                  </a:lnTo>
                  <a:lnTo>
                    <a:pt x="168999" y="991807"/>
                  </a:lnTo>
                  <a:lnTo>
                    <a:pt x="169667" y="1114447"/>
                  </a:lnTo>
                  <a:lnTo>
                    <a:pt x="170335" y="1108506"/>
                  </a:lnTo>
                  <a:lnTo>
                    <a:pt x="171003" y="1054572"/>
                  </a:lnTo>
                  <a:lnTo>
                    <a:pt x="171671" y="1064248"/>
                  </a:lnTo>
                  <a:lnTo>
                    <a:pt x="172339" y="1107494"/>
                  </a:lnTo>
                  <a:lnTo>
                    <a:pt x="173007" y="1112957"/>
                  </a:lnTo>
                  <a:lnTo>
                    <a:pt x="173675" y="1057424"/>
                  </a:lnTo>
                  <a:lnTo>
                    <a:pt x="174343" y="1028407"/>
                  </a:lnTo>
                  <a:lnTo>
                    <a:pt x="175011" y="847586"/>
                  </a:lnTo>
                  <a:lnTo>
                    <a:pt x="175679" y="775135"/>
                  </a:lnTo>
                  <a:lnTo>
                    <a:pt x="176347" y="739736"/>
                  </a:lnTo>
                  <a:lnTo>
                    <a:pt x="177015" y="766368"/>
                  </a:lnTo>
                  <a:lnTo>
                    <a:pt x="177683" y="806822"/>
                  </a:lnTo>
                  <a:lnTo>
                    <a:pt x="178351" y="825675"/>
                  </a:lnTo>
                  <a:lnTo>
                    <a:pt x="179019" y="908692"/>
                  </a:lnTo>
                  <a:lnTo>
                    <a:pt x="179687" y="916494"/>
                  </a:lnTo>
                  <a:lnTo>
                    <a:pt x="180355" y="910821"/>
                  </a:lnTo>
                  <a:lnTo>
                    <a:pt x="181023" y="908004"/>
                  </a:lnTo>
                  <a:lnTo>
                    <a:pt x="181691" y="888630"/>
                  </a:lnTo>
                  <a:lnTo>
                    <a:pt x="182359" y="913651"/>
                  </a:lnTo>
                  <a:lnTo>
                    <a:pt x="183027" y="928917"/>
                  </a:lnTo>
                  <a:lnTo>
                    <a:pt x="183695" y="964351"/>
                  </a:lnTo>
                  <a:lnTo>
                    <a:pt x="184363" y="970349"/>
                  </a:lnTo>
                  <a:lnTo>
                    <a:pt x="185031" y="1037061"/>
                  </a:lnTo>
                  <a:lnTo>
                    <a:pt x="185699" y="1144675"/>
                  </a:lnTo>
                  <a:lnTo>
                    <a:pt x="186367" y="1196508"/>
                  </a:lnTo>
                  <a:lnTo>
                    <a:pt x="187035" y="1218504"/>
                  </a:lnTo>
                  <a:lnTo>
                    <a:pt x="187703" y="1134804"/>
                  </a:lnTo>
                  <a:lnTo>
                    <a:pt x="188371" y="1096803"/>
                  </a:lnTo>
                  <a:lnTo>
                    <a:pt x="189039" y="1096803"/>
                  </a:lnTo>
                  <a:lnTo>
                    <a:pt x="189707" y="1073283"/>
                  </a:lnTo>
                  <a:lnTo>
                    <a:pt x="190375" y="1066221"/>
                  </a:lnTo>
                  <a:lnTo>
                    <a:pt x="191043" y="1102543"/>
                  </a:lnTo>
                  <a:lnTo>
                    <a:pt x="191711" y="1116107"/>
                  </a:lnTo>
                  <a:lnTo>
                    <a:pt x="192379" y="1142103"/>
                  </a:lnTo>
                  <a:lnTo>
                    <a:pt x="193048" y="1140641"/>
                  </a:lnTo>
                  <a:lnTo>
                    <a:pt x="193716" y="980868"/>
                  </a:lnTo>
                  <a:lnTo>
                    <a:pt x="194384" y="976675"/>
                  </a:lnTo>
                  <a:lnTo>
                    <a:pt x="195052" y="883642"/>
                  </a:lnTo>
                  <a:lnTo>
                    <a:pt x="195720" y="804235"/>
                  </a:lnTo>
                  <a:lnTo>
                    <a:pt x="196388" y="796350"/>
                  </a:lnTo>
                  <a:lnTo>
                    <a:pt x="197056" y="728118"/>
                  </a:lnTo>
                  <a:lnTo>
                    <a:pt x="197724" y="765767"/>
                  </a:lnTo>
                  <a:lnTo>
                    <a:pt x="198392" y="796350"/>
                  </a:lnTo>
                  <a:lnTo>
                    <a:pt x="199060" y="796350"/>
                  </a:lnTo>
                  <a:lnTo>
                    <a:pt x="199728" y="817060"/>
                  </a:lnTo>
                  <a:lnTo>
                    <a:pt x="200396" y="840156"/>
                  </a:lnTo>
                  <a:lnTo>
                    <a:pt x="201064" y="758349"/>
                  </a:lnTo>
                  <a:lnTo>
                    <a:pt x="201732" y="699278"/>
                  </a:lnTo>
                  <a:lnTo>
                    <a:pt x="202400" y="678162"/>
                  </a:lnTo>
                  <a:lnTo>
                    <a:pt x="203068" y="676865"/>
                  </a:lnTo>
                  <a:lnTo>
                    <a:pt x="203736" y="642839"/>
                  </a:lnTo>
                  <a:lnTo>
                    <a:pt x="204404" y="580981"/>
                  </a:lnTo>
                  <a:lnTo>
                    <a:pt x="205072" y="577656"/>
                  </a:lnTo>
                  <a:lnTo>
                    <a:pt x="205740" y="622325"/>
                  </a:lnTo>
                  <a:lnTo>
                    <a:pt x="206408" y="631895"/>
                  </a:lnTo>
                  <a:lnTo>
                    <a:pt x="207076" y="656479"/>
                  </a:lnTo>
                  <a:lnTo>
                    <a:pt x="207744" y="629489"/>
                  </a:lnTo>
                  <a:lnTo>
                    <a:pt x="208412" y="578763"/>
                  </a:lnTo>
                  <a:lnTo>
                    <a:pt x="209080" y="500764"/>
                  </a:lnTo>
                  <a:lnTo>
                    <a:pt x="209748" y="454591"/>
                  </a:lnTo>
                  <a:lnTo>
                    <a:pt x="210416" y="385830"/>
                  </a:lnTo>
                  <a:lnTo>
                    <a:pt x="211084" y="394023"/>
                  </a:lnTo>
                  <a:lnTo>
                    <a:pt x="211752" y="587807"/>
                  </a:lnTo>
                  <a:lnTo>
                    <a:pt x="212420" y="598296"/>
                  </a:lnTo>
                  <a:lnTo>
                    <a:pt x="213088" y="566755"/>
                  </a:lnTo>
                  <a:lnTo>
                    <a:pt x="213756" y="544977"/>
                  </a:lnTo>
                  <a:lnTo>
                    <a:pt x="214424" y="577129"/>
                  </a:lnTo>
                  <a:lnTo>
                    <a:pt x="215092" y="605102"/>
                  </a:lnTo>
                  <a:lnTo>
                    <a:pt x="215760" y="600074"/>
                  </a:lnTo>
                  <a:lnTo>
                    <a:pt x="216428" y="592607"/>
                  </a:lnTo>
                  <a:lnTo>
                    <a:pt x="217096" y="598407"/>
                  </a:lnTo>
                  <a:lnTo>
                    <a:pt x="217765" y="595086"/>
                  </a:lnTo>
                  <a:lnTo>
                    <a:pt x="218433" y="592607"/>
                  </a:lnTo>
                  <a:lnTo>
                    <a:pt x="219101" y="588496"/>
                  </a:lnTo>
                  <a:lnTo>
                    <a:pt x="219769" y="560455"/>
                  </a:lnTo>
                  <a:lnTo>
                    <a:pt x="220437" y="595086"/>
                  </a:lnTo>
                  <a:lnTo>
                    <a:pt x="221105" y="628241"/>
                  </a:lnTo>
                  <a:lnTo>
                    <a:pt x="221773" y="629190"/>
                  </a:lnTo>
                  <a:lnTo>
                    <a:pt x="222441" y="648254"/>
                  </a:lnTo>
                  <a:lnTo>
                    <a:pt x="223109" y="538032"/>
                  </a:lnTo>
                  <a:lnTo>
                    <a:pt x="223777" y="618774"/>
                  </a:lnTo>
                  <a:lnTo>
                    <a:pt x="224445" y="635522"/>
                  </a:lnTo>
                  <a:lnTo>
                    <a:pt x="225113" y="631895"/>
                  </a:lnTo>
                  <a:lnTo>
                    <a:pt x="225781" y="599021"/>
                  </a:lnTo>
                  <a:lnTo>
                    <a:pt x="226449" y="548496"/>
                  </a:lnTo>
                  <a:lnTo>
                    <a:pt x="227117" y="559139"/>
                  </a:lnTo>
                  <a:lnTo>
                    <a:pt x="227785" y="566697"/>
                  </a:lnTo>
                  <a:lnTo>
                    <a:pt x="228453" y="560213"/>
                  </a:lnTo>
                  <a:lnTo>
                    <a:pt x="229121" y="586563"/>
                  </a:lnTo>
                  <a:lnTo>
                    <a:pt x="229789" y="636735"/>
                  </a:lnTo>
                  <a:lnTo>
                    <a:pt x="230457" y="765814"/>
                  </a:lnTo>
                  <a:lnTo>
                    <a:pt x="231125" y="747670"/>
                  </a:lnTo>
                  <a:lnTo>
                    <a:pt x="231793" y="728382"/>
                  </a:lnTo>
                  <a:lnTo>
                    <a:pt x="232461" y="683590"/>
                  </a:lnTo>
                  <a:lnTo>
                    <a:pt x="233129" y="621327"/>
                  </a:lnTo>
                  <a:lnTo>
                    <a:pt x="233797" y="694310"/>
                  </a:lnTo>
                  <a:lnTo>
                    <a:pt x="234465" y="649581"/>
                  </a:lnTo>
                  <a:lnTo>
                    <a:pt x="235133" y="639597"/>
                  </a:lnTo>
                  <a:lnTo>
                    <a:pt x="235801" y="642433"/>
                  </a:lnTo>
                  <a:lnTo>
                    <a:pt x="236469" y="644569"/>
                  </a:lnTo>
                  <a:lnTo>
                    <a:pt x="237137" y="645997"/>
                  </a:lnTo>
                  <a:lnTo>
                    <a:pt x="237805" y="662655"/>
                  </a:lnTo>
                  <a:lnTo>
                    <a:pt x="238473" y="646712"/>
                  </a:lnTo>
                  <a:lnTo>
                    <a:pt x="239141" y="673016"/>
                  </a:lnTo>
                  <a:lnTo>
                    <a:pt x="239809" y="674510"/>
                  </a:lnTo>
                  <a:lnTo>
                    <a:pt x="240477" y="695839"/>
                  </a:lnTo>
                  <a:lnTo>
                    <a:pt x="241145" y="692024"/>
                  </a:lnTo>
                  <a:lnTo>
                    <a:pt x="241813" y="686722"/>
                  </a:lnTo>
                  <a:lnTo>
                    <a:pt x="242482" y="682212"/>
                  </a:lnTo>
                  <a:lnTo>
                    <a:pt x="243150" y="707671"/>
                  </a:lnTo>
                  <a:lnTo>
                    <a:pt x="243818" y="622777"/>
                  </a:lnTo>
                  <a:lnTo>
                    <a:pt x="244486" y="636297"/>
                  </a:lnTo>
                  <a:lnTo>
                    <a:pt x="245154" y="646120"/>
                  </a:lnTo>
                  <a:lnTo>
                    <a:pt x="245822" y="668811"/>
                  </a:lnTo>
                  <a:lnTo>
                    <a:pt x="246490" y="679141"/>
                  </a:lnTo>
                  <a:lnTo>
                    <a:pt x="247158" y="643260"/>
                  </a:lnTo>
                  <a:lnTo>
                    <a:pt x="247826" y="596744"/>
                  </a:lnTo>
                  <a:lnTo>
                    <a:pt x="248494" y="616136"/>
                  </a:lnTo>
                  <a:lnTo>
                    <a:pt x="249162" y="599240"/>
                  </a:lnTo>
                  <a:lnTo>
                    <a:pt x="249830" y="548042"/>
                  </a:lnTo>
                  <a:lnTo>
                    <a:pt x="250498" y="535871"/>
                  </a:lnTo>
                  <a:lnTo>
                    <a:pt x="251166" y="541927"/>
                  </a:lnTo>
                  <a:lnTo>
                    <a:pt x="251834" y="564385"/>
                  </a:lnTo>
                  <a:lnTo>
                    <a:pt x="252502" y="605102"/>
                  </a:lnTo>
                  <a:lnTo>
                    <a:pt x="253170" y="608476"/>
                  </a:lnTo>
                  <a:lnTo>
                    <a:pt x="253838" y="594144"/>
                  </a:lnTo>
                  <a:lnTo>
                    <a:pt x="254506" y="588934"/>
                  </a:lnTo>
                  <a:lnTo>
                    <a:pt x="255174" y="565210"/>
                  </a:lnTo>
                  <a:lnTo>
                    <a:pt x="255842" y="545688"/>
                  </a:lnTo>
                  <a:lnTo>
                    <a:pt x="256510" y="550436"/>
                  </a:lnTo>
                  <a:lnTo>
                    <a:pt x="257178" y="553443"/>
                  </a:lnTo>
                  <a:lnTo>
                    <a:pt x="257846" y="565174"/>
                  </a:lnTo>
                  <a:lnTo>
                    <a:pt x="258514" y="582787"/>
                  </a:lnTo>
                  <a:lnTo>
                    <a:pt x="259182" y="598407"/>
                  </a:lnTo>
                  <a:lnTo>
                    <a:pt x="259850" y="629989"/>
                  </a:lnTo>
                  <a:lnTo>
                    <a:pt x="260518" y="655905"/>
                  </a:lnTo>
                  <a:lnTo>
                    <a:pt x="261186" y="686762"/>
                  </a:lnTo>
                  <a:lnTo>
                    <a:pt x="261854" y="681038"/>
                  </a:lnTo>
                  <a:lnTo>
                    <a:pt x="262522" y="639694"/>
                  </a:lnTo>
                  <a:lnTo>
                    <a:pt x="263190" y="611019"/>
                  </a:lnTo>
                  <a:lnTo>
                    <a:pt x="263858" y="560455"/>
                  </a:lnTo>
                  <a:lnTo>
                    <a:pt x="264526" y="523192"/>
                  </a:lnTo>
                  <a:lnTo>
                    <a:pt x="265194" y="550012"/>
                  </a:lnTo>
                  <a:lnTo>
                    <a:pt x="265862" y="564090"/>
                  </a:lnTo>
                  <a:lnTo>
                    <a:pt x="266530" y="541460"/>
                  </a:lnTo>
                  <a:lnTo>
                    <a:pt x="267199" y="394023"/>
                  </a:lnTo>
                  <a:lnTo>
                    <a:pt x="267867" y="374535"/>
                  </a:lnTo>
                  <a:lnTo>
                    <a:pt x="268535" y="343344"/>
                  </a:lnTo>
                  <a:lnTo>
                    <a:pt x="269203" y="353312"/>
                  </a:lnTo>
                  <a:lnTo>
                    <a:pt x="269871" y="379351"/>
                  </a:lnTo>
                  <a:lnTo>
                    <a:pt x="270539" y="386644"/>
                  </a:lnTo>
                  <a:lnTo>
                    <a:pt x="271207" y="317269"/>
                  </a:lnTo>
                  <a:lnTo>
                    <a:pt x="271875" y="277682"/>
                  </a:lnTo>
                  <a:lnTo>
                    <a:pt x="272543" y="268839"/>
                  </a:lnTo>
                  <a:lnTo>
                    <a:pt x="273211" y="283187"/>
                  </a:lnTo>
                  <a:lnTo>
                    <a:pt x="273879" y="335783"/>
                  </a:lnTo>
                  <a:lnTo>
                    <a:pt x="274547" y="357188"/>
                  </a:lnTo>
                  <a:lnTo>
                    <a:pt x="275215" y="361872"/>
                  </a:lnTo>
                  <a:lnTo>
                    <a:pt x="275883" y="352539"/>
                  </a:lnTo>
                  <a:lnTo>
                    <a:pt x="276551" y="357188"/>
                  </a:lnTo>
                  <a:lnTo>
                    <a:pt x="277219" y="365802"/>
                  </a:lnTo>
                  <a:lnTo>
                    <a:pt x="277887" y="387460"/>
                  </a:lnTo>
                  <a:lnTo>
                    <a:pt x="278555" y="382582"/>
                  </a:lnTo>
                  <a:lnTo>
                    <a:pt x="279223" y="362656"/>
                  </a:lnTo>
                  <a:lnTo>
                    <a:pt x="279891" y="389094"/>
                  </a:lnTo>
                  <a:lnTo>
                    <a:pt x="280559" y="411587"/>
                  </a:lnTo>
                  <a:lnTo>
                    <a:pt x="281227" y="473028"/>
                  </a:lnTo>
                  <a:lnTo>
                    <a:pt x="281895" y="509627"/>
                  </a:lnTo>
                  <a:lnTo>
                    <a:pt x="282563" y="515607"/>
                  </a:lnTo>
                  <a:lnTo>
                    <a:pt x="283231" y="484357"/>
                  </a:lnTo>
                  <a:lnTo>
                    <a:pt x="283899" y="496865"/>
                  </a:lnTo>
                  <a:lnTo>
                    <a:pt x="284567" y="662530"/>
                  </a:lnTo>
                  <a:lnTo>
                    <a:pt x="285235" y="699347"/>
                  </a:lnTo>
                  <a:lnTo>
                    <a:pt x="285903" y="864287"/>
                  </a:lnTo>
                  <a:lnTo>
                    <a:pt x="286571" y="898232"/>
                  </a:lnTo>
                  <a:lnTo>
                    <a:pt x="287239" y="890223"/>
                  </a:lnTo>
                  <a:lnTo>
                    <a:pt x="287907" y="857333"/>
                  </a:lnTo>
                  <a:lnTo>
                    <a:pt x="288575" y="805468"/>
                  </a:lnTo>
                  <a:lnTo>
                    <a:pt x="289243" y="860439"/>
                  </a:lnTo>
                  <a:lnTo>
                    <a:pt x="289911" y="783785"/>
                  </a:lnTo>
                  <a:lnTo>
                    <a:pt x="290579" y="727744"/>
                  </a:lnTo>
                  <a:lnTo>
                    <a:pt x="291248" y="737440"/>
                  </a:lnTo>
                  <a:lnTo>
                    <a:pt x="291916" y="744117"/>
                  </a:lnTo>
                  <a:lnTo>
                    <a:pt x="292584" y="782612"/>
                  </a:lnTo>
                  <a:lnTo>
                    <a:pt x="293252" y="831006"/>
                  </a:lnTo>
                  <a:lnTo>
                    <a:pt x="293920" y="813920"/>
                  </a:lnTo>
                  <a:lnTo>
                    <a:pt x="294588" y="708788"/>
                  </a:lnTo>
                  <a:lnTo>
                    <a:pt x="295256" y="754102"/>
                  </a:lnTo>
                  <a:lnTo>
                    <a:pt x="295924" y="703820"/>
                  </a:lnTo>
                  <a:lnTo>
                    <a:pt x="296592" y="603619"/>
                  </a:lnTo>
                  <a:lnTo>
                    <a:pt x="297260" y="562769"/>
                  </a:lnTo>
                  <a:lnTo>
                    <a:pt x="297928" y="607402"/>
                  </a:lnTo>
                  <a:lnTo>
                    <a:pt x="298596" y="620120"/>
                  </a:lnTo>
                  <a:lnTo>
                    <a:pt x="299264" y="641090"/>
                  </a:lnTo>
                  <a:lnTo>
                    <a:pt x="299932" y="669335"/>
                  </a:lnTo>
                  <a:lnTo>
                    <a:pt x="300600" y="696999"/>
                  </a:lnTo>
                  <a:lnTo>
                    <a:pt x="301268" y="697764"/>
                  </a:lnTo>
                  <a:lnTo>
                    <a:pt x="301936" y="696235"/>
                  </a:lnTo>
                  <a:lnTo>
                    <a:pt x="302604" y="689401"/>
                  </a:lnTo>
                  <a:lnTo>
                    <a:pt x="303272" y="684511"/>
                  </a:lnTo>
                  <a:lnTo>
                    <a:pt x="303940" y="696235"/>
                  </a:lnTo>
                  <a:lnTo>
                    <a:pt x="304608" y="721576"/>
                  </a:lnTo>
                  <a:lnTo>
                    <a:pt x="305276" y="733586"/>
                  </a:lnTo>
                  <a:lnTo>
                    <a:pt x="305944" y="745156"/>
                  </a:lnTo>
                  <a:lnTo>
                    <a:pt x="306612" y="859327"/>
                  </a:lnTo>
                  <a:lnTo>
                    <a:pt x="307280" y="919229"/>
                  </a:lnTo>
                  <a:lnTo>
                    <a:pt x="307948" y="800505"/>
                  </a:lnTo>
                  <a:lnTo>
                    <a:pt x="308616" y="718356"/>
                  </a:lnTo>
                  <a:lnTo>
                    <a:pt x="309284" y="718356"/>
                  </a:lnTo>
                  <a:lnTo>
                    <a:pt x="309952" y="652730"/>
                  </a:lnTo>
                  <a:lnTo>
                    <a:pt x="310620" y="605921"/>
                  </a:lnTo>
                  <a:lnTo>
                    <a:pt x="311288" y="571058"/>
                  </a:lnTo>
                  <a:lnTo>
                    <a:pt x="311956" y="469297"/>
                  </a:lnTo>
                  <a:lnTo>
                    <a:pt x="312624" y="416697"/>
                  </a:lnTo>
                  <a:lnTo>
                    <a:pt x="313292" y="380964"/>
                  </a:lnTo>
                  <a:lnTo>
                    <a:pt x="313960" y="376136"/>
                  </a:lnTo>
                  <a:lnTo>
                    <a:pt x="314628" y="343344"/>
                  </a:lnTo>
                  <a:lnTo>
                    <a:pt x="315296" y="304270"/>
                  </a:lnTo>
                  <a:lnTo>
                    <a:pt x="315965" y="259454"/>
                  </a:lnTo>
                  <a:lnTo>
                    <a:pt x="316633" y="279054"/>
                  </a:lnTo>
                  <a:lnTo>
                    <a:pt x="317301" y="277682"/>
                  </a:lnTo>
                  <a:lnTo>
                    <a:pt x="317969" y="274948"/>
                  </a:lnTo>
                  <a:lnTo>
                    <a:pt x="318637" y="270869"/>
                  </a:lnTo>
                  <a:lnTo>
                    <a:pt x="319305" y="276314"/>
                  </a:lnTo>
                  <a:lnTo>
                    <a:pt x="319973" y="266144"/>
                  </a:lnTo>
                  <a:lnTo>
                    <a:pt x="320641" y="261453"/>
                  </a:lnTo>
                  <a:lnTo>
                    <a:pt x="321309" y="228301"/>
                  </a:lnTo>
                  <a:lnTo>
                    <a:pt x="321977" y="225143"/>
                  </a:lnTo>
                  <a:lnTo>
                    <a:pt x="322645" y="226404"/>
                  </a:lnTo>
                  <a:lnTo>
                    <a:pt x="323313" y="378268"/>
                  </a:lnTo>
                  <a:lnTo>
                    <a:pt x="323981" y="473262"/>
                  </a:lnTo>
                  <a:lnTo>
                    <a:pt x="324649" y="462642"/>
                  </a:lnTo>
                  <a:lnTo>
                    <a:pt x="325317" y="527132"/>
                  </a:lnTo>
                  <a:lnTo>
                    <a:pt x="325985" y="510645"/>
                  </a:lnTo>
                  <a:lnTo>
                    <a:pt x="326653" y="471336"/>
                  </a:lnTo>
                  <a:lnTo>
                    <a:pt x="327321" y="438743"/>
                  </a:lnTo>
                  <a:lnTo>
                    <a:pt x="327989" y="394058"/>
                  </a:lnTo>
                  <a:lnTo>
                    <a:pt x="328657" y="379041"/>
                  </a:lnTo>
                  <a:lnTo>
                    <a:pt x="329325" y="348516"/>
                  </a:lnTo>
                  <a:lnTo>
                    <a:pt x="329993" y="322332"/>
                  </a:lnTo>
                  <a:lnTo>
                    <a:pt x="330661" y="294740"/>
                  </a:lnTo>
                  <a:lnTo>
                    <a:pt x="331329" y="304990"/>
                  </a:lnTo>
                  <a:lnTo>
                    <a:pt x="331997" y="321600"/>
                  </a:lnTo>
                  <a:lnTo>
                    <a:pt x="332665" y="320868"/>
                  </a:lnTo>
                  <a:lnTo>
                    <a:pt x="333333" y="250212"/>
                  </a:lnTo>
                  <a:lnTo>
                    <a:pt x="334001" y="270613"/>
                  </a:lnTo>
                  <a:lnTo>
                    <a:pt x="334669" y="132277"/>
                  </a:lnTo>
                  <a:lnTo>
                    <a:pt x="335337" y="156571"/>
                  </a:lnTo>
                  <a:lnTo>
                    <a:pt x="336005" y="0"/>
                  </a:lnTo>
                  <a:lnTo>
                    <a:pt x="336673" y="15587"/>
                  </a:lnTo>
                  <a:lnTo>
                    <a:pt x="337341" y="40893"/>
                  </a:lnTo>
                  <a:lnTo>
                    <a:pt x="338009" y="109288"/>
                  </a:lnTo>
                  <a:lnTo>
                    <a:pt x="338677" y="136580"/>
                  </a:lnTo>
                  <a:lnTo>
                    <a:pt x="339345" y="167983"/>
                  </a:lnTo>
                  <a:lnTo>
                    <a:pt x="340013" y="218252"/>
                  </a:lnTo>
                  <a:lnTo>
                    <a:pt x="340682" y="375657"/>
                  </a:lnTo>
                  <a:lnTo>
                    <a:pt x="341350" y="381536"/>
                  </a:lnTo>
                  <a:lnTo>
                    <a:pt x="342018" y="349020"/>
                  </a:lnTo>
                  <a:lnTo>
                    <a:pt x="342686" y="379935"/>
                  </a:lnTo>
                  <a:lnTo>
                    <a:pt x="343354" y="375836"/>
                  </a:lnTo>
                  <a:lnTo>
                    <a:pt x="344022" y="339554"/>
                  </a:lnTo>
                  <a:lnTo>
                    <a:pt x="344690" y="318965"/>
                  </a:lnTo>
                  <a:lnTo>
                    <a:pt x="345358" y="307871"/>
                  </a:lnTo>
                  <a:lnTo>
                    <a:pt x="346026" y="304216"/>
                  </a:lnTo>
                  <a:lnTo>
                    <a:pt x="346694" y="327012"/>
                  </a:lnTo>
                  <a:lnTo>
                    <a:pt x="347362" y="403720"/>
                  </a:lnTo>
                  <a:lnTo>
                    <a:pt x="348030" y="381178"/>
                  </a:lnTo>
                  <a:lnTo>
                    <a:pt x="348698" y="361567"/>
                  </a:lnTo>
                  <a:lnTo>
                    <a:pt x="349366" y="353537"/>
                  </a:lnTo>
                  <a:lnTo>
                    <a:pt x="350034" y="340377"/>
                  </a:lnTo>
                  <a:lnTo>
                    <a:pt x="350702" y="339775"/>
                  </a:lnTo>
                  <a:lnTo>
                    <a:pt x="351370" y="365622"/>
                  </a:lnTo>
                  <a:lnTo>
                    <a:pt x="352038" y="389574"/>
                  </a:lnTo>
                  <a:lnTo>
                    <a:pt x="352706" y="251805"/>
                  </a:lnTo>
                  <a:lnTo>
                    <a:pt x="353374" y="261942"/>
                  </a:lnTo>
                  <a:lnTo>
                    <a:pt x="354042" y="291844"/>
                  </a:lnTo>
                  <a:lnTo>
                    <a:pt x="354710" y="343422"/>
                  </a:lnTo>
                  <a:lnTo>
                    <a:pt x="355378" y="370026"/>
                  </a:lnTo>
                  <a:lnTo>
                    <a:pt x="356046" y="372924"/>
                  </a:lnTo>
                  <a:lnTo>
                    <a:pt x="356714" y="370027"/>
                  </a:lnTo>
                  <a:lnTo>
                    <a:pt x="357382" y="407554"/>
                  </a:lnTo>
                  <a:lnTo>
                    <a:pt x="358050" y="440005"/>
                  </a:lnTo>
                  <a:lnTo>
                    <a:pt x="358718" y="444015"/>
                  </a:lnTo>
                  <a:lnTo>
                    <a:pt x="359386" y="458254"/>
                  </a:lnTo>
                  <a:lnTo>
                    <a:pt x="360054" y="514167"/>
                  </a:lnTo>
                  <a:lnTo>
                    <a:pt x="360722" y="583048"/>
                  </a:lnTo>
                  <a:lnTo>
                    <a:pt x="361390" y="480558"/>
                  </a:lnTo>
                  <a:lnTo>
                    <a:pt x="362058" y="549552"/>
                  </a:lnTo>
                  <a:lnTo>
                    <a:pt x="362726" y="582094"/>
                  </a:lnTo>
                  <a:lnTo>
                    <a:pt x="363394" y="636735"/>
                  </a:lnTo>
                  <a:lnTo>
                    <a:pt x="364062" y="691276"/>
                  </a:lnTo>
                  <a:lnTo>
                    <a:pt x="364730" y="715595"/>
                  </a:lnTo>
                  <a:lnTo>
                    <a:pt x="365399" y="644067"/>
                  </a:lnTo>
                  <a:lnTo>
                    <a:pt x="366067" y="599021"/>
                  </a:lnTo>
                  <a:lnTo>
                    <a:pt x="366735" y="533894"/>
                  </a:lnTo>
                  <a:lnTo>
                    <a:pt x="367403" y="484357"/>
                  </a:lnTo>
                  <a:lnTo>
                    <a:pt x="368071" y="450968"/>
                  </a:lnTo>
                  <a:lnTo>
                    <a:pt x="368739" y="472094"/>
                  </a:lnTo>
                  <a:lnTo>
                    <a:pt x="369407" y="483405"/>
                  </a:lnTo>
                  <a:lnTo>
                    <a:pt x="370075" y="398992"/>
                  </a:lnTo>
                  <a:lnTo>
                    <a:pt x="370743" y="329799"/>
                  </a:lnTo>
                  <a:lnTo>
                    <a:pt x="371411" y="254153"/>
                  </a:lnTo>
                  <a:lnTo>
                    <a:pt x="372079" y="195611"/>
                  </a:lnTo>
                  <a:lnTo>
                    <a:pt x="372747" y="120915"/>
                  </a:lnTo>
                  <a:lnTo>
                    <a:pt x="373415" y="76639"/>
                  </a:lnTo>
                  <a:lnTo>
                    <a:pt x="374083" y="57064"/>
                  </a:lnTo>
                  <a:lnTo>
                    <a:pt x="374751" y="11094"/>
                  </a:lnTo>
                  <a:lnTo>
                    <a:pt x="375419" y="34354"/>
                  </a:lnTo>
                  <a:lnTo>
                    <a:pt x="376087" y="51309"/>
                  </a:lnTo>
                  <a:lnTo>
                    <a:pt x="376755" y="75645"/>
                  </a:lnTo>
                  <a:lnTo>
                    <a:pt x="377423" y="55140"/>
                  </a:lnTo>
                  <a:lnTo>
                    <a:pt x="378091" y="11094"/>
                  </a:lnTo>
                  <a:lnTo>
                    <a:pt x="378759" y="150997"/>
                  </a:lnTo>
                  <a:lnTo>
                    <a:pt x="379427" y="243151"/>
                  </a:lnTo>
                  <a:lnTo>
                    <a:pt x="380095" y="375005"/>
                  </a:lnTo>
                  <a:lnTo>
                    <a:pt x="380763" y="363368"/>
                  </a:lnTo>
                  <a:lnTo>
                    <a:pt x="381431" y="356868"/>
                  </a:lnTo>
                  <a:lnTo>
                    <a:pt x="382099" y="348134"/>
                  </a:lnTo>
                  <a:lnTo>
                    <a:pt x="382767" y="372260"/>
                  </a:lnTo>
                  <a:lnTo>
                    <a:pt x="383435" y="371071"/>
                  </a:lnTo>
                  <a:lnTo>
                    <a:pt x="384103" y="335287"/>
                  </a:lnTo>
                  <a:lnTo>
                    <a:pt x="384771" y="342812"/>
                  </a:lnTo>
                  <a:lnTo>
                    <a:pt x="385439" y="342056"/>
                  </a:lnTo>
                  <a:lnTo>
                    <a:pt x="386107" y="331187"/>
                  </a:lnTo>
                  <a:lnTo>
                    <a:pt x="386775" y="330815"/>
                  </a:lnTo>
                  <a:lnTo>
                    <a:pt x="387443" y="359692"/>
                  </a:lnTo>
                  <a:lnTo>
                    <a:pt x="388111" y="390780"/>
                  </a:lnTo>
                  <a:lnTo>
                    <a:pt x="388779" y="359120"/>
                  </a:lnTo>
                  <a:lnTo>
                    <a:pt x="389448" y="417415"/>
                  </a:lnTo>
                  <a:lnTo>
                    <a:pt x="390116" y="289697"/>
                  </a:lnTo>
                  <a:lnTo>
                    <a:pt x="390784" y="328616"/>
                  </a:lnTo>
                  <a:lnTo>
                    <a:pt x="391452" y="366027"/>
                  </a:lnTo>
                  <a:lnTo>
                    <a:pt x="392120" y="223885"/>
                  </a:lnTo>
                  <a:lnTo>
                    <a:pt x="392788" y="222628"/>
                  </a:lnTo>
                  <a:lnTo>
                    <a:pt x="393456" y="236587"/>
                  </a:lnTo>
                  <a:lnTo>
                    <a:pt x="394124" y="307854"/>
                  </a:lnTo>
                  <a:lnTo>
                    <a:pt x="394792" y="335032"/>
                  </a:lnTo>
                  <a:lnTo>
                    <a:pt x="395460" y="276998"/>
                  </a:lnTo>
                  <a:lnTo>
                    <a:pt x="396128" y="256135"/>
                  </a:lnTo>
                  <a:lnTo>
                    <a:pt x="396796" y="216385"/>
                  </a:lnTo>
                  <a:lnTo>
                    <a:pt x="397464" y="242387"/>
                  </a:lnTo>
                  <a:lnTo>
                    <a:pt x="398132" y="271547"/>
                  </a:lnTo>
                  <a:lnTo>
                    <a:pt x="398800" y="245634"/>
                  </a:lnTo>
                  <a:lnTo>
                    <a:pt x="399468" y="234665"/>
                  </a:lnTo>
                  <a:lnTo>
                    <a:pt x="400136" y="234665"/>
                  </a:lnTo>
                  <a:lnTo>
                    <a:pt x="400804" y="396479"/>
                  </a:lnTo>
                  <a:lnTo>
                    <a:pt x="401472" y="419037"/>
                  </a:lnTo>
                  <a:lnTo>
                    <a:pt x="402140" y="417458"/>
                  </a:lnTo>
                  <a:lnTo>
                    <a:pt x="402808" y="435170"/>
                  </a:lnTo>
                  <a:lnTo>
                    <a:pt x="403476" y="402056"/>
                  </a:lnTo>
                  <a:lnTo>
                    <a:pt x="404144" y="343976"/>
                  </a:lnTo>
                  <a:lnTo>
                    <a:pt x="404812" y="309969"/>
                  </a:lnTo>
                  <a:lnTo>
                    <a:pt x="405480" y="319498"/>
                  </a:lnTo>
                  <a:lnTo>
                    <a:pt x="406148" y="374670"/>
                  </a:lnTo>
                  <a:lnTo>
                    <a:pt x="406816" y="421212"/>
                  </a:lnTo>
                  <a:lnTo>
                    <a:pt x="407484" y="402665"/>
                  </a:lnTo>
                  <a:lnTo>
                    <a:pt x="408152" y="428786"/>
                  </a:lnTo>
                  <a:lnTo>
                    <a:pt x="408820" y="444868"/>
                  </a:lnTo>
                  <a:lnTo>
                    <a:pt x="409488" y="458037"/>
                  </a:lnTo>
                  <a:lnTo>
                    <a:pt x="410156" y="439031"/>
                  </a:lnTo>
                  <a:lnTo>
                    <a:pt x="410824" y="432721"/>
                  </a:lnTo>
                  <a:lnTo>
                    <a:pt x="411492" y="430084"/>
                  </a:lnTo>
                  <a:lnTo>
                    <a:pt x="412160" y="301418"/>
                  </a:lnTo>
                  <a:lnTo>
                    <a:pt x="412828" y="301418"/>
                  </a:lnTo>
                  <a:lnTo>
                    <a:pt x="413496" y="359526"/>
                  </a:lnTo>
                  <a:lnTo>
                    <a:pt x="414165" y="432282"/>
                  </a:lnTo>
                  <a:lnTo>
                    <a:pt x="414833" y="509627"/>
                  </a:lnTo>
                  <a:lnTo>
                    <a:pt x="415501" y="616417"/>
                  </a:lnTo>
                  <a:lnTo>
                    <a:pt x="416169" y="609400"/>
                  </a:lnTo>
                  <a:lnTo>
                    <a:pt x="416837" y="645297"/>
                  </a:lnTo>
                  <a:lnTo>
                    <a:pt x="417505" y="708745"/>
                  </a:lnTo>
                  <a:lnTo>
                    <a:pt x="418173" y="729525"/>
                  </a:lnTo>
                  <a:lnTo>
                    <a:pt x="418841" y="780872"/>
                  </a:lnTo>
                  <a:lnTo>
                    <a:pt x="419509" y="799492"/>
                  </a:lnTo>
                  <a:lnTo>
                    <a:pt x="420177" y="865884"/>
                  </a:lnTo>
                  <a:lnTo>
                    <a:pt x="420845" y="903775"/>
                  </a:lnTo>
                  <a:lnTo>
                    <a:pt x="421513" y="833470"/>
                  </a:lnTo>
                  <a:lnTo>
                    <a:pt x="422181" y="876478"/>
                  </a:lnTo>
                  <a:lnTo>
                    <a:pt x="422849" y="942125"/>
                  </a:lnTo>
                  <a:lnTo>
                    <a:pt x="423517" y="962217"/>
                  </a:lnTo>
                  <a:lnTo>
                    <a:pt x="424185" y="993617"/>
                  </a:lnTo>
                  <a:lnTo>
                    <a:pt x="424853" y="916932"/>
                  </a:lnTo>
                  <a:lnTo>
                    <a:pt x="425521" y="813829"/>
                  </a:lnTo>
                  <a:lnTo>
                    <a:pt x="426189" y="788563"/>
                  </a:lnTo>
                  <a:lnTo>
                    <a:pt x="426857" y="862997"/>
                  </a:lnTo>
                  <a:lnTo>
                    <a:pt x="427525" y="753135"/>
                  </a:lnTo>
                  <a:lnTo>
                    <a:pt x="428193" y="774254"/>
                  </a:lnTo>
                  <a:lnTo>
                    <a:pt x="428861" y="743049"/>
                  </a:lnTo>
                  <a:lnTo>
                    <a:pt x="429529" y="640558"/>
                  </a:lnTo>
                  <a:lnTo>
                    <a:pt x="430197" y="621140"/>
                  </a:lnTo>
                  <a:lnTo>
                    <a:pt x="430865" y="599861"/>
                  </a:lnTo>
                  <a:lnTo>
                    <a:pt x="431533" y="540961"/>
                  </a:lnTo>
                  <a:lnTo>
                    <a:pt x="432201" y="563999"/>
                  </a:lnTo>
                  <a:lnTo>
                    <a:pt x="432869" y="513930"/>
                  </a:lnTo>
                  <a:lnTo>
                    <a:pt x="433537" y="492104"/>
                  </a:lnTo>
                  <a:lnTo>
                    <a:pt x="434205" y="530196"/>
                  </a:lnTo>
                  <a:lnTo>
                    <a:pt x="434873" y="528734"/>
                  </a:lnTo>
                  <a:lnTo>
                    <a:pt x="435541" y="526691"/>
                  </a:lnTo>
                  <a:lnTo>
                    <a:pt x="436209" y="508322"/>
                  </a:lnTo>
                  <a:lnTo>
                    <a:pt x="436877" y="510305"/>
                  </a:lnTo>
                  <a:lnTo>
                    <a:pt x="437545" y="536378"/>
                  </a:lnTo>
                  <a:lnTo>
                    <a:pt x="438213" y="507790"/>
                  </a:lnTo>
                  <a:lnTo>
                    <a:pt x="438882" y="556691"/>
                  </a:lnTo>
                  <a:lnTo>
                    <a:pt x="439550" y="583480"/>
                  </a:lnTo>
                  <a:lnTo>
                    <a:pt x="440218" y="622418"/>
                  </a:lnTo>
                  <a:lnTo>
                    <a:pt x="440886" y="578508"/>
                  </a:lnTo>
                  <a:lnTo>
                    <a:pt x="441554" y="629595"/>
                  </a:lnTo>
                  <a:lnTo>
                    <a:pt x="442222" y="577031"/>
                  </a:lnTo>
                  <a:lnTo>
                    <a:pt x="442890" y="673762"/>
                  </a:lnTo>
                  <a:lnTo>
                    <a:pt x="443558" y="754358"/>
                  </a:lnTo>
                  <a:lnTo>
                    <a:pt x="444226" y="611869"/>
                  </a:lnTo>
                  <a:lnTo>
                    <a:pt x="444894" y="601735"/>
                  </a:lnTo>
                  <a:lnTo>
                    <a:pt x="445562" y="464664"/>
                  </a:lnTo>
                  <a:lnTo>
                    <a:pt x="446230" y="563447"/>
                  </a:lnTo>
                  <a:lnTo>
                    <a:pt x="446898" y="787393"/>
                  </a:lnTo>
                  <a:lnTo>
                    <a:pt x="447566" y="790778"/>
                  </a:lnTo>
                  <a:lnTo>
                    <a:pt x="448234" y="990293"/>
                  </a:lnTo>
                  <a:lnTo>
                    <a:pt x="448902" y="1005773"/>
                  </a:lnTo>
                  <a:lnTo>
                    <a:pt x="449570" y="945339"/>
                  </a:lnTo>
                  <a:lnTo>
                    <a:pt x="450238" y="899793"/>
                  </a:lnTo>
                  <a:lnTo>
                    <a:pt x="450906" y="857333"/>
                  </a:lnTo>
                  <a:lnTo>
                    <a:pt x="451574" y="855333"/>
                  </a:lnTo>
                  <a:lnTo>
                    <a:pt x="452242" y="878721"/>
                  </a:lnTo>
                  <a:lnTo>
                    <a:pt x="452910" y="896587"/>
                  </a:lnTo>
                  <a:lnTo>
                    <a:pt x="453578" y="870487"/>
                  </a:lnTo>
                  <a:lnTo>
                    <a:pt x="454246" y="887065"/>
                  </a:lnTo>
                  <a:lnTo>
                    <a:pt x="454914" y="923820"/>
                  </a:lnTo>
                  <a:lnTo>
                    <a:pt x="455582" y="865395"/>
                  </a:lnTo>
                  <a:lnTo>
                    <a:pt x="456250" y="805468"/>
                  </a:lnTo>
                  <a:lnTo>
                    <a:pt x="456918" y="693507"/>
                  </a:lnTo>
                  <a:lnTo>
                    <a:pt x="457586" y="698857"/>
                  </a:lnTo>
                  <a:lnTo>
                    <a:pt x="458254" y="665461"/>
                  </a:lnTo>
                  <a:lnTo>
                    <a:pt x="458922" y="523669"/>
                  </a:lnTo>
                  <a:lnTo>
                    <a:pt x="459590" y="591064"/>
                  </a:lnTo>
                  <a:lnTo>
                    <a:pt x="460258" y="696599"/>
                  </a:lnTo>
                  <a:lnTo>
                    <a:pt x="460926" y="745214"/>
                  </a:lnTo>
                  <a:lnTo>
                    <a:pt x="461594" y="765767"/>
                  </a:lnTo>
                  <a:lnTo>
                    <a:pt x="462262" y="738034"/>
                  </a:lnTo>
                  <a:lnTo>
                    <a:pt x="462930" y="696599"/>
                  </a:lnTo>
                  <a:lnTo>
                    <a:pt x="463599" y="739463"/>
                  </a:lnTo>
                  <a:lnTo>
                    <a:pt x="464267" y="765767"/>
                  </a:lnTo>
                  <a:lnTo>
                    <a:pt x="464935" y="738034"/>
                  </a:lnTo>
                  <a:lnTo>
                    <a:pt x="465603" y="804235"/>
                  </a:lnTo>
                  <a:lnTo>
                    <a:pt x="466271" y="898220"/>
                  </a:lnTo>
                  <a:lnTo>
                    <a:pt x="466939" y="874700"/>
                  </a:lnTo>
                  <a:lnTo>
                    <a:pt x="467607" y="830153"/>
                  </a:lnTo>
                  <a:lnTo>
                    <a:pt x="468275" y="828502"/>
                  </a:lnTo>
                  <a:lnTo>
                    <a:pt x="468943" y="828502"/>
                  </a:lnTo>
                  <a:lnTo>
                    <a:pt x="469611" y="828502"/>
                  </a:lnTo>
                  <a:lnTo>
                    <a:pt x="470279" y="791666"/>
                  </a:lnTo>
                  <a:lnTo>
                    <a:pt x="470947" y="746660"/>
                  </a:lnTo>
                  <a:lnTo>
                    <a:pt x="471615" y="794401"/>
                  </a:lnTo>
                  <a:lnTo>
                    <a:pt x="472283" y="732618"/>
                  </a:lnTo>
                  <a:lnTo>
                    <a:pt x="472951" y="657973"/>
                  </a:lnTo>
                  <a:lnTo>
                    <a:pt x="473619" y="573919"/>
                  </a:lnTo>
                  <a:lnTo>
                    <a:pt x="474287" y="532865"/>
                  </a:lnTo>
                  <a:lnTo>
                    <a:pt x="474955" y="554994"/>
                  </a:lnTo>
                  <a:lnTo>
                    <a:pt x="475623" y="562810"/>
                  </a:lnTo>
                  <a:lnTo>
                    <a:pt x="476291" y="544977"/>
                  </a:lnTo>
                  <a:lnTo>
                    <a:pt x="476959" y="554994"/>
                  </a:lnTo>
                  <a:lnTo>
                    <a:pt x="477627" y="577129"/>
                  </a:lnTo>
                  <a:lnTo>
                    <a:pt x="478295" y="592607"/>
                  </a:lnTo>
                  <a:lnTo>
                    <a:pt x="478963" y="589316"/>
                  </a:lnTo>
                  <a:lnTo>
                    <a:pt x="479631" y="517314"/>
                  </a:lnTo>
                  <a:lnTo>
                    <a:pt x="480299" y="456044"/>
                  </a:lnTo>
                  <a:lnTo>
                    <a:pt x="480967" y="437741"/>
                  </a:lnTo>
                  <a:lnTo>
                    <a:pt x="481635" y="420295"/>
                  </a:lnTo>
                  <a:lnTo>
                    <a:pt x="482303" y="447376"/>
                  </a:lnTo>
                  <a:lnTo>
                    <a:pt x="482971" y="505591"/>
                  </a:lnTo>
                  <a:lnTo>
                    <a:pt x="483639" y="398161"/>
                  </a:lnTo>
                  <a:lnTo>
                    <a:pt x="484307" y="409048"/>
                  </a:lnTo>
                  <a:lnTo>
                    <a:pt x="484975" y="392376"/>
                  </a:lnTo>
                  <a:lnTo>
                    <a:pt x="485643" y="371345"/>
                  </a:lnTo>
                  <a:lnTo>
                    <a:pt x="486311" y="381773"/>
                  </a:lnTo>
                  <a:lnTo>
                    <a:pt x="486979" y="377742"/>
                  </a:lnTo>
                  <a:lnTo>
                    <a:pt x="487648" y="361872"/>
                  </a:lnTo>
                  <a:lnTo>
                    <a:pt x="488316" y="334281"/>
                  </a:lnTo>
                  <a:lnTo>
                    <a:pt x="488984" y="326087"/>
                  </a:lnTo>
                  <a:lnTo>
                    <a:pt x="489652" y="377742"/>
                  </a:lnTo>
                  <a:lnTo>
                    <a:pt x="490320" y="447366"/>
                  </a:lnTo>
                  <a:lnTo>
                    <a:pt x="490988" y="526719"/>
                  </a:lnTo>
                  <a:lnTo>
                    <a:pt x="491656" y="645297"/>
                  </a:lnTo>
                  <a:lnTo>
                    <a:pt x="492324" y="651485"/>
                  </a:lnTo>
                  <a:lnTo>
                    <a:pt x="492992" y="640390"/>
                  </a:lnTo>
                  <a:lnTo>
                    <a:pt x="493660" y="661514"/>
                  </a:lnTo>
                  <a:lnTo>
                    <a:pt x="494328" y="733765"/>
                  </a:lnTo>
                  <a:lnTo>
                    <a:pt x="494996" y="768759"/>
                  </a:lnTo>
                  <a:lnTo>
                    <a:pt x="495664" y="825211"/>
                  </a:lnTo>
                  <a:lnTo>
                    <a:pt x="496332" y="853746"/>
                  </a:lnTo>
                  <a:lnTo>
                    <a:pt x="497000" y="979161"/>
                  </a:lnTo>
                  <a:lnTo>
                    <a:pt x="497668" y="985710"/>
                  </a:lnTo>
                  <a:lnTo>
                    <a:pt x="498336" y="1015643"/>
                  </a:lnTo>
                  <a:lnTo>
                    <a:pt x="499004" y="1104087"/>
                  </a:lnTo>
                  <a:lnTo>
                    <a:pt x="499672" y="1081029"/>
                  </a:lnTo>
                  <a:lnTo>
                    <a:pt x="500340" y="1049110"/>
                  </a:lnTo>
                  <a:lnTo>
                    <a:pt x="501008" y="1010869"/>
                  </a:lnTo>
                  <a:lnTo>
                    <a:pt x="501676" y="1075094"/>
                  </a:lnTo>
                  <a:lnTo>
                    <a:pt x="502344" y="1129275"/>
                  </a:lnTo>
                  <a:lnTo>
                    <a:pt x="503012" y="1140218"/>
                  </a:lnTo>
                  <a:lnTo>
                    <a:pt x="503680" y="1174245"/>
                  </a:lnTo>
                  <a:lnTo>
                    <a:pt x="504348" y="1152606"/>
                  </a:lnTo>
                  <a:lnTo>
                    <a:pt x="505016" y="1134115"/>
                  </a:lnTo>
                  <a:lnTo>
                    <a:pt x="505684" y="1116153"/>
                  </a:lnTo>
                  <a:lnTo>
                    <a:pt x="506352" y="1105618"/>
                  </a:lnTo>
                  <a:lnTo>
                    <a:pt x="507020" y="1095257"/>
                  </a:lnTo>
                  <a:lnTo>
                    <a:pt x="507688" y="958625"/>
                  </a:lnTo>
                  <a:lnTo>
                    <a:pt x="508356" y="956639"/>
                  </a:lnTo>
                  <a:lnTo>
                    <a:pt x="509024" y="979838"/>
                  </a:lnTo>
                  <a:lnTo>
                    <a:pt x="509692" y="993341"/>
                  </a:lnTo>
                  <a:lnTo>
                    <a:pt x="510360" y="899793"/>
                  </a:lnTo>
                  <a:lnTo>
                    <a:pt x="511028" y="916075"/>
                  </a:lnTo>
                  <a:lnTo>
                    <a:pt x="511696" y="959245"/>
                  </a:lnTo>
                  <a:lnTo>
                    <a:pt x="512365" y="760456"/>
                  </a:lnTo>
                  <a:lnTo>
                    <a:pt x="513033" y="573250"/>
                  </a:lnTo>
                  <a:lnTo>
                    <a:pt x="513701" y="531836"/>
                  </a:lnTo>
                  <a:lnTo>
                    <a:pt x="514369" y="522655"/>
                  </a:lnTo>
                  <a:lnTo>
                    <a:pt x="515037" y="532864"/>
                  </a:lnTo>
                  <a:lnTo>
                    <a:pt x="515705" y="454591"/>
                  </a:lnTo>
                  <a:lnTo>
                    <a:pt x="516373" y="602784"/>
                  </a:lnTo>
                  <a:lnTo>
                    <a:pt x="517041" y="595729"/>
                  </a:lnTo>
                  <a:lnTo>
                    <a:pt x="517709" y="635264"/>
                  </a:lnTo>
                  <a:lnTo>
                    <a:pt x="518377" y="785361"/>
                  </a:lnTo>
                  <a:lnTo>
                    <a:pt x="519045" y="769640"/>
                  </a:lnTo>
                  <a:lnTo>
                    <a:pt x="519713" y="749930"/>
                  </a:lnTo>
                  <a:lnTo>
                    <a:pt x="520381" y="749930"/>
                  </a:lnTo>
                  <a:lnTo>
                    <a:pt x="521049" y="744889"/>
                  </a:lnTo>
                  <a:lnTo>
                    <a:pt x="521717" y="730821"/>
                  </a:lnTo>
                  <a:lnTo>
                    <a:pt x="522385" y="727556"/>
                  </a:lnTo>
                  <a:lnTo>
                    <a:pt x="523053" y="702815"/>
                  </a:lnTo>
                  <a:lnTo>
                    <a:pt x="523721" y="670038"/>
                  </a:lnTo>
                  <a:lnTo>
                    <a:pt x="524389" y="656810"/>
                  </a:lnTo>
                  <a:lnTo>
                    <a:pt x="525057" y="627684"/>
                  </a:lnTo>
                  <a:lnTo>
                    <a:pt x="525725" y="669296"/>
                  </a:lnTo>
                  <a:lnTo>
                    <a:pt x="526393" y="618872"/>
                  </a:lnTo>
                  <a:lnTo>
                    <a:pt x="527061" y="608134"/>
                  </a:lnTo>
                  <a:lnTo>
                    <a:pt x="527729" y="591233"/>
                  </a:lnTo>
                  <a:lnTo>
                    <a:pt x="528397" y="444703"/>
                  </a:lnTo>
                  <a:lnTo>
                    <a:pt x="529065" y="417757"/>
                  </a:lnTo>
                  <a:lnTo>
                    <a:pt x="529733" y="424357"/>
                  </a:lnTo>
                  <a:lnTo>
                    <a:pt x="530401" y="392394"/>
                  </a:lnTo>
                  <a:lnTo>
                    <a:pt x="531069" y="364270"/>
                  </a:lnTo>
                  <a:lnTo>
                    <a:pt x="531737" y="346756"/>
                  </a:lnTo>
                  <a:lnTo>
                    <a:pt x="532405" y="342314"/>
                  </a:lnTo>
                  <a:lnTo>
                    <a:pt x="533073" y="355169"/>
                  </a:lnTo>
                  <a:lnTo>
                    <a:pt x="533741" y="378175"/>
                  </a:lnTo>
                  <a:lnTo>
                    <a:pt x="534409" y="397207"/>
                  </a:lnTo>
                  <a:lnTo>
                    <a:pt x="535077" y="420584"/>
                  </a:lnTo>
                  <a:lnTo>
                    <a:pt x="535745" y="435812"/>
                  </a:lnTo>
                  <a:lnTo>
                    <a:pt x="536413" y="474214"/>
                  </a:lnTo>
                  <a:lnTo>
                    <a:pt x="537082" y="481304"/>
                  </a:lnTo>
                  <a:lnTo>
                    <a:pt x="537750" y="497155"/>
                  </a:lnTo>
                  <a:lnTo>
                    <a:pt x="538418" y="526280"/>
                  </a:lnTo>
                  <a:lnTo>
                    <a:pt x="539086" y="527946"/>
                  </a:lnTo>
                  <a:lnTo>
                    <a:pt x="539754" y="422712"/>
                  </a:lnTo>
                  <a:lnTo>
                    <a:pt x="540422" y="504688"/>
                  </a:lnTo>
                  <a:lnTo>
                    <a:pt x="541090" y="566697"/>
                  </a:lnTo>
                  <a:lnTo>
                    <a:pt x="541758" y="619955"/>
                  </a:lnTo>
                  <a:lnTo>
                    <a:pt x="542426" y="651485"/>
                  </a:lnTo>
                  <a:lnTo>
                    <a:pt x="543094" y="711476"/>
                  </a:lnTo>
                  <a:lnTo>
                    <a:pt x="543762" y="758349"/>
                  </a:lnTo>
                  <a:lnTo>
                    <a:pt x="544430" y="716974"/>
                  </a:lnTo>
                  <a:lnTo>
                    <a:pt x="545098" y="725313"/>
                  </a:lnTo>
                  <a:lnTo>
                    <a:pt x="545766" y="718356"/>
                  </a:lnTo>
                  <a:lnTo>
                    <a:pt x="546434" y="776303"/>
                  </a:lnTo>
                  <a:lnTo>
                    <a:pt x="547102" y="813829"/>
                  </a:lnTo>
                  <a:lnTo>
                    <a:pt x="547770" y="788563"/>
                  </a:lnTo>
                  <a:lnTo>
                    <a:pt x="548438" y="770261"/>
                  </a:lnTo>
                  <a:lnTo>
                    <a:pt x="549106" y="787018"/>
                  </a:lnTo>
                  <a:lnTo>
                    <a:pt x="549774" y="691276"/>
                  </a:lnTo>
                  <a:lnTo>
                    <a:pt x="550442" y="674281"/>
                  </a:lnTo>
                  <a:lnTo>
                    <a:pt x="551110" y="649002"/>
                  </a:lnTo>
                  <a:lnTo>
                    <a:pt x="551778" y="631895"/>
                  </a:lnTo>
                  <a:lnTo>
                    <a:pt x="552446" y="628289"/>
                  </a:lnTo>
                  <a:lnTo>
                    <a:pt x="553114" y="594462"/>
                  </a:lnTo>
                  <a:lnTo>
                    <a:pt x="553782" y="556996"/>
                  </a:lnTo>
                  <a:lnTo>
                    <a:pt x="554450" y="710695"/>
                  </a:lnTo>
                  <a:lnTo>
                    <a:pt x="555118" y="708647"/>
                  </a:lnTo>
                  <a:lnTo>
                    <a:pt x="555786" y="750012"/>
                  </a:lnTo>
                  <a:lnTo>
                    <a:pt x="556454" y="727344"/>
                  </a:lnTo>
                  <a:lnTo>
                    <a:pt x="557122" y="666951"/>
                  </a:lnTo>
                  <a:lnTo>
                    <a:pt x="557790" y="676307"/>
                  </a:lnTo>
                  <a:lnTo>
                    <a:pt x="558458" y="691573"/>
                  </a:lnTo>
                  <a:lnTo>
                    <a:pt x="559126" y="706230"/>
                  </a:lnTo>
                  <a:lnTo>
                    <a:pt x="559794" y="763112"/>
                  </a:lnTo>
                  <a:lnTo>
                    <a:pt x="560462" y="753443"/>
                  </a:lnTo>
                  <a:lnTo>
                    <a:pt x="561130" y="787393"/>
                  </a:lnTo>
                  <a:lnTo>
                    <a:pt x="561799" y="760950"/>
                  </a:lnTo>
                  <a:lnTo>
                    <a:pt x="562467" y="733509"/>
                  </a:lnTo>
                  <a:lnTo>
                    <a:pt x="563135" y="674424"/>
                  </a:lnTo>
                  <a:lnTo>
                    <a:pt x="563803" y="647747"/>
                  </a:lnTo>
                  <a:lnTo>
                    <a:pt x="564471" y="603462"/>
                  </a:lnTo>
                  <a:lnTo>
                    <a:pt x="565139" y="548850"/>
                  </a:lnTo>
                  <a:lnTo>
                    <a:pt x="565807" y="524120"/>
                  </a:lnTo>
                  <a:lnTo>
                    <a:pt x="566475" y="388277"/>
                  </a:lnTo>
                  <a:lnTo>
                    <a:pt x="567143" y="461901"/>
                  </a:lnTo>
                  <a:lnTo>
                    <a:pt x="567811" y="437564"/>
                  </a:lnTo>
                  <a:lnTo>
                    <a:pt x="568479" y="395675"/>
                  </a:lnTo>
                  <a:lnTo>
                    <a:pt x="569147" y="383392"/>
                  </a:lnTo>
                  <a:lnTo>
                    <a:pt x="569815" y="354859"/>
                  </a:lnTo>
                  <a:lnTo>
                    <a:pt x="570483" y="337288"/>
                  </a:lnTo>
                  <a:lnTo>
                    <a:pt x="571151" y="300707"/>
                  </a:lnTo>
                  <a:lnTo>
                    <a:pt x="571819" y="283187"/>
                  </a:lnTo>
                  <a:lnTo>
                    <a:pt x="572487" y="281117"/>
                  </a:lnTo>
                  <a:lnTo>
                    <a:pt x="573155" y="320929"/>
                  </a:lnTo>
                  <a:lnTo>
                    <a:pt x="573823" y="370551"/>
                  </a:lnTo>
                  <a:lnTo>
                    <a:pt x="574491" y="408204"/>
                  </a:lnTo>
                  <a:lnTo>
                    <a:pt x="575159" y="451872"/>
                  </a:lnTo>
                  <a:lnTo>
                    <a:pt x="575827" y="586431"/>
                  </a:lnTo>
                  <a:lnTo>
                    <a:pt x="576495" y="592607"/>
                  </a:lnTo>
                  <a:lnTo>
                    <a:pt x="577163" y="573919"/>
                  </a:lnTo>
                  <a:lnTo>
                    <a:pt x="577831" y="748504"/>
                  </a:lnTo>
                  <a:lnTo>
                    <a:pt x="578499" y="768770"/>
                  </a:lnTo>
                  <a:lnTo>
                    <a:pt x="579167" y="726743"/>
                  </a:lnTo>
                  <a:lnTo>
                    <a:pt x="579835" y="727556"/>
                  </a:lnTo>
                  <a:lnTo>
                    <a:pt x="580503" y="762714"/>
                  </a:lnTo>
                  <a:lnTo>
                    <a:pt x="581171" y="794503"/>
                  </a:lnTo>
                  <a:lnTo>
                    <a:pt x="581839" y="836650"/>
                  </a:lnTo>
                  <a:lnTo>
                    <a:pt x="582507" y="826083"/>
                  </a:lnTo>
                  <a:lnTo>
                    <a:pt x="583175" y="911745"/>
                  </a:lnTo>
                  <a:lnTo>
                    <a:pt x="583843" y="880285"/>
                  </a:lnTo>
                  <a:lnTo>
                    <a:pt x="584511" y="880765"/>
                  </a:lnTo>
                  <a:lnTo>
                    <a:pt x="585179" y="851119"/>
                  </a:lnTo>
                  <a:lnTo>
                    <a:pt x="585848" y="870715"/>
                  </a:lnTo>
                  <a:lnTo>
                    <a:pt x="586516" y="741550"/>
                  </a:lnTo>
                  <a:lnTo>
                    <a:pt x="587184" y="738229"/>
                  </a:lnTo>
                  <a:lnTo>
                    <a:pt x="587852" y="746939"/>
                  </a:lnTo>
                  <a:lnTo>
                    <a:pt x="588520" y="651360"/>
                  </a:lnTo>
                  <a:lnTo>
                    <a:pt x="589188" y="724284"/>
                  </a:lnTo>
                  <a:lnTo>
                    <a:pt x="589856" y="774032"/>
                  </a:lnTo>
                  <a:lnTo>
                    <a:pt x="590524" y="784026"/>
                  </a:lnTo>
                  <a:lnTo>
                    <a:pt x="591192" y="803349"/>
                  </a:lnTo>
                  <a:lnTo>
                    <a:pt x="591860" y="828072"/>
                  </a:lnTo>
                  <a:lnTo>
                    <a:pt x="592528" y="901177"/>
                  </a:lnTo>
                  <a:lnTo>
                    <a:pt x="593196" y="965361"/>
                  </a:lnTo>
                  <a:lnTo>
                    <a:pt x="593864" y="1013639"/>
                  </a:lnTo>
                  <a:lnTo>
                    <a:pt x="594532" y="926502"/>
                  </a:lnTo>
                  <a:lnTo>
                    <a:pt x="595200" y="1066373"/>
                  </a:lnTo>
                  <a:lnTo>
                    <a:pt x="595868" y="1148697"/>
                  </a:lnTo>
                  <a:lnTo>
                    <a:pt x="596536" y="1343858"/>
                  </a:lnTo>
                  <a:lnTo>
                    <a:pt x="597204" y="1454399"/>
                  </a:lnTo>
                  <a:lnTo>
                    <a:pt x="597872" y="1520441"/>
                  </a:lnTo>
                  <a:lnTo>
                    <a:pt x="598540" y="1551024"/>
                  </a:lnTo>
                  <a:lnTo>
                    <a:pt x="599208" y="1551024"/>
                  </a:lnTo>
                  <a:lnTo>
                    <a:pt x="599876" y="1551024"/>
                  </a:lnTo>
                  <a:lnTo>
                    <a:pt x="600544" y="1496048"/>
                  </a:lnTo>
                  <a:lnTo>
                    <a:pt x="601212" y="1454399"/>
                  </a:lnTo>
                  <a:lnTo>
                    <a:pt x="601880" y="1454399"/>
                  </a:lnTo>
                  <a:lnTo>
                    <a:pt x="602548" y="1432403"/>
                  </a:lnTo>
                  <a:lnTo>
                    <a:pt x="603216" y="1370699"/>
                  </a:lnTo>
                  <a:lnTo>
                    <a:pt x="603884" y="1359055"/>
                  </a:lnTo>
                  <a:lnTo>
                    <a:pt x="604552" y="1243492"/>
                  </a:lnTo>
                  <a:lnTo>
                    <a:pt x="605220" y="1159791"/>
                  </a:lnTo>
                  <a:lnTo>
                    <a:pt x="605888" y="1071213"/>
                  </a:lnTo>
                  <a:lnTo>
                    <a:pt x="606556" y="1066373"/>
                  </a:lnTo>
                  <a:lnTo>
                    <a:pt x="607224" y="1059182"/>
                  </a:lnTo>
                  <a:lnTo>
                    <a:pt x="607892" y="1019921"/>
                  </a:lnTo>
                  <a:lnTo>
                    <a:pt x="608560" y="989338"/>
                  </a:lnTo>
                  <a:lnTo>
                    <a:pt x="609228" y="976675"/>
                  </a:lnTo>
                  <a:lnTo>
                    <a:pt x="609896" y="905638"/>
                  </a:lnTo>
                  <a:lnTo>
                    <a:pt x="610565" y="821938"/>
                  </a:lnTo>
                  <a:lnTo>
                    <a:pt x="611233" y="815442"/>
                  </a:lnTo>
                  <a:lnTo>
                    <a:pt x="611901" y="796350"/>
                  </a:lnTo>
                  <a:lnTo>
                    <a:pt x="612569" y="779345"/>
                  </a:lnTo>
                  <a:lnTo>
                    <a:pt x="613237" y="770261"/>
                  </a:lnTo>
                  <a:lnTo>
                    <a:pt x="613905" y="746660"/>
                  </a:lnTo>
                  <a:lnTo>
                    <a:pt x="614573" y="740896"/>
                  </a:lnTo>
                  <a:lnTo>
                    <a:pt x="615241" y="771766"/>
                  </a:lnTo>
                  <a:lnTo>
                    <a:pt x="615909" y="802650"/>
                  </a:lnTo>
                  <a:lnTo>
                    <a:pt x="616577" y="796350"/>
                  </a:lnTo>
                  <a:lnTo>
                    <a:pt x="617245" y="776303"/>
                  </a:lnTo>
                  <a:lnTo>
                    <a:pt x="617913" y="752477"/>
                  </a:lnTo>
                  <a:lnTo>
                    <a:pt x="618581" y="739463"/>
                  </a:lnTo>
                  <a:lnTo>
                    <a:pt x="619249" y="730935"/>
                  </a:lnTo>
                  <a:lnTo>
                    <a:pt x="619917" y="759826"/>
                  </a:lnTo>
                  <a:lnTo>
                    <a:pt x="620585" y="853746"/>
                  </a:lnTo>
                  <a:lnTo>
                    <a:pt x="621253" y="876478"/>
                  </a:lnTo>
                  <a:lnTo>
                    <a:pt x="621921" y="869396"/>
                  </a:lnTo>
                  <a:lnTo>
                    <a:pt x="622589" y="890889"/>
                  </a:lnTo>
                  <a:lnTo>
                    <a:pt x="623257" y="930372"/>
                  </a:lnTo>
                  <a:lnTo>
                    <a:pt x="623925" y="968372"/>
                  </a:lnTo>
                  <a:lnTo>
                    <a:pt x="624593" y="1049720"/>
                  </a:lnTo>
                  <a:lnTo>
                    <a:pt x="625261" y="1066373"/>
                  </a:lnTo>
                  <a:lnTo>
                    <a:pt x="625929" y="1101068"/>
                  </a:lnTo>
                  <a:lnTo>
                    <a:pt x="626597" y="1116545"/>
                  </a:lnTo>
                  <a:lnTo>
                    <a:pt x="627265" y="1339677"/>
                  </a:lnTo>
                  <a:lnTo>
                    <a:pt x="627933" y="1439575"/>
                  </a:lnTo>
                  <a:lnTo>
                    <a:pt x="628601" y="1538699"/>
                  </a:lnTo>
                  <a:lnTo>
                    <a:pt x="628808" y="155306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2425519" y="3016313"/>
              <a:ext cx="334278" cy="1008085"/>
            </a:xfrm>
            <a:custGeom>
              <a:avLst/>
              <a:pathLst>
                <a:path w="334278" h="1008085">
                  <a:moveTo>
                    <a:pt x="0" y="1008085"/>
                  </a:moveTo>
                  <a:lnTo>
                    <a:pt x="256" y="977644"/>
                  </a:lnTo>
                  <a:lnTo>
                    <a:pt x="924" y="913294"/>
                  </a:lnTo>
                  <a:lnTo>
                    <a:pt x="1592" y="913294"/>
                  </a:lnTo>
                  <a:lnTo>
                    <a:pt x="2260" y="904770"/>
                  </a:lnTo>
                  <a:lnTo>
                    <a:pt x="2928" y="846485"/>
                  </a:lnTo>
                  <a:lnTo>
                    <a:pt x="3596" y="719979"/>
                  </a:lnTo>
                  <a:lnTo>
                    <a:pt x="4264" y="678020"/>
                  </a:lnTo>
                  <a:lnTo>
                    <a:pt x="4932" y="619919"/>
                  </a:lnTo>
                  <a:lnTo>
                    <a:pt x="5600" y="609727"/>
                  </a:lnTo>
                  <a:lnTo>
                    <a:pt x="6268" y="700855"/>
                  </a:lnTo>
                  <a:lnTo>
                    <a:pt x="6936" y="674861"/>
                  </a:lnTo>
                  <a:lnTo>
                    <a:pt x="7604" y="645364"/>
                  </a:lnTo>
                  <a:lnTo>
                    <a:pt x="8273" y="625250"/>
                  </a:lnTo>
                  <a:lnTo>
                    <a:pt x="8941" y="576094"/>
                  </a:lnTo>
                  <a:lnTo>
                    <a:pt x="9609" y="552155"/>
                  </a:lnTo>
                  <a:lnTo>
                    <a:pt x="10277" y="492013"/>
                  </a:lnTo>
                  <a:lnTo>
                    <a:pt x="10945" y="398061"/>
                  </a:lnTo>
                  <a:lnTo>
                    <a:pt x="11613" y="396981"/>
                  </a:lnTo>
                  <a:lnTo>
                    <a:pt x="12281" y="309544"/>
                  </a:lnTo>
                  <a:lnTo>
                    <a:pt x="12949" y="247130"/>
                  </a:lnTo>
                  <a:lnTo>
                    <a:pt x="13617" y="178656"/>
                  </a:lnTo>
                  <a:lnTo>
                    <a:pt x="14285" y="121573"/>
                  </a:lnTo>
                  <a:lnTo>
                    <a:pt x="14953" y="80445"/>
                  </a:lnTo>
                  <a:lnTo>
                    <a:pt x="15621" y="90628"/>
                  </a:lnTo>
                  <a:lnTo>
                    <a:pt x="16289" y="117549"/>
                  </a:lnTo>
                  <a:lnTo>
                    <a:pt x="16957" y="134500"/>
                  </a:lnTo>
                  <a:lnTo>
                    <a:pt x="17625" y="36551"/>
                  </a:lnTo>
                  <a:lnTo>
                    <a:pt x="18293" y="44338"/>
                  </a:lnTo>
                  <a:lnTo>
                    <a:pt x="18961" y="75249"/>
                  </a:lnTo>
                  <a:lnTo>
                    <a:pt x="19629" y="115884"/>
                  </a:lnTo>
                  <a:lnTo>
                    <a:pt x="20297" y="0"/>
                  </a:lnTo>
                  <a:lnTo>
                    <a:pt x="20965" y="69448"/>
                  </a:lnTo>
                  <a:lnTo>
                    <a:pt x="21633" y="144535"/>
                  </a:lnTo>
                  <a:lnTo>
                    <a:pt x="22301" y="256047"/>
                  </a:lnTo>
                  <a:lnTo>
                    <a:pt x="22969" y="375804"/>
                  </a:lnTo>
                  <a:lnTo>
                    <a:pt x="23637" y="500792"/>
                  </a:lnTo>
                  <a:lnTo>
                    <a:pt x="24305" y="668407"/>
                  </a:lnTo>
                  <a:lnTo>
                    <a:pt x="24973" y="950476"/>
                  </a:lnTo>
                  <a:lnTo>
                    <a:pt x="25641" y="950476"/>
                  </a:lnTo>
                  <a:lnTo>
                    <a:pt x="26309" y="950476"/>
                  </a:lnTo>
                  <a:lnTo>
                    <a:pt x="26977" y="950476"/>
                  </a:lnTo>
                  <a:lnTo>
                    <a:pt x="27645" y="950476"/>
                  </a:lnTo>
                  <a:lnTo>
                    <a:pt x="28313" y="950476"/>
                  </a:lnTo>
                  <a:lnTo>
                    <a:pt x="28981" y="926561"/>
                  </a:lnTo>
                  <a:lnTo>
                    <a:pt x="29649" y="903526"/>
                  </a:lnTo>
                  <a:lnTo>
                    <a:pt x="30317" y="978972"/>
                  </a:lnTo>
                  <a:lnTo>
                    <a:pt x="30985" y="950476"/>
                  </a:lnTo>
                  <a:lnTo>
                    <a:pt x="31653" y="950476"/>
                  </a:lnTo>
                  <a:lnTo>
                    <a:pt x="32322" y="936699"/>
                  </a:lnTo>
                  <a:lnTo>
                    <a:pt x="32990" y="881002"/>
                  </a:lnTo>
                  <a:lnTo>
                    <a:pt x="33658" y="865736"/>
                  </a:lnTo>
                  <a:lnTo>
                    <a:pt x="34326" y="915611"/>
                  </a:lnTo>
                  <a:lnTo>
                    <a:pt x="34994" y="751893"/>
                  </a:lnTo>
                  <a:lnTo>
                    <a:pt x="35662" y="751893"/>
                  </a:lnTo>
                  <a:lnTo>
                    <a:pt x="36330" y="751893"/>
                  </a:lnTo>
                  <a:lnTo>
                    <a:pt x="36998" y="751893"/>
                  </a:lnTo>
                  <a:lnTo>
                    <a:pt x="37666" y="724635"/>
                  </a:lnTo>
                  <a:lnTo>
                    <a:pt x="38334" y="685850"/>
                  </a:lnTo>
                  <a:lnTo>
                    <a:pt x="39002" y="708182"/>
                  </a:lnTo>
                  <a:lnTo>
                    <a:pt x="39670" y="751893"/>
                  </a:lnTo>
                  <a:lnTo>
                    <a:pt x="40338" y="755384"/>
                  </a:lnTo>
                  <a:lnTo>
                    <a:pt x="41006" y="825721"/>
                  </a:lnTo>
                  <a:lnTo>
                    <a:pt x="41674" y="825721"/>
                  </a:lnTo>
                  <a:lnTo>
                    <a:pt x="42342" y="841591"/>
                  </a:lnTo>
                  <a:lnTo>
                    <a:pt x="43010" y="909421"/>
                  </a:lnTo>
                  <a:lnTo>
                    <a:pt x="43678" y="883117"/>
                  </a:lnTo>
                  <a:lnTo>
                    <a:pt x="44346" y="825721"/>
                  </a:lnTo>
                  <a:lnTo>
                    <a:pt x="45014" y="825721"/>
                  </a:lnTo>
                  <a:lnTo>
                    <a:pt x="45682" y="825721"/>
                  </a:lnTo>
                  <a:lnTo>
                    <a:pt x="46350" y="825721"/>
                  </a:lnTo>
                  <a:lnTo>
                    <a:pt x="47018" y="825721"/>
                  </a:lnTo>
                  <a:lnTo>
                    <a:pt x="47686" y="857873"/>
                  </a:lnTo>
                  <a:lnTo>
                    <a:pt x="48354" y="829651"/>
                  </a:lnTo>
                  <a:lnTo>
                    <a:pt x="49022" y="806433"/>
                  </a:lnTo>
                  <a:lnTo>
                    <a:pt x="49690" y="751893"/>
                  </a:lnTo>
                  <a:lnTo>
                    <a:pt x="50358" y="751893"/>
                  </a:lnTo>
                  <a:lnTo>
                    <a:pt x="51026" y="751893"/>
                  </a:lnTo>
                  <a:lnTo>
                    <a:pt x="51694" y="751893"/>
                  </a:lnTo>
                  <a:lnTo>
                    <a:pt x="52362" y="751893"/>
                  </a:lnTo>
                  <a:lnTo>
                    <a:pt x="53030" y="751893"/>
                  </a:lnTo>
                  <a:lnTo>
                    <a:pt x="53698" y="773142"/>
                  </a:lnTo>
                  <a:lnTo>
                    <a:pt x="54366" y="825721"/>
                  </a:lnTo>
                  <a:lnTo>
                    <a:pt x="55034" y="787720"/>
                  </a:lnTo>
                  <a:lnTo>
                    <a:pt x="55702" y="682724"/>
                  </a:lnTo>
                  <a:lnTo>
                    <a:pt x="56370" y="626108"/>
                  </a:lnTo>
                  <a:lnTo>
                    <a:pt x="57039" y="626108"/>
                  </a:lnTo>
                  <a:lnTo>
                    <a:pt x="57707" y="606475"/>
                  </a:lnTo>
                  <a:lnTo>
                    <a:pt x="58375" y="576813"/>
                  </a:lnTo>
                  <a:lnTo>
                    <a:pt x="59043" y="563781"/>
                  </a:lnTo>
                  <a:lnTo>
                    <a:pt x="59711" y="538503"/>
                  </a:lnTo>
                  <a:lnTo>
                    <a:pt x="60379" y="448639"/>
                  </a:lnTo>
                  <a:lnTo>
                    <a:pt x="61047" y="429611"/>
                  </a:lnTo>
                  <a:lnTo>
                    <a:pt x="61715" y="391243"/>
                  </a:lnTo>
                  <a:lnTo>
                    <a:pt x="62383" y="391243"/>
                  </a:lnTo>
                  <a:lnTo>
                    <a:pt x="63051" y="391243"/>
                  </a:lnTo>
                  <a:lnTo>
                    <a:pt x="63719" y="383456"/>
                  </a:lnTo>
                  <a:lnTo>
                    <a:pt x="64387" y="353242"/>
                  </a:lnTo>
                  <a:lnTo>
                    <a:pt x="65055" y="371955"/>
                  </a:lnTo>
                  <a:lnTo>
                    <a:pt x="65723" y="393205"/>
                  </a:lnTo>
                  <a:lnTo>
                    <a:pt x="66391" y="391243"/>
                  </a:lnTo>
                  <a:lnTo>
                    <a:pt x="67059" y="391243"/>
                  </a:lnTo>
                  <a:lnTo>
                    <a:pt x="67727" y="373857"/>
                  </a:lnTo>
                  <a:lnTo>
                    <a:pt x="68395" y="425460"/>
                  </a:lnTo>
                  <a:lnTo>
                    <a:pt x="69063" y="448639"/>
                  </a:lnTo>
                  <a:lnTo>
                    <a:pt x="69731" y="504743"/>
                  </a:lnTo>
                  <a:lnTo>
                    <a:pt x="70399" y="603719"/>
                  </a:lnTo>
                  <a:lnTo>
                    <a:pt x="71067" y="582103"/>
                  </a:lnTo>
                  <a:lnTo>
                    <a:pt x="71735" y="584764"/>
                  </a:lnTo>
                  <a:lnTo>
                    <a:pt x="72403" y="504743"/>
                  </a:lnTo>
                  <a:lnTo>
                    <a:pt x="73071" y="461653"/>
                  </a:lnTo>
                  <a:lnTo>
                    <a:pt x="73739" y="572867"/>
                  </a:lnTo>
                  <a:lnTo>
                    <a:pt x="74407" y="611583"/>
                  </a:lnTo>
                  <a:lnTo>
                    <a:pt x="75075" y="626849"/>
                  </a:lnTo>
                  <a:lnTo>
                    <a:pt x="75743" y="653696"/>
                  </a:lnTo>
                  <a:lnTo>
                    <a:pt x="76411" y="673526"/>
                  </a:lnTo>
                  <a:lnTo>
                    <a:pt x="77079" y="673526"/>
                  </a:lnTo>
                  <a:lnTo>
                    <a:pt x="77747" y="710409"/>
                  </a:lnTo>
                  <a:lnTo>
                    <a:pt x="78415" y="673526"/>
                  </a:lnTo>
                  <a:lnTo>
                    <a:pt x="79083" y="630280"/>
                  </a:lnTo>
                  <a:lnTo>
                    <a:pt x="79751" y="570538"/>
                  </a:lnTo>
                  <a:lnTo>
                    <a:pt x="80419" y="615922"/>
                  </a:lnTo>
                  <a:lnTo>
                    <a:pt x="81087" y="627275"/>
                  </a:lnTo>
                  <a:lnTo>
                    <a:pt x="81756" y="716854"/>
                  </a:lnTo>
                  <a:lnTo>
                    <a:pt x="82424" y="731527"/>
                  </a:lnTo>
                  <a:lnTo>
                    <a:pt x="83092" y="733178"/>
                  </a:lnTo>
                  <a:lnTo>
                    <a:pt x="83760" y="751640"/>
                  </a:lnTo>
                  <a:lnTo>
                    <a:pt x="84428" y="716854"/>
                  </a:lnTo>
                  <a:lnTo>
                    <a:pt x="85096" y="582224"/>
                  </a:lnTo>
                  <a:lnTo>
                    <a:pt x="85764" y="498717"/>
                  </a:lnTo>
                  <a:lnTo>
                    <a:pt x="86432" y="485380"/>
                  </a:lnTo>
                  <a:lnTo>
                    <a:pt x="87100" y="416704"/>
                  </a:lnTo>
                  <a:lnTo>
                    <a:pt x="87768" y="349480"/>
                  </a:lnTo>
                  <a:lnTo>
                    <a:pt x="88436" y="304396"/>
                  </a:lnTo>
                  <a:lnTo>
                    <a:pt x="89104" y="389290"/>
                  </a:lnTo>
                  <a:lnTo>
                    <a:pt x="89772" y="397949"/>
                  </a:lnTo>
                  <a:lnTo>
                    <a:pt x="90440" y="321432"/>
                  </a:lnTo>
                  <a:lnTo>
                    <a:pt x="91108" y="371616"/>
                  </a:lnTo>
                  <a:lnTo>
                    <a:pt x="91776" y="266977"/>
                  </a:lnTo>
                  <a:lnTo>
                    <a:pt x="92444" y="266046"/>
                  </a:lnTo>
                  <a:lnTo>
                    <a:pt x="93112" y="197405"/>
                  </a:lnTo>
                  <a:lnTo>
                    <a:pt x="93780" y="133283"/>
                  </a:lnTo>
                  <a:lnTo>
                    <a:pt x="94448" y="118412"/>
                  </a:lnTo>
                  <a:lnTo>
                    <a:pt x="95116" y="118412"/>
                  </a:lnTo>
                  <a:lnTo>
                    <a:pt x="95784" y="169687"/>
                  </a:lnTo>
                  <a:lnTo>
                    <a:pt x="96452" y="186662"/>
                  </a:lnTo>
                  <a:lnTo>
                    <a:pt x="97120" y="233429"/>
                  </a:lnTo>
                  <a:lnTo>
                    <a:pt x="97788" y="274472"/>
                  </a:lnTo>
                  <a:lnTo>
                    <a:pt x="98456" y="338628"/>
                  </a:lnTo>
                  <a:lnTo>
                    <a:pt x="99124" y="362841"/>
                  </a:lnTo>
                  <a:lnTo>
                    <a:pt x="99792" y="368231"/>
                  </a:lnTo>
                  <a:lnTo>
                    <a:pt x="100460" y="397030"/>
                  </a:lnTo>
                  <a:lnTo>
                    <a:pt x="101128" y="295160"/>
                  </a:lnTo>
                  <a:lnTo>
                    <a:pt x="101796" y="339578"/>
                  </a:lnTo>
                  <a:lnTo>
                    <a:pt x="102464" y="372942"/>
                  </a:lnTo>
                  <a:lnTo>
                    <a:pt x="103132" y="527622"/>
                  </a:lnTo>
                  <a:lnTo>
                    <a:pt x="103800" y="553547"/>
                  </a:lnTo>
                  <a:lnTo>
                    <a:pt x="104468" y="692150"/>
                  </a:lnTo>
                  <a:lnTo>
                    <a:pt x="105136" y="751893"/>
                  </a:lnTo>
                  <a:lnTo>
                    <a:pt x="105805" y="751893"/>
                  </a:lnTo>
                  <a:lnTo>
                    <a:pt x="106473" y="751893"/>
                  </a:lnTo>
                  <a:lnTo>
                    <a:pt x="107141" y="751893"/>
                  </a:lnTo>
                  <a:lnTo>
                    <a:pt x="107809" y="806433"/>
                  </a:lnTo>
                  <a:lnTo>
                    <a:pt x="108477" y="829651"/>
                  </a:lnTo>
                  <a:lnTo>
                    <a:pt x="109145" y="909421"/>
                  </a:lnTo>
                  <a:lnTo>
                    <a:pt x="109813" y="985493"/>
                  </a:lnTo>
                  <a:lnTo>
                    <a:pt x="110481" y="1006046"/>
                  </a:lnTo>
                  <a:lnTo>
                    <a:pt x="111149" y="1006046"/>
                  </a:lnTo>
                  <a:lnTo>
                    <a:pt x="111817" y="1006046"/>
                  </a:lnTo>
                  <a:lnTo>
                    <a:pt x="112485" y="1006046"/>
                  </a:lnTo>
                  <a:lnTo>
                    <a:pt x="113153" y="1006046"/>
                  </a:lnTo>
                  <a:lnTo>
                    <a:pt x="113821" y="1006046"/>
                  </a:lnTo>
                  <a:lnTo>
                    <a:pt x="114489" y="1006046"/>
                  </a:lnTo>
                  <a:lnTo>
                    <a:pt x="115157" y="1006046"/>
                  </a:lnTo>
                  <a:lnTo>
                    <a:pt x="115825" y="1006046"/>
                  </a:lnTo>
                  <a:lnTo>
                    <a:pt x="116493" y="1006046"/>
                  </a:lnTo>
                  <a:lnTo>
                    <a:pt x="117161" y="1006046"/>
                  </a:lnTo>
                  <a:lnTo>
                    <a:pt x="117829" y="1006046"/>
                  </a:lnTo>
                  <a:lnTo>
                    <a:pt x="118497" y="1006046"/>
                  </a:lnTo>
                  <a:lnTo>
                    <a:pt x="119165" y="1006046"/>
                  </a:lnTo>
                  <a:lnTo>
                    <a:pt x="119833" y="1006046"/>
                  </a:lnTo>
                  <a:lnTo>
                    <a:pt x="120501" y="1006046"/>
                  </a:lnTo>
                  <a:lnTo>
                    <a:pt x="121169" y="1006046"/>
                  </a:lnTo>
                  <a:lnTo>
                    <a:pt x="121837" y="1006046"/>
                  </a:lnTo>
                  <a:lnTo>
                    <a:pt x="122505" y="932217"/>
                  </a:lnTo>
                  <a:lnTo>
                    <a:pt x="123173" y="909421"/>
                  </a:lnTo>
                  <a:lnTo>
                    <a:pt x="123841" y="857873"/>
                  </a:lnTo>
                  <a:lnTo>
                    <a:pt x="124509" y="825721"/>
                  </a:lnTo>
                  <a:lnTo>
                    <a:pt x="125177" y="825721"/>
                  </a:lnTo>
                  <a:lnTo>
                    <a:pt x="125845" y="825721"/>
                  </a:lnTo>
                  <a:lnTo>
                    <a:pt x="126513" y="825721"/>
                  </a:lnTo>
                  <a:lnTo>
                    <a:pt x="127181" y="751893"/>
                  </a:lnTo>
                  <a:lnTo>
                    <a:pt x="127849" y="667322"/>
                  </a:lnTo>
                  <a:lnTo>
                    <a:pt x="128517" y="536030"/>
                  </a:lnTo>
                  <a:lnTo>
                    <a:pt x="129185" y="427532"/>
                  </a:lnTo>
                  <a:lnTo>
                    <a:pt x="129853" y="457906"/>
                  </a:lnTo>
                  <a:lnTo>
                    <a:pt x="130522" y="336980"/>
                  </a:lnTo>
                  <a:lnTo>
                    <a:pt x="131190" y="386910"/>
                  </a:lnTo>
                  <a:lnTo>
                    <a:pt x="131858" y="309358"/>
                  </a:lnTo>
                  <a:lnTo>
                    <a:pt x="132526" y="313357"/>
                  </a:lnTo>
                  <a:lnTo>
                    <a:pt x="133194" y="318392"/>
                  </a:lnTo>
                  <a:lnTo>
                    <a:pt x="133862" y="330643"/>
                  </a:lnTo>
                  <a:lnTo>
                    <a:pt x="134530" y="338945"/>
                  </a:lnTo>
                  <a:lnTo>
                    <a:pt x="135198" y="338945"/>
                  </a:lnTo>
                  <a:lnTo>
                    <a:pt x="135866" y="338945"/>
                  </a:lnTo>
                  <a:lnTo>
                    <a:pt x="136534" y="338945"/>
                  </a:lnTo>
                  <a:lnTo>
                    <a:pt x="137202" y="344191"/>
                  </a:lnTo>
                  <a:lnTo>
                    <a:pt x="137870" y="333744"/>
                  </a:lnTo>
                  <a:lnTo>
                    <a:pt x="138538" y="375511"/>
                  </a:lnTo>
                  <a:lnTo>
                    <a:pt x="139206" y="431059"/>
                  </a:lnTo>
                  <a:lnTo>
                    <a:pt x="139874" y="526224"/>
                  </a:lnTo>
                  <a:lnTo>
                    <a:pt x="140542" y="519489"/>
                  </a:lnTo>
                  <a:lnTo>
                    <a:pt x="141210" y="643155"/>
                  </a:lnTo>
                  <a:lnTo>
                    <a:pt x="141878" y="652290"/>
                  </a:lnTo>
                  <a:lnTo>
                    <a:pt x="142546" y="685850"/>
                  </a:lnTo>
                  <a:lnTo>
                    <a:pt x="143214" y="685850"/>
                  </a:lnTo>
                  <a:lnTo>
                    <a:pt x="143882" y="685850"/>
                  </a:lnTo>
                  <a:lnTo>
                    <a:pt x="144550" y="685850"/>
                  </a:lnTo>
                  <a:lnTo>
                    <a:pt x="145218" y="685850"/>
                  </a:lnTo>
                  <a:lnTo>
                    <a:pt x="145886" y="685850"/>
                  </a:lnTo>
                  <a:lnTo>
                    <a:pt x="146554" y="640518"/>
                  </a:lnTo>
                  <a:lnTo>
                    <a:pt x="147222" y="661266"/>
                  </a:lnTo>
                  <a:lnTo>
                    <a:pt x="147890" y="721310"/>
                  </a:lnTo>
                  <a:lnTo>
                    <a:pt x="148558" y="751893"/>
                  </a:lnTo>
                  <a:lnTo>
                    <a:pt x="149226" y="751893"/>
                  </a:lnTo>
                  <a:lnTo>
                    <a:pt x="149894" y="751893"/>
                  </a:lnTo>
                  <a:lnTo>
                    <a:pt x="150562" y="967606"/>
                  </a:lnTo>
                  <a:lnTo>
                    <a:pt x="151230" y="931778"/>
                  </a:lnTo>
                  <a:lnTo>
                    <a:pt x="151898" y="950476"/>
                  </a:lnTo>
                  <a:lnTo>
                    <a:pt x="152566" y="950476"/>
                  </a:lnTo>
                  <a:lnTo>
                    <a:pt x="153234" y="868956"/>
                  </a:lnTo>
                  <a:lnTo>
                    <a:pt x="153902" y="824691"/>
                  </a:lnTo>
                  <a:lnTo>
                    <a:pt x="154570" y="729697"/>
                  </a:lnTo>
                  <a:lnTo>
                    <a:pt x="155239" y="673526"/>
                  </a:lnTo>
                  <a:lnTo>
                    <a:pt x="155907" y="673526"/>
                  </a:lnTo>
                  <a:lnTo>
                    <a:pt x="156575" y="642944"/>
                  </a:lnTo>
                  <a:lnTo>
                    <a:pt x="157243" y="559244"/>
                  </a:lnTo>
                  <a:lnTo>
                    <a:pt x="157911" y="589826"/>
                  </a:lnTo>
                  <a:lnTo>
                    <a:pt x="158579" y="589826"/>
                  </a:lnTo>
                  <a:lnTo>
                    <a:pt x="159247" y="561112"/>
                  </a:lnTo>
                  <a:lnTo>
                    <a:pt x="159915" y="515998"/>
                  </a:lnTo>
                  <a:lnTo>
                    <a:pt x="160583" y="509608"/>
                  </a:lnTo>
                  <a:lnTo>
                    <a:pt x="161251" y="518550"/>
                  </a:lnTo>
                  <a:lnTo>
                    <a:pt x="161919" y="405759"/>
                  </a:lnTo>
                  <a:lnTo>
                    <a:pt x="162587" y="411480"/>
                  </a:lnTo>
                  <a:lnTo>
                    <a:pt x="163255" y="426880"/>
                  </a:lnTo>
                  <a:lnTo>
                    <a:pt x="163923" y="449955"/>
                  </a:lnTo>
                  <a:lnTo>
                    <a:pt x="164591" y="509071"/>
                  </a:lnTo>
                  <a:lnTo>
                    <a:pt x="165259" y="551825"/>
                  </a:lnTo>
                  <a:lnTo>
                    <a:pt x="165927" y="544494"/>
                  </a:lnTo>
                  <a:lnTo>
                    <a:pt x="166595" y="564865"/>
                  </a:lnTo>
                  <a:lnTo>
                    <a:pt x="167263" y="624043"/>
                  </a:lnTo>
                  <a:lnTo>
                    <a:pt x="167931" y="589826"/>
                  </a:lnTo>
                  <a:lnTo>
                    <a:pt x="168599" y="589826"/>
                  </a:lnTo>
                  <a:lnTo>
                    <a:pt x="169267" y="619919"/>
                  </a:lnTo>
                  <a:lnTo>
                    <a:pt x="169935" y="673526"/>
                  </a:lnTo>
                  <a:lnTo>
                    <a:pt x="170603" y="673526"/>
                  </a:lnTo>
                  <a:lnTo>
                    <a:pt x="171271" y="691696"/>
                  </a:lnTo>
                  <a:lnTo>
                    <a:pt x="171939" y="823327"/>
                  </a:lnTo>
                  <a:lnTo>
                    <a:pt x="172607" y="855217"/>
                  </a:lnTo>
                  <a:lnTo>
                    <a:pt x="173275" y="751893"/>
                  </a:lnTo>
                  <a:lnTo>
                    <a:pt x="173943" y="751893"/>
                  </a:lnTo>
                  <a:lnTo>
                    <a:pt x="174611" y="727978"/>
                  </a:lnTo>
                  <a:lnTo>
                    <a:pt x="175279" y="626108"/>
                  </a:lnTo>
                  <a:lnTo>
                    <a:pt x="175947" y="637610"/>
                  </a:lnTo>
                  <a:lnTo>
                    <a:pt x="176615" y="692150"/>
                  </a:lnTo>
                  <a:lnTo>
                    <a:pt x="177283" y="758896"/>
                  </a:lnTo>
                  <a:lnTo>
                    <a:pt x="177951" y="825721"/>
                  </a:lnTo>
                  <a:lnTo>
                    <a:pt x="178619" y="825721"/>
                  </a:lnTo>
                  <a:lnTo>
                    <a:pt x="179287" y="825721"/>
                  </a:lnTo>
                  <a:lnTo>
                    <a:pt x="179956" y="765979"/>
                  </a:lnTo>
                  <a:lnTo>
                    <a:pt x="180624" y="679613"/>
                  </a:lnTo>
                  <a:lnTo>
                    <a:pt x="181292" y="626108"/>
                  </a:lnTo>
                  <a:lnTo>
                    <a:pt x="181960" y="626108"/>
                  </a:lnTo>
                  <a:lnTo>
                    <a:pt x="182628" y="753191"/>
                  </a:lnTo>
                  <a:lnTo>
                    <a:pt x="183296" y="720871"/>
                  </a:lnTo>
                  <a:lnTo>
                    <a:pt x="183964" y="703326"/>
                  </a:lnTo>
                  <a:lnTo>
                    <a:pt x="184632" y="689396"/>
                  </a:lnTo>
                  <a:lnTo>
                    <a:pt x="185300" y="770151"/>
                  </a:lnTo>
                  <a:lnTo>
                    <a:pt x="185968" y="698648"/>
                  </a:lnTo>
                  <a:lnTo>
                    <a:pt x="186636" y="611752"/>
                  </a:lnTo>
                  <a:lnTo>
                    <a:pt x="187304" y="589826"/>
                  </a:lnTo>
                  <a:lnTo>
                    <a:pt x="187972" y="589826"/>
                  </a:lnTo>
                  <a:lnTo>
                    <a:pt x="188640" y="589826"/>
                  </a:lnTo>
                  <a:lnTo>
                    <a:pt x="189308" y="566751"/>
                  </a:lnTo>
                  <a:lnTo>
                    <a:pt x="189976" y="582039"/>
                  </a:lnTo>
                  <a:lnTo>
                    <a:pt x="190644" y="568641"/>
                  </a:lnTo>
                  <a:lnTo>
                    <a:pt x="191312" y="562986"/>
                  </a:lnTo>
                  <a:lnTo>
                    <a:pt x="191980" y="482107"/>
                  </a:lnTo>
                  <a:lnTo>
                    <a:pt x="192648" y="488652"/>
                  </a:lnTo>
                  <a:lnTo>
                    <a:pt x="193316" y="467356"/>
                  </a:lnTo>
                  <a:lnTo>
                    <a:pt x="193984" y="329723"/>
                  </a:lnTo>
                  <a:lnTo>
                    <a:pt x="194652" y="353242"/>
                  </a:lnTo>
                  <a:lnTo>
                    <a:pt x="195320" y="353242"/>
                  </a:lnTo>
                  <a:lnTo>
                    <a:pt x="195988" y="409125"/>
                  </a:lnTo>
                  <a:lnTo>
                    <a:pt x="196656" y="495422"/>
                  </a:lnTo>
                  <a:lnTo>
                    <a:pt x="197324" y="521395"/>
                  </a:lnTo>
                  <a:lnTo>
                    <a:pt x="197992" y="521395"/>
                  </a:lnTo>
                  <a:lnTo>
                    <a:pt x="198660" y="521395"/>
                  </a:lnTo>
                  <a:lnTo>
                    <a:pt x="199328" y="551015"/>
                  </a:lnTo>
                  <a:lnTo>
                    <a:pt x="199996" y="571568"/>
                  </a:lnTo>
                  <a:lnTo>
                    <a:pt x="200664" y="664287"/>
                  </a:lnTo>
                  <a:lnTo>
                    <a:pt x="201332" y="667322"/>
                  </a:lnTo>
                  <a:lnTo>
                    <a:pt x="202000" y="791418"/>
                  </a:lnTo>
                  <a:lnTo>
                    <a:pt x="202668" y="765979"/>
                  </a:lnTo>
                  <a:lnTo>
                    <a:pt x="203336" y="751892"/>
                  </a:lnTo>
                  <a:lnTo>
                    <a:pt x="204005" y="751892"/>
                  </a:lnTo>
                  <a:lnTo>
                    <a:pt x="204673" y="751892"/>
                  </a:lnTo>
                  <a:lnTo>
                    <a:pt x="205341" y="721310"/>
                  </a:lnTo>
                  <a:lnTo>
                    <a:pt x="206009" y="626108"/>
                  </a:lnTo>
                  <a:lnTo>
                    <a:pt x="206677" y="626108"/>
                  </a:lnTo>
                  <a:lnTo>
                    <a:pt x="207345" y="626108"/>
                  </a:lnTo>
                  <a:lnTo>
                    <a:pt x="208013" y="626108"/>
                  </a:lnTo>
                  <a:lnTo>
                    <a:pt x="208681" y="626108"/>
                  </a:lnTo>
                  <a:lnTo>
                    <a:pt x="209349" y="626108"/>
                  </a:lnTo>
                  <a:lnTo>
                    <a:pt x="210017" y="626108"/>
                  </a:lnTo>
                  <a:lnTo>
                    <a:pt x="210685" y="595526"/>
                  </a:lnTo>
                  <a:lnTo>
                    <a:pt x="211353" y="609242"/>
                  </a:lnTo>
                  <a:lnTo>
                    <a:pt x="212021" y="595526"/>
                  </a:lnTo>
                  <a:lnTo>
                    <a:pt x="212689" y="628964"/>
                  </a:lnTo>
                  <a:lnTo>
                    <a:pt x="213357" y="685850"/>
                  </a:lnTo>
                  <a:lnTo>
                    <a:pt x="214025" y="685850"/>
                  </a:lnTo>
                  <a:lnTo>
                    <a:pt x="214693" y="685850"/>
                  </a:lnTo>
                  <a:lnTo>
                    <a:pt x="215361" y="714712"/>
                  </a:lnTo>
                  <a:lnTo>
                    <a:pt x="216029" y="784044"/>
                  </a:lnTo>
                  <a:lnTo>
                    <a:pt x="216697" y="744966"/>
                  </a:lnTo>
                  <a:lnTo>
                    <a:pt x="217365" y="670373"/>
                  </a:lnTo>
                  <a:lnTo>
                    <a:pt x="218033" y="626108"/>
                  </a:lnTo>
                  <a:lnTo>
                    <a:pt x="218701" y="626108"/>
                  </a:lnTo>
                  <a:lnTo>
                    <a:pt x="219369" y="626108"/>
                  </a:lnTo>
                  <a:lnTo>
                    <a:pt x="220037" y="626108"/>
                  </a:lnTo>
                  <a:lnTo>
                    <a:pt x="220705" y="658260"/>
                  </a:lnTo>
                  <a:lnTo>
                    <a:pt x="221373" y="704943"/>
                  </a:lnTo>
                  <a:lnTo>
                    <a:pt x="222041" y="751893"/>
                  </a:lnTo>
                  <a:lnTo>
                    <a:pt x="222709" y="751893"/>
                  </a:lnTo>
                  <a:lnTo>
                    <a:pt x="223377" y="695324"/>
                  </a:lnTo>
                  <a:lnTo>
                    <a:pt x="224045" y="626108"/>
                  </a:lnTo>
                  <a:lnTo>
                    <a:pt x="224713" y="626108"/>
                  </a:lnTo>
                  <a:lnTo>
                    <a:pt x="225381" y="626108"/>
                  </a:lnTo>
                  <a:lnTo>
                    <a:pt x="226049" y="658260"/>
                  </a:lnTo>
                  <a:lnTo>
                    <a:pt x="226717" y="692150"/>
                  </a:lnTo>
                  <a:lnTo>
                    <a:pt x="227385" y="769550"/>
                  </a:lnTo>
                  <a:lnTo>
                    <a:pt x="228053" y="825721"/>
                  </a:lnTo>
                  <a:lnTo>
                    <a:pt x="228722" y="755384"/>
                  </a:lnTo>
                  <a:lnTo>
                    <a:pt x="229390" y="685850"/>
                  </a:lnTo>
                  <a:lnTo>
                    <a:pt x="230058" y="628964"/>
                  </a:lnTo>
                  <a:lnTo>
                    <a:pt x="230726" y="612022"/>
                  </a:lnTo>
                  <a:lnTo>
                    <a:pt x="231394" y="571568"/>
                  </a:lnTo>
                  <a:lnTo>
                    <a:pt x="232062" y="571568"/>
                  </a:lnTo>
                  <a:lnTo>
                    <a:pt x="232730" y="543477"/>
                  </a:lnTo>
                  <a:lnTo>
                    <a:pt x="233398" y="563781"/>
                  </a:lnTo>
                  <a:lnTo>
                    <a:pt x="234066" y="626108"/>
                  </a:lnTo>
                  <a:lnTo>
                    <a:pt x="234734" y="626108"/>
                  </a:lnTo>
                  <a:lnTo>
                    <a:pt x="235402" y="558643"/>
                  </a:lnTo>
                  <a:lnTo>
                    <a:pt x="236070" y="481695"/>
                  </a:lnTo>
                  <a:lnTo>
                    <a:pt x="236738" y="474943"/>
                  </a:lnTo>
                  <a:lnTo>
                    <a:pt x="237406" y="474943"/>
                  </a:lnTo>
                  <a:lnTo>
                    <a:pt x="238074" y="474943"/>
                  </a:lnTo>
                  <a:lnTo>
                    <a:pt x="238742" y="518989"/>
                  </a:lnTo>
                  <a:lnTo>
                    <a:pt x="239410" y="571568"/>
                  </a:lnTo>
                  <a:lnTo>
                    <a:pt x="240078" y="623265"/>
                  </a:lnTo>
                  <a:lnTo>
                    <a:pt x="240746" y="640518"/>
                  </a:lnTo>
                  <a:lnTo>
                    <a:pt x="241414" y="685850"/>
                  </a:lnTo>
                  <a:lnTo>
                    <a:pt x="242082" y="685850"/>
                  </a:lnTo>
                  <a:lnTo>
                    <a:pt x="242750" y="682724"/>
                  </a:lnTo>
                  <a:lnTo>
                    <a:pt x="243418" y="685850"/>
                  </a:lnTo>
                  <a:lnTo>
                    <a:pt x="244086" y="685850"/>
                  </a:lnTo>
                  <a:lnTo>
                    <a:pt x="244754" y="685850"/>
                  </a:lnTo>
                  <a:lnTo>
                    <a:pt x="245422" y="769550"/>
                  </a:lnTo>
                  <a:lnTo>
                    <a:pt x="246090" y="896131"/>
                  </a:lnTo>
                  <a:lnTo>
                    <a:pt x="246758" y="909421"/>
                  </a:lnTo>
                  <a:lnTo>
                    <a:pt x="247426" y="909421"/>
                  </a:lnTo>
                  <a:lnTo>
                    <a:pt x="248094" y="909421"/>
                  </a:lnTo>
                  <a:lnTo>
                    <a:pt x="248762" y="909421"/>
                  </a:lnTo>
                  <a:lnTo>
                    <a:pt x="249430" y="909421"/>
                  </a:lnTo>
                  <a:lnTo>
                    <a:pt x="250098" y="909421"/>
                  </a:lnTo>
                  <a:lnTo>
                    <a:pt x="250766" y="909421"/>
                  </a:lnTo>
                  <a:lnTo>
                    <a:pt x="251434" y="909421"/>
                  </a:lnTo>
                  <a:lnTo>
                    <a:pt x="252102" y="909421"/>
                  </a:lnTo>
                  <a:lnTo>
                    <a:pt x="252770" y="922999"/>
                  </a:lnTo>
                  <a:lnTo>
                    <a:pt x="253439" y="909421"/>
                  </a:lnTo>
                  <a:lnTo>
                    <a:pt x="254107" y="883117"/>
                  </a:lnTo>
                  <a:lnTo>
                    <a:pt x="254775" y="825721"/>
                  </a:lnTo>
                  <a:lnTo>
                    <a:pt x="255443" y="825721"/>
                  </a:lnTo>
                  <a:lnTo>
                    <a:pt x="256111" y="825721"/>
                  </a:lnTo>
                  <a:lnTo>
                    <a:pt x="256779" y="825721"/>
                  </a:lnTo>
                  <a:lnTo>
                    <a:pt x="257447" y="825721"/>
                  </a:lnTo>
                  <a:lnTo>
                    <a:pt x="258115" y="825721"/>
                  </a:lnTo>
                  <a:lnTo>
                    <a:pt x="258783" y="724635"/>
                  </a:lnTo>
                  <a:lnTo>
                    <a:pt x="259451" y="685850"/>
                  </a:lnTo>
                  <a:lnTo>
                    <a:pt x="260119" y="685850"/>
                  </a:lnTo>
                  <a:lnTo>
                    <a:pt x="260787" y="685850"/>
                  </a:lnTo>
                  <a:lnTo>
                    <a:pt x="261455" y="673438"/>
                  </a:lnTo>
                  <a:lnTo>
                    <a:pt x="262123" y="626108"/>
                  </a:lnTo>
                  <a:lnTo>
                    <a:pt x="262791" y="652290"/>
                  </a:lnTo>
                  <a:lnTo>
                    <a:pt x="263459" y="685850"/>
                  </a:lnTo>
                  <a:lnTo>
                    <a:pt x="264127" y="685850"/>
                  </a:lnTo>
                  <a:lnTo>
                    <a:pt x="264795" y="631833"/>
                  </a:lnTo>
                  <a:lnTo>
                    <a:pt x="265463" y="587437"/>
                  </a:lnTo>
                  <a:lnTo>
                    <a:pt x="266131" y="474943"/>
                  </a:lnTo>
                  <a:lnTo>
                    <a:pt x="266799" y="452947"/>
                  </a:lnTo>
                  <a:lnTo>
                    <a:pt x="267467" y="431697"/>
                  </a:lnTo>
                  <a:lnTo>
                    <a:pt x="268135" y="431697"/>
                  </a:lnTo>
                  <a:lnTo>
                    <a:pt x="268803" y="493113"/>
                  </a:lnTo>
                  <a:lnTo>
                    <a:pt x="269471" y="474943"/>
                  </a:lnTo>
                  <a:lnTo>
                    <a:pt x="270139" y="474943"/>
                  </a:lnTo>
                  <a:lnTo>
                    <a:pt x="270807" y="474943"/>
                  </a:lnTo>
                  <a:lnTo>
                    <a:pt x="271475" y="452947"/>
                  </a:lnTo>
                  <a:lnTo>
                    <a:pt x="272143" y="629771"/>
                  </a:lnTo>
                  <a:lnTo>
                    <a:pt x="272811" y="579013"/>
                  </a:lnTo>
                  <a:lnTo>
                    <a:pt x="273479" y="571129"/>
                  </a:lnTo>
                  <a:lnTo>
                    <a:pt x="274147" y="586395"/>
                  </a:lnTo>
                  <a:lnTo>
                    <a:pt x="274815" y="626115"/>
                  </a:lnTo>
                  <a:lnTo>
                    <a:pt x="275483" y="660236"/>
                  </a:lnTo>
                  <a:lnTo>
                    <a:pt x="276151" y="770151"/>
                  </a:lnTo>
                  <a:lnTo>
                    <a:pt x="276819" y="796828"/>
                  </a:lnTo>
                  <a:lnTo>
                    <a:pt x="277487" y="770151"/>
                  </a:lnTo>
                  <a:lnTo>
                    <a:pt x="278156" y="770151"/>
                  </a:lnTo>
                  <a:lnTo>
                    <a:pt x="278824" y="770151"/>
                  </a:lnTo>
                  <a:lnTo>
                    <a:pt x="279492" y="824691"/>
                  </a:lnTo>
                  <a:lnTo>
                    <a:pt x="280160" y="824691"/>
                  </a:lnTo>
                  <a:lnTo>
                    <a:pt x="280828" y="824691"/>
                  </a:lnTo>
                  <a:lnTo>
                    <a:pt x="281496" y="865905"/>
                  </a:lnTo>
                  <a:lnTo>
                    <a:pt x="282164" y="878400"/>
                  </a:lnTo>
                  <a:lnTo>
                    <a:pt x="282832" y="990129"/>
                  </a:lnTo>
                  <a:lnTo>
                    <a:pt x="283500" y="1005607"/>
                  </a:lnTo>
                  <a:lnTo>
                    <a:pt x="284168" y="1007345"/>
                  </a:lnTo>
                  <a:lnTo>
                    <a:pt x="284836" y="909421"/>
                  </a:lnTo>
                  <a:lnTo>
                    <a:pt x="285504" y="909421"/>
                  </a:lnTo>
                  <a:lnTo>
                    <a:pt x="286172" y="849679"/>
                  </a:lnTo>
                  <a:lnTo>
                    <a:pt x="286840" y="825721"/>
                  </a:lnTo>
                  <a:lnTo>
                    <a:pt x="287508" y="909421"/>
                  </a:lnTo>
                  <a:lnTo>
                    <a:pt x="288176" y="909421"/>
                  </a:lnTo>
                  <a:lnTo>
                    <a:pt x="288844" y="909421"/>
                  </a:lnTo>
                  <a:lnTo>
                    <a:pt x="289512" y="909421"/>
                  </a:lnTo>
                  <a:lnTo>
                    <a:pt x="290180" y="909421"/>
                  </a:lnTo>
                  <a:lnTo>
                    <a:pt x="290848" y="909421"/>
                  </a:lnTo>
                  <a:lnTo>
                    <a:pt x="291516" y="909421"/>
                  </a:lnTo>
                  <a:lnTo>
                    <a:pt x="292184" y="866175"/>
                  </a:lnTo>
                  <a:lnTo>
                    <a:pt x="292852" y="825721"/>
                  </a:lnTo>
                  <a:lnTo>
                    <a:pt x="293520" y="989440"/>
                  </a:lnTo>
                  <a:lnTo>
                    <a:pt x="294188" y="942313"/>
                  </a:lnTo>
                  <a:lnTo>
                    <a:pt x="294856" y="943549"/>
                  </a:lnTo>
                  <a:lnTo>
                    <a:pt x="295524" y="884434"/>
                  </a:lnTo>
                  <a:lnTo>
                    <a:pt x="296192" y="929922"/>
                  </a:lnTo>
                  <a:lnTo>
                    <a:pt x="296860" y="890733"/>
                  </a:lnTo>
                  <a:lnTo>
                    <a:pt x="297528" y="872021"/>
                  </a:lnTo>
                  <a:lnTo>
                    <a:pt x="298196" y="824691"/>
                  </a:lnTo>
                  <a:lnTo>
                    <a:pt x="298864" y="824691"/>
                  </a:lnTo>
                  <a:lnTo>
                    <a:pt x="299532" y="824691"/>
                  </a:lnTo>
                  <a:lnTo>
                    <a:pt x="300200" y="824691"/>
                  </a:lnTo>
                  <a:lnTo>
                    <a:pt x="300868" y="824691"/>
                  </a:lnTo>
                  <a:lnTo>
                    <a:pt x="301536" y="824691"/>
                  </a:lnTo>
                  <a:lnTo>
                    <a:pt x="302205" y="853851"/>
                  </a:lnTo>
                  <a:lnTo>
                    <a:pt x="302873" y="884434"/>
                  </a:lnTo>
                  <a:lnTo>
                    <a:pt x="303541" y="865736"/>
                  </a:lnTo>
                  <a:lnTo>
                    <a:pt x="304209" y="905250"/>
                  </a:lnTo>
                  <a:lnTo>
                    <a:pt x="304877" y="755384"/>
                  </a:lnTo>
                  <a:lnTo>
                    <a:pt x="305545" y="751893"/>
                  </a:lnTo>
                  <a:lnTo>
                    <a:pt x="306213" y="751893"/>
                  </a:lnTo>
                  <a:lnTo>
                    <a:pt x="306881" y="773142"/>
                  </a:lnTo>
                  <a:lnTo>
                    <a:pt x="307549" y="695324"/>
                  </a:lnTo>
                  <a:lnTo>
                    <a:pt x="308217" y="664287"/>
                  </a:lnTo>
                  <a:lnTo>
                    <a:pt x="308885" y="620435"/>
                  </a:lnTo>
                  <a:lnTo>
                    <a:pt x="309553" y="571568"/>
                  </a:lnTo>
                  <a:lnTo>
                    <a:pt x="310221" y="571568"/>
                  </a:lnTo>
                  <a:lnTo>
                    <a:pt x="310889" y="571568"/>
                  </a:lnTo>
                  <a:lnTo>
                    <a:pt x="311557" y="568961"/>
                  </a:lnTo>
                  <a:lnTo>
                    <a:pt x="312225" y="521395"/>
                  </a:lnTo>
                  <a:lnTo>
                    <a:pt x="312893" y="521395"/>
                  </a:lnTo>
                  <a:lnTo>
                    <a:pt x="313561" y="521395"/>
                  </a:lnTo>
                  <a:lnTo>
                    <a:pt x="314229" y="521395"/>
                  </a:lnTo>
                  <a:lnTo>
                    <a:pt x="314897" y="523811"/>
                  </a:lnTo>
                  <a:lnTo>
                    <a:pt x="315565" y="571568"/>
                  </a:lnTo>
                  <a:lnTo>
                    <a:pt x="316233" y="568961"/>
                  </a:lnTo>
                  <a:lnTo>
                    <a:pt x="316901" y="551014"/>
                  </a:lnTo>
                  <a:lnTo>
                    <a:pt x="317569" y="628964"/>
                  </a:lnTo>
                  <a:lnTo>
                    <a:pt x="318237" y="708182"/>
                  </a:lnTo>
                  <a:lnTo>
                    <a:pt x="318905" y="758896"/>
                  </a:lnTo>
                  <a:lnTo>
                    <a:pt x="319573" y="825721"/>
                  </a:lnTo>
                  <a:lnTo>
                    <a:pt x="320241" y="825721"/>
                  </a:lnTo>
                  <a:lnTo>
                    <a:pt x="320909" y="825721"/>
                  </a:lnTo>
                  <a:lnTo>
                    <a:pt x="321577" y="829651"/>
                  </a:lnTo>
                  <a:lnTo>
                    <a:pt x="322245" y="909421"/>
                  </a:lnTo>
                  <a:lnTo>
                    <a:pt x="322913" y="909421"/>
                  </a:lnTo>
                  <a:lnTo>
                    <a:pt x="323581" y="909421"/>
                  </a:lnTo>
                  <a:lnTo>
                    <a:pt x="324249" y="909421"/>
                  </a:lnTo>
                  <a:lnTo>
                    <a:pt x="324917" y="909421"/>
                  </a:lnTo>
                  <a:lnTo>
                    <a:pt x="325585" y="909421"/>
                  </a:lnTo>
                  <a:lnTo>
                    <a:pt x="326253" y="913915"/>
                  </a:lnTo>
                  <a:lnTo>
                    <a:pt x="326922" y="1006046"/>
                  </a:lnTo>
                  <a:lnTo>
                    <a:pt x="327590" y="1006046"/>
                  </a:lnTo>
                  <a:lnTo>
                    <a:pt x="328258" y="1006046"/>
                  </a:lnTo>
                  <a:lnTo>
                    <a:pt x="328926" y="1006046"/>
                  </a:lnTo>
                  <a:lnTo>
                    <a:pt x="329594" y="1006046"/>
                  </a:lnTo>
                  <a:lnTo>
                    <a:pt x="330262" y="1006046"/>
                  </a:lnTo>
                  <a:lnTo>
                    <a:pt x="330930" y="1006046"/>
                  </a:lnTo>
                  <a:lnTo>
                    <a:pt x="331598" y="1006046"/>
                  </a:lnTo>
                  <a:lnTo>
                    <a:pt x="332266" y="1006046"/>
                  </a:lnTo>
                  <a:lnTo>
                    <a:pt x="332934" y="1006046"/>
                  </a:lnTo>
                  <a:lnTo>
                    <a:pt x="333602" y="1006046"/>
                  </a:lnTo>
                  <a:lnTo>
                    <a:pt x="334270" y="1006046"/>
                  </a:lnTo>
                  <a:lnTo>
                    <a:pt x="334278" y="100808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2766304" y="3537709"/>
              <a:ext cx="66034" cy="486689"/>
            </a:xfrm>
            <a:custGeom>
              <a:avLst/>
              <a:pathLst>
                <a:path w="66034" h="486689">
                  <a:moveTo>
                    <a:pt x="0" y="486689"/>
                  </a:moveTo>
                  <a:lnTo>
                    <a:pt x="164" y="453943"/>
                  </a:lnTo>
                  <a:lnTo>
                    <a:pt x="832" y="429080"/>
                  </a:lnTo>
                  <a:lnTo>
                    <a:pt x="1500" y="429080"/>
                  </a:lnTo>
                  <a:lnTo>
                    <a:pt x="2168" y="429080"/>
                  </a:lnTo>
                  <a:lnTo>
                    <a:pt x="2836" y="429080"/>
                  </a:lnTo>
                  <a:lnTo>
                    <a:pt x="3505" y="429080"/>
                  </a:lnTo>
                  <a:lnTo>
                    <a:pt x="4173" y="425648"/>
                  </a:lnTo>
                  <a:lnTo>
                    <a:pt x="4841" y="410382"/>
                  </a:lnTo>
                  <a:lnTo>
                    <a:pt x="5509" y="357004"/>
                  </a:lnTo>
                  <a:lnTo>
                    <a:pt x="6177" y="164454"/>
                  </a:lnTo>
                  <a:lnTo>
                    <a:pt x="6845" y="164454"/>
                  </a:lnTo>
                  <a:lnTo>
                    <a:pt x="7513" y="164454"/>
                  </a:lnTo>
                  <a:lnTo>
                    <a:pt x="8181" y="164454"/>
                  </a:lnTo>
                  <a:lnTo>
                    <a:pt x="8849" y="164454"/>
                  </a:lnTo>
                  <a:lnTo>
                    <a:pt x="9517" y="230497"/>
                  </a:lnTo>
                  <a:lnTo>
                    <a:pt x="10185" y="357443"/>
                  </a:lnTo>
                  <a:lnTo>
                    <a:pt x="10853" y="388025"/>
                  </a:lnTo>
                  <a:lnTo>
                    <a:pt x="11521" y="388025"/>
                  </a:lnTo>
                  <a:lnTo>
                    <a:pt x="12189" y="388025"/>
                  </a:lnTo>
                  <a:lnTo>
                    <a:pt x="12857" y="388025"/>
                  </a:lnTo>
                  <a:lnTo>
                    <a:pt x="13525" y="336477"/>
                  </a:lnTo>
                  <a:lnTo>
                    <a:pt x="14193" y="273742"/>
                  </a:lnTo>
                  <a:lnTo>
                    <a:pt x="14861" y="206582"/>
                  </a:lnTo>
                  <a:lnTo>
                    <a:pt x="15529" y="334473"/>
                  </a:lnTo>
                  <a:lnTo>
                    <a:pt x="16197" y="335008"/>
                  </a:lnTo>
                  <a:lnTo>
                    <a:pt x="16865" y="206982"/>
                  </a:lnTo>
                  <a:lnTo>
                    <a:pt x="17533" y="133433"/>
                  </a:lnTo>
                  <a:lnTo>
                    <a:pt x="18201" y="133433"/>
                  </a:lnTo>
                  <a:lnTo>
                    <a:pt x="18869" y="110977"/>
                  </a:lnTo>
                  <a:lnTo>
                    <a:pt x="19537" y="108884"/>
                  </a:lnTo>
                  <a:lnTo>
                    <a:pt x="20205" y="82294"/>
                  </a:lnTo>
                  <a:lnTo>
                    <a:pt x="20873" y="30429"/>
                  </a:lnTo>
                  <a:lnTo>
                    <a:pt x="21541" y="30429"/>
                  </a:lnTo>
                  <a:lnTo>
                    <a:pt x="22209" y="30429"/>
                  </a:lnTo>
                  <a:lnTo>
                    <a:pt x="22877" y="30429"/>
                  </a:lnTo>
                  <a:lnTo>
                    <a:pt x="23545" y="52952"/>
                  </a:lnTo>
                  <a:lnTo>
                    <a:pt x="24213" y="84300"/>
                  </a:lnTo>
                  <a:lnTo>
                    <a:pt x="24881" y="123683"/>
                  </a:lnTo>
                  <a:lnTo>
                    <a:pt x="25549" y="135675"/>
                  </a:lnTo>
                  <a:lnTo>
                    <a:pt x="26217" y="140185"/>
                  </a:lnTo>
                  <a:lnTo>
                    <a:pt x="26885" y="254015"/>
                  </a:lnTo>
                  <a:lnTo>
                    <a:pt x="27554" y="344340"/>
                  </a:lnTo>
                  <a:lnTo>
                    <a:pt x="28222" y="344340"/>
                  </a:lnTo>
                  <a:lnTo>
                    <a:pt x="28890" y="170754"/>
                  </a:lnTo>
                  <a:lnTo>
                    <a:pt x="29558" y="104712"/>
                  </a:lnTo>
                  <a:lnTo>
                    <a:pt x="30226" y="142891"/>
                  </a:lnTo>
                  <a:lnTo>
                    <a:pt x="30894" y="193316"/>
                  </a:lnTo>
                  <a:lnTo>
                    <a:pt x="31562" y="164454"/>
                  </a:lnTo>
                  <a:lnTo>
                    <a:pt x="32230" y="116214"/>
                  </a:lnTo>
                  <a:lnTo>
                    <a:pt x="32898" y="104712"/>
                  </a:lnTo>
                  <a:lnTo>
                    <a:pt x="33566" y="104712"/>
                  </a:lnTo>
                  <a:lnTo>
                    <a:pt x="34234" y="104712"/>
                  </a:lnTo>
                  <a:lnTo>
                    <a:pt x="34902" y="63368"/>
                  </a:lnTo>
                  <a:lnTo>
                    <a:pt x="35570" y="85079"/>
                  </a:lnTo>
                  <a:lnTo>
                    <a:pt x="36238" y="71422"/>
                  </a:lnTo>
                  <a:lnTo>
                    <a:pt x="36906" y="2415"/>
                  </a:lnTo>
                  <a:lnTo>
                    <a:pt x="37574" y="0"/>
                  </a:lnTo>
                  <a:lnTo>
                    <a:pt x="38242" y="0"/>
                  </a:lnTo>
                  <a:lnTo>
                    <a:pt x="38910" y="42385"/>
                  </a:lnTo>
                  <a:lnTo>
                    <a:pt x="39578" y="76849"/>
                  </a:lnTo>
                  <a:lnTo>
                    <a:pt x="40246" y="50172"/>
                  </a:lnTo>
                  <a:lnTo>
                    <a:pt x="40914" y="79580"/>
                  </a:lnTo>
                  <a:lnTo>
                    <a:pt x="41582" y="104712"/>
                  </a:lnTo>
                  <a:lnTo>
                    <a:pt x="42250" y="152042"/>
                  </a:lnTo>
                  <a:lnTo>
                    <a:pt x="42918" y="164454"/>
                  </a:lnTo>
                  <a:lnTo>
                    <a:pt x="43586" y="164454"/>
                  </a:lnTo>
                  <a:lnTo>
                    <a:pt x="44254" y="164454"/>
                  </a:lnTo>
                  <a:lnTo>
                    <a:pt x="44922" y="213322"/>
                  </a:lnTo>
                  <a:lnTo>
                    <a:pt x="45590" y="230497"/>
                  </a:lnTo>
                  <a:lnTo>
                    <a:pt x="46258" y="273742"/>
                  </a:lnTo>
                  <a:lnTo>
                    <a:pt x="46926" y="383564"/>
                  </a:lnTo>
                  <a:lnTo>
                    <a:pt x="47594" y="388025"/>
                  </a:lnTo>
                  <a:lnTo>
                    <a:pt x="48262" y="388025"/>
                  </a:lnTo>
                  <a:lnTo>
                    <a:pt x="48930" y="388025"/>
                  </a:lnTo>
                  <a:lnTo>
                    <a:pt x="49598" y="434478"/>
                  </a:lnTo>
                  <a:lnTo>
                    <a:pt x="50266" y="484650"/>
                  </a:lnTo>
                  <a:lnTo>
                    <a:pt x="50934" y="484650"/>
                  </a:lnTo>
                  <a:lnTo>
                    <a:pt x="51602" y="484650"/>
                  </a:lnTo>
                  <a:lnTo>
                    <a:pt x="52271" y="484650"/>
                  </a:lnTo>
                  <a:lnTo>
                    <a:pt x="52939" y="484650"/>
                  </a:lnTo>
                  <a:lnTo>
                    <a:pt x="53607" y="484650"/>
                  </a:lnTo>
                  <a:lnTo>
                    <a:pt x="54275" y="484650"/>
                  </a:lnTo>
                  <a:lnTo>
                    <a:pt x="54943" y="484650"/>
                  </a:lnTo>
                  <a:lnTo>
                    <a:pt x="55611" y="484650"/>
                  </a:lnTo>
                  <a:lnTo>
                    <a:pt x="56279" y="484650"/>
                  </a:lnTo>
                  <a:lnTo>
                    <a:pt x="56947" y="484650"/>
                  </a:lnTo>
                  <a:lnTo>
                    <a:pt x="57615" y="484650"/>
                  </a:lnTo>
                  <a:lnTo>
                    <a:pt x="58283" y="484650"/>
                  </a:lnTo>
                  <a:lnTo>
                    <a:pt x="58951" y="484650"/>
                  </a:lnTo>
                  <a:lnTo>
                    <a:pt x="59619" y="484650"/>
                  </a:lnTo>
                  <a:lnTo>
                    <a:pt x="60287" y="484650"/>
                  </a:lnTo>
                  <a:lnTo>
                    <a:pt x="60955" y="484650"/>
                  </a:lnTo>
                  <a:lnTo>
                    <a:pt x="61623" y="484650"/>
                  </a:lnTo>
                  <a:lnTo>
                    <a:pt x="62291" y="484650"/>
                  </a:lnTo>
                  <a:lnTo>
                    <a:pt x="62959" y="406195"/>
                  </a:lnTo>
                  <a:lnTo>
                    <a:pt x="63627" y="388025"/>
                  </a:lnTo>
                  <a:lnTo>
                    <a:pt x="64295" y="388025"/>
                  </a:lnTo>
                  <a:lnTo>
                    <a:pt x="64963" y="388025"/>
                  </a:lnTo>
                  <a:lnTo>
                    <a:pt x="65631" y="388025"/>
                  </a:lnTo>
                  <a:lnTo>
                    <a:pt x="66034" y="48668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2833792" y="3537709"/>
              <a:ext cx="30629" cy="486689"/>
            </a:xfrm>
            <a:custGeom>
              <a:avLst/>
              <a:pathLst>
                <a:path w="30629" h="486689">
                  <a:moveTo>
                    <a:pt x="0" y="486689"/>
                  </a:moveTo>
                  <a:lnTo>
                    <a:pt x="147" y="464923"/>
                  </a:lnTo>
                  <a:lnTo>
                    <a:pt x="815" y="429080"/>
                  </a:lnTo>
                  <a:lnTo>
                    <a:pt x="1483" y="429080"/>
                  </a:lnTo>
                  <a:lnTo>
                    <a:pt x="2151" y="429080"/>
                  </a:lnTo>
                  <a:lnTo>
                    <a:pt x="2819" y="429080"/>
                  </a:lnTo>
                  <a:lnTo>
                    <a:pt x="3487" y="372511"/>
                  </a:lnTo>
                  <a:lnTo>
                    <a:pt x="4155" y="363038"/>
                  </a:lnTo>
                  <a:lnTo>
                    <a:pt x="4823" y="363038"/>
                  </a:lnTo>
                  <a:lnTo>
                    <a:pt x="5491" y="415303"/>
                  </a:lnTo>
                  <a:lnTo>
                    <a:pt x="6159" y="429080"/>
                  </a:lnTo>
                  <a:lnTo>
                    <a:pt x="6827" y="429080"/>
                  </a:lnTo>
                  <a:lnTo>
                    <a:pt x="7495" y="317706"/>
                  </a:lnTo>
                  <a:lnTo>
                    <a:pt x="8163" y="303295"/>
                  </a:lnTo>
                  <a:lnTo>
                    <a:pt x="8831" y="284598"/>
                  </a:lnTo>
                  <a:lnTo>
                    <a:pt x="9499" y="237942"/>
                  </a:lnTo>
                  <a:lnTo>
                    <a:pt x="10167" y="282841"/>
                  </a:lnTo>
                  <a:lnTo>
                    <a:pt x="10836" y="133872"/>
                  </a:lnTo>
                  <a:lnTo>
                    <a:pt x="11504" y="93418"/>
                  </a:lnTo>
                  <a:lnTo>
                    <a:pt x="12172" y="50172"/>
                  </a:lnTo>
                  <a:lnTo>
                    <a:pt x="12840" y="50172"/>
                  </a:lnTo>
                  <a:lnTo>
                    <a:pt x="13508" y="96222"/>
                  </a:lnTo>
                  <a:lnTo>
                    <a:pt x="14176" y="87846"/>
                  </a:lnTo>
                  <a:lnTo>
                    <a:pt x="14844" y="17107"/>
                  </a:lnTo>
                  <a:lnTo>
                    <a:pt x="15512" y="0"/>
                  </a:lnTo>
                  <a:lnTo>
                    <a:pt x="16180" y="0"/>
                  </a:lnTo>
                  <a:lnTo>
                    <a:pt x="16848" y="0"/>
                  </a:lnTo>
                  <a:lnTo>
                    <a:pt x="17516" y="90626"/>
                  </a:lnTo>
                  <a:lnTo>
                    <a:pt x="18184" y="104712"/>
                  </a:lnTo>
                  <a:lnTo>
                    <a:pt x="18852" y="104712"/>
                  </a:lnTo>
                  <a:lnTo>
                    <a:pt x="19520" y="158217"/>
                  </a:lnTo>
                  <a:lnTo>
                    <a:pt x="20188" y="164454"/>
                  </a:lnTo>
                  <a:lnTo>
                    <a:pt x="20856" y="177118"/>
                  </a:lnTo>
                  <a:lnTo>
                    <a:pt x="21524" y="177118"/>
                  </a:lnTo>
                  <a:lnTo>
                    <a:pt x="22192" y="230497"/>
                  </a:lnTo>
                  <a:lnTo>
                    <a:pt x="22860" y="230497"/>
                  </a:lnTo>
                  <a:lnTo>
                    <a:pt x="23528" y="230497"/>
                  </a:lnTo>
                  <a:lnTo>
                    <a:pt x="24196" y="251746"/>
                  </a:lnTo>
                  <a:lnTo>
                    <a:pt x="24864" y="357443"/>
                  </a:lnTo>
                  <a:lnTo>
                    <a:pt x="25532" y="332366"/>
                  </a:lnTo>
                  <a:lnTo>
                    <a:pt x="26200" y="304325"/>
                  </a:lnTo>
                  <a:lnTo>
                    <a:pt x="26868" y="304325"/>
                  </a:lnTo>
                  <a:lnTo>
                    <a:pt x="27536" y="304325"/>
                  </a:lnTo>
                  <a:lnTo>
                    <a:pt x="28204" y="304325"/>
                  </a:lnTo>
                  <a:lnTo>
                    <a:pt x="28872" y="304325"/>
                  </a:lnTo>
                  <a:lnTo>
                    <a:pt x="29540" y="468044"/>
                  </a:lnTo>
                  <a:lnTo>
                    <a:pt x="30208" y="484211"/>
                  </a:lnTo>
                  <a:lnTo>
                    <a:pt x="30629" y="48668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2875345" y="4022360"/>
              <a:ext cx="12045" cy="2038"/>
            </a:xfrm>
            <a:custGeom>
              <a:avLst/>
              <a:pathLst>
                <a:path w="12045" h="2038">
                  <a:moveTo>
                    <a:pt x="0" y="2038"/>
                  </a:moveTo>
                  <a:lnTo>
                    <a:pt x="12" y="0"/>
                  </a:lnTo>
                  <a:lnTo>
                    <a:pt x="680" y="0"/>
                  </a:lnTo>
                  <a:lnTo>
                    <a:pt x="1348" y="0"/>
                  </a:lnTo>
                  <a:lnTo>
                    <a:pt x="2016" y="0"/>
                  </a:lnTo>
                  <a:lnTo>
                    <a:pt x="2684" y="0"/>
                  </a:lnTo>
                  <a:lnTo>
                    <a:pt x="3352" y="0"/>
                  </a:lnTo>
                  <a:lnTo>
                    <a:pt x="4021" y="0"/>
                  </a:lnTo>
                  <a:lnTo>
                    <a:pt x="4689" y="0"/>
                  </a:lnTo>
                  <a:lnTo>
                    <a:pt x="5357" y="0"/>
                  </a:lnTo>
                  <a:lnTo>
                    <a:pt x="6025" y="0"/>
                  </a:lnTo>
                  <a:lnTo>
                    <a:pt x="6693" y="0"/>
                  </a:lnTo>
                  <a:lnTo>
                    <a:pt x="7361" y="0"/>
                  </a:lnTo>
                  <a:lnTo>
                    <a:pt x="8029" y="0"/>
                  </a:lnTo>
                  <a:lnTo>
                    <a:pt x="8697" y="0"/>
                  </a:lnTo>
                  <a:lnTo>
                    <a:pt x="9365" y="0"/>
                  </a:lnTo>
                  <a:lnTo>
                    <a:pt x="10033" y="0"/>
                  </a:lnTo>
                  <a:lnTo>
                    <a:pt x="10701" y="0"/>
                  </a:lnTo>
                  <a:lnTo>
                    <a:pt x="11369" y="0"/>
                  </a:lnTo>
                  <a:lnTo>
                    <a:pt x="12037" y="0"/>
                  </a:lnTo>
                  <a:lnTo>
                    <a:pt x="12045" y="203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2893612" y="3692832"/>
              <a:ext cx="25176" cy="331566"/>
            </a:xfrm>
            <a:custGeom>
              <a:avLst/>
              <a:pathLst>
                <a:path w="25176" h="331566">
                  <a:moveTo>
                    <a:pt x="0" y="331566"/>
                  </a:moveTo>
                  <a:lnTo>
                    <a:pt x="450" y="309382"/>
                  </a:lnTo>
                  <a:lnTo>
                    <a:pt x="1118" y="269500"/>
                  </a:lnTo>
                  <a:lnTo>
                    <a:pt x="1786" y="252558"/>
                  </a:lnTo>
                  <a:lnTo>
                    <a:pt x="2454" y="252558"/>
                  </a:lnTo>
                  <a:lnTo>
                    <a:pt x="3122" y="252558"/>
                  </a:lnTo>
                  <a:lnTo>
                    <a:pt x="3790" y="252558"/>
                  </a:lnTo>
                  <a:lnTo>
                    <a:pt x="4458" y="252558"/>
                  </a:lnTo>
                  <a:lnTo>
                    <a:pt x="5126" y="252558"/>
                  </a:lnTo>
                  <a:lnTo>
                    <a:pt x="5795" y="293569"/>
                  </a:lnTo>
                  <a:lnTo>
                    <a:pt x="6463" y="330127"/>
                  </a:lnTo>
                  <a:lnTo>
                    <a:pt x="7131" y="236776"/>
                  </a:lnTo>
                  <a:lnTo>
                    <a:pt x="7799" y="111451"/>
                  </a:lnTo>
                  <a:lnTo>
                    <a:pt x="8467" y="0"/>
                  </a:lnTo>
                  <a:lnTo>
                    <a:pt x="9135" y="114900"/>
                  </a:lnTo>
                  <a:lnTo>
                    <a:pt x="9803" y="149203"/>
                  </a:lnTo>
                  <a:lnTo>
                    <a:pt x="10471" y="206599"/>
                  </a:lnTo>
                  <a:lnTo>
                    <a:pt x="11139" y="289073"/>
                  </a:lnTo>
                  <a:lnTo>
                    <a:pt x="11807" y="329527"/>
                  </a:lnTo>
                  <a:lnTo>
                    <a:pt x="12475" y="329527"/>
                  </a:lnTo>
                  <a:lnTo>
                    <a:pt x="13143" y="329527"/>
                  </a:lnTo>
                  <a:lnTo>
                    <a:pt x="13811" y="329527"/>
                  </a:lnTo>
                  <a:lnTo>
                    <a:pt x="14479" y="329527"/>
                  </a:lnTo>
                  <a:lnTo>
                    <a:pt x="15147" y="329527"/>
                  </a:lnTo>
                  <a:lnTo>
                    <a:pt x="15815" y="329527"/>
                  </a:lnTo>
                  <a:lnTo>
                    <a:pt x="16483" y="329527"/>
                  </a:lnTo>
                  <a:lnTo>
                    <a:pt x="17151" y="329527"/>
                  </a:lnTo>
                  <a:lnTo>
                    <a:pt x="17819" y="329527"/>
                  </a:lnTo>
                  <a:lnTo>
                    <a:pt x="18487" y="329527"/>
                  </a:lnTo>
                  <a:lnTo>
                    <a:pt x="19155" y="329527"/>
                  </a:lnTo>
                  <a:lnTo>
                    <a:pt x="19823" y="329527"/>
                  </a:lnTo>
                  <a:lnTo>
                    <a:pt x="20491" y="329527"/>
                  </a:lnTo>
                  <a:lnTo>
                    <a:pt x="21159" y="329527"/>
                  </a:lnTo>
                  <a:lnTo>
                    <a:pt x="21827" y="329527"/>
                  </a:lnTo>
                  <a:lnTo>
                    <a:pt x="22495" y="329527"/>
                  </a:lnTo>
                  <a:lnTo>
                    <a:pt x="23163" y="329527"/>
                  </a:lnTo>
                  <a:lnTo>
                    <a:pt x="23831" y="329527"/>
                  </a:lnTo>
                  <a:lnTo>
                    <a:pt x="24499" y="329527"/>
                  </a:lnTo>
                  <a:lnTo>
                    <a:pt x="25167" y="329527"/>
                  </a:lnTo>
                  <a:lnTo>
                    <a:pt x="25176" y="33156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2929440" y="3448011"/>
              <a:ext cx="132897" cy="576387"/>
            </a:xfrm>
            <a:custGeom>
              <a:avLst/>
              <a:pathLst>
                <a:path w="132897" h="576387">
                  <a:moveTo>
                    <a:pt x="0" y="576387"/>
                  </a:moveTo>
                  <a:lnTo>
                    <a:pt x="27" y="573909"/>
                  </a:lnTo>
                  <a:lnTo>
                    <a:pt x="696" y="573909"/>
                  </a:lnTo>
                  <a:lnTo>
                    <a:pt x="1364" y="551689"/>
                  </a:lnTo>
                  <a:lnTo>
                    <a:pt x="2032" y="394023"/>
                  </a:lnTo>
                  <a:lnTo>
                    <a:pt x="2700" y="394023"/>
                  </a:lnTo>
                  <a:lnTo>
                    <a:pt x="3368" y="394023"/>
                  </a:lnTo>
                  <a:lnTo>
                    <a:pt x="4036" y="394023"/>
                  </a:lnTo>
                  <a:lnTo>
                    <a:pt x="4704" y="394023"/>
                  </a:lnTo>
                  <a:lnTo>
                    <a:pt x="5372" y="394023"/>
                  </a:lnTo>
                  <a:lnTo>
                    <a:pt x="6040" y="394023"/>
                  </a:lnTo>
                  <a:lnTo>
                    <a:pt x="6708" y="394023"/>
                  </a:lnTo>
                  <a:lnTo>
                    <a:pt x="7376" y="447141"/>
                  </a:lnTo>
                  <a:lnTo>
                    <a:pt x="8044" y="477724"/>
                  </a:lnTo>
                  <a:lnTo>
                    <a:pt x="8712" y="477724"/>
                  </a:lnTo>
                  <a:lnTo>
                    <a:pt x="9380" y="524176"/>
                  </a:lnTo>
                  <a:lnTo>
                    <a:pt x="10048" y="574348"/>
                  </a:lnTo>
                  <a:lnTo>
                    <a:pt x="10716" y="574348"/>
                  </a:lnTo>
                  <a:lnTo>
                    <a:pt x="11384" y="574348"/>
                  </a:lnTo>
                  <a:lnTo>
                    <a:pt x="12052" y="574348"/>
                  </a:lnTo>
                  <a:lnTo>
                    <a:pt x="12720" y="574348"/>
                  </a:lnTo>
                  <a:lnTo>
                    <a:pt x="13388" y="574348"/>
                  </a:lnTo>
                  <a:lnTo>
                    <a:pt x="14056" y="563987"/>
                  </a:lnTo>
                  <a:lnTo>
                    <a:pt x="14724" y="477724"/>
                  </a:lnTo>
                  <a:lnTo>
                    <a:pt x="15392" y="477724"/>
                  </a:lnTo>
                  <a:lnTo>
                    <a:pt x="16060" y="477724"/>
                  </a:lnTo>
                  <a:lnTo>
                    <a:pt x="16728" y="477724"/>
                  </a:lnTo>
                  <a:lnTo>
                    <a:pt x="17396" y="477724"/>
                  </a:lnTo>
                  <a:lnTo>
                    <a:pt x="18064" y="477724"/>
                  </a:lnTo>
                  <a:lnTo>
                    <a:pt x="18732" y="434478"/>
                  </a:lnTo>
                  <a:lnTo>
                    <a:pt x="19400" y="374735"/>
                  </a:lnTo>
                  <a:lnTo>
                    <a:pt x="20068" y="185921"/>
                  </a:lnTo>
                  <a:lnTo>
                    <a:pt x="20736" y="299763"/>
                  </a:lnTo>
                  <a:lnTo>
                    <a:pt x="21404" y="319756"/>
                  </a:lnTo>
                  <a:lnTo>
                    <a:pt x="22072" y="338453"/>
                  </a:lnTo>
                  <a:lnTo>
                    <a:pt x="22740" y="288281"/>
                  </a:lnTo>
                  <a:lnTo>
                    <a:pt x="23408" y="288281"/>
                  </a:lnTo>
                  <a:lnTo>
                    <a:pt x="24076" y="262307"/>
                  </a:lnTo>
                  <a:lnTo>
                    <a:pt x="24744" y="241829"/>
                  </a:lnTo>
                  <a:lnTo>
                    <a:pt x="25413" y="239594"/>
                  </a:lnTo>
                  <a:lnTo>
                    <a:pt x="26081" y="198583"/>
                  </a:lnTo>
                  <a:lnTo>
                    <a:pt x="26749" y="198583"/>
                  </a:lnTo>
                  <a:lnTo>
                    <a:pt x="27417" y="198583"/>
                  </a:lnTo>
                  <a:lnTo>
                    <a:pt x="28085" y="198583"/>
                  </a:lnTo>
                  <a:lnTo>
                    <a:pt x="28753" y="219833"/>
                  </a:lnTo>
                  <a:lnTo>
                    <a:pt x="29421" y="253123"/>
                  </a:lnTo>
                  <a:lnTo>
                    <a:pt x="30089" y="376128"/>
                  </a:lnTo>
                  <a:lnTo>
                    <a:pt x="30757" y="389563"/>
                  </a:lnTo>
                  <a:lnTo>
                    <a:pt x="31425" y="358129"/>
                  </a:lnTo>
                  <a:lnTo>
                    <a:pt x="32093" y="194411"/>
                  </a:lnTo>
                  <a:lnTo>
                    <a:pt x="32761" y="254153"/>
                  </a:lnTo>
                  <a:lnTo>
                    <a:pt x="33429" y="254153"/>
                  </a:lnTo>
                  <a:lnTo>
                    <a:pt x="34097" y="296280"/>
                  </a:lnTo>
                  <a:lnTo>
                    <a:pt x="34765" y="538438"/>
                  </a:lnTo>
                  <a:lnTo>
                    <a:pt x="35433" y="489720"/>
                  </a:lnTo>
                  <a:lnTo>
                    <a:pt x="36101" y="469498"/>
                  </a:lnTo>
                  <a:lnTo>
                    <a:pt x="36769" y="392994"/>
                  </a:lnTo>
                  <a:lnTo>
                    <a:pt x="37437" y="519500"/>
                  </a:lnTo>
                  <a:lnTo>
                    <a:pt x="38105" y="543090"/>
                  </a:lnTo>
                  <a:lnTo>
                    <a:pt x="38773" y="522051"/>
                  </a:lnTo>
                  <a:lnTo>
                    <a:pt x="39441" y="481596"/>
                  </a:lnTo>
                  <a:lnTo>
                    <a:pt x="40109" y="505554"/>
                  </a:lnTo>
                  <a:lnTo>
                    <a:pt x="40777" y="536137"/>
                  </a:lnTo>
                  <a:lnTo>
                    <a:pt x="41445" y="481596"/>
                  </a:lnTo>
                  <a:lnTo>
                    <a:pt x="42113" y="481596"/>
                  </a:lnTo>
                  <a:lnTo>
                    <a:pt x="42781" y="481596"/>
                  </a:lnTo>
                  <a:lnTo>
                    <a:pt x="43449" y="478990"/>
                  </a:lnTo>
                  <a:lnTo>
                    <a:pt x="44117" y="431424"/>
                  </a:lnTo>
                  <a:lnTo>
                    <a:pt x="44785" y="448096"/>
                  </a:lnTo>
                  <a:lnTo>
                    <a:pt x="45453" y="499085"/>
                  </a:lnTo>
                  <a:lnTo>
                    <a:pt x="46121" y="545682"/>
                  </a:lnTo>
                  <a:lnTo>
                    <a:pt x="46789" y="518778"/>
                  </a:lnTo>
                  <a:lnTo>
                    <a:pt x="47457" y="515347"/>
                  </a:lnTo>
                  <a:lnTo>
                    <a:pt x="48125" y="483914"/>
                  </a:lnTo>
                  <a:lnTo>
                    <a:pt x="48793" y="303021"/>
                  </a:lnTo>
                  <a:lnTo>
                    <a:pt x="49461" y="320195"/>
                  </a:lnTo>
                  <a:lnTo>
                    <a:pt x="50130" y="320195"/>
                  </a:lnTo>
                  <a:lnTo>
                    <a:pt x="50798" y="320195"/>
                  </a:lnTo>
                  <a:lnTo>
                    <a:pt x="51466" y="337853"/>
                  </a:lnTo>
                  <a:lnTo>
                    <a:pt x="52134" y="320195"/>
                  </a:lnTo>
                  <a:lnTo>
                    <a:pt x="52802" y="320195"/>
                  </a:lnTo>
                  <a:lnTo>
                    <a:pt x="53470" y="323687"/>
                  </a:lnTo>
                  <a:lnTo>
                    <a:pt x="54138" y="394023"/>
                  </a:lnTo>
                  <a:lnTo>
                    <a:pt x="54806" y="394023"/>
                  </a:lnTo>
                  <a:lnTo>
                    <a:pt x="55474" y="337853"/>
                  </a:lnTo>
                  <a:lnTo>
                    <a:pt x="56142" y="320195"/>
                  </a:lnTo>
                  <a:lnTo>
                    <a:pt x="56810" y="320195"/>
                  </a:lnTo>
                  <a:lnTo>
                    <a:pt x="57478" y="320195"/>
                  </a:lnTo>
                  <a:lnTo>
                    <a:pt x="58146" y="320195"/>
                  </a:lnTo>
                  <a:lnTo>
                    <a:pt x="58814" y="356023"/>
                  </a:lnTo>
                  <a:lnTo>
                    <a:pt x="59482" y="394023"/>
                  </a:lnTo>
                  <a:lnTo>
                    <a:pt x="60150" y="394023"/>
                  </a:lnTo>
                  <a:lnTo>
                    <a:pt x="60818" y="394023"/>
                  </a:lnTo>
                  <a:lnTo>
                    <a:pt x="61486" y="455728"/>
                  </a:lnTo>
                  <a:lnTo>
                    <a:pt x="62154" y="477724"/>
                  </a:lnTo>
                  <a:lnTo>
                    <a:pt x="62822" y="455728"/>
                  </a:lnTo>
                  <a:lnTo>
                    <a:pt x="63490" y="394023"/>
                  </a:lnTo>
                  <a:lnTo>
                    <a:pt x="64158" y="394023"/>
                  </a:lnTo>
                  <a:lnTo>
                    <a:pt x="64826" y="394023"/>
                  </a:lnTo>
                  <a:lnTo>
                    <a:pt x="65494" y="455728"/>
                  </a:lnTo>
                  <a:lnTo>
                    <a:pt x="66162" y="477724"/>
                  </a:lnTo>
                  <a:lnTo>
                    <a:pt x="66830" y="477724"/>
                  </a:lnTo>
                  <a:lnTo>
                    <a:pt x="67498" y="477724"/>
                  </a:lnTo>
                  <a:lnTo>
                    <a:pt x="68166" y="477724"/>
                  </a:lnTo>
                  <a:lnTo>
                    <a:pt x="68834" y="477724"/>
                  </a:lnTo>
                  <a:lnTo>
                    <a:pt x="69502" y="477724"/>
                  </a:lnTo>
                  <a:lnTo>
                    <a:pt x="70170" y="477724"/>
                  </a:lnTo>
                  <a:lnTo>
                    <a:pt x="70838" y="477724"/>
                  </a:lnTo>
                  <a:lnTo>
                    <a:pt x="71506" y="477724"/>
                  </a:lnTo>
                  <a:lnTo>
                    <a:pt x="72174" y="477724"/>
                  </a:lnTo>
                  <a:lnTo>
                    <a:pt x="72842" y="500519"/>
                  </a:lnTo>
                  <a:lnTo>
                    <a:pt x="73510" y="574348"/>
                  </a:lnTo>
                  <a:lnTo>
                    <a:pt x="74179" y="574348"/>
                  </a:lnTo>
                  <a:lnTo>
                    <a:pt x="74847" y="574348"/>
                  </a:lnTo>
                  <a:lnTo>
                    <a:pt x="75515" y="574348"/>
                  </a:lnTo>
                  <a:lnTo>
                    <a:pt x="76183" y="574348"/>
                  </a:lnTo>
                  <a:lnTo>
                    <a:pt x="76851" y="574348"/>
                  </a:lnTo>
                  <a:lnTo>
                    <a:pt x="77519" y="574348"/>
                  </a:lnTo>
                  <a:lnTo>
                    <a:pt x="78187" y="574348"/>
                  </a:lnTo>
                  <a:lnTo>
                    <a:pt x="78855" y="574348"/>
                  </a:lnTo>
                  <a:lnTo>
                    <a:pt x="79523" y="574348"/>
                  </a:lnTo>
                  <a:lnTo>
                    <a:pt x="80191" y="574348"/>
                  </a:lnTo>
                  <a:lnTo>
                    <a:pt x="80859" y="574348"/>
                  </a:lnTo>
                  <a:lnTo>
                    <a:pt x="81527" y="574348"/>
                  </a:lnTo>
                  <a:lnTo>
                    <a:pt x="82195" y="574348"/>
                  </a:lnTo>
                  <a:lnTo>
                    <a:pt x="82863" y="574348"/>
                  </a:lnTo>
                  <a:lnTo>
                    <a:pt x="83531" y="574348"/>
                  </a:lnTo>
                  <a:lnTo>
                    <a:pt x="84199" y="574348"/>
                  </a:lnTo>
                  <a:lnTo>
                    <a:pt x="84867" y="574348"/>
                  </a:lnTo>
                  <a:lnTo>
                    <a:pt x="85535" y="574348"/>
                  </a:lnTo>
                  <a:lnTo>
                    <a:pt x="86203" y="574348"/>
                  </a:lnTo>
                  <a:lnTo>
                    <a:pt x="86871" y="574348"/>
                  </a:lnTo>
                  <a:lnTo>
                    <a:pt x="87539" y="574348"/>
                  </a:lnTo>
                  <a:lnTo>
                    <a:pt x="88207" y="574348"/>
                  </a:lnTo>
                  <a:lnTo>
                    <a:pt x="88875" y="574348"/>
                  </a:lnTo>
                  <a:lnTo>
                    <a:pt x="89543" y="558870"/>
                  </a:lnTo>
                  <a:lnTo>
                    <a:pt x="90211" y="477724"/>
                  </a:lnTo>
                  <a:lnTo>
                    <a:pt x="90879" y="477724"/>
                  </a:lnTo>
                  <a:lnTo>
                    <a:pt x="91547" y="477724"/>
                  </a:lnTo>
                  <a:lnTo>
                    <a:pt x="92215" y="477724"/>
                  </a:lnTo>
                  <a:lnTo>
                    <a:pt x="92883" y="434478"/>
                  </a:lnTo>
                  <a:lnTo>
                    <a:pt x="93551" y="390118"/>
                  </a:lnTo>
                  <a:lnTo>
                    <a:pt x="94219" y="320195"/>
                  </a:lnTo>
                  <a:lnTo>
                    <a:pt x="94887" y="320195"/>
                  </a:lnTo>
                  <a:lnTo>
                    <a:pt x="95555" y="283014"/>
                  </a:lnTo>
                  <a:lnTo>
                    <a:pt x="96223" y="194411"/>
                  </a:lnTo>
                  <a:lnTo>
                    <a:pt x="96891" y="194411"/>
                  </a:lnTo>
                  <a:lnTo>
                    <a:pt x="97559" y="282058"/>
                  </a:lnTo>
                  <a:lnTo>
                    <a:pt x="98227" y="120143"/>
                  </a:lnTo>
                  <a:lnTo>
                    <a:pt x="98896" y="175269"/>
                  </a:lnTo>
                  <a:lnTo>
                    <a:pt x="99564" y="121567"/>
                  </a:lnTo>
                  <a:lnTo>
                    <a:pt x="100232" y="69721"/>
                  </a:lnTo>
                  <a:lnTo>
                    <a:pt x="100900" y="110549"/>
                  </a:lnTo>
                  <a:lnTo>
                    <a:pt x="101568" y="75549"/>
                  </a:lnTo>
                  <a:lnTo>
                    <a:pt x="102236" y="39069"/>
                  </a:lnTo>
                  <a:lnTo>
                    <a:pt x="102904" y="34655"/>
                  </a:lnTo>
                  <a:lnTo>
                    <a:pt x="103572" y="46869"/>
                  </a:lnTo>
                  <a:lnTo>
                    <a:pt x="104240" y="68545"/>
                  </a:lnTo>
                  <a:lnTo>
                    <a:pt x="104908" y="68545"/>
                  </a:lnTo>
                  <a:lnTo>
                    <a:pt x="105576" y="81445"/>
                  </a:lnTo>
                  <a:lnTo>
                    <a:pt x="106244" y="116786"/>
                  </a:lnTo>
                  <a:lnTo>
                    <a:pt x="106912" y="116786"/>
                  </a:lnTo>
                  <a:lnTo>
                    <a:pt x="107580" y="161279"/>
                  </a:lnTo>
                  <a:lnTo>
                    <a:pt x="108248" y="283547"/>
                  </a:lnTo>
                  <a:lnTo>
                    <a:pt x="108916" y="272071"/>
                  </a:lnTo>
                  <a:lnTo>
                    <a:pt x="109584" y="344181"/>
                  </a:lnTo>
                  <a:lnTo>
                    <a:pt x="110252" y="271999"/>
                  </a:lnTo>
                  <a:lnTo>
                    <a:pt x="110920" y="153067"/>
                  </a:lnTo>
                  <a:lnTo>
                    <a:pt x="111588" y="235625"/>
                  </a:lnTo>
                  <a:lnTo>
                    <a:pt x="112256" y="309834"/>
                  </a:lnTo>
                  <a:lnTo>
                    <a:pt x="112924" y="320195"/>
                  </a:lnTo>
                  <a:lnTo>
                    <a:pt x="113592" y="320195"/>
                  </a:lnTo>
                  <a:lnTo>
                    <a:pt x="114260" y="320195"/>
                  </a:lnTo>
                  <a:lnTo>
                    <a:pt x="114928" y="254153"/>
                  </a:lnTo>
                  <a:lnTo>
                    <a:pt x="115596" y="254153"/>
                  </a:lnTo>
                  <a:lnTo>
                    <a:pt x="116264" y="254153"/>
                  </a:lnTo>
                  <a:lnTo>
                    <a:pt x="116932" y="254153"/>
                  </a:lnTo>
                  <a:lnTo>
                    <a:pt x="117600" y="254153"/>
                  </a:lnTo>
                  <a:lnTo>
                    <a:pt x="118268" y="155740"/>
                  </a:lnTo>
                  <a:lnTo>
                    <a:pt x="118936" y="139870"/>
                  </a:lnTo>
                  <a:lnTo>
                    <a:pt x="119604" y="153067"/>
                  </a:lnTo>
                  <a:lnTo>
                    <a:pt x="120272" y="161120"/>
                  </a:lnTo>
                  <a:lnTo>
                    <a:pt x="120940" y="147755"/>
                  </a:lnTo>
                  <a:lnTo>
                    <a:pt x="121608" y="89698"/>
                  </a:lnTo>
                  <a:lnTo>
                    <a:pt x="122276" y="73045"/>
                  </a:lnTo>
                  <a:lnTo>
                    <a:pt x="122944" y="29956"/>
                  </a:lnTo>
                  <a:lnTo>
                    <a:pt x="123613" y="0"/>
                  </a:lnTo>
                  <a:lnTo>
                    <a:pt x="124281" y="0"/>
                  </a:lnTo>
                  <a:lnTo>
                    <a:pt x="124949" y="198677"/>
                  </a:lnTo>
                  <a:lnTo>
                    <a:pt x="125617" y="179885"/>
                  </a:lnTo>
                  <a:lnTo>
                    <a:pt x="126285" y="195151"/>
                  </a:lnTo>
                  <a:lnTo>
                    <a:pt x="126953" y="190280"/>
                  </a:lnTo>
                  <a:lnTo>
                    <a:pt x="127621" y="158129"/>
                  </a:lnTo>
                  <a:lnTo>
                    <a:pt x="128289" y="206996"/>
                  </a:lnTo>
                  <a:lnTo>
                    <a:pt x="128957" y="198583"/>
                  </a:lnTo>
                  <a:lnTo>
                    <a:pt x="129625" y="198583"/>
                  </a:lnTo>
                  <a:lnTo>
                    <a:pt x="130293" y="228539"/>
                  </a:lnTo>
                  <a:lnTo>
                    <a:pt x="130961" y="281090"/>
                  </a:lnTo>
                  <a:lnTo>
                    <a:pt x="131629" y="338453"/>
                  </a:lnTo>
                  <a:lnTo>
                    <a:pt x="132297" y="381699"/>
                  </a:lnTo>
                  <a:lnTo>
                    <a:pt x="132897" y="5763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3074421" y="3587882"/>
              <a:ext cx="82852" cy="436516"/>
            </a:xfrm>
            <a:custGeom>
              <a:avLst/>
              <a:pathLst>
                <a:path w="82852" h="436516">
                  <a:moveTo>
                    <a:pt x="0" y="436516"/>
                  </a:moveTo>
                  <a:lnTo>
                    <a:pt x="8" y="434478"/>
                  </a:lnTo>
                  <a:lnTo>
                    <a:pt x="676" y="434478"/>
                  </a:lnTo>
                  <a:lnTo>
                    <a:pt x="1344" y="434478"/>
                  </a:lnTo>
                  <a:lnTo>
                    <a:pt x="2012" y="434478"/>
                  </a:lnTo>
                  <a:lnTo>
                    <a:pt x="2680" y="434478"/>
                  </a:lnTo>
                  <a:lnTo>
                    <a:pt x="3348" y="434478"/>
                  </a:lnTo>
                  <a:lnTo>
                    <a:pt x="4016" y="434478"/>
                  </a:lnTo>
                  <a:lnTo>
                    <a:pt x="4684" y="434478"/>
                  </a:lnTo>
                  <a:lnTo>
                    <a:pt x="5352" y="434478"/>
                  </a:lnTo>
                  <a:lnTo>
                    <a:pt x="6020" y="434478"/>
                  </a:lnTo>
                  <a:lnTo>
                    <a:pt x="6688" y="434478"/>
                  </a:lnTo>
                  <a:lnTo>
                    <a:pt x="7356" y="434478"/>
                  </a:lnTo>
                  <a:lnTo>
                    <a:pt x="8024" y="434478"/>
                  </a:lnTo>
                  <a:lnTo>
                    <a:pt x="8692" y="434478"/>
                  </a:lnTo>
                  <a:lnTo>
                    <a:pt x="9360" y="434478"/>
                  </a:lnTo>
                  <a:lnTo>
                    <a:pt x="10028" y="434478"/>
                  </a:lnTo>
                  <a:lnTo>
                    <a:pt x="10696" y="434478"/>
                  </a:lnTo>
                  <a:lnTo>
                    <a:pt x="11364" y="434478"/>
                  </a:lnTo>
                  <a:lnTo>
                    <a:pt x="12032" y="434478"/>
                  </a:lnTo>
                  <a:lnTo>
                    <a:pt x="12700" y="434478"/>
                  </a:lnTo>
                  <a:lnTo>
                    <a:pt x="13368" y="434478"/>
                  </a:lnTo>
                  <a:lnTo>
                    <a:pt x="14036" y="434478"/>
                  </a:lnTo>
                  <a:lnTo>
                    <a:pt x="14704" y="434478"/>
                  </a:lnTo>
                  <a:lnTo>
                    <a:pt x="15372" y="434478"/>
                  </a:lnTo>
                  <a:lnTo>
                    <a:pt x="16040" y="434478"/>
                  </a:lnTo>
                  <a:lnTo>
                    <a:pt x="16708" y="434478"/>
                  </a:lnTo>
                  <a:lnTo>
                    <a:pt x="17377" y="342346"/>
                  </a:lnTo>
                  <a:lnTo>
                    <a:pt x="18045" y="274053"/>
                  </a:lnTo>
                  <a:lnTo>
                    <a:pt x="18713" y="180324"/>
                  </a:lnTo>
                  <a:lnTo>
                    <a:pt x="19381" y="149741"/>
                  </a:lnTo>
                  <a:lnTo>
                    <a:pt x="20049" y="114282"/>
                  </a:lnTo>
                  <a:lnTo>
                    <a:pt x="20717" y="114282"/>
                  </a:lnTo>
                  <a:lnTo>
                    <a:pt x="21385" y="114282"/>
                  </a:lnTo>
                  <a:lnTo>
                    <a:pt x="22053" y="114282"/>
                  </a:lnTo>
                  <a:lnTo>
                    <a:pt x="22721" y="111156"/>
                  </a:lnTo>
                  <a:lnTo>
                    <a:pt x="23389" y="10535"/>
                  </a:lnTo>
                  <a:lnTo>
                    <a:pt x="24057" y="0"/>
                  </a:lnTo>
                  <a:lnTo>
                    <a:pt x="24725" y="0"/>
                  </a:lnTo>
                  <a:lnTo>
                    <a:pt x="25393" y="0"/>
                  </a:lnTo>
                  <a:lnTo>
                    <a:pt x="26061" y="0"/>
                  </a:lnTo>
                  <a:lnTo>
                    <a:pt x="26729" y="0"/>
                  </a:lnTo>
                  <a:lnTo>
                    <a:pt x="27397" y="51697"/>
                  </a:lnTo>
                  <a:lnTo>
                    <a:pt x="28065" y="98804"/>
                  </a:lnTo>
                  <a:lnTo>
                    <a:pt x="28733" y="180324"/>
                  </a:lnTo>
                  <a:lnTo>
                    <a:pt x="29401" y="212476"/>
                  </a:lnTo>
                  <a:lnTo>
                    <a:pt x="30069" y="254153"/>
                  </a:lnTo>
                  <a:lnTo>
                    <a:pt x="30737" y="254153"/>
                  </a:lnTo>
                  <a:lnTo>
                    <a:pt x="31405" y="254153"/>
                  </a:lnTo>
                  <a:lnTo>
                    <a:pt x="32073" y="254153"/>
                  </a:lnTo>
                  <a:lnTo>
                    <a:pt x="32741" y="258083"/>
                  </a:lnTo>
                  <a:lnTo>
                    <a:pt x="33409" y="413924"/>
                  </a:lnTo>
                  <a:lnTo>
                    <a:pt x="34077" y="434478"/>
                  </a:lnTo>
                  <a:lnTo>
                    <a:pt x="34745" y="337853"/>
                  </a:lnTo>
                  <a:lnTo>
                    <a:pt x="35413" y="337853"/>
                  </a:lnTo>
                  <a:lnTo>
                    <a:pt x="36081" y="337853"/>
                  </a:lnTo>
                  <a:lnTo>
                    <a:pt x="36749" y="258083"/>
                  </a:lnTo>
                  <a:lnTo>
                    <a:pt x="37417" y="254153"/>
                  </a:lnTo>
                  <a:lnTo>
                    <a:pt x="38085" y="254153"/>
                  </a:lnTo>
                  <a:lnTo>
                    <a:pt x="38753" y="254153"/>
                  </a:lnTo>
                  <a:lnTo>
                    <a:pt x="39421" y="194411"/>
                  </a:lnTo>
                  <a:lnTo>
                    <a:pt x="40089" y="114282"/>
                  </a:lnTo>
                  <a:lnTo>
                    <a:pt x="40757" y="114282"/>
                  </a:lnTo>
                  <a:lnTo>
                    <a:pt x="41426" y="114282"/>
                  </a:lnTo>
                  <a:lnTo>
                    <a:pt x="42094" y="114282"/>
                  </a:lnTo>
                  <a:lnTo>
                    <a:pt x="42762" y="114282"/>
                  </a:lnTo>
                  <a:lnTo>
                    <a:pt x="43430" y="114282"/>
                  </a:lnTo>
                  <a:lnTo>
                    <a:pt x="44098" y="114282"/>
                  </a:lnTo>
                  <a:lnTo>
                    <a:pt x="44766" y="180324"/>
                  </a:lnTo>
                  <a:lnTo>
                    <a:pt x="45434" y="180324"/>
                  </a:lnTo>
                  <a:lnTo>
                    <a:pt x="46102" y="180324"/>
                  </a:lnTo>
                  <a:lnTo>
                    <a:pt x="46770" y="250247"/>
                  </a:lnTo>
                  <a:lnTo>
                    <a:pt x="47438" y="254153"/>
                  </a:lnTo>
                  <a:lnTo>
                    <a:pt x="48106" y="254153"/>
                  </a:lnTo>
                  <a:lnTo>
                    <a:pt x="48774" y="254153"/>
                  </a:lnTo>
                  <a:lnTo>
                    <a:pt x="49442" y="320195"/>
                  </a:lnTo>
                  <a:lnTo>
                    <a:pt x="50110" y="434478"/>
                  </a:lnTo>
                  <a:lnTo>
                    <a:pt x="50778" y="434478"/>
                  </a:lnTo>
                  <a:lnTo>
                    <a:pt x="51446" y="434478"/>
                  </a:lnTo>
                  <a:lnTo>
                    <a:pt x="52114" y="434478"/>
                  </a:lnTo>
                  <a:lnTo>
                    <a:pt x="52782" y="434478"/>
                  </a:lnTo>
                  <a:lnTo>
                    <a:pt x="53450" y="434478"/>
                  </a:lnTo>
                  <a:lnTo>
                    <a:pt x="54118" y="434478"/>
                  </a:lnTo>
                  <a:lnTo>
                    <a:pt x="54786" y="434478"/>
                  </a:lnTo>
                  <a:lnTo>
                    <a:pt x="55454" y="434478"/>
                  </a:lnTo>
                  <a:lnTo>
                    <a:pt x="56122" y="434478"/>
                  </a:lnTo>
                  <a:lnTo>
                    <a:pt x="56790" y="434478"/>
                  </a:lnTo>
                  <a:lnTo>
                    <a:pt x="57458" y="434478"/>
                  </a:lnTo>
                  <a:lnTo>
                    <a:pt x="58126" y="434478"/>
                  </a:lnTo>
                  <a:lnTo>
                    <a:pt x="58794" y="434478"/>
                  </a:lnTo>
                  <a:lnTo>
                    <a:pt x="59462" y="434478"/>
                  </a:lnTo>
                  <a:lnTo>
                    <a:pt x="60130" y="434478"/>
                  </a:lnTo>
                  <a:lnTo>
                    <a:pt x="60798" y="434478"/>
                  </a:lnTo>
                  <a:lnTo>
                    <a:pt x="61466" y="434478"/>
                  </a:lnTo>
                  <a:lnTo>
                    <a:pt x="62134" y="434478"/>
                  </a:lnTo>
                  <a:lnTo>
                    <a:pt x="62802" y="434478"/>
                  </a:lnTo>
                  <a:lnTo>
                    <a:pt x="63470" y="434478"/>
                  </a:lnTo>
                  <a:lnTo>
                    <a:pt x="64138" y="434478"/>
                  </a:lnTo>
                  <a:lnTo>
                    <a:pt x="64806" y="434478"/>
                  </a:lnTo>
                  <a:lnTo>
                    <a:pt x="65474" y="434478"/>
                  </a:lnTo>
                  <a:lnTo>
                    <a:pt x="66143" y="434478"/>
                  </a:lnTo>
                  <a:lnTo>
                    <a:pt x="66811" y="434478"/>
                  </a:lnTo>
                  <a:lnTo>
                    <a:pt x="67479" y="434478"/>
                  </a:lnTo>
                  <a:lnTo>
                    <a:pt x="68147" y="434478"/>
                  </a:lnTo>
                  <a:lnTo>
                    <a:pt x="68815" y="434478"/>
                  </a:lnTo>
                  <a:lnTo>
                    <a:pt x="69483" y="434478"/>
                  </a:lnTo>
                  <a:lnTo>
                    <a:pt x="70151" y="434478"/>
                  </a:lnTo>
                  <a:lnTo>
                    <a:pt x="70819" y="434478"/>
                  </a:lnTo>
                  <a:lnTo>
                    <a:pt x="71487" y="434478"/>
                  </a:lnTo>
                  <a:lnTo>
                    <a:pt x="72155" y="434478"/>
                  </a:lnTo>
                  <a:lnTo>
                    <a:pt x="72823" y="434478"/>
                  </a:lnTo>
                  <a:lnTo>
                    <a:pt x="73491" y="434478"/>
                  </a:lnTo>
                  <a:lnTo>
                    <a:pt x="74159" y="434478"/>
                  </a:lnTo>
                  <a:lnTo>
                    <a:pt x="74827" y="434478"/>
                  </a:lnTo>
                  <a:lnTo>
                    <a:pt x="75495" y="434478"/>
                  </a:lnTo>
                  <a:lnTo>
                    <a:pt x="76163" y="434478"/>
                  </a:lnTo>
                  <a:lnTo>
                    <a:pt x="76831" y="434478"/>
                  </a:lnTo>
                  <a:lnTo>
                    <a:pt x="77499" y="434478"/>
                  </a:lnTo>
                  <a:lnTo>
                    <a:pt x="78167" y="434478"/>
                  </a:lnTo>
                  <a:lnTo>
                    <a:pt x="78835" y="434478"/>
                  </a:lnTo>
                  <a:lnTo>
                    <a:pt x="79503" y="434478"/>
                  </a:lnTo>
                  <a:lnTo>
                    <a:pt x="80171" y="434478"/>
                  </a:lnTo>
                  <a:lnTo>
                    <a:pt x="80839" y="434478"/>
                  </a:lnTo>
                  <a:lnTo>
                    <a:pt x="81507" y="434478"/>
                  </a:lnTo>
                  <a:lnTo>
                    <a:pt x="82175" y="434478"/>
                  </a:lnTo>
                  <a:lnTo>
                    <a:pt x="82843" y="434478"/>
                  </a:lnTo>
                  <a:lnTo>
                    <a:pt x="82852" y="43651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3170208" y="2879540"/>
              <a:ext cx="316380" cy="1144858"/>
            </a:xfrm>
            <a:custGeom>
              <a:avLst/>
              <a:pathLst>
                <a:path w="316380" h="1144858">
                  <a:moveTo>
                    <a:pt x="0" y="1144858"/>
                  </a:moveTo>
                  <a:lnTo>
                    <a:pt x="418" y="1046195"/>
                  </a:lnTo>
                  <a:lnTo>
                    <a:pt x="1086" y="1046195"/>
                  </a:lnTo>
                  <a:lnTo>
                    <a:pt x="1754" y="974359"/>
                  </a:lnTo>
                  <a:lnTo>
                    <a:pt x="2422" y="962495"/>
                  </a:lnTo>
                  <a:lnTo>
                    <a:pt x="3090" y="962495"/>
                  </a:lnTo>
                  <a:lnTo>
                    <a:pt x="3758" y="962495"/>
                  </a:lnTo>
                  <a:lnTo>
                    <a:pt x="4426" y="962495"/>
                  </a:lnTo>
                  <a:lnTo>
                    <a:pt x="5094" y="962495"/>
                  </a:lnTo>
                  <a:lnTo>
                    <a:pt x="5762" y="962495"/>
                  </a:lnTo>
                  <a:lnTo>
                    <a:pt x="6430" y="962495"/>
                  </a:lnTo>
                  <a:lnTo>
                    <a:pt x="7098" y="1015612"/>
                  </a:lnTo>
                  <a:lnTo>
                    <a:pt x="7766" y="1046195"/>
                  </a:lnTo>
                  <a:lnTo>
                    <a:pt x="8434" y="1046195"/>
                  </a:lnTo>
                  <a:lnTo>
                    <a:pt x="9102" y="1046195"/>
                  </a:lnTo>
                  <a:lnTo>
                    <a:pt x="9770" y="1046195"/>
                  </a:lnTo>
                  <a:lnTo>
                    <a:pt x="10438" y="1046195"/>
                  </a:lnTo>
                  <a:lnTo>
                    <a:pt x="11106" y="1046195"/>
                  </a:lnTo>
                  <a:lnTo>
                    <a:pt x="11774" y="1037304"/>
                  </a:lnTo>
                  <a:lnTo>
                    <a:pt x="12442" y="1046195"/>
                  </a:lnTo>
                  <a:lnTo>
                    <a:pt x="13110" y="1046195"/>
                  </a:lnTo>
                  <a:lnTo>
                    <a:pt x="13778" y="1046195"/>
                  </a:lnTo>
                  <a:lnTo>
                    <a:pt x="14446" y="954708"/>
                  </a:lnTo>
                  <a:lnTo>
                    <a:pt x="15114" y="888666"/>
                  </a:lnTo>
                  <a:lnTo>
                    <a:pt x="15782" y="888666"/>
                  </a:lnTo>
                  <a:lnTo>
                    <a:pt x="16450" y="888666"/>
                  </a:lnTo>
                  <a:lnTo>
                    <a:pt x="17118" y="868113"/>
                  </a:lnTo>
                  <a:lnTo>
                    <a:pt x="17786" y="822624"/>
                  </a:lnTo>
                  <a:lnTo>
                    <a:pt x="18454" y="822624"/>
                  </a:lnTo>
                  <a:lnTo>
                    <a:pt x="19122" y="771488"/>
                  </a:lnTo>
                  <a:lnTo>
                    <a:pt x="19790" y="746016"/>
                  </a:lnTo>
                  <a:lnTo>
                    <a:pt x="20458" y="708341"/>
                  </a:lnTo>
                  <a:lnTo>
                    <a:pt x="21126" y="658169"/>
                  </a:lnTo>
                  <a:lnTo>
                    <a:pt x="21794" y="636839"/>
                  </a:lnTo>
                  <a:lnTo>
                    <a:pt x="22462" y="611717"/>
                  </a:lnTo>
                  <a:lnTo>
                    <a:pt x="23130" y="611717"/>
                  </a:lnTo>
                  <a:lnTo>
                    <a:pt x="23798" y="611717"/>
                  </a:lnTo>
                  <a:lnTo>
                    <a:pt x="24467" y="663009"/>
                  </a:lnTo>
                  <a:lnTo>
                    <a:pt x="25135" y="708341"/>
                  </a:lnTo>
                  <a:lnTo>
                    <a:pt x="25803" y="708341"/>
                  </a:lnTo>
                  <a:lnTo>
                    <a:pt x="26471" y="682753"/>
                  </a:lnTo>
                  <a:lnTo>
                    <a:pt x="27139" y="627586"/>
                  </a:lnTo>
                  <a:lnTo>
                    <a:pt x="27807" y="658169"/>
                  </a:lnTo>
                  <a:lnTo>
                    <a:pt x="28475" y="658169"/>
                  </a:lnTo>
                  <a:lnTo>
                    <a:pt x="29143" y="700555"/>
                  </a:lnTo>
                  <a:lnTo>
                    <a:pt x="29811" y="724211"/>
                  </a:lnTo>
                  <a:lnTo>
                    <a:pt x="30479" y="762882"/>
                  </a:lnTo>
                  <a:lnTo>
                    <a:pt x="31147" y="822624"/>
                  </a:lnTo>
                  <a:lnTo>
                    <a:pt x="31815" y="851485"/>
                  </a:lnTo>
                  <a:lnTo>
                    <a:pt x="32483" y="888666"/>
                  </a:lnTo>
                  <a:lnTo>
                    <a:pt x="33151" y="888666"/>
                  </a:lnTo>
                  <a:lnTo>
                    <a:pt x="33819" y="888666"/>
                  </a:lnTo>
                  <a:lnTo>
                    <a:pt x="34487" y="888666"/>
                  </a:lnTo>
                  <a:lnTo>
                    <a:pt x="35155" y="888666"/>
                  </a:lnTo>
                  <a:lnTo>
                    <a:pt x="35823" y="888666"/>
                  </a:lnTo>
                  <a:lnTo>
                    <a:pt x="36491" y="924494"/>
                  </a:lnTo>
                  <a:lnTo>
                    <a:pt x="37159" y="1041733"/>
                  </a:lnTo>
                  <a:lnTo>
                    <a:pt x="37827" y="1046195"/>
                  </a:lnTo>
                  <a:lnTo>
                    <a:pt x="38495" y="1046195"/>
                  </a:lnTo>
                  <a:lnTo>
                    <a:pt x="39163" y="1046195"/>
                  </a:lnTo>
                  <a:lnTo>
                    <a:pt x="39831" y="1046195"/>
                  </a:lnTo>
                  <a:lnTo>
                    <a:pt x="40499" y="1046195"/>
                  </a:lnTo>
                  <a:lnTo>
                    <a:pt x="41167" y="1046195"/>
                  </a:lnTo>
                  <a:lnTo>
                    <a:pt x="41835" y="1137617"/>
                  </a:lnTo>
                  <a:lnTo>
                    <a:pt x="42503" y="1142819"/>
                  </a:lnTo>
                  <a:lnTo>
                    <a:pt x="43171" y="1142819"/>
                  </a:lnTo>
                  <a:lnTo>
                    <a:pt x="43839" y="1142819"/>
                  </a:lnTo>
                  <a:lnTo>
                    <a:pt x="44507" y="1142819"/>
                  </a:lnTo>
                  <a:lnTo>
                    <a:pt x="45175" y="1142819"/>
                  </a:lnTo>
                  <a:lnTo>
                    <a:pt x="45843" y="1142819"/>
                  </a:lnTo>
                  <a:lnTo>
                    <a:pt x="46511" y="1142819"/>
                  </a:lnTo>
                  <a:lnTo>
                    <a:pt x="47179" y="1142819"/>
                  </a:lnTo>
                  <a:lnTo>
                    <a:pt x="47847" y="1142819"/>
                  </a:lnTo>
                  <a:lnTo>
                    <a:pt x="48515" y="1142819"/>
                  </a:lnTo>
                  <a:lnTo>
                    <a:pt x="49184" y="1142819"/>
                  </a:lnTo>
                  <a:lnTo>
                    <a:pt x="49852" y="1142819"/>
                  </a:lnTo>
                  <a:lnTo>
                    <a:pt x="50520" y="1142819"/>
                  </a:lnTo>
                  <a:lnTo>
                    <a:pt x="51188" y="1142819"/>
                  </a:lnTo>
                  <a:lnTo>
                    <a:pt x="51856" y="1142819"/>
                  </a:lnTo>
                  <a:lnTo>
                    <a:pt x="52524" y="1107282"/>
                  </a:lnTo>
                  <a:lnTo>
                    <a:pt x="53192" y="1046195"/>
                  </a:lnTo>
                  <a:lnTo>
                    <a:pt x="53860" y="1046195"/>
                  </a:lnTo>
                  <a:lnTo>
                    <a:pt x="54528" y="1046195"/>
                  </a:lnTo>
                  <a:lnTo>
                    <a:pt x="55196" y="1024199"/>
                  </a:lnTo>
                  <a:lnTo>
                    <a:pt x="55864" y="888666"/>
                  </a:lnTo>
                  <a:lnTo>
                    <a:pt x="56532" y="888666"/>
                  </a:lnTo>
                  <a:lnTo>
                    <a:pt x="57200" y="888666"/>
                  </a:lnTo>
                  <a:lnTo>
                    <a:pt x="57868" y="822624"/>
                  </a:lnTo>
                  <a:lnTo>
                    <a:pt x="58536" y="876542"/>
                  </a:lnTo>
                  <a:lnTo>
                    <a:pt x="59204" y="888227"/>
                  </a:lnTo>
                  <a:lnTo>
                    <a:pt x="59872" y="857645"/>
                  </a:lnTo>
                  <a:lnTo>
                    <a:pt x="60540" y="813621"/>
                  </a:lnTo>
                  <a:lnTo>
                    <a:pt x="61208" y="686758"/>
                  </a:lnTo>
                  <a:lnTo>
                    <a:pt x="61876" y="604208"/>
                  </a:lnTo>
                  <a:lnTo>
                    <a:pt x="62544" y="597796"/>
                  </a:lnTo>
                  <a:lnTo>
                    <a:pt x="63212" y="597796"/>
                  </a:lnTo>
                  <a:lnTo>
                    <a:pt x="63880" y="556146"/>
                  </a:lnTo>
                  <a:lnTo>
                    <a:pt x="64548" y="556146"/>
                  </a:lnTo>
                  <a:lnTo>
                    <a:pt x="65216" y="563653"/>
                  </a:lnTo>
                  <a:lnTo>
                    <a:pt x="65884" y="613951"/>
                  </a:lnTo>
                  <a:lnTo>
                    <a:pt x="66552" y="572782"/>
                  </a:lnTo>
                  <a:lnTo>
                    <a:pt x="67220" y="553169"/>
                  </a:lnTo>
                  <a:lnTo>
                    <a:pt x="67888" y="556146"/>
                  </a:lnTo>
                  <a:lnTo>
                    <a:pt x="68556" y="608886"/>
                  </a:lnTo>
                  <a:lnTo>
                    <a:pt x="69224" y="600183"/>
                  </a:lnTo>
                  <a:lnTo>
                    <a:pt x="69892" y="620297"/>
                  </a:lnTo>
                  <a:lnTo>
                    <a:pt x="70560" y="644402"/>
                  </a:lnTo>
                  <a:lnTo>
                    <a:pt x="71228" y="572663"/>
                  </a:lnTo>
                  <a:lnTo>
                    <a:pt x="71896" y="680251"/>
                  </a:lnTo>
                  <a:lnTo>
                    <a:pt x="72564" y="708341"/>
                  </a:lnTo>
                  <a:lnTo>
                    <a:pt x="73233" y="743248"/>
                  </a:lnTo>
                  <a:lnTo>
                    <a:pt x="73901" y="822624"/>
                  </a:lnTo>
                  <a:lnTo>
                    <a:pt x="74569" y="751587"/>
                  </a:lnTo>
                  <a:lnTo>
                    <a:pt x="75237" y="646229"/>
                  </a:lnTo>
                  <a:lnTo>
                    <a:pt x="75905" y="782188"/>
                  </a:lnTo>
                  <a:lnTo>
                    <a:pt x="76573" y="863039"/>
                  </a:lnTo>
                  <a:lnTo>
                    <a:pt x="77241" y="799205"/>
                  </a:lnTo>
                  <a:lnTo>
                    <a:pt x="77909" y="732504"/>
                  </a:lnTo>
                  <a:lnTo>
                    <a:pt x="78577" y="697885"/>
                  </a:lnTo>
                  <a:lnTo>
                    <a:pt x="79245" y="688599"/>
                  </a:lnTo>
                  <a:lnTo>
                    <a:pt x="79913" y="652771"/>
                  </a:lnTo>
                  <a:lnTo>
                    <a:pt x="80581" y="644125"/>
                  </a:lnTo>
                  <a:lnTo>
                    <a:pt x="81249" y="651032"/>
                  </a:lnTo>
                  <a:lnTo>
                    <a:pt x="81917" y="652771"/>
                  </a:lnTo>
                  <a:lnTo>
                    <a:pt x="82585" y="600994"/>
                  </a:lnTo>
                  <a:lnTo>
                    <a:pt x="83253" y="556146"/>
                  </a:lnTo>
                  <a:lnTo>
                    <a:pt x="83921" y="556146"/>
                  </a:lnTo>
                  <a:lnTo>
                    <a:pt x="84589" y="593029"/>
                  </a:lnTo>
                  <a:lnTo>
                    <a:pt x="85257" y="661538"/>
                  </a:lnTo>
                  <a:lnTo>
                    <a:pt x="85925" y="669902"/>
                  </a:lnTo>
                  <a:lnTo>
                    <a:pt x="86593" y="659195"/>
                  </a:lnTo>
                  <a:lnTo>
                    <a:pt x="87261" y="583270"/>
                  </a:lnTo>
                  <a:lnTo>
                    <a:pt x="87929" y="700555"/>
                  </a:lnTo>
                  <a:lnTo>
                    <a:pt x="88597" y="724211"/>
                  </a:lnTo>
                  <a:lnTo>
                    <a:pt x="89265" y="708341"/>
                  </a:lnTo>
                  <a:lnTo>
                    <a:pt x="89933" y="751587"/>
                  </a:lnTo>
                  <a:lnTo>
                    <a:pt x="90601" y="703139"/>
                  </a:lnTo>
                  <a:lnTo>
                    <a:pt x="91269" y="685266"/>
                  </a:lnTo>
                  <a:lnTo>
                    <a:pt x="91937" y="646229"/>
                  </a:lnTo>
                  <a:lnTo>
                    <a:pt x="92605" y="648599"/>
                  </a:lnTo>
                  <a:lnTo>
                    <a:pt x="93273" y="705735"/>
                  </a:lnTo>
                  <a:lnTo>
                    <a:pt x="93941" y="650978"/>
                  </a:lnTo>
                  <a:lnTo>
                    <a:pt x="94609" y="556058"/>
                  </a:lnTo>
                  <a:lnTo>
                    <a:pt x="95277" y="516373"/>
                  </a:lnTo>
                  <a:lnTo>
                    <a:pt x="95945" y="473640"/>
                  </a:lnTo>
                  <a:lnTo>
                    <a:pt x="96613" y="454188"/>
                  </a:lnTo>
                  <a:lnTo>
                    <a:pt x="97281" y="454188"/>
                  </a:lnTo>
                  <a:lnTo>
                    <a:pt x="97950" y="454188"/>
                  </a:lnTo>
                  <a:lnTo>
                    <a:pt x="98618" y="470058"/>
                  </a:lnTo>
                  <a:lnTo>
                    <a:pt x="99286" y="490016"/>
                  </a:lnTo>
                  <a:lnTo>
                    <a:pt x="99954" y="497434"/>
                  </a:lnTo>
                  <a:lnTo>
                    <a:pt x="100622" y="541881"/>
                  </a:lnTo>
                  <a:lnTo>
                    <a:pt x="101290" y="587563"/>
                  </a:lnTo>
                  <a:lnTo>
                    <a:pt x="101958" y="623011"/>
                  </a:lnTo>
                  <a:lnTo>
                    <a:pt x="102626" y="695417"/>
                  </a:lnTo>
                  <a:lnTo>
                    <a:pt x="103294" y="682753"/>
                  </a:lnTo>
                  <a:lnTo>
                    <a:pt x="103962" y="716226"/>
                  </a:lnTo>
                  <a:lnTo>
                    <a:pt x="104630" y="841716"/>
                  </a:lnTo>
                  <a:lnTo>
                    <a:pt x="105298" y="909916"/>
                  </a:lnTo>
                  <a:lnTo>
                    <a:pt x="105966" y="935654"/>
                  </a:lnTo>
                  <a:lnTo>
                    <a:pt x="106634" y="920818"/>
                  </a:lnTo>
                  <a:lnTo>
                    <a:pt x="107302" y="888666"/>
                  </a:lnTo>
                  <a:lnTo>
                    <a:pt x="107970" y="825766"/>
                  </a:lnTo>
                  <a:lnTo>
                    <a:pt x="108638" y="822624"/>
                  </a:lnTo>
                  <a:lnTo>
                    <a:pt x="109306" y="822624"/>
                  </a:lnTo>
                  <a:lnTo>
                    <a:pt x="109974" y="822624"/>
                  </a:lnTo>
                  <a:lnTo>
                    <a:pt x="110642" y="810211"/>
                  </a:lnTo>
                  <a:lnTo>
                    <a:pt x="111310" y="762882"/>
                  </a:lnTo>
                  <a:lnTo>
                    <a:pt x="111978" y="762882"/>
                  </a:lnTo>
                  <a:lnTo>
                    <a:pt x="112646" y="762882"/>
                  </a:lnTo>
                  <a:lnTo>
                    <a:pt x="113314" y="795033"/>
                  </a:lnTo>
                  <a:lnTo>
                    <a:pt x="113982" y="822624"/>
                  </a:lnTo>
                  <a:lnTo>
                    <a:pt x="114650" y="789064"/>
                  </a:lnTo>
                  <a:lnTo>
                    <a:pt x="115318" y="708341"/>
                  </a:lnTo>
                  <a:lnTo>
                    <a:pt x="115986" y="697981"/>
                  </a:lnTo>
                  <a:lnTo>
                    <a:pt x="116654" y="932902"/>
                  </a:lnTo>
                  <a:lnTo>
                    <a:pt x="117322" y="1049235"/>
                  </a:lnTo>
                  <a:lnTo>
                    <a:pt x="117990" y="1054415"/>
                  </a:lnTo>
                  <a:lnTo>
                    <a:pt x="118658" y="1039889"/>
                  </a:lnTo>
                  <a:lnTo>
                    <a:pt x="119326" y="961093"/>
                  </a:lnTo>
                  <a:lnTo>
                    <a:pt x="119994" y="926998"/>
                  </a:lnTo>
                  <a:lnTo>
                    <a:pt x="120662" y="934416"/>
                  </a:lnTo>
                  <a:lnTo>
                    <a:pt x="121330" y="945710"/>
                  </a:lnTo>
                  <a:lnTo>
                    <a:pt x="121998" y="910621"/>
                  </a:lnTo>
                  <a:lnTo>
                    <a:pt x="122667" y="891170"/>
                  </a:lnTo>
                  <a:lnTo>
                    <a:pt x="123335" y="875692"/>
                  </a:lnTo>
                  <a:lnTo>
                    <a:pt x="124003" y="800543"/>
                  </a:lnTo>
                  <a:lnTo>
                    <a:pt x="124671" y="732095"/>
                  </a:lnTo>
                  <a:lnTo>
                    <a:pt x="125339" y="732095"/>
                  </a:lnTo>
                  <a:lnTo>
                    <a:pt x="126007" y="737522"/>
                  </a:lnTo>
                  <a:lnTo>
                    <a:pt x="126675" y="642267"/>
                  </a:lnTo>
                  <a:lnTo>
                    <a:pt x="127343" y="681372"/>
                  </a:lnTo>
                  <a:lnTo>
                    <a:pt x="128011" y="682653"/>
                  </a:lnTo>
                  <a:lnTo>
                    <a:pt x="128679" y="599041"/>
                  </a:lnTo>
                  <a:lnTo>
                    <a:pt x="129347" y="457680"/>
                  </a:lnTo>
                  <a:lnTo>
                    <a:pt x="130015" y="428600"/>
                  </a:lnTo>
                  <a:lnTo>
                    <a:pt x="130683" y="420297"/>
                  </a:lnTo>
                  <a:lnTo>
                    <a:pt x="131351" y="437014"/>
                  </a:lnTo>
                  <a:lnTo>
                    <a:pt x="132019" y="470058"/>
                  </a:lnTo>
                  <a:lnTo>
                    <a:pt x="132687" y="490016"/>
                  </a:lnTo>
                  <a:lnTo>
                    <a:pt x="133355" y="506832"/>
                  </a:lnTo>
                  <a:lnTo>
                    <a:pt x="134023" y="602826"/>
                  </a:lnTo>
                  <a:lnTo>
                    <a:pt x="134691" y="695417"/>
                  </a:lnTo>
                  <a:lnTo>
                    <a:pt x="135359" y="746016"/>
                  </a:lnTo>
                  <a:lnTo>
                    <a:pt x="136027" y="762882"/>
                  </a:lnTo>
                  <a:lnTo>
                    <a:pt x="136695" y="762882"/>
                  </a:lnTo>
                  <a:lnTo>
                    <a:pt x="137363" y="762882"/>
                  </a:lnTo>
                  <a:lnTo>
                    <a:pt x="138031" y="762882"/>
                  </a:lnTo>
                  <a:lnTo>
                    <a:pt x="138699" y="762882"/>
                  </a:lnTo>
                  <a:lnTo>
                    <a:pt x="139367" y="822624"/>
                  </a:lnTo>
                  <a:lnTo>
                    <a:pt x="140035" y="943206"/>
                  </a:lnTo>
                  <a:lnTo>
                    <a:pt x="140703" y="962495"/>
                  </a:lnTo>
                  <a:lnTo>
                    <a:pt x="141371" y="962495"/>
                  </a:lnTo>
                  <a:lnTo>
                    <a:pt x="142039" y="962495"/>
                  </a:lnTo>
                  <a:lnTo>
                    <a:pt x="142707" y="962495"/>
                  </a:lnTo>
                  <a:lnTo>
                    <a:pt x="143375" y="962495"/>
                  </a:lnTo>
                  <a:lnTo>
                    <a:pt x="144043" y="962495"/>
                  </a:lnTo>
                  <a:lnTo>
                    <a:pt x="144711" y="1046195"/>
                  </a:lnTo>
                  <a:lnTo>
                    <a:pt x="145379" y="1092647"/>
                  </a:lnTo>
                  <a:lnTo>
                    <a:pt x="146047" y="1142819"/>
                  </a:lnTo>
                  <a:lnTo>
                    <a:pt x="146715" y="1142819"/>
                  </a:lnTo>
                  <a:lnTo>
                    <a:pt x="147384" y="1142819"/>
                  </a:lnTo>
                  <a:lnTo>
                    <a:pt x="148052" y="1142819"/>
                  </a:lnTo>
                  <a:lnTo>
                    <a:pt x="148720" y="1142819"/>
                  </a:lnTo>
                  <a:lnTo>
                    <a:pt x="149388" y="1142819"/>
                  </a:lnTo>
                  <a:lnTo>
                    <a:pt x="150056" y="1142819"/>
                  </a:lnTo>
                  <a:lnTo>
                    <a:pt x="150724" y="1142819"/>
                  </a:lnTo>
                  <a:lnTo>
                    <a:pt x="151392" y="1142819"/>
                  </a:lnTo>
                  <a:lnTo>
                    <a:pt x="152060" y="1142819"/>
                  </a:lnTo>
                  <a:lnTo>
                    <a:pt x="152728" y="1142819"/>
                  </a:lnTo>
                  <a:lnTo>
                    <a:pt x="153396" y="1142819"/>
                  </a:lnTo>
                  <a:lnTo>
                    <a:pt x="154064" y="1142819"/>
                  </a:lnTo>
                  <a:lnTo>
                    <a:pt x="154732" y="1142819"/>
                  </a:lnTo>
                  <a:lnTo>
                    <a:pt x="155400" y="1142819"/>
                  </a:lnTo>
                  <a:lnTo>
                    <a:pt x="156068" y="1142819"/>
                  </a:lnTo>
                  <a:lnTo>
                    <a:pt x="156736" y="1142819"/>
                  </a:lnTo>
                  <a:lnTo>
                    <a:pt x="157404" y="1112237"/>
                  </a:lnTo>
                  <a:lnTo>
                    <a:pt x="158072" y="1046195"/>
                  </a:lnTo>
                  <a:lnTo>
                    <a:pt x="158740" y="978364"/>
                  </a:lnTo>
                  <a:lnTo>
                    <a:pt x="159408" y="888666"/>
                  </a:lnTo>
                  <a:lnTo>
                    <a:pt x="160076" y="868113"/>
                  </a:lnTo>
                  <a:lnTo>
                    <a:pt x="160744" y="798040"/>
                  </a:lnTo>
                  <a:lnTo>
                    <a:pt x="161412" y="922774"/>
                  </a:lnTo>
                  <a:lnTo>
                    <a:pt x="162080" y="898762"/>
                  </a:lnTo>
                  <a:lnTo>
                    <a:pt x="162748" y="814399"/>
                  </a:lnTo>
                  <a:lnTo>
                    <a:pt x="163416" y="709214"/>
                  </a:lnTo>
                  <a:lnTo>
                    <a:pt x="164084" y="661538"/>
                  </a:lnTo>
                  <a:lnTo>
                    <a:pt x="164752" y="652771"/>
                  </a:lnTo>
                  <a:lnTo>
                    <a:pt x="165420" y="652771"/>
                  </a:lnTo>
                  <a:lnTo>
                    <a:pt x="166088" y="652771"/>
                  </a:lnTo>
                  <a:lnTo>
                    <a:pt x="166756" y="652771"/>
                  </a:lnTo>
                  <a:lnTo>
                    <a:pt x="167424" y="663306"/>
                  </a:lnTo>
                  <a:lnTo>
                    <a:pt x="168092" y="688599"/>
                  </a:lnTo>
                  <a:lnTo>
                    <a:pt x="168760" y="718813"/>
                  </a:lnTo>
                  <a:lnTo>
                    <a:pt x="169428" y="767054"/>
                  </a:lnTo>
                  <a:lnTo>
                    <a:pt x="170096" y="738464"/>
                  </a:lnTo>
                  <a:lnTo>
                    <a:pt x="170764" y="764968"/>
                  </a:lnTo>
                  <a:lnTo>
                    <a:pt x="171433" y="748356"/>
                  </a:lnTo>
                  <a:lnTo>
                    <a:pt x="172101" y="752549"/>
                  </a:lnTo>
                  <a:lnTo>
                    <a:pt x="172769" y="751282"/>
                  </a:lnTo>
                  <a:lnTo>
                    <a:pt x="173437" y="675276"/>
                  </a:lnTo>
                  <a:lnTo>
                    <a:pt x="174105" y="695417"/>
                  </a:lnTo>
                  <a:lnTo>
                    <a:pt x="174773" y="708341"/>
                  </a:lnTo>
                  <a:lnTo>
                    <a:pt x="175441" y="708341"/>
                  </a:lnTo>
                  <a:lnTo>
                    <a:pt x="176109" y="708341"/>
                  </a:lnTo>
                  <a:lnTo>
                    <a:pt x="176777" y="663009"/>
                  </a:lnTo>
                  <a:lnTo>
                    <a:pt x="177445" y="611717"/>
                  </a:lnTo>
                  <a:lnTo>
                    <a:pt x="178113" y="611717"/>
                  </a:lnTo>
                  <a:lnTo>
                    <a:pt x="178781" y="611717"/>
                  </a:lnTo>
                  <a:lnTo>
                    <a:pt x="179449" y="549943"/>
                  </a:lnTo>
                  <a:lnTo>
                    <a:pt x="180117" y="568470"/>
                  </a:lnTo>
                  <a:lnTo>
                    <a:pt x="180785" y="585413"/>
                  </a:lnTo>
                  <a:lnTo>
                    <a:pt x="181453" y="508728"/>
                  </a:lnTo>
                  <a:lnTo>
                    <a:pt x="182121" y="383462"/>
                  </a:lnTo>
                  <a:lnTo>
                    <a:pt x="182789" y="335567"/>
                  </a:lnTo>
                  <a:lnTo>
                    <a:pt x="183457" y="332692"/>
                  </a:lnTo>
                  <a:lnTo>
                    <a:pt x="184125" y="283072"/>
                  </a:lnTo>
                  <a:lnTo>
                    <a:pt x="184793" y="244526"/>
                  </a:lnTo>
                  <a:lnTo>
                    <a:pt x="185461" y="210570"/>
                  </a:lnTo>
                  <a:lnTo>
                    <a:pt x="186129" y="140292"/>
                  </a:lnTo>
                  <a:lnTo>
                    <a:pt x="186797" y="110414"/>
                  </a:lnTo>
                  <a:lnTo>
                    <a:pt x="187465" y="93539"/>
                  </a:lnTo>
                  <a:lnTo>
                    <a:pt x="188133" y="69519"/>
                  </a:lnTo>
                  <a:lnTo>
                    <a:pt x="188801" y="34687"/>
                  </a:lnTo>
                  <a:lnTo>
                    <a:pt x="189469" y="31131"/>
                  </a:lnTo>
                  <a:lnTo>
                    <a:pt x="190137" y="19710"/>
                  </a:lnTo>
                  <a:lnTo>
                    <a:pt x="190805" y="0"/>
                  </a:lnTo>
                  <a:lnTo>
                    <a:pt x="191473" y="6785"/>
                  </a:lnTo>
                  <a:lnTo>
                    <a:pt x="192141" y="47296"/>
                  </a:lnTo>
                  <a:lnTo>
                    <a:pt x="192809" y="52779"/>
                  </a:lnTo>
                  <a:lnTo>
                    <a:pt x="193477" y="14508"/>
                  </a:lnTo>
                  <a:lnTo>
                    <a:pt x="194145" y="30245"/>
                  </a:lnTo>
                  <a:lnTo>
                    <a:pt x="194813" y="27595"/>
                  </a:lnTo>
                  <a:lnTo>
                    <a:pt x="195481" y="18840"/>
                  </a:lnTo>
                  <a:lnTo>
                    <a:pt x="196150" y="62956"/>
                  </a:lnTo>
                  <a:lnTo>
                    <a:pt x="196818" y="51861"/>
                  </a:lnTo>
                  <a:lnTo>
                    <a:pt x="197486" y="198626"/>
                  </a:lnTo>
                  <a:lnTo>
                    <a:pt x="198154" y="237270"/>
                  </a:lnTo>
                  <a:lnTo>
                    <a:pt x="198822" y="213682"/>
                  </a:lnTo>
                  <a:lnTo>
                    <a:pt x="199490" y="324246"/>
                  </a:lnTo>
                  <a:lnTo>
                    <a:pt x="200158" y="356234"/>
                  </a:lnTo>
                  <a:lnTo>
                    <a:pt x="200826" y="364054"/>
                  </a:lnTo>
                  <a:lnTo>
                    <a:pt x="201494" y="369321"/>
                  </a:lnTo>
                  <a:lnTo>
                    <a:pt x="202162" y="332514"/>
                  </a:lnTo>
                  <a:lnTo>
                    <a:pt x="202830" y="345110"/>
                  </a:lnTo>
                  <a:lnTo>
                    <a:pt x="203498" y="401890"/>
                  </a:lnTo>
                  <a:lnTo>
                    <a:pt x="204166" y="389933"/>
                  </a:lnTo>
                  <a:lnTo>
                    <a:pt x="204834" y="370203"/>
                  </a:lnTo>
                  <a:lnTo>
                    <a:pt x="205502" y="379094"/>
                  </a:lnTo>
                  <a:lnTo>
                    <a:pt x="206170" y="384490"/>
                  </a:lnTo>
                  <a:lnTo>
                    <a:pt x="206838" y="440181"/>
                  </a:lnTo>
                  <a:lnTo>
                    <a:pt x="207506" y="499615"/>
                  </a:lnTo>
                  <a:lnTo>
                    <a:pt x="208174" y="507173"/>
                  </a:lnTo>
                  <a:lnTo>
                    <a:pt x="208842" y="557276"/>
                  </a:lnTo>
                  <a:lnTo>
                    <a:pt x="209510" y="508290"/>
                  </a:lnTo>
                  <a:lnTo>
                    <a:pt x="210178" y="494676"/>
                  </a:lnTo>
                  <a:lnTo>
                    <a:pt x="210846" y="359057"/>
                  </a:lnTo>
                  <a:lnTo>
                    <a:pt x="211514" y="408856"/>
                  </a:lnTo>
                  <a:lnTo>
                    <a:pt x="212182" y="528017"/>
                  </a:lnTo>
                  <a:lnTo>
                    <a:pt x="212850" y="607255"/>
                  </a:lnTo>
                  <a:lnTo>
                    <a:pt x="213518" y="611717"/>
                  </a:lnTo>
                  <a:lnTo>
                    <a:pt x="214186" y="732299"/>
                  </a:lnTo>
                  <a:lnTo>
                    <a:pt x="214854" y="902752"/>
                  </a:lnTo>
                  <a:lnTo>
                    <a:pt x="215522" y="1011363"/>
                  </a:lnTo>
                  <a:lnTo>
                    <a:pt x="216190" y="978364"/>
                  </a:lnTo>
                  <a:lnTo>
                    <a:pt x="216858" y="924494"/>
                  </a:lnTo>
                  <a:lnTo>
                    <a:pt x="217526" y="888666"/>
                  </a:lnTo>
                  <a:lnTo>
                    <a:pt x="218194" y="888666"/>
                  </a:lnTo>
                  <a:lnTo>
                    <a:pt x="218862" y="888666"/>
                  </a:lnTo>
                  <a:lnTo>
                    <a:pt x="219530" y="888666"/>
                  </a:lnTo>
                  <a:lnTo>
                    <a:pt x="220198" y="888666"/>
                  </a:lnTo>
                  <a:lnTo>
                    <a:pt x="220867" y="888666"/>
                  </a:lnTo>
                  <a:lnTo>
                    <a:pt x="221535" y="899201"/>
                  </a:lnTo>
                  <a:lnTo>
                    <a:pt x="222203" y="962495"/>
                  </a:lnTo>
                  <a:lnTo>
                    <a:pt x="222871" y="962495"/>
                  </a:lnTo>
                  <a:lnTo>
                    <a:pt x="223539" y="962495"/>
                  </a:lnTo>
                  <a:lnTo>
                    <a:pt x="224207" y="962495"/>
                  </a:lnTo>
                  <a:lnTo>
                    <a:pt x="224875" y="962495"/>
                  </a:lnTo>
                  <a:lnTo>
                    <a:pt x="225543" y="928192"/>
                  </a:lnTo>
                  <a:lnTo>
                    <a:pt x="226211" y="1104683"/>
                  </a:lnTo>
                  <a:lnTo>
                    <a:pt x="226879" y="1104380"/>
                  </a:lnTo>
                  <a:lnTo>
                    <a:pt x="227547" y="1126775"/>
                  </a:lnTo>
                  <a:lnTo>
                    <a:pt x="228215" y="1087249"/>
                  </a:lnTo>
                  <a:lnTo>
                    <a:pt x="228883" y="1087249"/>
                  </a:lnTo>
                  <a:lnTo>
                    <a:pt x="229551" y="1063335"/>
                  </a:lnTo>
                  <a:lnTo>
                    <a:pt x="230219" y="1114153"/>
                  </a:lnTo>
                  <a:lnTo>
                    <a:pt x="230887" y="1080979"/>
                  </a:lnTo>
                  <a:lnTo>
                    <a:pt x="231555" y="1004443"/>
                  </a:lnTo>
                  <a:lnTo>
                    <a:pt x="232223" y="927139"/>
                  </a:lnTo>
                  <a:lnTo>
                    <a:pt x="232891" y="910197"/>
                  </a:lnTo>
                  <a:lnTo>
                    <a:pt x="233559" y="877628"/>
                  </a:lnTo>
                  <a:lnTo>
                    <a:pt x="234227" y="848558"/>
                  </a:lnTo>
                  <a:lnTo>
                    <a:pt x="234895" y="831742"/>
                  </a:lnTo>
                  <a:lnTo>
                    <a:pt x="235563" y="848558"/>
                  </a:lnTo>
                  <a:lnTo>
                    <a:pt x="236231" y="876697"/>
                  </a:lnTo>
                  <a:lnTo>
                    <a:pt x="236899" y="876697"/>
                  </a:lnTo>
                  <a:lnTo>
                    <a:pt x="237567" y="744482"/>
                  </a:lnTo>
                  <a:lnTo>
                    <a:pt x="238235" y="767054"/>
                  </a:lnTo>
                  <a:lnTo>
                    <a:pt x="238903" y="764968"/>
                  </a:lnTo>
                  <a:lnTo>
                    <a:pt x="239571" y="740464"/>
                  </a:lnTo>
                  <a:lnTo>
                    <a:pt x="240239" y="787038"/>
                  </a:lnTo>
                  <a:lnTo>
                    <a:pt x="240907" y="776125"/>
                  </a:lnTo>
                  <a:lnTo>
                    <a:pt x="241575" y="824303"/>
                  </a:lnTo>
                  <a:lnTo>
                    <a:pt x="242243" y="740493"/>
                  </a:lnTo>
                  <a:lnTo>
                    <a:pt x="242911" y="762882"/>
                  </a:lnTo>
                  <a:lnTo>
                    <a:pt x="243579" y="798040"/>
                  </a:lnTo>
                  <a:lnTo>
                    <a:pt x="244247" y="795033"/>
                  </a:lnTo>
                  <a:lnTo>
                    <a:pt x="244915" y="777292"/>
                  </a:lnTo>
                  <a:lnTo>
                    <a:pt x="245584" y="762882"/>
                  </a:lnTo>
                  <a:lnTo>
                    <a:pt x="246252" y="708341"/>
                  </a:lnTo>
                  <a:lnTo>
                    <a:pt x="246920" y="708341"/>
                  </a:lnTo>
                  <a:lnTo>
                    <a:pt x="247588" y="708341"/>
                  </a:lnTo>
                  <a:lnTo>
                    <a:pt x="248256" y="708341"/>
                  </a:lnTo>
                  <a:lnTo>
                    <a:pt x="248924" y="710959"/>
                  </a:lnTo>
                  <a:lnTo>
                    <a:pt x="249592" y="762882"/>
                  </a:lnTo>
                  <a:lnTo>
                    <a:pt x="250260" y="762882"/>
                  </a:lnTo>
                  <a:lnTo>
                    <a:pt x="250928" y="786100"/>
                  </a:lnTo>
                  <a:lnTo>
                    <a:pt x="251596" y="721538"/>
                  </a:lnTo>
                  <a:lnTo>
                    <a:pt x="252264" y="658169"/>
                  </a:lnTo>
                  <a:lnTo>
                    <a:pt x="252932" y="618469"/>
                  </a:lnTo>
                  <a:lnTo>
                    <a:pt x="253600" y="620736"/>
                  </a:lnTo>
                  <a:lnTo>
                    <a:pt x="254268" y="658169"/>
                  </a:lnTo>
                  <a:lnTo>
                    <a:pt x="254936" y="695417"/>
                  </a:lnTo>
                  <a:lnTo>
                    <a:pt x="255604" y="708341"/>
                  </a:lnTo>
                  <a:lnTo>
                    <a:pt x="256272" y="762882"/>
                  </a:lnTo>
                  <a:lnTo>
                    <a:pt x="256940" y="777292"/>
                  </a:lnTo>
                  <a:lnTo>
                    <a:pt x="257608" y="762882"/>
                  </a:lnTo>
                  <a:lnTo>
                    <a:pt x="258276" y="762882"/>
                  </a:lnTo>
                  <a:lnTo>
                    <a:pt x="258944" y="762882"/>
                  </a:lnTo>
                  <a:lnTo>
                    <a:pt x="259612" y="762882"/>
                  </a:lnTo>
                  <a:lnTo>
                    <a:pt x="260280" y="762882"/>
                  </a:lnTo>
                  <a:lnTo>
                    <a:pt x="260948" y="792041"/>
                  </a:lnTo>
                  <a:lnTo>
                    <a:pt x="261616" y="871492"/>
                  </a:lnTo>
                  <a:lnTo>
                    <a:pt x="262284" y="962495"/>
                  </a:lnTo>
                  <a:lnTo>
                    <a:pt x="262952" y="1032905"/>
                  </a:lnTo>
                  <a:lnTo>
                    <a:pt x="263620" y="1046195"/>
                  </a:lnTo>
                  <a:lnTo>
                    <a:pt x="264288" y="1046195"/>
                  </a:lnTo>
                  <a:lnTo>
                    <a:pt x="264956" y="1046195"/>
                  </a:lnTo>
                  <a:lnTo>
                    <a:pt x="265624" y="1046195"/>
                  </a:lnTo>
                  <a:lnTo>
                    <a:pt x="266292" y="1046195"/>
                  </a:lnTo>
                  <a:lnTo>
                    <a:pt x="266960" y="1117231"/>
                  </a:lnTo>
                  <a:lnTo>
                    <a:pt x="267628" y="1142819"/>
                  </a:lnTo>
                  <a:lnTo>
                    <a:pt x="268296" y="1142819"/>
                  </a:lnTo>
                  <a:lnTo>
                    <a:pt x="268964" y="1142819"/>
                  </a:lnTo>
                  <a:lnTo>
                    <a:pt x="269633" y="1142819"/>
                  </a:lnTo>
                  <a:lnTo>
                    <a:pt x="270301" y="1142819"/>
                  </a:lnTo>
                  <a:lnTo>
                    <a:pt x="270969" y="1142819"/>
                  </a:lnTo>
                  <a:lnTo>
                    <a:pt x="271637" y="1142819"/>
                  </a:lnTo>
                  <a:lnTo>
                    <a:pt x="272305" y="1142819"/>
                  </a:lnTo>
                  <a:lnTo>
                    <a:pt x="272973" y="1122266"/>
                  </a:lnTo>
                  <a:lnTo>
                    <a:pt x="273641" y="1046195"/>
                  </a:lnTo>
                  <a:lnTo>
                    <a:pt x="274309" y="1046195"/>
                  </a:lnTo>
                  <a:lnTo>
                    <a:pt x="274977" y="1046195"/>
                  </a:lnTo>
                  <a:lnTo>
                    <a:pt x="275645" y="1046195"/>
                  </a:lnTo>
                  <a:lnTo>
                    <a:pt x="276313" y="1046195"/>
                  </a:lnTo>
                  <a:lnTo>
                    <a:pt x="276981" y="1046195"/>
                  </a:lnTo>
                  <a:lnTo>
                    <a:pt x="277649" y="1046195"/>
                  </a:lnTo>
                  <a:lnTo>
                    <a:pt x="278317" y="986452"/>
                  </a:lnTo>
                  <a:lnTo>
                    <a:pt x="278985" y="962495"/>
                  </a:lnTo>
                  <a:lnTo>
                    <a:pt x="279653" y="962495"/>
                  </a:lnTo>
                  <a:lnTo>
                    <a:pt x="280321" y="962495"/>
                  </a:lnTo>
                  <a:lnTo>
                    <a:pt x="280989" y="962495"/>
                  </a:lnTo>
                  <a:lnTo>
                    <a:pt x="281657" y="962495"/>
                  </a:lnTo>
                  <a:lnTo>
                    <a:pt x="282325" y="962495"/>
                  </a:lnTo>
                  <a:lnTo>
                    <a:pt x="282993" y="978364"/>
                  </a:lnTo>
                  <a:lnTo>
                    <a:pt x="283661" y="1046195"/>
                  </a:lnTo>
                  <a:lnTo>
                    <a:pt x="284329" y="1032905"/>
                  </a:lnTo>
                  <a:lnTo>
                    <a:pt x="284997" y="962495"/>
                  </a:lnTo>
                  <a:lnTo>
                    <a:pt x="285665" y="962495"/>
                  </a:lnTo>
                  <a:lnTo>
                    <a:pt x="286333" y="962495"/>
                  </a:lnTo>
                  <a:lnTo>
                    <a:pt x="287001" y="962495"/>
                  </a:lnTo>
                  <a:lnTo>
                    <a:pt x="287669" y="962495"/>
                  </a:lnTo>
                  <a:lnTo>
                    <a:pt x="288337" y="1019891"/>
                  </a:lnTo>
                  <a:lnTo>
                    <a:pt x="289005" y="1046195"/>
                  </a:lnTo>
                  <a:lnTo>
                    <a:pt x="289673" y="1046195"/>
                  </a:lnTo>
                  <a:lnTo>
                    <a:pt x="290341" y="982395"/>
                  </a:lnTo>
                  <a:lnTo>
                    <a:pt x="291009" y="962495"/>
                  </a:lnTo>
                  <a:lnTo>
                    <a:pt x="291677" y="962495"/>
                  </a:lnTo>
                  <a:lnTo>
                    <a:pt x="292345" y="888666"/>
                  </a:lnTo>
                  <a:lnTo>
                    <a:pt x="293013" y="888666"/>
                  </a:lnTo>
                  <a:lnTo>
                    <a:pt x="293681" y="888666"/>
                  </a:lnTo>
                  <a:lnTo>
                    <a:pt x="294350" y="899201"/>
                  </a:lnTo>
                  <a:lnTo>
                    <a:pt x="295018" y="962495"/>
                  </a:lnTo>
                  <a:lnTo>
                    <a:pt x="295686" y="943206"/>
                  </a:lnTo>
                  <a:lnTo>
                    <a:pt x="296354" y="888666"/>
                  </a:lnTo>
                  <a:lnTo>
                    <a:pt x="297022" y="888666"/>
                  </a:lnTo>
                  <a:lnTo>
                    <a:pt x="297690" y="810211"/>
                  </a:lnTo>
                  <a:lnTo>
                    <a:pt x="298358" y="762882"/>
                  </a:lnTo>
                  <a:lnTo>
                    <a:pt x="299026" y="922774"/>
                  </a:lnTo>
                  <a:lnTo>
                    <a:pt x="299694" y="942768"/>
                  </a:lnTo>
                  <a:lnTo>
                    <a:pt x="300362" y="990185"/>
                  </a:lnTo>
                  <a:lnTo>
                    <a:pt x="301030" y="961465"/>
                  </a:lnTo>
                  <a:lnTo>
                    <a:pt x="301698" y="961465"/>
                  </a:lnTo>
                  <a:lnTo>
                    <a:pt x="302366" y="1021207"/>
                  </a:lnTo>
                  <a:lnTo>
                    <a:pt x="303034" y="1014970"/>
                  </a:lnTo>
                  <a:lnTo>
                    <a:pt x="303702" y="917460"/>
                  </a:lnTo>
                  <a:lnTo>
                    <a:pt x="304370" y="906924"/>
                  </a:lnTo>
                  <a:lnTo>
                    <a:pt x="305038" y="906924"/>
                  </a:lnTo>
                  <a:lnTo>
                    <a:pt x="305706" y="920121"/>
                  </a:lnTo>
                  <a:lnTo>
                    <a:pt x="306374" y="961465"/>
                  </a:lnTo>
                  <a:lnTo>
                    <a:pt x="307042" y="961465"/>
                  </a:lnTo>
                  <a:lnTo>
                    <a:pt x="307710" y="1033871"/>
                  </a:lnTo>
                  <a:lnTo>
                    <a:pt x="308378" y="1037077"/>
                  </a:lnTo>
                  <a:lnTo>
                    <a:pt x="309046" y="1017776"/>
                  </a:lnTo>
                  <a:lnTo>
                    <a:pt x="309714" y="1002510"/>
                  </a:lnTo>
                  <a:lnTo>
                    <a:pt x="310382" y="992954"/>
                  </a:lnTo>
                  <a:lnTo>
                    <a:pt x="311050" y="888666"/>
                  </a:lnTo>
                  <a:lnTo>
                    <a:pt x="311718" y="888666"/>
                  </a:lnTo>
                  <a:lnTo>
                    <a:pt x="312386" y="888666"/>
                  </a:lnTo>
                  <a:lnTo>
                    <a:pt x="313054" y="895670"/>
                  </a:lnTo>
                  <a:lnTo>
                    <a:pt x="313722" y="1002949"/>
                  </a:lnTo>
                  <a:lnTo>
                    <a:pt x="314390" y="1070043"/>
                  </a:lnTo>
                  <a:lnTo>
                    <a:pt x="315058" y="1031371"/>
                  </a:lnTo>
                  <a:lnTo>
                    <a:pt x="315726" y="1017776"/>
                  </a:lnTo>
                  <a:lnTo>
                    <a:pt x="316380" y="11448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3491294" y="3832984"/>
              <a:ext cx="4435" cy="191415"/>
            </a:xfrm>
            <a:custGeom>
              <a:avLst/>
              <a:pathLst>
                <a:path w="4435" h="191415">
                  <a:moveTo>
                    <a:pt x="0" y="191415"/>
                  </a:moveTo>
                  <a:lnTo>
                    <a:pt x="652" y="151165"/>
                  </a:lnTo>
                  <a:lnTo>
                    <a:pt x="1320" y="94018"/>
                  </a:lnTo>
                  <a:lnTo>
                    <a:pt x="1988" y="0"/>
                  </a:lnTo>
                  <a:lnTo>
                    <a:pt x="2656" y="119853"/>
                  </a:lnTo>
                  <a:lnTo>
                    <a:pt x="3324" y="172318"/>
                  </a:lnTo>
                  <a:lnTo>
                    <a:pt x="3992" y="168804"/>
                  </a:lnTo>
                  <a:lnTo>
                    <a:pt x="4435" y="19141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3496027" y="3832984"/>
              <a:ext cx="6800" cy="191415"/>
            </a:xfrm>
            <a:custGeom>
              <a:avLst/>
              <a:pathLst>
                <a:path w="6800" h="191415">
                  <a:moveTo>
                    <a:pt x="0" y="191415"/>
                  </a:moveTo>
                  <a:lnTo>
                    <a:pt x="595" y="96624"/>
                  </a:lnTo>
                  <a:lnTo>
                    <a:pt x="1263" y="61086"/>
                  </a:lnTo>
                  <a:lnTo>
                    <a:pt x="1931" y="13577"/>
                  </a:lnTo>
                  <a:lnTo>
                    <a:pt x="2599" y="0"/>
                  </a:lnTo>
                  <a:lnTo>
                    <a:pt x="3267" y="4493"/>
                  </a:lnTo>
                  <a:lnTo>
                    <a:pt x="3935" y="46452"/>
                  </a:lnTo>
                  <a:lnTo>
                    <a:pt x="4603" y="46452"/>
                  </a:lnTo>
                  <a:lnTo>
                    <a:pt x="5272" y="61086"/>
                  </a:lnTo>
                  <a:lnTo>
                    <a:pt x="5940" y="96624"/>
                  </a:lnTo>
                  <a:lnTo>
                    <a:pt x="6608" y="154020"/>
                  </a:lnTo>
                  <a:lnTo>
                    <a:pt x="6800" y="19141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504403" y="3948092"/>
              <a:ext cx="3190" cy="76306"/>
            </a:xfrm>
            <a:custGeom>
              <a:avLst/>
              <a:pathLst>
                <a:path w="3190" h="76306">
                  <a:moveTo>
                    <a:pt x="0" y="76306"/>
                  </a:moveTo>
                  <a:lnTo>
                    <a:pt x="236" y="25700"/>
                  </a:lnTo>
                  <a:lnTo>
                    <a:pt x="904" y="0"/>
                  </a:lnTo>
                  <a:lnTo>
                    <a:pt x="1572" y="0"/>
                  </a:lnTo>
                  <a:lnTo>
                    <a:pt x="2240" y="0"/>
                  </a:lnTo>
                  <a:lnTo>
                    <a:pt x="2908" y="50752"/>
                  </a:lnTo>
                  <a:lnTo>
                    <a:pt x="3190" y="7630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508154" y="3702164"/>
              <a:ext cx="27268" cy="322234"/>
            </a:xfrm>
            <a:custGeom>
              <a:avLst/>
              <a:pathLst>
                <a:path w="27268" h="322234">
                  <a:moveTo>
                    <a:pt x="0" y="322234"/>
                  </a:moveTo>
                  <a:lnTo>
                    <a:pt x="493" y="223570"/>
                  </a:lnTo>
                  <a:lnTo>
                    <a:pt x="1161" y="223570"/>
                  </a:lnTo>
                  <a:lnTo>
                    <a:pt x="1829" y="223570"/>
                  </a:lnTo>
                  <a:lnTo>
                    <a:pt x="2497" y="223570"/>
                  </a:lnTo>
                  <a:lnTo>
                    <a:pt x="3165" y="223570"/>
                  </a:lnTo>
                  <a:lnTo>
                    <a:pt x="3833" y="223570"/>
                  </a:lnTo>
                  <a:lnTo>
                    <a:pt x="4501" y="223570"/>
                  </a:lnTo>
                  <a:lnTo>
                    <a:pt x="5169" y="223570"/>
                  </a:lnTo>
                  <a:lnTo>
                    <a:pt x="5837" y="223570"/>
                  </a:lnTo>
                  <a:lnTo>
                    <a:pt x="6505" y="246366"/>
                  </a:lnTo>
                  <a:lnTo>
                    <a:pt x="7173" y="320195"/>
                  </a:lnTo>
                  <a:lnTo>
                    <a:pt x="7841" y="320195"/>
                  </a:lnTo>
                  <a:lnTo>
                    <a:pt x="8509" y="320195"/>
                  </a:lnTo>
                  <a:lnTo>
                    <a:pt x="9177" y="232589"/>
                  </a:lnTo>
                  <a:lnTo>
                    <a:pt x="9845" y="155740"/>
                  </a:lnTo>
                  <a:lnTo>
                    <a:pt x="10513" y="139870"/>
                  </a:lnTo>
                  <a:lnTo>
                    <a:pt x="11181" y="139870"/>
                  </a:lnTo>
                  <a:lnTo>
                    <a:pt x="11849" y="139870"/>
                  </a:lnTo>
                  <a:lnTo>
                    <a:pt x="12517" y="139870"/>
                  </a:lnTo>
                  <a:lnTo>
                    <a:pt x="13185" y="139870"/>
                  </a:lnTo>
                  <a:lnTo>
                    <a:pt x="13853" y="139870"/>
                  </a:lnTo>
                  <a:lnTo>
                    <a:pt x="14521" y="139870"/>
                  </a:lnTo>
                  <a:lnTo>
                    <a:pt x="15189" y="113030"/>
                  </a:lnTo>
                  <a:lnTo>
                    <a:pt x="15858" y="66042"/>
                  </a:lnTo>
                  <a:lnTo>
                    <a:pt x="16526" y="66042"/>
                  </a:lnTo>
                  <a:lnTo>
                    <a:pt x="17194" y="66042"/>
                  </a:lnTo>
                  <a:lnTo>
                    <a:pt x="17862" y="55681"/>
                  </a:lnTo>
                  <a:lnTo>
                    <a:pt x="18530" y="0"/>
                  </a:lnTo>
                  <a:lnTo>
                    <a:pt x="19198" y="59115"/>
                  </a:lnTo>
                  <a:lnTo>
                    <a:pt x="19866" y="124392"/>
                  </a:lnTo>
                  <a:lnTo>
                    <a:pt x="20534" y="139870"/>
                  </a:lnTo>
                  <a:lnTo>
                    <a:pt x="21202" y="139870"/>
                  </a:lnTo>
                  <a:lnTo>
                    <a:pt x="21870" y="139870"/>
                  </a:lnTo>
                  <a:lnTo>
                    <a:pt x="22538" y="139870"/>
                  </a:lnTo>
                  <a:lnTo>
                    <a:pt x="23206" y="101869"/>
                  </a:lnTo>
                  <a:lnTo>
                    <a:pt x="23874" y="66042"/>
                  </a:lnTo>
                  <a:lnTo>
                    <a:pt x="24542" y="66042"/>
                  </a:lnTo>
                  <a:lnTo>
                    <a:pt x="25210" y="90904"/>
                  </a:lnTo>
                  <a:lnTo>
                    <a:pt x="25878" y="139870"/>
                  </a:lnTo>
                  <a:lnTo>
                    <a:pt x="26546" y="139870"/>
                  </a:lnTo>
                  <a:lnTo>
                    <a:pt x="27214" y="319756"/>
                  </a:lnTo>
                  <a:lnTo>
                    <a:pt x="27268" y="32223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545691" y="3537709"/>
              <a:ext cx="90996" cy="486689"/>
            </a:xfrm>
            <a:custGeom>
              <a:avLst/>
              <a:pathLst>
                <a:path w="90996" h="486689">
                  <a:moveTo>
                    <a:pt x="0" y="486689"/>
                  </a:moveTo>
                  <a:lnTo>
                    <a:pt x="366" y="388025"/>
                  </a:lnTo>
                  <a:lnTo>
                    <a:pt x="1034" y="340614"/>
                  </a:lnTo>
                  <a:lnTo>
                    <a:pt x="1702" y="304325"/>
                  </a:lnTo>
                  <a:lnTo>
                    <a:pt x="2370" y="304325"/>
                  </a:lnTo>
                  <a:lnTo>
                    <a:pt x="3038" y="304325"/>
                  </a:lnTo>
                  <a:lnTo>
                    <a:pt x="3706" y="304325"/>
                  </a:lnTo>
                  <a:lnTo>
                    <a:pt x="4374" y="292681"/>
                  </a:lnTo>
                  <a:lnTo>
                    <a:pt x="5042" y="177118"/>
                  </a:lnTo>
                  <a:lnTo>
                    <a:pt x="5710" y="104712"/>
                  </a:lnTo>
                  <a:lnTo>
                    <a:pt x="6378" y="58056"/>
                  </a:lnTo>
                  <a:lnTo>
                    <a:pt x="7046" y="44970"/>
                  </a:lnTo>
                  <a:lnTo>
                    <a:pt x="7714" y="0"/>
                  </a:lnTo>
                  <a:lnTo>
                    <a:pt x="8382" y="2415"/>
                  </a:lnTo>
                  <a:lnTo>
                    <a:pt x="9050" y="50172"/>
                  </a:lnTo>
                  <a:lnTo>
                    <a:pt x="9718" y="50172"/>
                  </a:lnTo>
                  <a:lnTo>
                    <a:pt x="10386" y="50172"/>
                  </a:lnTo>
                  <a:lnTo>
                    <a:pt x="11054" y="79580"/>
                  </a:lnTo>
                  <a:lnTo>
                    <a:pt x="11722" y="47565"/>
                  </a:lnTo>
                  <a:lnTo>
                    <a:pt x="12390" y="0"/>
                  </a:lnTo>
                  <a:lnTo>
                    <a:pt x="13058" y="0"/>
                  </a:lnTo>
                  <a:lnTo>
                    <a:pt x="13726" y="0"/>
                  </a:lnTo>
                  <a:lnTo>
                    <a:pt x="14394" y="7274"/>
                  </a:lnTo>
                  <a:lnTo>
                    <a:pt x="15062" y="93418"/>
                  </a:lnTo>
                  <a:lnTo>
                    <a:pt x="15731" y="164454"/>
                  </a:lnTo>
                  <a:lnTo>
                    <a:pt x="16399" y="220135"/>
                  </a:lnTo>
                  <a:lnTo>
                    <a:pt x="17067" y="237500"/>
                  </a:lnTo>
                  <a:lnTo>
                    <a:pt x="17735" y="304325"/>
                  </a:lnTo>
                  <a:lnTo>
                    <a:pt x="18403" y="304325"/>
                  </a:lnTo>
                  <a:lnTo>
                    <a:pt x="19071" y="304325"/>
                  </a:lnTo>
                  <a:lnTo>
                    <a:pt x="19739" y="304325"/>
                  </a:lnTo>
                  <a:lnTo>
                    <a:pt x="20407" y="304325"/>
                  </a:lnTo>
                  <a:lnTo>
                    <a:pt x="21075" y="304325"/>
                  </a:lnTo>
                  <a:lnTo>
                    <a:pt x="21743" y="392519"/>
                  </a:lnTo>
                  <a:lnTo>
                    <a:pt x="22411" y="434478"/>
                  </a:lnTo>
                  <a:lnTo>
                    <a:pt x="23079" y="388025"/>
                  </a:lnTo>
                  <a:lnTo>
                    <a:pt x="23747" y="388025"/>
                  </a:lnTo>
                  <a:lnTo>
                    <a:pt x="24415" y="388025"/>
                  </a:lnTo>
                  <a:lnTo>
                    <a:pt x="25083" y="388025"/>
                  </a:lnTo>
                  <a:lnTo>
                    <a:pt x="25751" y="388025"/>
                  </a:lnTo>
                  <a:lnTo>
                    <a:pt x="26419" y="388025"/>
                  </a:lnTo>
                  <a:lnTo>
                    <a:pt x="27087" y="388025"/>
                  </a:lnTo>
                  <a:lnTo>
                    <a:pt x="27755" y="383564"/>
                  </a:lnTo>
                  <a:lnTo>
                    <a:pt x="28423" y="304325"/>
                  </a:lnTo>
                  <a:lnTo>
                    <a:pt x="29091" y="304325"/>
                  </a:lnTo>
                  <a:lnTo>
                    <a:pt x="29759" y="209943"/>
                  </a:lnTo>
                  <a:lnTo>
                    <a:pt x="30427" y="164454"/>
                  </a:lnTo>
                  <a:lnTo>
                    <a:pt x="31095" y="164454"/>
                  </a:lnTo>
                  <a:lnTo>
                    <a:pt x="31763" y="164454"/>
                  </a:lnTo>
                  <a:lnTo>
                    <a:pt x="32431" y="196606"/>
                  </a:lnTo>
                  <a:lnTo>
                    <a:pt x="33099" y="230497"/>
                  </a:lnTo>
                  <a:lnTo>
                    <a:pt x="33767" y="230497"/>
                  </a:lnTo>
                  <a:lnTo>
                    <a:pt x="34435" y="230497"/>
                  </a:lnTo>
                  <a:lnTo>
                    <a:pt x="35103" y="230497"/>
                  </a:lnTo>
                  <a:lnTo>
                    <a:pt x="35771" y="230497"/>
                  </a:lnTo>
                  <a:lnTo>
                    <a:pt x="36439" y="288560"/>
                  </a:lnTo>
                  <a:lnTo>
                    <a:pt x="37107" y="219697"/>
                  </a:lnTo>
                  <a:lnTo>
                    <a:pt x="37775" y="182301"/>
                  </a:lnTo>
                  <a:lnTo>
                    <a:pt x="38443" y="151603"/>
                  </a:lnTo>
                  <a:lnTo>
                    <a:pt x="39111" y="90356"/>
                  </a:lnTo>
                  <a:lnTo>
                    <a:pt x="39780" y="121548"/>
                  </a:lnTo>
                  <a:lnTo>
                    <a:pt x="40448" y="152130"/>
                  </a:lnTo>
                  <a:lnTo>
                    <a:pt x="41116" y="134472"/>
                  </a:lnTo>
                  <a:lnTo>
                    <a:pt x="41784" y="108884"/>
                  </a:lnTo>
                  <a:lnTo>
                    <a:pt x="42452" y="108884"/>
                  </a:lnTo>
                  <a:lnTo>
                    <a:pt x="43120" y="108884"/>
                  </a:lnTo>
                  <a:lnTo>
                    <a:pt x="43788" y="108884"/>
                  </a:lnTo>
                  <a:lnTo>
                    <a:pt x="44456" y="72360"/>
                  </a:lnTo>
                  <a:lnTo>
                    <a:pt x="45124" y="68430"/>
                  </a:lnTo>
                  <a:lnTo>
                    <a:pt x="45792" y="68430"/>
                  </a:lnTo>
                  <a:lnTo>
                    <a:pt x="46460" y="128868"/>
                  </a:lnTo>
                  <a:lnTo>
                    <a:pt x="47128" y="189604"/>
                  </a:lnTo>
                  <a:lnTo>
                    <a:pt x="47796" y="230058"/>
                  </a:lnTo>
                  <a:lnTo>
                    <a:pt x="48464" y="319756"/>
                  </a:lnTo>
                  <a:lnTo>
                    <a:pt x="49132" y="262648"/>
                  </a:lnTo>
                  <a:lnTo>
                    <a:pt x="49800" y="304325"/>
                  </a:lnTo>
                  <a:lnTo>
                    <a:pt x="50468" y="304325"/>
                  </a:lnTo>
                  <a:lnTo>
                    <a:pt x="51136" y="336477"/>
                  </a:lnTo>
                  <a:lnTo>
                    <a:pt x="51804" y="388025"/>
                  </a:lnTo>
                  <a:lnTo>
                    <a:pt x="52472" y="388025"/>
                  </a:lnTo>
                  <a:lnTo>
                    <a:pt x="53140" y="388025"/>
                  </a:lnTo>
                  <a:lnTo>
                    <a:pt x="53808" y="388025"/>
                  </a:lnTo>
                  <a:lnTo>
                    <a:pt x="54476" y="474289"/>
                  </a:lnTo>
                  <a:lnTo>
                    <a:pt x="55144" y="484650"/>
                  </a:lnTo>
                  <a:lnTo>
                    <a:pt x="55812" y="484650"/>
                  </a:lnTo>
                  <a:lnTo>
                    <a:pt x="56480" y="484650"/>
                  </a:lnTo>
                  <a:lnTo>
                    <a:pt x="57148" y="484650"/>
                  </a:lnTo>
                  <a:lnTo>
                    <a:pt x="57816" y="484650"/>
                  </a:lnTo>
                  <a:lnTo>
                    <a:pt x="58484" y="484650"/>
                  </a:lnTo>
                  <a:lnTo>
                    <a:pt x="59152" y="484650"/>
                  </a:lnTo>
                  <a:lnTo>
                    <a:pt x="59820" y="484650"/>
                  </a:lnTo>
                  <a:lnTo>
                    <a:pt x="60488" y="484650"/>
                  </a:lnTo>
                  <a:lnTo>
                    <a:pt x="61156" y="484650"/>
                  </a:lnTo>
                  <a:lnTo>
                    <a:pt x="61824" y="484650"/>
                  </a:lnTo>
                  <a:lnTo>
                    <a:pt x="62492" y="484650"/>
                  </a:lnTo>
                  <a:lnTo>
                    <a:pt x="63160" y="484650"/>
                  </a:lnTo>
                  <a:lnTo>
                    <a:pt x="63828" y="484650"/>
                  </a:lnTo>
                  <a:lnTo>
                    <a:pt x="64497" y="484650"/>
                  </a:lnTo>
                  <a:lnTo>
                    <a:pt x="65165" y="484650"/>
                  </a:lnTo>
                  <a:lnTo>
                    <a:pt x="65833" y="484650"/>
                  </a:lnTo>
                  <a:lnTo>
                    <a:pt x="66501" y="484650"/>
                  </a:lnTo>
                  <a:lnTo>
                    <a:pt x="67169" y="484650"/>
                  </a:lnTo>
                  <a:lnTo>
                    <a:pt x="67837" y="484650"/>
                  </a:lnTo>
                  <a:lnTo>
                    <a:pt x="68505" y="484650"/>
                  </a:lnTo>
                  <a:lnTo>
                    <a:pt x="69173" y="484650"/>
                  </a:lnTo>
                  <a:lnTo>
                    <a:pt x="69841" y="484650"/>
                  </a:lnTo>
                  <a:lnTo>
                    <a:pt x="70509" y="484650"/>
                  </a:lnTo>
                  <a:lnTo>
                    <a:pt x="71177" y="484650"/>
                  </a:lnTo>
                  <a:lnTo>
                    <a:pt x="71845" y="484650"/>
                  </a:lnTo>
                  <a:lnTo>
                    <a:pt x="72513" y="484650"/>
                  </a:lnTo>
                  <a:lnTo>
                    <a:pt x="73181" y="388025"/>
                  </a:lnTo>
                  <a:lnTo>
                    <a:pt x="73849" y="388025"/>
                  </a:lnTo>
                  <a:lnTo>
                    <a:pt x="74517" y="388025"/>
                  </a:lnTo>
                  <a:lnTo>
                    <a:pt x="75185" y="388025"/>
                  </a:lnTo>
                  <a:lnTo>
                    <a:pt x="75853" y="388025"/>
                  </a:lnTo>
                  <a:lnTo>
                    <a:pt x="76521" y="388025"/>
                  </a:lnTo>
                  <a:lnTo>
                    <a:pt x="77189" y="388025"/>
                  </a:lnTo>
                  <a:lnTo>
                    <a:pt x="77857" y="388025"/>
                  </a:lnTo>
                  <a:lnTo>
                    <a:pt x="78525" y="388025"/>
                  </a:lnTo>
                  <a:lnTo>
                    <a:pt x="79193" y="388025"/>
                  </a:lnTo>
                  <a:lnTo>
                    <a:pt x="79861" y="328283"/>
                  </a:lnTo>
                  <a:lnTo>
                    <a:pt x="80529" y="277485"/>
                  </a:lnTo>
                  <a:lnTo>
                    <a:pt x="81197" y="230497"/>
                  </a:lnTo>
                  <a:lnTo>
                    <a:pt x="81865" y="230497"/>
                  </a:lnTo>
                  <a:lnTo>
                    <a:pt x="82533" y="177118"/>
                  </a:lnTo>
                  <a:lnTo>
                    <a:pt x="83201" y="230497"/>
                  </a:lnTo>
                  <a:lnTo>
                    <a:pt x="83869" y="230497"/>
                  </a:lnTo>
                  <a:lnTo>
                    <a:pt x="84537" y="230497"/>
                  </a:lnTo>
                  <a:lnTo>
                    <a:pt x="85205" y="394215"/>
                  </a:lnTo>
                  <a:lnTo>
                    <a:pt x="85873" y="386468"/>
                  </a:lnTo>
                  <a:lnTo>
                    <a:pt x="86541" y="344340"/>
                  </a:lnTo>
                  <a:lnTo>
                    <a:pt x="87209" y="363038"/>
                  </a:lnTo>
                  <a:lnTo>
                    <a:pt x="87877" y="363038"/>
                  </a:lnTo>
                  <a:lnTo>
                    <a:pt x="88545" y="363038"/>
                  </a:lnTo>
                  <a:lnTo>
                    <a:pt x="89214" y="363038"/>
                  </a:lnTo>
                  <a:lnTo>
                    <a:pt x="89882" y="408526"/>
                  </a:lnTo>
                  <a:lnTo>
                    <a:pt x="90550" y="453943"/>
                  </a:lnTo>
                  <a:lnTo>
                    <a:pt x="90996" y="48668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642913" y="3587882"/>
              <a:ext cx="93260" cy="436516"/>
            </a:xfrm>
            <a:custGeom>
              <a:avLst/>
              <a:pathLst>
                <a:path w="93260" h="436516">
                  <a:moveTo>
                    <a:pt x="0" y="436516"/>
                  </a:moveTo>
                  <a:lnTo>
                    <a:pt x="8" y="434478"/>
                  </a:lnTo>
                  <a:lnTo>
                    <a:pt x="676" y="351431"/>
                  </a:lnTo>
                  <a:lnTo>
                    <a:pt x="1344" y="246366"/>
                  </a:lnTo>
                  <a:lnTo>
                    <a:pt x="2012" y="114282"/>
                  </a:lnTo>
                  <a:lnTo>
                    <a:pt x="2680" y="114282"/>
                  </a:lnTo>
                  <a:lnTo>
                    <a:pt x="3348" y="114282"/>
                  </a:lnTo>
                  <a:lnTo>
                    <a:pt x="4016" y="114282"/>
                  </a:lnTo>
                  <a:lnTo>
                    <a:pt x="4684" y="114282"/>
                  </a:lnTo>
                  <a:lnTo>
                    <a:pt x="5352" y="114282"/>
                  </a:lnTo>
                  <a:lnTo>
                    <a:pt x="6020" y="114282"/>
                  </a:lnTo>
                  <a:lnTo>
                    <a:pt x="6688" y="71872"/>
                  </a:lnTo>
                  <a:lnTo>
                    <a:pt x="7356" y="54540"/>
                  </a:lnTo>
                  <a:lnTo>
                    <a:pt x="8024" y="54540"/>
                  </a:lnTo>
                  <a:lnTo>
                    <a:pt x="8692" y="54540"/>
                  </a:lnTo>
                  <a:lnTo>
                    <a:pt x="9360" y="10535"/>
                  </a:lnTo>
                  <a:lnTo>
                    <a:pt x="10028" y="0"/>
                  </a:lnTo>
                  <a:lnTo>
                    <a:pt x="10696" y="46050"/>
                  </a:lnTo>
                  <a:lnTo>
                    <a:pt x="11364" y="120582"/>
                  </a:lnTo>
                  <a:lnTo>
                    <a:pt x="12032" y="212476"/>
                  </a:lnTo>
                  <a:lnTo>
                    <a:pt x="12700" y="180324"/>
                  </a:lnTo>
                  <a:lnTo>
                    <a:pt x="13368" y="180324"/>
                  </a:lnTo>
                  <a:lnTo>
                    <a:pt x="14036" y="180324"/>
                  </a:lnTo>
                  <a:lnTo>
                    <a:pt x="14704" y="180324"/>
                  </a:lnTo>
                  <a:lnTo>
                    <a:pt x="15372" y="180324"/>
                  </a:lnTo>
                  <a:lnTo>
                    <a:pt x="16040" y="180324"/>
                  </a:lnTo>
                  <a:lnTo>
                    <a:pt x="16708" y="173398"/>
                  </a:lnTo>
                  <a:lnTo>
                    <a:pt x="17377" y="114282"/>
                  </a:lnTo>
                  <a:lnTo>
                    <a:pt x="18045" y="114282"/>
                  </a:lnTo>
                  <a:lnTo>
                    <a:pt x="18713" y="114282"/>
                  </a:lnTo>
                  <a:lnTo>
                    <a:pt x="19381" y="166547"/>
                  </a:lnTo>
                  <a:lnTo>
                    <a:pt x="20049" y="180324"/>
                  </a:lnTo>
                  <a:lnTo>
                    <a:pt x="20717" y="180324"/>
                  </a:lnTo>
                  <a:lnTo>
                    <a:pt x="21385" y="180324"/>
                  </a:lnTo>
                  <a:lnTo>
                    <a:pt x="22053" y="219850"/>
                  </a:lnTo>
                  <a:lnTo>
                    <a:pt x="22721" y="231077"/>
                  </a:lnTo>
                  <a:lnTo>
                    <a:pt x="23389" y="180324"/>
                  </a:lnTo>
                  <a:lnTo>
                    <a:pt x="24057" y="180324"/>
                  </a:lnTo>
                  <a:lnTo>
                    <a:pt x="24725" y="180324"/>
                  </a:lnTo>
                  <a:lnTo>
                    <a:pt x="25393" y="180324"/>
                  </a:lnTo>
                  <a:lnTo>
                    <a:pt x="26061" y="180324"/>
                  </a:lnTo>
                  <a:lnTo>
                    <a:pt x="26729" y="238675"/>
                  </a:lnTo>
                  <a:lnTo>
                    <a:pt x="27397" y="262038"/>
                  </a:lnTo>
                  <a:lnTo>
                    <a:pt x="28065" y="254153"/>
                  </a:lnTo>
                  <a:lnTo>
                    <a:pt x="28733" y="254153"/>
                  </a:lnTo>
                  <a:lnTo>
                    <a:pt x="29401" y="254153"/>
                  </a:lnTo>
                  <a:lnTo>
                    <a:pt x="30069" y="254153"/>
                  </a:lnTo>
                  <a:lnTo>
                    <a:pt x="30737" y="254153"/>
                  </a:lnTo>
                  <a:lnTo>
                    <a:pt x="31405" y="254153"/>
                  </a:lnTo>
                  <a:lnTo>
                    <a:pt x="32073" y="254153"/>
                  </a:lnTo>
                  <a:lnTo>
                    <a:pt x="32741" y="278111"/>
                  </a:lnTo>
                  <a:lnTo>
                    <a:pt x="33409" y="337853"/>
                  </a:lnTo>
                  <a:lnTo>
                    <a:pt x="34077" y="337853"/>
                  </a:lnTo>
                  <a:lnTo>
                    <a:pt x="34745" y="337853"/>
                  </a:lnTo>
                  <a:lnTo>
                    <a:pt x="35413" y="337853"/>
                  </a:lnTo>
                  <a:lnTo>
                    <a:pt x="36081" y="337853"/>
                  </a:lnTo>
                  <a:lnTo>
                    <a:pt x="36749" y="337853"/>
                  </a:lnTo>
                  <a:lnTo>
                    <a:pt x="37417" y="424117"/>
                  </a:lnTo>
                  <a:lnTo>
                    <a:pt x="38085" y="434478"/>
                  </a:lnTo>
                  <a:lnTo>
                    <a:pt x="38753" y="434478"/>
                  </a:lnTo>
                  <a:lnTo>
                    <a:pt x="39421" y="434478"/>
                  </a:lnTo>
                  <a:lnTo>
                    <a:pt x="40089" y="434478"/>
                  </a:lnTo>
                  <a:lnTo>
                    <a:pt x="40757" y="434478"/>
                  </a:lnTo>
                  <a:lnTo>
                    <a:pt x="41426" y="434478"/>
                  </a:lnTo>
                  <a:lnTo>
                    <a:pt x="42094" y="434478"/>
                  </a:lnTo>
                  <a:lnTo>
                    <a:pt x="42762" y="434478"/>
                  </a:lnTo>
                  <a:lnTo>
                    <a:pt x="43430" y="434478"/>
                  </a:lnTo>
                  <a:lnTo>
                    <a:pt x="44098" y="434478"/>
                  </a:lnTo>
                  <a:lnTo>
                    <a:pt x="44766" y="434478"/>
                  </a:lnTo>
                  <a:lnTo>
                    <a:pt x="45434" y="434478"/>
                  </a:lnTo>
                  <a:lnTo>
                    <a:pt x="46102" y="434478"/>
                  </a:lnTo>
                  <a:lnTo>
                    <a:pt x="46770" y="434478"/>
                  </a:lnTo>
                  <a:lnTo>
                    <a:pt x="47438" y="434478"/>
                  </a:lnTo>
                  <a:lnTo>
                    <a:pt x="48106" y="434478"/>
                  </a:lnTo>
                  <a:lnTo>
                    <a:pt x="48774" y="434478"/>
                  </a:lnTo>
                  <a:lnTo>
                    <a:pt x="49442" y="434478"/>
                  </a:lnTo>
                  <a:lnTo>
                    <a:pt x="50110" y="434478"/>
                  </a:lnTo>
                  <a:lnTo>
                    <a:pt x="50778" y="434478"/>
                  </a:lnTo>
                  <a:lnTo>
                    <a:pt x="51446" y="434478"/>
                  </a:lnTo>
                  <a:lnTo>
                    <a:pt x="52114" y="434478"/>
                  </a:lnTo>
                  <a:lnTo>
                    <a:pt x="52782" y="434478"/>
                  </a:lnTo>
                  <a:lnTo>
                    <a:pt x="53450" y="434478"/>
                  </a:lnTo>
                  <a:lnTo>
                    <a:pt x="54118" y="434478"/>
                  </a:lnTo>
                  <a:lnTo>
                    <a:pt x="54786" y="434478"/>
                  </a:lnTo>
                  <a:lnTo>
                    <a:pt x="55454" y="337853"/>
                  </a:lnTo>
                  <a:lnTo>
                    <a:pt x="56122" y="254153"/>
                  </a:lnTo>
                  <a:lnTo>
                    <a:pt x="56790" y="212476"/>
                  </a:lnTo>
                  <a:lnTo>
                    <a:pt x="57458" y="180324"/>
                  </a:lnTo>
                  <a:lnTo>
                    <a:pt x="58126" y="180324"/>
                  </a:lnTo>
                  <a:lnTo>
                    <a:pt x="58794" y="180324"/>
                  </a:lnTo>
                  <a:lnTo>
                    <a:pt x="59462" y="180324"/>
                  </a:lnTo>
                  <a:lnTo>
                    <a:pt x="60130" y="180324"/>
                  </a:lnTo>
                  <a:lnTo>
                    <a:pt x="60798" y="180324"/>
                  </a:lnTo>
                  <a:lnTo>
                    <a:pt x="61466" y="180324"/>
                  </a:lnTo>
                  <a:lnTo>
                    <a:pt x="62134" y="180324"/>
                  </a:lnTo>
                  <a:lnTo>
                    <a:pt x="62802" y="180324"/>
                  </a:lnTo>
                  <a:lnTo>
                    <a:pt x="63470" y="146434"/>
                  </a:lnTo>
                  <a:lnTo>
                    <a:pt x="64138" y="114282"/>
                  </a:lnTo>
                  <a:lnTo>
                    <a:pt x="64806" y="114282"/>
                  </a:lnTo>
                  <a:lnTo>
                    <a:pt x="65474" y="180324"/>
                  </a:lnTo>
                  <a:lnTo>
                    <a:pt x="66143" y="254153"/>
                  </a:lnTo>
                  <a:lnTo>
                    <a:pt x="66811" y="298800"/>
                  </a:lnTo>
                  <a:lnTo>
                    <a:pt x="67479" y="337853"/>
                  </a:lnTo>
                  <a:lnTo>
                    <a:pt x="68147" y="337853"/>
                  </a:lnTo>
                  <a:lnTo>
                    <a:pt x="68815" y="337853"/>
                  </a:lnTo>
                  <a:lnTo>
                    <a:pt x="69483" y="337853"/>
                  </a:lnTo>
                  <a:lnTo>
                    <a:pt x="70151" y="337853"/>
                  </a:lnTo>
                  <a:lnTo>
                    <a:pt x="70819" y="337853"/>
                  </a:lnTo>
                  <a:lnTo>
                    <a:pt x="71487" y="337853"/>
                  </a:lnTo>
                  <a:lnTo>
                    <a:pt x="72155" y="337853"/>
                  </a:lnTo>
                  <a:lnTo>
                    <a:pt x="72823" y="337853"/>
                  </a:lnTo>
                  <a:lnTo>
                    <a:pt x="73491" y="315857"/>
                  </a:lnTo>
                  <a:lnTo>
                    <a:pt x="74159" y="337853"/>
                  </a:lnTo>
                  <a:lnTo>
                    <a:pt x="74827" y="337853"/>
                  </a:lnTo>
                  <a:lnTo>
                    <a:pt x="75495" y="337853"/>
                  </a:lnTo>
                  <a:lnTo>
                    <a:pt x="76163" y="250247"/>
                  </a:lnTo>
                  <a:lnTo>
                    <a:pt x="76831" y="180324"/>
                  </a:lnTo>
                  <a:lnTo>
                    <a:pt x="77499" y="180324"/>
                  </a:lnTo>
                  <a:lnTo>
                    <a:pt x="78167" y="114282"/>
                  </a:lnTo>
                  <a:lnTo>
                    <a:pt x="78835" y="114282"/>
                  </a:lnTo>
                  <a:lnTo>
                    <a:pt x="79503" y="114282"/>
                  </a:lnTo>
                  <a:lnTo>
                    <a:pt x="80171" y="114282"/>
                  </a:lnTo>
                  <a:lnTo>
                    <a:pt x="80839" y="114282"/>
                  </a:lnTo>
                  <a:lnTo>
                    <a:pt x="81507" y="114282"/>
                  </a:lnTo>
                  <a:lnTo>
                    <a:pt x="82175" y="114282"/>
                  </a:lnTo>
                  <a:lnTo>
                    <a:pt x="82843" y="114282"/>
                  </a:lnTo>
                  <a:lnTo>
                    <a:pt x="83511" y="163150"/>
                  </a:lnTo>
                  <a:lnTo>
                    <a:pt x="84179" y="180324"/>
                  </a:lnTo>
                  <a:lnTo>
                    <a:pt x="84847" y="180324"/>
                  </a:lnTo>
                  <a:lnTo>
                    <a:pt x="85515" y="180324"/>
                  </a:lnTo>
                  <a:lnTo>
                    <a:pt x="86183" y="258083"/>
                  </a:lnTo>
                  <a:lnTo>
                    <a:pt x="86851" y="337853"/>
                  </a:lnTo>
                  <a:lnTo>
                    <a:pt x="87519" y="337853"/>
                  </a:lnTo>
                  <a:lnTo>
                    <a:pt x="88187" y="434478"/>
                  </a:lnTo>
                  <a:lnTo>
                    <a:pt x="88855" y="434478"/>
                  </a:lnTo>
                  <a:lnTo>
                    <a:pt x="89523" y="434478"/>
                  </a:lnTo>
                  <a:lnTo>
                    <a:pt x="90191" y="434478"/>
                  </a:lnTo>
                  <a:lnTo>
                    <a:pt x="90860" y="434478"/>
                  </a:lnTo>
                  <a:lnTo>
                    <a:pt x="91528" y="389146"/>
                  </a:lnTo>
                  <a:lnTo>
                    <a:pt x="92196" y="337853"/>
                  </a:lnTo>
                  <a:lnTo>
                    <a:pt x="92864" y="417872"/>
                  </a:lnTo>
                  <a:lnTo>
                    <a:pt x="93260" y="43651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736555" y="3841005"/>
              <a:ext cx="4789" cy="183393"/>
            </a:xfrm>
            <a:custGeom>
              <a:avLst/>
              <a:pathLst>
                <a:path w="4789" h="183393">
                  <a:moveTo>
                    <a:pt x="0" y="183393"/>
                  </a:moveTo>
                  <a:lnTo>
                    <a:pt x="557" y="118858"/>
                  </a:lnTo>
                  <a:lnTo>
                    <a:pt x="1225" y="59742"/>
                  </a:lnTo>
                  <a:lnTo>
                    <a:pt x="1893" y="47329"/>
                  </a:lnTo>
                  <a:lnTo>
                    <a:pt x="2561" y="0"/>
                  </a:lnTo>
                  <a:lnTo>
                    <a:pt x="3229" y="126506"/>
                  </a:lnTo>
                  <a:lnTo>
                    <a:pt x="3897" y="150096"/>
                  </a:lnTo>
                  <a:lnTo>
                    <a:pt x="4565" y="150096"/>
                  </a:lnTo>
                  <a:lnTo>
                    <a:pt x="4789" y="18339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743132" y="3789737"/>
              <a:ext cx="13667" cy="234661"/>
            </a:xfrm>
            <a:custGeom>
              <a:avLst/>
              <a:pathLst>
                <a:path w="13667" h="234661">
                  <a:moveTo>
                    <a:pt x="0" y="234661"/>
                  </a:moveTo>
                  <a:lnTo>
                    <a:pt x="661" y="187369"/>
                  </a:lnTo>
                  <a:lnTo>
                    <a:pt x="1329" y="204543"/>
                  </a:lnTo>
                  <a:lnTo>
                    <a:pt x="1997" y="156671"/>
                  </a:lnTo>
                  <a:lnTo>
                    <a:pt x="2665" y="176978"/>
                  </a:lnTo>
                  <a:lnTo>
                    <a:pt x="3333" y="2092"/>
                  </a:lnTo>
                  <a:lnTo>
                    <a:pt x="4001" y="2092"/>
                  </a:lnTo>
                  <a:lnTo>
                    <a:pt x="4669" y="0"/>
                  </a:lnTo>
                  <a:lnTo>
                    <a:pt x="5337" y="8413"/>
                  </a:lnTo>
                  <a:lnTo>
                    <a:pt x="6005" y="43246"/>
                  </a:lnTo>
                  <a:lnTo>
                    <a:pt x="6673" y="50199"/>
                  </a:lnTo>
                  <a:lnTo>
                    <a:pt x="7341" y="50199"/>
                  </a:lnTo>
                  <a:lnTo>
                    <a:pt x="8009" y="43246"/>
                  </a:lnTo>
                  <a:lnTo>
                    <a:pt x="8677" y="43246"/>
                  </a:lnTo>
                  <a:lnTo>
                    <a:pt x="9345" y="70702"/>
                  </a:lnTo>
                  <a:lnTo>
                    <a:pt x="10013" y="75397"/>
                  </a:lnTo>
                  <a:lnTo>
                    <a:pt x="10681" y="87292"/>
                  </a:lnTo>
                  <a:lnTo>
                    <a:pt x="11349" y="89698"/>
                  </a:lnTo>
                  <a:lnTo>
                    <a:pt x="12017" y="119317"/>
                  </a:lnTo>
                  <a:lnTo>
                    <a:pt x="12686" y="161120"/>
                  </a:lnTo>
                  <a:lnTo>
                    <a:pt x="13354" y="214679"/>
                  </a:lnTo>
                  <a:lnTo>
                    <a:pt x="13667" y="23466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757966" y="2771333"/>
              <a:ext cx="702318" cy="1253066"/>
            </a:xfrm>
            <a:custGeom>
              <a:avLst/>
              <a:pathLst>
                <a:path w="702318" h="1253066">
                  <a:moveTo>
                    <a:pt x="0" y="1253066"/>
                  </a:moveTo>
                  <a:lnTo>
                    <a:pt x="523" y="1182233"/>
                  </a:lnTo>
                  <a:lnTo>
                    <a:pt x="1191" y="1158275"/>
                  </a:lnTo>
                  <a:lnTo>
                    <a:pt x="1859" y="1135199"/>
                  </a:lnTo>
                  <a:lnTo>
                    <a:pt x="2527" y="1115056"/>
                  </a:lnTo>
                  <a:lnTo>
                    <a:pt x="3195" y="964959"/>
                  </a:lnTo>
                  <a:lnTo>
                    <a:pt x="3864" y="946262"/>
                  </a:lnTo>
                  <a:lnTo>
                    <a:pt x="4532" y="740403"/>
                  </a:lnTo>
                  <a:lnTo>
                    <a:pt x="5200" y="691477"/>
                  </a:lnTo>
                  <a:lnTo>
                    <a:pt x="5868" y="660182"/>
                  </a:lnTo>
                  <a:lnTo>
                    <a:pt x="6536" y="601921"/>
                  </a:lnTo>
                  <a:lnTo>
                    <a:pt x="7204" y="816110"/>
                  </a:lnTo>
                  <a:lnTo>
                    <a:pt x="7872" y="785527"/>
                  </a:lnTo>
                  <a:lnTo>
                    <a:pt x="8540" y="794925"/>
                  </a:lnTo>
                  <a:lnTo>
                    <a:pt x="9208" y="872007"/>
                  </a:lnTo>
                  <a:lnTo>
                    <a:pt x="9876" y="832620"/>
                  </a:lnTo>
                  <a:lnTo>
                    <a:pt x="10544" y="779764"/>
                  </a:lnTo>
                  <a:lnTo>
                    <a:pt x="11212" y="729042"/>
                  </a:lnTo>
                  <a:lnTo>
                    <a:pt x="11880" y="635057"/>
                  </a:lnTo>
                  <a:lnTo>
                    <a:pt x="12548" y="586019"/>
                  </a:lnTo>
                  <a:lnTo>
                    <a:pt x="13216" y="550366"/>
                  </a:lnTo>
                  <a:lnTo>
                    <a:pt x="13884" y="490894"/>
                  </a:lnTo>
                  <a:lnTo>
                    <a:pt x="14552" y="472261"/>
                  </a:lnTo>
                  <a:lnTo>
                    <a:pt x="15220" y="486407"/>
                  </a:lnTo>
                  <a:lnTo>
                    <a:pt x="15888" y="512889"/>
                  </a:lnTo>
                  <a:lnTo>
                    <a:pt x="16556" y="525134"/>
                  </a:lnTo>
                  <a:lnTo>
                    <a:pt x="17224" y="499651"/>
                  </a:lnTo>
                  <a:lnTo>
                    <a:pt x="17892" y="483601"/>
                  </a:lnTo>
                  <a:lnTo>
                    <a:pt x="18560" y="464526"/>
                  </a:lnTo>
                  <a:lnTo>
                    <a:pt x="19228" y="304330"/>
                  </a:lnTo>
                  <a:lnTo>
                    <a:pt x="19896" y="328829"/>
                  </a:lnTo>
                  <a:lnTo>
                    <a:pt x="20564" y="231839"/>
                  </a:lnTo>
                  <a:lnTo>
                    <a:pt x="21232" y="280985"/>
                  </a:lnTo>
                  <a:lnTo>
                    <a:pt x="21900" y="384688"/>
                  </a:lnTo>
                  <a:lnTo>
                    <a:pt x="22568" y="462793"/>
                  </a:lnTo>
                  <a:lnTo>
                    <a:pt x="23236" y="517063"/>
                  </a:lnTo>
                  <a:lnTo>
                    <a:pt x="23904" y="628437"/>
                  </a:lnTo>
                  <a:lnTo>
                    <a:pt x="24572" y="693620"/>
                  </a:lnTo>
                  <a:lnTo>
                    <a:pt x="25240" y="719924"/>
                  </a:lnTo>
                  <a:lnTo>
                    <a:pt x="25908" y="719924"/>
                  </a:lnTo>
                  <a:lnTo>
                    <a:pt x="26576" y="761573"/>
                  </a:lnTo>
                  <a:lnTo>
                    <a:pt x="27244" y="854223"/>
                  </a:lnTo>
                  <a:lnTo>
                    <a:pt x="27912" y="956419"/>
                  </a:lnTo>
                  <a:lnTo>
                    <a:pt x="28581" y="1059058"/>
                  </a:lnTo>
                  <a:lnTo>
                    <a:pt x="29249" y="1215489"/>
                  </a:lnTo>
                  <a:lnTo>
                    <a:pt x="29917" y="1251027"/>
                  </a:lnTo>
                  <a:lnTo>
                    <a:pt x="30585" y="1251027"/>
                  </a:lnTo>
                  <a:lnTo>
                    <a:pt x="31253" y="1251027"/>
                  </a:lnTo>
                  <a:lnTo>
                    <a:pt x="31921" y="1230473"/>
                  </a:lnTo>
                  <a:lnTo>
                    <a:pt x="32589" y="1154402"/>
                  </a:lnTo>
                  <a:lnTo>
                    <a:pt x="33257" y="1154402"/>
                  </a:lnTo>
                  <a:lnTo>
                    <a:pt x="33925" y="1154402"/>
                  </a:lnTo>
                  <a:lnTo>
                    <a:pt x="34593" y="1154402"/>
                  </a:lnTo>
                  <a:lnTo>
                    <a:pt x="35261" y="1154402"/>
                  </a:lnTo>
                  <a:lnTo>
                    <a:pt x="35929" y="1154402"/>
                  </a:lnTo>
                  <a:lnTo>
                    <a:pt x="36597" y="1154402"/>
                  </a:lnTo>
                  <a:lnTo>
                    <a:pt x="37265" y="1074632"/>
                  </a:lnTo>
                  <a:lnTo>
                    <a:pt x="37933" y="1070702"/>
                  </a:lnTo>
                  <a:lnTo>
                    <a:pt x="38601" y="1070702"/>
                  </a:lnTo>
                  <a:lnTo>
                    <a:pt x="39269" y="1070702"/>
                  </a:lnTo>
                  <a:lnTo>
                    <a:pt x="39937" y="1070702"/>
                  </a:lnTo>
                  <a:lnTo>
                    <a:pt x="40605" y="1070702"/>
                  </a:lnTo>
                  <a:lnTo>
                    <a:pt x="41273" y="1070702"/>
                  </a:lnTo>
                  <a:lnTo>
                    <a:pt x="41941" y="1086572"/>
                  </a:lnTo>
                  <a:lnTo>
                    <a:pt x="42609" y="1154402"/>
                  </a:lnTo>
                  <a:lnTo>
                    <a:pt x="43277" y="1154402"/>
                  </a:lnTo>
                  <a:lnTo>
                    <a:pt x="43945" y="1154402"/>
                  </a:lnTo>
                  <a:lnTo>
                    <a:pt x="44613" y="1066796"/>
                  </a:lnTo>
                  <a:lnTo>
                    <a:pt x="45281" y="959692"/>
                  </a:lnTo>
                  <a:lnTo>
                    <a:pt x="45949" y="871089"/>
                  </a:lnTo>
                  <a:lnTo>
                    <a:pt x="46617" y="871089"/>
                  </a:lnTo>
                  <a:lnTo>
                    <a:pt x="47285" y="927705"/>
                  </a:lnTo>
                  <a:lnTo>
                    <a:pt x="47953" y="930831"/>
                  </a:lnTo>
                  <a:lnTo>
                    <a:pt x="48621" y="930831"/>
                  </a:lnTo>
                  <a:lnTo>
                    <a:pt x="49289" y="888421"/>
                  </a:lnTo>
                  <a:lnTo>
                    <a:pt x="49957" y="871089"/>
                  </a:lnTo>
                  <a:lnTo>
                    <a:pt x="50625" y="871089"/>
                  </a:lnTo>
                  <a:lnTo>
                    <a:pt x="51293" y="871089"/>
                  </a:lnTo>
                  <a:lnTo>
                    <a:pt x="51961" y="871089"/>
                  </a:lnTo>
                  <a:lnTo>
                    <a:pt x="52629" y="871089"/>
                  </a:lnTo>
                  <a:lnTo>
                    <a:pt x="53298" y="816549"/>
                  </a:lnTo>
                  <a:lnTo>
                    <a:pt x="53966" y="816549"/>
                  </a:lnTo>
                  <a:lnTo>
                    <a:pt x="54634" y="873945"/>
                  </a:lnTo>
                  <a:lnTo>
                    <a:pt x="55302" y="966291"/>
                  </a:lnTo>
                  <a:lnTo>
                    <a:pt x="55970" y="1070702"/>
                  </a:lnTo>
                  <a:lnTo>
                    <a:pt x="56638" y="1070702"/>
                  </a:lnTo>
                  <a:lnTo>
                    <a:pt x="57306" y="1070702"/>
                  </a:lnTo>
                  <a:lnTo>
                    <a:pt x="57974" y="1070702"/>
                  </a:lnTo>
                  <a:lnTo>
                    <a:pt x="58642" y="1070702"/>
                  </a:lnTo>
                  <a:lnTo>
                    <a:pt x="59310" y="1128098"/>
                  </a:lnTo>
                  <a:lnTo>
                    <a:pt x="59978" y="1154402"/>
                  </a:lnTo>
                  <a:lnTo>
                    <a:pt x="60646" y="1154402"/>
                  </a:lnTo>
                  <a:lnTo>
                    <a:pt x="61314" y="1154402"/>
                  </a:lnTo>
                  <a:lnTo>
                    <a:pt x="61982" y="1154402"/>
                  </a:lnTo>
                  <a:lnTo>
                    <a:pt x="62650" y="1154402"/>
                  </a:lnTo>
                  <a:lnTo>
                    <a:pt x="63318" y="1251027"/>
                  </a:lnTo>
                  <a:lnTo>
                    <a:pt x="63986" y="1251027"/>
                  </a:lnTo>
                  <a:lnTo>
                    <a:pt x="64654" y="1251027"/>
                  </a:lnTo>
                  <a:lnTo>
                    <a:pt x="65322" y="1251027"/>
                  </a:lnTo>
                  <a:lnTo>
                    <a:pt x="65990" y="1251027"/>
                  </a:lnTo>
                  <a:lnTo>
                    <a:pt x="66658" y="1251027"/>
                  </a:lnTo>
                  <a:lnTo>
                    <a:pt x="67326" y="1251027"/>
                  </a:lnTo>
                  <a:lnTo>
                    <a:pt x="67994" y="1251027"/>
                  </a:lnTo>
                  <a:lnTo>
                    <a:pt x="68662" y="1251027"/>
                  </a:lnTo>
                  <a:lnTo>
                    <a:pt x="69330" y="1251027"/>
                  </a:lnTo>
                  <a:lnTo>
                    <a:pt x="69998" y="1251027"/>
                  </a:lnTo>
                  <a:lnTo>
                    <a:pt x="70666" y="1251027"/>
                  </a:lnTo>
                  <a:lnTo>
                    <a:pt x="71334" y="1251027"/>
                  </a:lnTo>
                  <a:lnTo>
                    <a:pt x="72002" y="1251027"/>
                  </a:lnTo>
                  <a:lnTo>
                    <a:pt x="72670" y="1251027"/>
                  </a:lnTo>
                  <a:lnTo>
                    <a:pt x="73338" y="1251027"/>
                  </a:lnTo>
                  <a:lnTo>
                    <a:pt x="74006" y="1251027"/>
                  </a:lnTo>
                  <a:lnTo>
                    <a:pt x="74674" y="1251027"/>
                  </a:lnTo>
                  <a:lnTo>
                    <a:pt x="75342" y="1251027"/>
                  </a:lnTo>
                  <a:lnTo>
                    <a:pt x="76010" y="1251027"/>
                  </a:lnTo>
                  <a:lnTo>
                    <a:pt x="76678" y="1251027"/>
                  </a:lnTo>
                  <a:lnTo>
                    <a:pt x="77346" y="1251027"/>
                  </a:lnTo>
                  <a:lnTo>
                    <a:pt x="78015" y="1251027"/>
                  </a:lnTo>
                  <a:lnTo>
                    <a:pt x="78683" y="1251027"/>
                  </a:lnTo>
                  <a:lnTo>
                    <a:pt x="79351" y="1251027"/>
                  </a:lnTo>
                  <a:lnTo>
                    <a:pt x="80019" y="1251027"/>
                  </a:lnTo>
                  <a:lnTo>
                    <a:pt x="80687" y="1251027"/>
                  </a:lnTo>
                  <a:lnTo>
                    <a:pt x="81355" y="1251027"/>
                  </a:lnTo>
                  <a:lnTo>
                    <a:pt x="82023" y="1251027"/>
                  </a:lnTo>
                  <a:lnTo>
                    <a:pt x="82691" y="1251027"/>
                  </a:lnTo>
                  <a:lnTo>
                    <a:pt x="83359" y="1251027"/>
                  </a:lnTo>
                  <a:lnTo>
                    <a:pt x="84027" y="1251027"/>
                  </a:lnTo>
                  <a:lnTo>
                    <a:pt x="84695" y="1251027"/>
                  </a:lnTo>
                  <a:lnTo>
                    <a:pt x="85363" y="1251027"/>
                  </a:lnTo>
                  <a:lnTo>
                    <a:pt x="86031" y="1251027"/>
                  </a:lnTo>
                  <a:lnTo>
                    <a:pt x="86699" y="1220444"/>
                  </a:lnTo>
                  <a:lnTo>
                    <a:pt x="87367" y="1070702"/>
                  </a:lnTo>
                  <a:lnTo>
                    <a:pt x="88035" y="1070702"/>
                  </a:lnTo>
                  <a:lnTo>
                    <a:pt x="88703" y="1070702"/>
                  </a:lnTo>
                  <a:lnTo>
                    <a:pt x="89371" y="1070702"/>
                  </a:lnTo>
                  <a:lnTo>
                    <a:pt x="90039" y="1070702"/>
                  </a:lnTo>
                  <a:lnTo>
                    <a:pt x="90707" y="1070702"/>
                  </a:lnTo>
                  <a:lnTo>
                    <a:pt x="91375" y="1070702"/>
                  </a:lnTo>
                  <a:lnTo>
                    <a:pt x="92043" y="1029025"/>
                  </a:lnTo>
                  <a:lnTo>
                    <a:pt x="92711" y="909268"/>
                  </a:lnTo>
                  <a:lnTo>
                    <a:pt x="93379" y="859795"/>
                  </a:lnTo>
                  <a:lnTo>
                    <a:pt x="94047" y="816549"/>
                  </a:lnTo>
                  <a:lnTo>
                    <a:pt x="94715" y="771217"/>
                  </a:lnTo>
                  <a:lnTo>
                    <a:pt x="95383" y="766376"/>
                  </a:lnTo>
                  <a:lnTo>
                    <a:pt x="96051" y="766376"/>
                  </a:lnTo>
                  <a:lnTo>
                    <a:pt x="96719" y="781011"/>
                  </a:lnTo>
                  <a:lnTo>
                    <a:pt x="97387" y="871089"/>
                  </a:lnTo>
                  <a:lnTo>
                    <a:pt x="98055" y="795995"/>
                  </a:lnTo>
                  <a:lnTo>
                    <a:pt x="98723" y="766376"/>
                  </a:lnTo>
                  <a:lnTo>
                    <a:pt x="99391" y="766376"/>
                  </a:lnTo>
                  <a:lnTo>
                    <a:pt x="100059" y="752075"/>
                  </a:lnTo>
                  <a:lnTo>
                    <a:pt x="100727" y="678771"/>
                  </a:lnTo>
                  <a:lnTo>
                    <a:pt x="101395" y="615039"/>
                  </a:lnTo>
                  <a:lnTo>
                    <a:pt x="102064" y="589072"/>
                  </a:lnTo>
                  <a:lnTo>
                    <a:pt x="102732" y="601921"/>
                  </a:lnTo>
                  <a:lnTo>
                    <a:pt x="103400" y="605641"/>
                  </a:lnTo>
                  <a:lnTo>
                    <a:pt x="104068" y="636224"/>
                  </a:lnTo>
                  <a:lnTo>
                    <a:pt x="104736" y="672513"/>
                  </a:lnTo>
                  <a:lnTo>
                    <a:pt x="105404" y="670441"/>
                  </a:lnTo>
                  <a:lnTo>
                    <a:pt x="106072" y="636224"/>
                  </a:lnTo>
                  <a:lnTo>
                    <a:pt x="106740" y="622660"/>
                  </a:lnTo>
                  <a:lnTo>
                    <a:pt x="107408" y="530157"/>
                  </a:lnTo>
                  <a:lnTo>
                    <a:pt x="108076" y="535138"/>
                  </a:lnTo>
                  <a:lnTo>
                    <a:pt x="108744" y="465771"/>
                  </a:lnTo>
                  <a:lnTo>
                    <a:pt x="109412" y="465771"/>
                  </a:lnTo>
                  <a:lnTo>
                    <a:pt x="110080" y="474790"/>
                  </a:lnTo>
                  <a:lnTo>
                    <a:pt x="110748" y="526857"/>
                  </a:lnTo>
                  <a:lnTo>
                    <a:pt x="111416" y="581847"/>
                  </a:lnTo>
                  <a:lnTo>
                    <a:pt x="112084" y="628437"/>
                  </a:lnTo>
                  <a:lnTo>
                    <a:pt x="112752" y="687213"/>
                  </a:lnTo>
                  <a:lnTo>
                    <a:pt x="113420" y="719924"/>
                  </a:lnTo>
                  <a:lnTo>
                    <a:pt x="114088" y="719924"/>
                  </a:lnTo>
                  <a:lnTo>
                    <a:pt x="114756" y="719924"/>
                  </a:lnTo>
                  <a:lnTo>
                    <a:pt x="115424" y="726676"/>
                  </a:lnTo>
                  <a:lnTo>
                    <a:pt x="116092" y="766376"/>
                  </a:lnTo>
                  <a:lnTo>
                    <a:pt x="116760" y="783483"/>
                  </a:lnTo>
                  <a:lnTo>
                    <a:pt x="117428" y="927705"/>
                  </a:lnTo>
                  <a:lnTo>
                    <a:pt x="118096" y="1010960"/>
                  </a:lnTo>
                  <a:lnTo>
                    <a:pt x="118764" y="1251027"/>
                  </a:lnTo>
                  <a:lnTo>
                    <a:pt x="119432" y="1191284"/>
                  </a:lnTo>
                  <a:lnTo>
                    <a:pt x="120100" y="1154402"/>
                  </a:lnTo>
                  <a:lnTo>
                    <a:pt x="120768" y="1154402"/>
                  </a:lnTo>
                  <a:lnTo>
                    <a:pt x="121436" y="1154402"/>
                  </a:lnTo>
                  <a:lnTo>
                    <a:pt x="122104" y="1136744"/>
                  </a:lnTo>
                  <a:lnTo>
                    <a:pt x="122772" y="1070702"/>
                  </a:lnTo>
                  <a:lnTo>
                    <a:pt x="123440" y="1070702"/>
                  </a:lnTo>
                  <a:lnTo>
                    <a:pt x="124108" y="1018123"/>
                  </a:lnTo>
                  <a:lnTo>
                    <a:pt x="124776" y="946701"/>
                  </a:lnTo>
                  <a:lnTo>
                    <a:pt x="125444" y="768792"/>
                  </a:lnTo>
                  <a:lnTo>
                    <a:pt x="126112" y="818072"/>
                  </a:lnTo>
                  <a:lnTo>
                    <a:pt x="126781" y="832620"/>
                  </a:lnTo>
                  <a:lnTo>
                    <a:pt x="127449" y="800735"/>
                  </a:lnTo>
                  <a:lnTo>
                    <a:pt x="128117" y="760498"/>
                  </a:lnTo>
                  <a:lnTo>
                    <a:pt x="128785" y="734863"/>
                  </a:lnTo>
                  <a:lnTo>
                    <a:pt x="129453" y="736005"/>
                  </a:lnTo>
                  <a:lnTo>
                    <a:pt x="130121" y="701513"/>
                  </a:lnTo>
                  <a:lnTo>
                    <a:pt x="130789" y="638728"/>
                  </a:lnTo>
                  <a:lnTo>
                    <a:pt x="131457" y="552828"/>
                  </a:lnTo>
                  <a:lnTo>
                    <a:pt x="132125" y="553017"/>
                  </a:lnTo>
                  <a:lnTo>
                    <a:pt x="132793" y="527926"/>
                  </a:lnTo>
                  <a:lnTo>
                    <a:pt x="133461" y="505956"/>
                  </a:lnTo>
                  <a:lnTo>
                    <a:pt x="134129" y="502368"/>
                  </a:lnTo>
                  <a:lnTo>
                    <a:pt x="134797" y="501653"/>
                  </a:lnTo>
                  <a:lnTo>
                    <a:pt x="135465" y="539207"/>
                  </a:lnTo>
                  <a:lnTo>
                    <a:pt x="136133" y="563973"/>
                  </a:lnTo>
                  <a:lnTo>
                    <a:pt x="136801" y="597206"/>
                  </a:lnTo>
                  <a:lnTo>
                    <a:pt x="137469" y="576791"/>
                  </a:lnTo>
                  <a:lnTo>
                    <a:pt x="138137" y="515531"/>
                  </a:lnTo>
                  <a:lnTo>
                    <a:pt x="138805" y="522001"/>
                  </a:lnTo>
                  <a:lnTo>
                    <a:pt x="139473" y="522001"/>
                  </a:lnTo>
                  <a:lnTo>
                    <a:pt x="140141" y="514727"/>
                  </a:lnTo>
                  <a:lnTo>
                    <a:pt x="140809" y="608122"/>
                  </a:lnTo>
                  <a:lnTo>
                    <a:pt x="141477" y="693276"/>
                  </a:lnTo>
                  <a:lnTo>
                    <a:pt x="142145" y="773934"/>
                  </a:lnTo>
                  <a:lnTo>
                    <a:pt x="142813" y="881686"/>
                  </a:lnTo>
                  <a:lnTo>
                    <a:pt x="143481" y="867806"/>
                  </a:lnTo>
                  <a:lnTo>
                    <a:pt x="144149" y="872954"/>
                  </a:lnTo>
                  <a:lnTo>
                    <a:pt x="144817" y="886536"/>
                  </a:lnTo>
                  <a:lnTo>
                    <a:pt x="145485" y="866179"/>
                  </a:lnTo>
                  <a:lnTo>
                    <a:pt x="146153" y="837394"/>
                  </a:lnTo>
                  <a:lnTo>
                    <a:pt x="146821" y="861484"/>
                  </a:lnTo>
                  <a:lnTo>
                    <a:pt x="147489" y="933269"/>
                  </a:lnTo>
                  <a:lnTo>
                    <a:pt x="148157" y="1003206"/>
                  </a:lnTo>
                  <a:lnTo>
                    <a:pt x="148825" y="1025884"/>
                  </a:lnTo>
                  <a:lnTo>
                    <a:pt x="149493" y="1044297"/>
                  </a:lnTo>
                  <a:lnTo>
                    <a:pt x="150161" y="1104889"/>
                  </a:lnTo>
                  <a:lnTo>
                    <a:pt x="150829" y="985600"/>
                  </a:lnTo>
                  <a:lnTo>
                    <a:pt x="151498" y="974860"/>
                  </a:lnTo>
                  <a:lnTo>
                    <a:pt x="152166" y="804519"/>
                  </a:lnTo>
                  <a:lnTo>
                    <a:pt x="152834" y="750474"/>
                  </a:lnTo>
                  <a:lnTo>
                    <a:pt x="153502" y="743698"/>
                  </a:lnTo>
                  <a:lnTo>
                    <a:pt x="154170" y="727727"/>
                  </a:lnTo>
                  <a:lnTo>
                    <a:pt x="154838" y="767040"/>
                  </a:lnTo>
                  <a:lnTo>
                    <a:pt x="155506" y="760159"/>
                  </a:lnTo>
                  <a:lnTo>
                    <a:pt x="156174" y="649604"/>
                  </a:lnTo>
                  <a:lnTo>
                    <a:pt x="156842" y="616772"/>
                  </a:lnTo>
                  <a:lnTo>
                    <a:pt x="157510" y="408748"/>
                  </a:lnTo>
                  <a:lnTo>
                    <a:pt x="158178" y="347768"/>
                  </a:lnTo>
                  <a:lnTo>
                    <a:pt x="158846" y="468699"/>
                  </a:lnTo>
                  <a:lnTo>
                    <a:pt x="159514" y="446825"/>
                  </a:lnTo>
                  <a:lnTo>
                    <a:pt x="160182" y="454513"/>
                  </a:lnTo>
                  <a:lnTo>
                    <a:pt x="160850" y="493048"/>
                  </a:lnTo>
                  <a:lnTo>
                    <a:pt x="161518" y="507987"/>
                  </a:lnTo>
                  <a:lnTo>
                    <a:pt x="162186" y="557578"/>
                  </a:lnTo>
                  <a:lnTo>
                    <a:pt x="162854" y="607331"/>
                  </a:lnTo>
                  <a:lnTo>
                    <a:pt x="163522" y="614181"/>
                  </a:lnTo>
                  <a:lnTo>
                    <a:pt x="164190" y="652526"/>
                  </a:lnTo>
                  <a:lnTo>
                    <a:pt x="164858" y="694936"/>
                  </a:lnTo>
                  <a:lnTo>
                    <a:pt x="165526" y="752332"/>
                  </a:lnTo>
                  <a:lnTo>
                    <a:pt x="166194" y="796806"/>
                  </a:lnTo>
                  <a:lnTo>
                    <a:pt x="166862" y="840711"/>
                  </a:lnTo>
                  <a:lnTo>
                    <a:pt x="167530" y="918507"/>
                  </a:lnTo>
                  <a:lnTo>
                    <a:pt x="168198" y="1033686"/>
                  </a:lnTo>
                  <a:lnTo>
                    <a:pt x="168866" y="1107591"/>
                  </a:lnTo>
                  <a:lnTo>
                    <a:pt x="169534" y="1103387"/>
                  </a:lnTo>
                  <a:lnTo>
                    <a:pt x="170202" y="903241"/>
                  </a:lnTo>
                  <a:lnTo>
                    <a:pt x="170870" y="862599"/>
                  </a:lnTo>
                  <a:lnTo>
                    <a:pt x="171538" y="697928"/>
                  </a:lnTo>
                  <a:lnTo>
                    <a:pt x="172206" y="636224"/>
                  </a:lnTo>
                  <a:lnTo>
                    <a:pt x="172874" y="636224"/>
                  </a:lnTo>
                  <a:lnTo>
                    <a:pt x="173542" y="613148"/>
                  </a:lnTo>
                  <a:lnTo>
                    <a:pt x="174210" y="598223"/>
                  </a:lnTo>
                  <a:lnTo>
                    <a:pt x="174878" y="574703"/>
                  </a:lnTo>
                  <a:lnTo>
                    <a:pt x="175546" y="494788"/>
                  </a:lnTo>
                  <a:lnTo>
                    <a:pt x="176215" y="455410"/>
                  </a:lnTo>
                  <a:lnTo>
                    <a:pt x="176883" y="436611"/>
                  </a:lnTo>
                  <a:lnTo>
                    <a:pt x="177551" y="436611"/>
                  </a:lnTo>
                  <a:lnTo>
                    <a:pt x="178219" y="436611"/>
                  </a:lnTo>
                  <a:lnTo>
                    <a:pt x="178887" y="442335"/>
                  </a:lnTo>
                  <a:lnTo>
                    <a:pt x="179555" y="451021"/>
                  </a:lnTo>
                  <a:lnTo>
                    <a:pt x="180223" y="474790"/>
                  </a:lnTo>
                  <a:lnTo>
                    <a:pt x="180891" y="451021"/>
                  </a:lnTo>
                  <a:lnTo>
                    <a:pt x="181559" y="491670"/>
                  </a:lnTo>
                  <a:lnTo>
                    <a:pt x="182227" y="501072"/>
                  </a:lnTo>
                  <a:lnTo>
                    <a:pt x="182895" y="477825"/>
                  </a:lnTo>
                  <a:lnTo>
                    <a:pt x="183563" y="483940"/>
                  </a:lnTo>
                  <a:lnTo>
                    <a:pt x="184231" y="485479"/>
                  </a:lnTo>
                  <a:lnTo>
                    <a:pt x="184899" y="649198"/>
                  </a:lnTo>
                  <a:lnTo>
                    <a:pt x="185567" y="744025"/>
                  </a:lnTo>
                  <a:lnTo>
                    <a:pt x="186235" y="716693"/>
                  </a:lnTo>
                  <a:lnTo>
                    <a:pt x="186903" y="687150"/>
                  </a:lnTo>
                  <a:lnTo>
                    <a:pt x="187571" y="664354"/>
                  </a:lnTo>
                  <a:lnTo>
                    <a:pt x="188239" y="616943"/>
                  </a:lnTo>
                  <a:lnTo>
                    <a:pt x="188907" y="626704"/>
                  </a:lnTo>
                  <a:lnTo>
                    <a:pt x="189575" y="658412"/>
                  </a:lnTo>
                  <a:lnTo>
                    <a:pt x="190243" y="640918"/>
                  </a:lnTo>
                  <a:lnTo>
                    <a:pt x="190911" y="684062"/>
                  </a:lnTo>
                  <a:lnTo>
                    <a:pt x="191579" y="635194"/>
                  </a:lnTo>
                  <a:lnTo>
                    <a:pt x="192247" y="558838"/>
                  </a:lnTo>
                  <a:lnTo>
                    <a:pt x="192915" y="565176"/>
                  </a:lnTo>
                  <a:lnTo>
                    <a:pt x="193583" y="525678"/>
                  </a:lnTo>
                  <a:lnTo>
                    <a:pt x="194251" y="482911"/>
                  </a:lnTo>
                  <a:lnTo>
                    <a:pt x="194919" y="406233"/>
                  </a:lnTo>
                  <a:lnTo>
                    <a:pt x="195587" y="365100"/>
                  </a:lnTo>
                  <a:lnTo>
                    <a:pt x="196255" y="476964"/>
                  </a:lnTo>
                  <a:lnTo>
                    <a:pt x="196923" y="347750"/>
                  </a:lnTo>
                  <a:lnTo>
                    <a:pt x="197591" y="311872"/>
                  </a:lnTo>
                  <a:lnTo>
                    <a:pt x="198259" y="283603"/>
                  </a:lnTo>
                  <a:lnTo>
                    <a:pt x="198927" y="364645"/>
                  </a:lnTo>
                  <a:lnTo>
                    <a:pt x="199595" y="380719"/>
                  </a:lnTo>
                  <a:lnTo>
                    <a:pt x="200264" y="345286"/>
                  </a:lnTo>
                  <a:lnTo>
                    <a:pt x="200932" y="393639"/>
                  </a:lnTo>
                  <a:lnTo>
                    <a:pt x="201600" y="396439"/>
                  </a:lnTo>
                  <a:lnTo>
                    <a:pt x="202268" y="416039"/>
                  </a:lnTo>
                  <a:lnTo>
                    <a:pt x="202936" y="410571"/>
                  </a:lnTo>
                  <a:lnTo>
                    <a:pt x="203604" y="441066"/>
                  </a:lnTo>
                  <a:lnTo>
                    <a:pt x="204272" y="408202"/>
                  </a:lnTo>
                  <a:lnTo>
                    <a:pt x="204940" y="433969"/>
                  </a:lnTo>
                  <a:lnTo>
                    <a:pt x="205608" y="376788"/>
                  </a:lnTo>
                  <a:lnTo>
                    <a:pt x="206276" y="407854"/>
                  </a:lnTo>
                  <a:lnTo>
                    <a:pt x="206944" y="439827"/>
                  </a:lnTo>
                  <a:lnTo>
                    <a:pt x="207612" y="481090"/>
                  </a:lnTo>
                  <a:lnTo>
                    <a:pt x="208280" y="499641"/>
                  </a:lnTo>
                  <a:lnTo>
                    <a:pt x="208948" y="513020"/>
                  </a:lnTo>
                  <a:lnTo>
                    <a:pt x="209616" y="468201"/>
                  </a:lnTo>
                  <a:lnTo>
                    <a:pt x="210284" y="346715"/>
                  </a:lnTo>
                  <a:lnTo>
                    <a:pt x="210952" y="367676"/>
                  </a:lnTo>
                  <a:lnTo>
                    <a:pt x="211620" y="272323"/>
                  </a:lnTo>
                  <a:lnTo>
                    <a:pt x="212288" y="315284"/>
                  </a:lnTo>
                  <a:lnTo>
                    <a:pt x="212956" y="289782"/>
                  </a:lnTo>
                  <a:lnTo>
                    <a:pt x="213624" y="304573"/>
                  </a:lnTo>
                  <a:lnTo>
                    <a:pt x="214292" y="206662"/>
                  </a:lnTo>
                  <a:lnTo>
                    <a:pt x="214960" y="187224"/>
                  </a:lnTo>
                  <a:lnTo>
                    <a:pt x="215628" y="160069"/>
                  </a:lnTo>
                  <a:lnTo>
                    <a:pt x="216296" y="139338"/>
                  </a:lnTo>
                  <a:lnTo>
                    <a:pt x="216964" y="78549"/>
                  </a:lnTo>
                  <a:lnTo>
                    <a:pt x="217632" y="65805"/>
                  </a:lnTo>
                  <a:lnTo>
                    <a:pt x="218300" y="69760"/>
                  </a:lnTo>
                  <a:lnTo>
                    <a:pt x="218968" y="98164"/>
                  </a:lnTo>
                  <a:lnTo>
                    <a:pt x="219636" y="319046"/>
                  </a:lnTo>
                  <a:lnTo>
                    <a:pt x="220304" y="381632"/>
                  </a:lnTo>
                  <a:lnTo>
                    <a:pt x="220972" y="554877"/>
                  </a:lnTo>
                  <a:lnTo>
                    <a:pt x="221640" y="590880"/>
                  </a:lnTo>
                  <a:lnTo>
                    <a:pt x="222308" y="588794"/>
                  </a:lnTo>
                  <a:lnTo>
                    <a:pt x="222976" y="683965"/>
                  </a:lnTo>
                  <a:lnTo>
                    <a:pt x="223644" y="690780"/>
                  </a:lnTo>
                  <a:lnTo>
                    <a:pt x="224312" y="762995"/>
                  </a:lnTo>
                  <a:lnTo>
                    <a:pt x="224981" y="837394"/>
                  </a:lnTo>
                  <a:lnTo>
                    <a:pt x="225649" y="912110"/>
                  </a:lnTo>
                  <a:lnTo>
                    <a:pt x="226317" y="931106"/>
                  </a:lnTo>
                  <a:lnTo>
                    <a:pt x="226985" y="989163"/>
                  </a:lnTo>
                  <a:lnTo>
                    <a:pt x="227653" y="935946"/>
                  </a:lnTo>
                  <a:lnTo>
                    <a:pt x="228321" y="922724"/>
                  </a:lnTo>
                  <a:lnTo>
                    <a:pt x="228989" y="955690"/>
                  </a:lnTo>
                  <a:lnTo>
                    <a:pt x="229657" y="931106"/>
                  </a:lnTo>
                  <a:lnTo>
                    <a:pt x="230325" y="959462"/>
                  </a:lnTo>
                  <a:lnTo>
                    <a:pt x="230993" y="960725"/>
                  </a:lnTo>
                  <a:lnTo>
                    <a:pt x="231661" y="914453"/>
                  </a:lnTo>
                  <a:lnTo>
                    <a:pt x="232329" y="863739"/>
                  </a:lnTo>
                  <a:lnTo>
                    <a:pt x="232997" y="821834"/>
                  </a:lnTo>
                  <a:lnTo>
                    <a:pt x="233665" y="782825"/>
                  </a:lnTo>
                  <a:lnTo>
                    <a:pt x="234333" y="747993"/>
                  </a:lnTo>
                  <a:lnTo>
                    <a:pt x="235001" y="717007"/>
                  </a:lnTo>
                  <a:lnTo>
                    <a:pt x="235669" y="686537"/>
                  </a:lnTo>
                  <a:lnTo>
                    <a:pt x="236337" y="633850"/>
                  </a:lnTo>
                  <a:lnTo>
                    <a:pt x="237005" y="594307"/>
                  </a:lnTo>
                  <a:lnTo>
                    <a:pt x="237673" y="633850"/>
                  </a:lnTo>
                  <a:lnTo>
                    <a:pt x="238341" y="679182"/>
                  </a:lnTo>
                  <a:lnTo>
                    <a:pt x="239009" y="677096"/>
                  </a:lnTo>
                  <a:lnTo>
                    <a:pt x="239677" y="677790"/>
                  </a:lnTo>
                  <a:lnTo>
                    <a:pt x="240345" y="574594"/>
                  </a:lnTo>
                  <a:lnTo>
                    <a:pt x="241013" y="600868"/>
                  </a:lnTo>
                  <a:lnTo>
                    <a:pt x="241681" y="636192"/>
                  </a:lnTo>
                  <a:lnTo>
                    <a:pt x="242349" y="646496"/>
                  </a:lnTo>
                  <a:lnTo>
                    <a:pt x="243017" y="632794"/>
                  </a:lnTo>
                  <a:lnTo>
                    <a:pt x="243685" y="626339"/>
                  </a:lnTo>
                  <a:lnTo>
                    <a:pt x="244353" y="611050"/>
                  </a:lnTo>
                  <a:lnTo>
                    <a:pt x="245021" y="587754"/>
                  </a:lnTo>
                  <a:lnTo>
                    <a:pt x="245689" y="603506"/>
                  </a:lnTo>
                  <a:lnTo>
                    <a:pt x="246357" y="550332"/>
                  </a:lnTo>
                  <a:lnTo>
                    <a:pt x="247025" y="514727"/>
                  </a:lnTo>
                  <a:lnTo>
                    <a:pt x="247693" y="452196"/>
                  </a:lnTo>
                  <a:lnTo>
                    <a:pt x="248361" y="365941"/>
                  </a:lnTo>
                  <a:lnTo>
                    <a:pt x="249029" y="349468"/>
                  </a:lnTo>
                  <a:lnTo>
                    <a:pt x="249698" y="366517"/>
                  </a:lnTo>
                  <a:lnTo>
                    <a:pt x="250366" y="371143"/>
                  </a:lnTo>
                  <a:lnTo>
                    <a:pt x="251034" y="371143"/>
                  </a:lnTo>
                  <a:lnTo>
                    <a:pt x="251702" y="374635"/>
                  </a:lnTo>
                  <a:lnTo>
                    <a:pt x="252370" y="395402"/>
                  </a:lnTo>
                  <a:lnTo>
                    <a:pt x="253038" y="396610"/>
                  </a:lnTo>
                  <a:lnTo>
                    <a:pt x="253706" y="399033"/>
                  </a:lnTo>
                  <a:lnTo>
                    <a:pt x="254374" y="423787"/>
                  </a:lnTo>
                  <a:lnTo>
                    <a:pt x="255042" y="418875"/>
                  </a:lnTo>
                  <a:lnTo>
                    <a:pt x="255710" y="348148"/>
                  </a:lnTo>
                  <a:lnTo>
                    <a:pt x="256378" y="444358"/>
                  </a:lnTo>
                  <a:lnTo>
                    <a:pt x="257046" y="377610"/>
                  </a:lnTo>
                  <a:lnTo>
                    <a:pt x="257714" y="675335"/>
                  </a:lnTo>
                  <a:lnTo>
                    <a:pt x="258382" y="835707"/>
                  </a:lnTo>
                  <a:lnTo>
                    <a:pt x="259050" y="799701"/>
                  </a:lnTo>
                  <a:lnTo>
                    <a:pt x="259718" y="757428"/>
                  </a:lnTo>
                  <a:lnTo>
                    <a:pt x="260386" y="723797"/>
                  </a:lnTo>
                  <a:lnTo>
                    <a:pt x="261054" y="667626"/>
                  </a:lnTo>
                  <a:lnTo>
                    <a:pt x="261722" y="624938"/>
                  </a:lnTo>
                  <a:lnTo>
                    <a:pt x="262390" y="608427"/>
                  </a:lnTo>
                  <a:lnTo>
                    <a:pt x="263058" y="644191"/>
                  </a:lnTo>
                  <a:lnTo>
                    <a:pt x="263726" y="661685"/>
                  </a:lnTo>
                  <a:lnTo>
                    <a:pt x="264394" y="679681"/>
                  </a:lnTo>
                  <a:lnTo>
                    <a:pt x="265062" y="714722"/>
                  </a:lnTo>
                  <a:lnTo>
                    <a:pt x="265730" y="739667"/>
                  </a:lnTo>
                  <a:lnTo>
                    <a:pt x="266398" y="704509"/>
                  </a:lnTo>
                  <a:lnTo>
                    <a:pt x="267066" y="587068"/>
                  </a:lnTo>
                  <a:lnTo>
                    <a:pt x="267734" y="535713"/>
                  </a:lnTo>
                  <a:lnTo>
                    <a:pt x="268402" y="416798"/>
                  </a:lnTo>
                  <a:lnTo>
                    <a:pt x="269070" y="464213"/>
                  </a:lnTo>
                  <a:lnTo>
                    <a:pt x="269738" y="449165"/>
                  </a:lnTo>
                  <a:lnTo>
                    <a:pt x="270406" y="308242"/>
                  </a:lnTo>
                  <a:lnTo>
                    <a:pt x="271074" y="362782"/>
                  </a:lnTo>
                  <a:lnTo>
                    <a:pt x="271742" y="396602"/>
                  </a:lnTo>
                  <a:lnTo>
                    <a:pt x="272410" y="365320"/>
                  </a:lnTo>
                  <a:lnTo>
                    <a:pt x="273078" y="446586"/>
                  </a:lnTo>
                  <a:lnTo>
                    <a:pt x="273746" y="402291"/>
                  </a:lnTo>
                  <a:lnTo>
                    <a:pt x="274415" y="369746"/>
                  </a:lnTo>
                  <a:lnTo>
                    <a:pt x="275083" y="458576"/>
                  </a:lnTo>
                  <a:lnTo>
                    <a:pt x="275751" y="433284"/>
                  </a:lnTo>
                  <a:lnTo>
                    <a:pt x="276419" y="465306"/>
                  </a:lnTo>
                  <a:lnTo>
                    <a:pt x="277087" y="560347"/>
                  </a:lnTo>
                  <a:lnTo>
                    <a:pt x="277755" y="606258"/>
                  </a:lnTo>
                  <a:lnTo>
                    <a:pt x="278423" y="559342"/>
                  </a:lnTo>
                  <a:lnTo>
                    <a:pt x="279091" y="538594"/>
                  </a:lnTo>
                  <a:lnTo>
                    <a:pt x="279759" y="538594"/>
                  </a:lnTo>
                  <a:lnTo>
                    <a:pt x="280427" y="510097"/>
                  </a:lnTo>
                  <a:lnTo>
                    <a:pt x="281095" y="461857"/>
                  </a:lnTo>
                  <a:lnTo>
                    <a:pt x="281763" y="395041"/>
                  </a:lnTo>
                  <a:lnTo>
                    <a:pt x="282431" y="398141"/>
                  </a:lnTo>
                  <a:lnTo>
                    <a:pt x="283099" y="446844"/>
                  </a:lnTo>
                  <a:lnTo>
                    <a:pt x="283767" y="328244"/>
                  </a:lnTo>
                  <a:lnTo>
                    <a:pt x="284435" y="354997"/>
                  </a:lnTo>
                  <a:lnTo>
                    <a:pt x="285103" y="358433"/>
                  </a:lnTo>
                  <a:lnTo>
                    <a:pt x="285771" y="192027"/>
                  </a:lnTo>
                  <a:lnTo>
                    <a:pt x="286439" y="163745"/>
                  </a:lnTo>
                  <a:lnTo>
                    <a:pt x="287107" y="163745"/>
                  </a:lnTo>
                  <a:lnTo>
                    <a:pt x="287775" y="174905"/>
                  </a:lnTo>
                  <a:lnTo>
                    <a:pt x="288443" y="205676"/>
                  </a:lnTo>
                  <a:lnTo>
                    <a:pt x="289111" y="211617"/>
                  </a:lnTo>
                  <a:lnTo>
                    <a:pt x="289779" y="198814"/>
                  </a:lnTo>
                  <a:lnTo>
                    <a:pt x="290447" y="182458"/>
                  </a:lnTo>
                  <a:lnTo>
                    <a:pt x="291115" y="170231"/>
                  </a:lnTo>
                  <a:lnTo>
                    <a:pt x="291783" y="244293"/>
                  </a:lnTo>
                  <a:lnTo>
                    <a:pt x="292451" y="285446"/>
                  </a:lnTo>
                  <a:lnTo>
                    <a:pt x="293119" y="322328"/>
                  </a:lnTo>
                  <a:lnTo>
                    <a:pt x="293787" y="364050"/>
                  </a:lnTo>
                  <a:lnTo>
                    <a:pt x="294455" y="350245"/>
                  </a:lnTo>
                  <a:lnTo>
                    <a:pt x="295123" y="358995"/>
                  </a:lnTo>
                  <a:lnTo>
                    <a:pt x="295791" y="445217"/>
                  </a:lnTo>
                  <a:lnTo>
                    <a:pt x="296459" y="496353"/>
                  </a:lnTo>
                  <a:lnTo>
                    <a:pt x="297127" y="471769"/>
                  </a:lnTo>
                  <a:lnTo>
                    <a:pt x="297795" y="477825"/>
                  </a:lnTo>
                  <a:lnTo>
                    <a:pt x="298464" y="528505"/>
                  </a:lnTo>
                  <a:lnTo>
                    <a:pt x="299132" y="572930"/>
                  </a:lnTo>
                  <a:lnTo>
                    <a:pt x="299800" y="622660"/>
                  </a:lnTo>
                  <a:lnTo>
                    <a:pt x="300468" y="682978"/>
                  </a:lnTo>
                  <a:lnTo>
                    <a:pt x="301136" y="821794"/>
                  </a:lnTo>
                  <a:lnTo>
                    <a:pt x="301804" y="835103"/>
                  </a:lnTo>
                  <a:lnTo>
                    <a:pt x="302472" y="766376"/>
                  </a:lnTo>
                  <a:lnTo>
                    <a:pt x="303140" y="766376"/>
                  </a:lnTo>
                  <a:lnTo>
                    <a:pt x="303808" y="731218"/>
                  </a:lnTo>
                  <a:lnTo>
                    <a:pt x="304476" y="778548"/>
                  </a:lnTo>
                  <a:lnTo>
                    <a:pt x="305144" y="816549"/>
                  </a:lnTo>
                  <a:lnTo>
                    <a:pt x="305812" y="801071"/>
                  </a:lnTo>
                  <a:lnTo>
                    <a:pt x="306480" y="766376"/>
                  </a:lnTo>
                  <a:lnTo>
                    <a:pt x="307148" y="806188"/>
                  </a:lnTo>
                  <a:lnTo>
                    <a:pt x="307816" y="816549"/>
                  </a:lnTo>
                  <a:lnTo>
                    <a:pt x="308484" y="816549"/>
                  </a:lnTo>
                  <a:lnTo>
                    <a:pt x="309152" y="766376"/>
                  </a:lnTo>
                  <a:lnTo>
                    <a:pt x="309820" y="768792"/>
                  </a:lnTo>
                  <a:lnTo>
                    <a:pt x="310488" y="795995"/>
                  </a:lnTo>
                  <a:lnTo>
                    <a:pt x="311156" y="790961"/>
                  </a:lnTo>
                  <a:lnTo>
                    <a:pt x="311824" y="798528"/>
                  </a:lnTo>
                  <a:lnTo>
                    <a:pt x="312492" y="781011"/>
                  </a:lnTo>
                  <a:lnTo>
                    <a:pt x="313160" y="630375"/>
                  </a:lnTo>
                  <a:lnTo>
                    <a:pt x="313828" y="560656"/>
                  </a:lnTo>
                  <a:lnTo>
                    <a:pt x="314496" y="462793"/>
                  </a:lnTo>
                  <a:lnTo>
                    <a:pt x="315164" y="384688"/>
                  </a:lnTo>
                  <a:lnTo>
                    <a:pt x="315832" y="364050"/>
                  </a:lnTo>
                  <a:lnTo>
                    <a:pt x="316500" y="356483"/>
                  </a:lnTo>
                  <a:lnTo>
                    <a:pt x="317168" y="305924"/>
                  </a:lnTo>
                  <a:lnTo>
                    <a:pt x="317836" y="285446"/>
                  </a:lnTo>
                  <a:lnTo>
                    <a:pt x="318504" y="253798"/>
                  </a:lnTo>
                  <a:lnTo>
                    <a:pt x="319172" y="245342"/>
                  </a:lnTo>
                  <a:lnTo>
                    <a:pt x="319840" y="235963"/>
                  </a:lnTo>
                  <a:lnTo>
                    <a:pt x="320508" y="234929"/>
                  </a:lnTo>
                  <a:lnTo>
                    <a:pt x="321176" y="231839"/>
                  </a:lnTo>
                  <a:lnTo>
                    <a:pt x="321844" y="209630"/>
                  </a:lnTo>
                  <a:lnTo>
                    <a:pt x="322512" y="207650"/>
                  </a:lnTo>
                  <a:lnTo>
                    <a:pt x="323181" y="201746"/>
                  </a:lnTo>
                  <a:lnTo>
                    <a:pt x="323849" y="220636"/>
                  </a:lnTo>
                  <a:lnTo>
                    <a:pt x="324517" y="280985"/>
                  </a:lnTo>
                  <a:lnTo>
                    <a:pt x="325185" y="329492"/>
                  </a:lnTo>
                  <a:lnTo>
                    <a:pt x="325853" y="356482"/>
                  </a:lnTo>
                  <a:lnTo>
                    <a:pt x="326521" y="372995"/>
                  </a:lnTo>
                  <a:lnTo>
                    <a:pt x="327189" y="357737"/>
                  </a:lnTo>
                  <a:lnTo>
                    <a:pt x="327857" y="337954"/>
                  </a:lnTo>
                  <a:lnTo>
                    <a:pt x="328525" y="344070"/>
                  </a:lnTo>
                  <a:lnTo>
                    <a:pt x="329193" y="345300"/>
                  </a:lnTo>
                  <a:lnTo>
                    <a:pt x="329861" y="492011"/>
                  </a:lnTo>
                  <a:lnTo>
                    <a:pt x="330529" y="511572"/>
                  </a:lnTo>
                  <a:lnTo>
                    <a:pt x="331197" y="596151"/>
                  </a:lnTo>
                  <a:lnTo>
                    <a:pt x="331865" y="629664"/>
                  </a:lnTo>
                  <a:lnTo>
                    <a:pt x="332533" y="658084"/>
                  </a:lnTo>
                  <a:lnTo>
                    <a:pt x="333201" y="701981"/>
                  </a:lnTo>
                  <a:lnTo>
                    <a:pt x="333869" y="746399"/>
                  </a:lnTo>
                  <a:lnTo>
                    <a:pt x="334537" y="758704"/>
                  </a:lnTo>
                  <a:lnTo>
                    <a:pt x="335205" y="778337"/>
                  </a:lnTo>
                  <a:lnTo>
                    <a:pt x="335873" y="755949"/>
                  </a:lnTo>
                  <a:lnTo>
                    <a:pt x="336541" y="717301"/>
                  </a:lnTo>
                  <a:lnTo>
                    <a:pt x="337209" y="727727"/>
                  </a:lnTo>
                  <a:lnTo>
                    <a:pt x="337877" y="771254"/>
                  </a:lnTo>
                  <a:lnTo>
                    <a:pt x="338545" y="806006"/>
                  </a:lnTo>
                  <a:lnTo>
                    <a:pt x="339213" y="847553"/>
                  </a:lnTo>
                  <a:lnTo>
                    <a:pt x="339881" y="916320"/>
                  </a:lnTo>
                  <a:lnTo>
                    <a:pt x="340549" y="923313"/>
                  </a:lnTo>
                  <a:lnTo>
                    <a:pt x="341217" y="884332"/>
                  </a:lnTo>
                  <a:lnTo>
                    <a:pt x="341885" y="879979"/>
                  </a:lnTo>
                  <a:lnTo>
                    <a:pt x="342553" y="794925"/>
                  </a:lnTo>
                  <a:lnTo>
                    <a:pt x="343221" y="856564"/>
                  </a:lnTo>
                  <a:lnTo>
                    <a:pt x="343889" y="856564"/>
                  </a:lnTo>
                  <a:lnTo>
                    <a:pt x="344557" y="842692"/>
                  </a:lnTo>
                  <a:lnTo>
                    <a:pt x="345225" y="791300"/>
                  </a:lnTo>
                  <a:lnTo>
                    <a:pt x="345893" y="752332"/>
                  </a:lnTo>
                  <a:lnTo>
                    <a:pt x="346561" y="769745"/>
                  </a:lnTo>
                  <a:lnTo>
                    <a:pt x="347229" y="828958"/>
                  </a:lnTo>
                  <a:lnTo>
                    <a:pt x="347898" y="769745"/>
                  </a:lnTo>
                  <a:lnTo>
                    <a:pt x="348566" y="727088"/>
                  </a:lnTo>
                  <a:lnTo>
                    <a:pt x="349234" y="727088"/>
                  </a:lnTo>
                  <a:lnTo>
                    <a:pt x="349902" y="727088"/>
                  </a:lnTo>
                  <a:lnTo>
                    <a:pt x="350570" y="727088"/>
                  </a:lnTo>
                  <a:lnTo>
                    <a:pt x="351238" y="710806"/>
                  </a:lnTo>
                  <a:lnTo>
                    <a:pt x="351906" y="715646"/>
                  </a:lnTo>
                  <a:lnTo>
                    <a:pt x="352574" y="774433"/>
                  </a:lnTo>
                  <a:lnTo>
                    <a:pt x="353242" y="778109"/>
                  </a:lnTo>
                  <a:lnTo>
                    <a:pt x="353910" y="778109"/>
                  </a:lnTo>
                  <a:lnTo>
                    <a:pt x="354578" y="628437"/>
                  </a:lnTo>
                  <a:lnTo>
                    <a:pt x="355246" y="682978"/>
                  </a:lnTo>
                  <a:lnTo>
                    <a:pt x="355914" y="768792"/>
                  </a:lnTo>
                  <a:lnTo>
                    <a:pt x="356582" y="832418"/>
                  </a:lnTo>
                  <a:lnTo>
                    <a:pt x="357250" y="761573"/>
                  </a:lnTo>
                  <a:lnTo>
                    <a:pt x="357918" y="759185"/>
                  </a:lnTo>
                  <a:lnTo>
                    <a:pt x="358586" y="773651"/>
                  </a:lnTo>
                  <a:lnTo>
                    <a:pt x="359254" y="719924"/>
                  </a:lnTo>
                  <a:lnTo>
                    <a:pt x="359922" y="719924"/>
                  </a:lnTo>
                  <a:lnTo>
                    <a:pt x="360590" y="879817"/>
                  </a:lnTo>
                  <a:lnTo>
                    <a:pt x="361258" y="922606"/>
                  </a:lnTo>
                  <a:lnTo>
                    <a:pt x="361926" y="960156"/>
                  </a:lnTo>
                  <a:lnTo>
                    <a:pt x="362594" y="950659"/>
                  </a:lnTo>
                  <a:lnTo>
                    <a:pt x="363262" y="918507"/>
                  </a:lnTo>
                  <a:lnTo>
                    <a:pt x="363930" y="918507"/>
                  </a:lnTo>
                  <a:lnTo>
                    <a:pt x="364598" y="918507"/>
                  </a:lnTo>
                  <a:lnTo>
                    <a:pt x="365266" y="909616"/>
                  </a:lnTo>
                  <a:lnTo>
                    <a:pt x="365934" y="875261"/>
                  </a:lnTo>
                  <a:lnTo>
                    <a:pt x="366602" y="844678"/>
                  </a:lnTo>
                  <a:lnTo>
                    <a:pt x="367270" y="890060"/>
                  </a:lnTo>
                  <a:lnTo>
                    <a:pt x="367938" y="932085"/>
                  </a:lnTo>
                  <a:lnTo>
                    <a:pt x="368606" y="923000"/>
                  </a:lnTo>
                  <a:lnTo>
                    <a:pt x="369274" y="945963"/>
                  </a:lnTo>
                  <a:lnTo>
                    <a:pt x="369942" y="918507"/>
                  </a:lnTo>
                  <a:lnTo>
                    <a:pt x="370610" y="875656"/>
                  </a:lnTo>
                  <a:lnTo>
                    <a:pt x="371278" y="806391"/>
                  </a:lnTo>
                  <a:lnTo>
                    <a:pt x="371947" y="611263"/>
                  </a:lnTo>
                  <a:lnTo>
                    <a:pt x="372615" y="574703"/>
                  </a:lnTo>
                  <a:lnTo>
                    <a:pt x="373283" y="557193"/>
                  </a:lnTo>
                  <a:lnTo>
                    <a:pt x="373951" y="528505"/>
                  </a:lnTo>
                  <a:lnTo>
                    <a:pt x="374619" y="491670"/>
                  </a:lnTo>
                  <a:lnTo>
                    <a:pt x="375287" y="430938"/>
                  </a:lnTo>
                  <a:lnTo>
                    <a:pt x="375955" y="404673"/>
                  </a:lnTo>
                  <a:lnTo>
                    <a:pt x="376623" y="379464"/>
                  </a:lnTo>
                  <a:lnTo>
                    <a:pt x="377291" y="397940"/>
                  </a:lnTo>
                  <a:lnTo>
                    <a:pt x="377959" y="561659"/>
                  </a:lnTo>
                  <a:lnTo>
                    <a:pt x="378627" y="624680"/>
                  </a:lnTo>
                  <a:lnTo>
                    <a:pt x="379295" y="646696"/>
                  </a:lnTo>
                  <a:lnTo>
                    <a:pt x="379963" y="638050"/>
                  </a:lnTo>
                  <a:lnTo>
                    <a:pt x="380631" y="630935"/>
                  </a:lnTo>
                  <a:lnTo>
                    <a:pt x="381299" y="642358"/>
                  </a:lnTo>
                  <a:lnTo>
                    <a:pt x="381967" y="639483"/>
                  </a:lnTo>
                  <a:lnTo>
                    <a:pt x="382635" y="656936"/>
                  </a:lnTo>
                  <a:lnTo>
                    <a:pt x="383303" y="668847"/>
                  </a:lnTo>
                  <a:lnTo>
                    <a:pt x="383971" y="694936"/>
                  </a:lnTo>
                  <a:lnTo>
                    <a:pt x="384639" y="684062"/>
                  </a:lnTo>
                  <a:lnTo>
                    <a:pt x="385307" y="740425"/>
                  </a:lnTo>
                  <a:lnTo>
                    <a:pt x="385975" y="742112"/>
                  </a:lnTo>
                  <a:lnTo>
                    <a:pt x="386643" y="793130"/>
                  </a:lnTo>
                  <a:lnTo>
                    <a:pt x="387311" y="804224"/>
                  </a:lnTo>
                  <a:lnTo>
                    <a:pt x="387979" y="816110"/>
                  </a:lnTo>
                  <a:lnTo>
                    <a:pt x="388647" y="796117"/>
                  </a:lnTo>
                  <a:lnTo>
                    <a:pt x="389315" y="636224"/>
                  </a:lnTo>
                  <a:lnTo>
                    <a:pt x="389983" y="638186"/>
                  </a:lnTo>
                  <a:lnTo>
                    <a:pt x="390651" y="664265"/>
                  </a:lnTo>
                  <a:lnTo>
                    <a:pt x="391319" y="708829"/>
                  </a:lnTo>
                  <a:lnTo>
                    <a:pt x="391987" y="728943"/>
                  </a:lnTo>
                  <a:lnTo>
                    <a:pt x="392655" y="752076"/>
                  </a:lnTo>
                  <a:lnTo>
                    <a:pt x="393323" y="766376"/>
                  </a:lnTo>
                  <a:lnTo>
                    <a:pt x="393991" y="702266"/>
                  </a:lnTo>
                  <a:lnTo>
                    <a:pt x="394659" y="742720"/>
                  </a:lnTo>
                  <a:lnTo>
                    <a:pt x="395327" y="766376"/>
                  </a:lnTo>
                  <a:lnTo>
                    <a:pt x="395995" y="854223"/>
                  </a:lnTo>
                  <a:lnTo>
                    <a:pt x="396664" y="763970"/>
                  </a:lnTo>
                  <a:lnTo>
                    <a:pt x="397332" y="691477"/>
                  </a:lnTo>
                  <a:lnTo>
                    <a:pt x="398000" y="603779"/>
                  </a:lnTo>
                  <a:lnTo>
                    <a:pt x="398668" y="569399"/>
                  </a:lnTo>
                  <a:lnTo>
                    <a:pt x="399336" y="456879"/>
                  </a:lnTo>
                  <a:lnTo>
                    <a:pt x="400004" y="443775"/>
                  </a:lnTo>
                  <a:lnTo>
                    <a:pt x="400672" y="436611"/>
                  </a:lnTo>
                  <a:lnTo>
                    <a:pt x="401340" y="443775"/>
                  </a:lnTo>
                  <a:lnTo>
                    <a:pt x="402008" y="465771"/>
                  </a:lnTo>
                  <a:lnTo>
                    <a:pt x="402676" y="603667"/>
                  </a:lnTo>
                  <a:lnTo>
                    <a:pt x="403344" y="599631"/>
                  </a:lnTo>
                  <a:lnTo>
                    <a:pt x="404012" y="591189"/>
                  </a:lnTo>
                  <a:lnTo>
                    <a:pt x="404680" y="704554"/>
                  </a:lnTo>
                  <a:lnTo>
                    <a:pt x="405348" y="607822"/>
                  </a:lnTo>
                  <a:lnTo>
                    <a:pt x="406016" y="563373"/>
                  </a:lnTo>
                  <a:lnTo>
                    <a:pt x="406684" y="606258"/>
                  </a:lnTo>
                  <a:lnTo>
                    <a:pt x="407352" y="636191"/>
                  </a:lnTo>
                  <a:lnTo>
                    <a:pt x="408020" y="658147"/>
                  </a:lnTo>
                  <a:lnTo>
                    <a:pt x="408688" y="646495"/>
                  </a:lnTo>
                  <a:lnTo>
                    <a:pt x="409356" y="661685"/>
                  </a:lnTo>
                  <a:lnTo>
                    <a:pt x="410024" y="627172"/>
                  </a:lnTo>
                  <a:lnTo>
                    <a:pt x="410692" y="567430"/>
                  </a:lnTo>
                  <a:lnTo>
                    <a:pt x="411360" y="490894"/>
                  </a:lnTo>
                  <a:lnTo>
                    <a:pt x="412028" y="443220"/>
                  </a:lnTo>
                  <a:lnTo>
                    <a:pt x="412696" y="447675"/>
                  </a:lnTo>
                  <a:lnTo>
                    <a:pt x="413364" y="452683"/>
                  </a:lnTo>
                  <a:lnTo>
                    <a:pt x="414032" y="344158"/>
                  </a:lnTo>
                  <a:lnTo>
                    <a:pt x="414700" y="345477"/>
                  </a:lnTo>
                  <a:lnTo>
                    <a:pt x="415368" y="418582"/>
                  </a:lnTo>
                  <a:lnTo>
                    <a:pt x="416036" y="444220"/>
                  </a:lnTo>
                  <a:lnTo>
                    <a:pt x="416704" y="421042"/>
                  </a:lnTo>
                  <a:lnTo>
                    <a:pt x="417372" y="355730"/>
                  </a:lnTo>
                  <a:lnTo>
                    <a:pt x="418040" y="349186"/>
                  </a:lnTo>
                  <a:lnTo>
                    <a:pt x="418708" y="376661"/>
                  </a:lnTo>
                  <a:lnTo>
                    <a:pt x="419376" y="428370"/>
                  </a:lnTo>
                  <a:lnTo>
                    <a:pt x="420044" y="596590"/>
                  </a:lnTo>
                  <a:lnTo>
                    <a:pt x="420712" y="640750"/>
                  </a:lnTo>
                  <a:lnTo>
                    <a:pt x="421381" y="699464"/>
                  </a:lnTo>
                  <a:lnTo>
                    <a:pt x="422049" y="739667"/>
                  </a:lnTo>
                  <a:lnTo>
                    <a:pt x="422717" y="676040"/>
                  </a:lnTo>
                  <a:lnTo>
                    <a:pt x="423385" y="613882"/>
                  </a:lnTo>
                  <a:lnTo>
                    <a:pt x="424053" y="560347"/>
                  </a:lnTo>
                  <a:lnTo>
                    <a:pt x="424721" y="511958"/>
                  </a:lnTo>
                  <a:lnTo>
                    <a:pt x="425389" y="483730"/>
                  </a:lnTo>
                  <a:lnTo>
                    <a:pt x="426057" y="494255"/>
                  </a:lnTo>
                  <a:lnTo>
                    <a:pt x="426725" y="513348"/>
                  </a:lnTo>
                  <a:lnTo>
                    <a:pt x="427393" y="582577"/>
                  </a:lnTo>
                  <a:lnTo>
                    <a:pt x="428061" y="589836"/>
                  </a:lnTo>
                  <a:lnTo>
                    <a:pt x="428729" y="420230"/>
                  </a:lnTo>
                  <a:lnTo>
                    <a:pt x="429397" y="371937"/>
                  </a:lnTo>
                  <a:lnTo>
                    <a:pt x="430065" y="304137"/>
                  </a:lnTo>
                  <a:lnTo>
                    <a:pt x="430733" y="145575"/>
                  </a:lnTo>
                  <a:lnTo>
                    <a:pt x="431401" y="148267"/>
                  </a:lnTo>
                  <a:lnTo>
                    <a:pt x="432069" y="98164"/>
                  </a:lnTo>
                  <a:lnTo>
                    <a:pt x="432737" y="116701"/>
                  </a:lnTo>
                  <a:lnTo>
                    <a:pt x="433405" y="164668"/>
                  </a:lnTo>
                  <a:lnTo>
                    <a:pt x="434073" y="131409"/>
                  </a:lnTo>
                  <a:lnTo>
                    <a:pt x="434741" y="81776"/>
                  </a:lnTo>
                  <a:lnTo>
                    <a:pt x="435409" y="78549"/>
                  </a:lnTo>
                  <a:lnTo>
                    <a:pt x="436077" y="74538"/>
                  </a:lnTo>
                  <a:lnTo>
                    <a:pt x="436745" y="77745"/>
                  </a:lnTo>
                  <a:lnTo>
                    <a:pt x="437413" y="67384"/>
                  </a:lnTo>
                  <a:lnTo>
                    <a:pt x="438081" y="76140"/>
                  </a:lnTo>
                  <a:lnTo>
                    <a:pt x="438749" y="72145"/>
                  </a:lnTo>
                  <a:lnTo>
                    <a:pt x="439417" y="85833"/>
                  </a:lnTo>
                  <a:lnTo>
                    <a:pt x="440085" y="74538"/>
                  </a:lnTo>
                  <a:lnTo>
                    <a:pt x="440753" y="49462"/>
                  </a:lnTo>
                  <a:lnTo>
                    <a:pt x="441421" y="0"/>
                  </a:lnTo>
                  <a:lnTo>
                    <a:pt x="442089" y="20198"/>
                  </a:lnTo>
                  <a:lnTo>
                    <a:pt x="442757" y="24612"/>
                  </a:lnTo>
                  <a:lnTo>
                    <a:pt x="443425" y="10017"/>
                  </a:lnTo>
                  <a:lnTo>
                    <a:pt x="444093" y="65017"/>
                  </a:lnTo>
                  <a:lnTo>
                    <a:pt x="444761" y="152780"/>
                  </a:lnTo>
                  <a:lnTo>
                    <a:pt x="445429" y="196868"/>
                  </a:lnTo>
                  <a:lnTo>
                    <a:pt x="446098" y="171163"/>
                  </a:lnTo>
                  <a:lnTo>
                    <a:pt x="446766" y="116701"/>
                  </a:lnTo>
                  <a:lnTo>
                    <a:pt x="447434" y="104841"/>
                  </a:lnTo>
                  <a:lnTo>
                    <a:pt x="448102" y="101494"/>
                  </a:lnTo>
                  <a:lnTo>
                    <a:pt x="448770" y="114993"/>
                  </a:lnTo>
                  <a:lnTo>
                    <a:pt x="449438" y="118413"/>
                  </a:lnTo>
                  <a:lnTo>
                    <a:pt x="450106" y="169300"/>
                  </a:lnTo>
                  <a:lnTo>
                    <a:pt x="450774" y="221646"/>
                  </a:lnTo>
                  <a:lnTo>
                    <a:pt x="451442" y="324707"/>
                  </a:lnTo>
                  <a:lnTo>
                    <a:pt x="452110" y="342842"/>
                  </a:lnTo>
                  <a:lnTo>
                    <a:pt x="452778" y="403321"/>
                  </a:lnTo>
                  <a:lnTo>
                    <a:pt x="453446" y="415598"/>
                  </a:lnTo>
                  <a:lnTo>
                    <a:pt x="454114" y="386000"/>
                  </a:lnTo>
                  <a:lnTo>
                    <a:pt x="454782" y="312902"/>
                  </a:lnTo>
                  <a:lnTo>
                    <a:pt x="455450" y="262370"/>
                  </a:lnTo>
                  <a:lnTo>
                    <a:pt x="456118" y="251673"/>
                  </a:lnTo>
                  <a:lnTo>
                    <a:pt x="456786" y="250613"/>
                  </a:lnTo>
                  <a:lnTo>
                    <a:pt x="457454" y="192027"/>
                  </a:lnTo>
                  <a:lnTo>
                    <a:pt x="458122" y="150069"/>
                  </a:lnTo>
                  <a:lnTo>
                    <a:pt x="458790" y="146471"/>
                  </a:lnTo>
                  <a:lnTo>
                    <a:pt x="459458" y="144680"/>
                  </a:lnTo>
                  <a:lnTo>
                    <a:pt x="460126" y="160986"/>
                  </a:lnTo>
                  <a:lnTo>
                    <a:pt x="460794" y="159153"/>
                  </a:lnTo>
                  <a:lnTo>
                    <a:pt x="461462" y="114140"/>
                  </a:lnTo>
                  <a:lnTo>
                    <a:pt x="462130" y="78549"/>
                  </a:lnTo>
                  <a:lnTo>
                    <a:pt x="462798" y="64230"/>
                  </a:lnTo>
                  <a:lnTo>
                    <a:pt x="463466" y="209355"/>
                  </a:lnTo>
                  <a:lnTo>
                    <a:pt x="464134" y="186307"/>
                  </a:lnTo>
                  <a:lnTo>
                    <a:pt x="464802" y="231370"/>
                  </a:lnTo>
                  <a:lnTo>
                    <a:pt x="465470" y="405094"/>
                  </a:lnTo>
                  <a:lnTo>
                    <a:pt x="466138" y="415274"/>
                  </a:lnTo>
                  <a:lnTo>
                    <a:pt x="466806" y="440237"/>
                  </a:lnTo>
                  <a:lnTo>
                    <a:pt x="467474" y="558745"/>
                  </a:lnTo>
                  <a:lnTo>
                    <a:pt x="468142" y="572783"/>
                  </a:lnTo>
                  <a:lnTo>
                    <a:pt x="468810" y="575434"/>
                  </a:lnTo>
                  <a:lnTo>
                    <a:pt x="469478" y="567516"/>
                  </a:lnTo>
                  <a:lnTo>
                    <a:pt x="470147" y="546878"/>
                  </a:lnTo>
                  <a:lnTo>
                    <a:pt x="470815" y="587296"/>
                  </a:lnTo>
                  <a:lnTo>
                    <a:pt x="471483" y="622690"/>
                  </a:lnTo>
                  <a:lnTo>
                    <a:pt x="472151" y="698147"/>
                  </a:lnTo>
                  <a:lnTo>
                    <a:pt x="472819" y="705029"/>
                  </a:lnTo>
                  <a:lnTo>
                    <a:pt x="473487" y="730247"/>
                  </a:lnTo>
                  <a:lnTo>
                    <a:pt x="474155" y="836552"/>
                  </a:lnTo>
                  <a:lnTo>
                    <a:pt x="474823" y="803574"/>
                  </a:lnTo>
                  <a:lnTo>
                    <a:pt x="475491" y="814595"/>
                  </a:lnTo>
                  <a:lnTo>
                    <a:pt x="476159" y="859482"/>
                  </a:lnTo>
                  <a:lnTo>
                    <a:pt x="476827" y="819552"/>
                  </a:lnTo>
                  <a:lnTo>
                    <a:pt x="477495" y="900714"/>
                  </a:lnTo>
                  <a:lnTo>
                    <a:pt x="478163" y="804224"/>
                  </a:lnTo>
                  <a:lnTo>
                    <a:pt x="478831" y="852689"/>
                  </a:lnTo>
                  <a:lnTo>
                    <a:pt x="479499" y="920750"/>
                  </a:lnTo>
                  <a:lnTo>
                    <a:pt x="480167" y="957768"/>
                  </a:lnTo>
                  <a:lnTo>
                    <a:pt x="480835" y="954679"/>
                  </a:lnTo>
                  <a:lnTo>
                    <a:pt x="481503" y="813942"/>
                  </a:lnTo>
                  <a:lnTo>
                    <a:pt x="482171" y="766376"/>
                  </a:lnTo>
                  <a:lnTo>
                    <a:pt x="482839" y="801071"/>
                  </a:lnTo>
                  <a:lnTo>
                    <a:pt x="483507" y="871089"/>
                  </a:lnTo>
                  <a:lnTo>
                    <a:pt x="484175" y="871089"/>
                  </a:lnTo>
                  <a:lnTo>
                    <a:pt x="484843" y="854223"/>
                  </a:lnTo>
                  <a:lnTo>
                    <a:pt x="485511" y="871089"/>
                  </a:lnTo>
                  <a:lnTo>
                    <a:pt x="486179" y="871089"/>
                  </a:lnTo>
                  <a:lnTo>
                    <a:pt x="486847" y="871089"/>
                  </a:lnTo>
                  <a:lnTo>
                    <a:pt x="487515" y="918419"/>
                  </a:lnTo>
                  <a:lnTo>
                    <a:pt x="488183" y="930831"/>
                  </a:lnTo>
                  <a:lnTo>
                    <a:pt x="488851" y="888421"/>
                  </a:lnTo>
                  <a:lnTo>
                    <a:pt x="489519" y="903241"/>
                  </a:lnTo>
                  <a:lnTo>
                    <a:pt x="490187" y="882590"/>
                  </a:lnTo>
                  <a:lnTo>
                    <a:pt x="490855" y="930831"/>
                  </a:lnTo>
                  <a:lnTo>
                    <a:pt x="491523" y="933973"/>
                  </a:lnTo>
                  <a:lnTo>
                    <a:pt x="492191" y="996873"/>
                  </a:lnTo>
                  <a:lnTo>
                    <a:pt x="492859" y="996873"/>
                  </a:lnTo>
                  <a:lnTo>
                    <a:pt x="493527" y="996873"/>
                  </a:lnTo>
                  <a:lnTo>
                    <a:pt x="494195" y="996873"/>
                  </a:lnTo>
                  <a:lnTo>
                    <a:pt x="494864" y="1040119"/>
                  </a:lnTo>
                  <a:lnTo>
                    <a:pt x="495532" y="1007408"/>
                  </a:lnTo>
                  <a:lnTo>
                    <a:pt x="496200" y="972959"/>
                  </a:lnTo>
                  <a:lnTo>
                    <a:pt x="496868" y="930831"/>
                  </a:lnTo>
                  <a:lnTo>
                    <a:pt x="497536" y="930831"/>
                  </a:lnTo>
                  <a:lnTo>
                    <a:pt x="498204" y="930831"/>
                  </a:lnTo>
                  <a:lnTo>
                    <a:pt x="498872" y="943495"/>
                  </a:lnTo>
                  <a:lnTo>
                    <a:pt x="499540" y="933973"/>
                  </a:lnTo>
                  <a:lnTo>
                    <a:pt x="500208" y="930831"/>
                  </a:lnTo>
                  <a:lnTo>
                    <a:pt x="500876" y="871089"/>
                  </a:lnTo>
                  <a:lnTo>
                    <a:pt x="501544" y="811347"/>
                  </a:lnTo>
                  <a:lnTo>
                    <a:pt x="502212" y="766376"/>
                  </a:lnTo>
                  <a:lnTo>
                    <a:pt x="502880" y="695770"/>
                  </a:lnTo>
                  <a:lnTo>
                    <a:pt x="503548" y="674592"/>
                  </a:lnTo>
                  <a:lnTo>
                    <a:pt x="504216" y="616936"/>
                  </a:lnTo>
                  <a:lnTo>
                    <a:pt x="504884" y="576482"/>
                  </a:lnTo>
                  <a:lnTo>
                    <a:pt x="505552" y="557193"/>
                  </a:lnTo>
                  <a:lnTo>
                    <a:pt x="506220" y="564139"/>
                  </a:lnTo>
                  <a:lnTo>
                    <a:pt x="506888" y="562395"/>
                  </a:lnTo>
                  <a:lnTo>
                    <a:pt x="507556" y="562395"/>
                  </a:lnTo>
                  <a:lnTo>
                    <a:pt x="508224" y="562395"/>
                  </a:lnTo>
                  <a:lnTo>
                    <a:pt x="508892" y="580053"/>
                  </a:lnTo>
                  <a:lnTo>
                    <a:pt x="509560" y="598223"/>
                  </a:lnTo>
                  <a:lnTo>
                    <a:pt x="510228" y="636224"/>
                  </a:lnTo>
                  <a:lnTo>
                    <a:pt x="510896" y="676678"/>
                  </a:lnTo>
                  <a:lnTo>
                    <a:pt x="511564" y="724417"/>
                  </a:lnTo>
                  <a:lnTo>
                    <a:pt x="512232" y="704446"/>
                  </a:lnTo>
                  <a:lnTo>
                    <a:pt x="512900" y="715463"/>
                  </a:lnTo>
                  <a:lnTo>
                    <a:pt x="513568" y="722167"/>
                  </a:lnTo>
                  <a:lnTo>
                    <a:pt x="514236" y="790961"/>
                  </a:lnTo>
                  <a:lnTo>
                    <a:pt x="514904" y="848700"/>
                  </a:lnTo>
                  <a:lnTo>
                    <a:pt x="515572" y="930831"/>
                  </a:lnTo>
                  <a:lnTo>
                    <a:pt x="516240" y="949924"/>
                  </a:lnTo>
                  <a:lnTo>
                    <a:pt x="516908" y="996873"/>
                  </a:lnTo>
                  <a:lnTo>
                    <a:pt x="517576" y="996873"/>
                  </a:lnTo>
                  <a:lnTo>
                    <a:pt x="518244" y="996873"/>
                  </a:lnTo>
                  <a:lnTo>
                    <a:pt x="518912" y="996873"/>
                  </a:lnTo>
                  <a:lnTo>
                    <a:pt x="519581" y="873945"/>
                  </a:lnTo>
                  <a:lnTo>
                    <a:pt x="520249" y="859795"/>
                  </a:lnTo>
                  <a:lnTo>
                    <a:pt x="520917" y="816549"/>
                  </a:lnTo>
                  <a:lnTo>
                    <a:pt x="521585" y="773651"/>
                  </a:lnTo>
                  <a:lnTo>
                    <a:pt x="522253" y="785966"/>
                  </a:lnTo>
                  <a:lnTo>
                    <a:pt x="522921" y="851455"/>
                  </a:lnTo>
                  <a:lnTo>
                    <a:pt x="523589" y="871089"/>
                  </a:lnTo>
                  <a:lnTo>
                    <a:pt x="524257" y="827084"/>
                  </a:lnTo>
                  <a:lnTo>
                    <a:pt x="524925" y="816549"/>
                  </a:lnTo>
                  <a:lnTo>
                    <a:pt x="525593" y="752076"/>
                  </a:lnTo>
                  <a:lnTo>
                    <a:pt x="526261" y="644109"/>
                  </a:lnTo>
                  <a:lnTo>
                    <a:pt x="526929" y="603779"/>
                  </a:lnTo>
                  <a:lnTo>
                    <a:pt x="527597" y="598223"/>
                  </a:lnTo>
                  <a:lnTo>
                    <a:pt x="528265" y="578265"/>
                  </a:lnTo>
                  <a:lnTo>
                    <a:pt x="528933" y="562395"/>
                  </a:lnTo>
                  <a:lnTo>
                    <a:pt x="529601" y="603779"/>
                  </a:lnTo>
                  <a:lnTo>
                    <a:pt x="530269" y="558923"/>
                  </a:lnTo>
                  <a:lnTo>
                    <a:pt x="530937" y="528505"/>
                  </a:lnTo>
                  <a:lnTo>
                    <a:pt x="531605" y="497922"/>
                  </a:lnTo>
                  <a:lnTo>
                    <a:pt x="532273" y="526857"/>
                  </a:lnTo>
                  <a:lnTo>
                    <a:pt x="532941" y="528505"/>
                  </a:lnTo>
                  <a:lnTo>
                    <a:pt x="533609" y="528505"/>
                  </a:lnTo>
                  <a:lnTo>
                    <a:pt x="534277" y="548618"/>
                  </a:lnTo>
                  <a:lnTo>
                    <a:pt x="534945" y="528505"/>
                  </a:lnTo>
                  <a:lnTo>
                    <a:pt x="535613" y="569399"/>
                  </a:lnTo>
                  <a:lnTo>
                    <a:pt x="536281" y="628437"/>
                  </a:lnTo>
                  <a:lnTo>
                    <a:pt x="536949" y="630375"/>
                  </a:lnTo>
                  <a:lnTo>
                    <a:pt x="537617" y="636224"/>
                  </a:lnTo>
                  <a:lnTo>
                    <a:pt x="538285" y="594547"/>
                  </a:lnTo>
                  <a:lnTo>
                    <a:pt x="538953" y="598223"/>
                  </a:lnTo>
                  <a:lnTo>
                    <a:pt x="539621" y="601921"/>
                  </a:lnTo>
                  <a:lnTo>
                    <a:pt x="540289" y="628437"/>
                  </a:lnTo>
                  <a:lnTo>
                    <a:pt x="540957" y="782557"/>
                  </a:lnTo>
                  <a:lnTo>
                    <a:pt x="541625" y="757547"/>
                  </a:lnTo>
                  <a:lnTo>
                    <a:pt x="542293" y="851333"/>
                  </a:lnTo>
                  <a:lnTo>
                    <a:pt x="542961" y="818032"/>
                  </a:lnTo>
                  <a:lnTo>
                    <a:pt x="543629" y="779764"/>
                  </a:lnTo>
                  <a:lnTo>
                    <a:pt x="544298" y="890338"/>
                  </a:lnTo>
                  <a:lnTo>
                    <a:pt x="544966" y="913773"/>
                  </a:lnTo>
                  <a:lnTo>
                    <a:pt x="545634" y="892391"/>
                  </a:lnTo>
                  <a:lnTo>
                    <a:pt x="546302" y="895334"/>
                  </a:lnTo>
                  <a:lnTo>
                    <a:pt x="546970" y="856727"/>
                  </a:lnTo>
                  <a:lnTo>
                    <a:pt x="547638" y="845729"/>
                  </a:lnTo>
                  <a:lnTo>
                    <a:pt x="548306" y="865103"/>
                  </a:lnTo>
                  <a:lnTo>
                    <a:pt x="548974" y="844368"/>
                  </a:lnTo>
                  <a:lnTo>
                    <a:pt x="549642" y="837606"/>
                  </a:lnTo>
                  <a:lnTo>
                    <a:pt x="550310" y="828261"/>
                  </a:lnTo>
                  <a:lnTo>
                    <a:pt x="550978" y="834003"/>
                  </a:lnTo>
                  <a:lnTo>
                    <a:pt x="551646" y="801556"/>
                  </a:lnTo>
                  <a:lnTo>
                    <a:pt x="552314" y="809989"/>
                  </a:lnTo>
                  <a:lnTo>
                    <a:pt x="552982" y="629522"/>
                  </a:lnTo>
                  <a:lnTo>
                    <a:pt x="553650" y="644717"/>
                  </a:lnTo>
                  <a:lnTo>
                    <a:pt x="554318" y="563264"/>
                  </a:lnTo>
                  <a:lnTo>
                    <a:pt x="554986" y="546479"/>
                  </a:lnTo>
                  <a:lnTo>
                    <a:pt x="555654" y="339173"/>
                  </a:lnTo>
                  <a:lnTo>
                    <a:pt x="556322" y="312902"/>
                  </a:lnTo>
                  <a:lnTo>
                    <a:pt x="556990" y="291068"/>
                  </a:lnTo>
                  <a:lnTo>
                    <a:pt x="557658" y="263450"/>
                  </a:lnTo>
                  <a:lnTo>
                    <a:pt x="558326" y="282097"/>
                  </a:lnTo>
                  <a:lnTo>
                    <a:pt x="558994" y="261292"/>
                  </a:lnTo>
                  <a:lnTo>
                    <a:pt x="559662" y="230812"/>
                  </a:lnTo>
                  <a:lnTo>
                    <a:pt x="560330" y="236998"/>
                  </a:lnTo>
                  <a:lnTo>
                    <a:pt x="560998" y="269968"/>
                  </a:lnTo>
                  <a:lnTo>
                    <a:pt x="561666" y="273253"/>
                  </a:lnTo>
                  <a:lnTo>
                    <a:pt x="562334" y="267788"/>
                  </a:lnTo>
                  <a:lnTo>
                    <a:pt x="563002" y="255930"/>
                  </a:lnTo>
                  <a:lnTo>
                    <a:pt x="563670" y="208639"/>
                  </a:lnTo>
                  <a:lnTo>
                    <a:pt x="564338" y="196868"/>
                  </a:lnTo>
                  <a:lnTo>
                    <a:pt x="565006" y="134041"/>
                  </a:lnTo>
                  <a:lnTo>
                    <a:pt x="565674" y="114140"/>
                  </a:lnTo>
                  <a:lnTo>
                    <a:pt x="566342" y="128788"/>
                  </a:lnTo>
                  <a:lnTo>
                    <a:pt x="567010" y="189141"/>
                  </a:lnTo>
                  <a:lnTo>
                    <a:pt x="567678" y="221646"/>
                  </a:lnTo>
                  <a:lnTo>
                    <a:pt x="568347" y="223672"/>
                  </a:lnTo>
                  <a:lnTo>
                    <a:pt x="569015" y="266700"/>
                  </a:lnTo>
                  <a:lnTo>
                    <a:pt x="569683" y="302465"/>
                  </a:lnTo>
                  <a:lnTo>
                    <a:pt x="570351" y="317598"/>
                  </a:lnTo>
                  <a:lnTo>
                    <a:pt x="571019" y="331898"/>
                  </a:lnTo>
                  <a:lnTo>
                    <a:pt x="571687" y="331898"/>
                  </a:lnTo>
                  <a:lnTo>
                    <a:pt x="572355" y="375575"/>
                  </a:lnTo>
                  <a:lnTo>
                    <a:pt x="573023" y="442335"/>
                  </a:lnTo>
                  <a:lnTo>
                    <a:pt x="573691" y="533473"/>
                  </a:lnTo>
                  <a:lnTo>
                    <a:pt x="574359" y="644109"/>
                  </a:lnTo>
                  <a:lnTo>
                    <a:pt x="575027" y="829745"/>
                  </a:lnTo>
                  <a:lnTo>
                    <a:pt x="575695" y="969616"/>
                  </a:lnTo>
                  <a:lnTo>
                    <a:pt x="576363" y="996873"/>
                  </a:lnTo>
                  <a:lnTo>
                    <a:pt x="577031" y="986512"/>
                  </a:lnTo>
                  <a:lnTo>
                    <a:pt x="577699" y="871089"/>
                  </a:lnTo>
                  <a:lnTo>
                    <a:pt x="578367" y="811347"/>
                  </a:lnTo>
                  <a:lnTo>
                    <a:pt x="579035" y="930095"/>
                  </a:lnTo>
                  <a:lnTo>
                    <a:pt x="579703" y="978414"/>
                  </a:lnTo>
                  <a:lnTo>
                    <a:pt x="580371" y="890922"/>
                  </a:lnTo>
                  <a:lnTo>
                    <a:pt x="581039" y="794965"/>
                  </a:lnTo>
                  <a:lnTo>
                    <a:pt x="581707" y="780430"/>
                  </a:lnTo>
                  <a:lnTo>
                    <a:pt x="582375" y="782229"/>
                  </a:lnTo>
                  <a:lnTo>
                    <a:pt x="583043" y="752332"/>
                  </a:lnTo>
                  <a:lnTo>
                    <a:pt x="583711" y="706003"/>
                  </a:lnTo>
                  <a:lnTo>
                    <a:pt x="584379" y="826505"/>
                  </a:lnTo>
                  <a:lnTo>
                    <a:pt x="585047" y="814451"/>
                  </a:lnTo>
                  <a:lnTo>
                    <a:pt x="585715" y="809989"/>
                  </a:lnTo>
                  <a:lnTo>
                    <a:pt x="586383" y="814451"/>
                  </a:lnTo>
                  <a:lnTo>
                    <a:pt x="587051" y="803036"/>
                  </a:lnTo>
                  <a:lnTo>
                    <a:pt x="587719" y="838080"/>
                  </a:lnTo>
                  <a:lnTo>
                    <a:pt x="588387" y="865302"/>
                  </a:lnTo>
                  <a:lnTo>
                    <a:pt x="589055" y="841907"/>
                  </a:lnTo>
                  <a:lnTo>
                    <a:pt x="589723" y="818944"/>
                  </a:lnTo>
                  <a:lnTo>
                    <a:pt x="590391" y="850304"/>
                  </a:lnTo>
                  <a:lnTo>
                    <a:pt x="591059" y="798653"/>
                  </a:lnTo>
                  <a:lnTo>
                    <a:pt x="591727" y="834807"/>
                  </a:lnTo>
                  <a:lnTo>
                    <a:pt x="592395" y="850677"/>
                  </a:lnTo>
                  <a:lnTo>
                    <a:pt x="593064" y="885796"/>
                  </a:lnTo>
                  <a:lnTo>
                    <a:pt x="593732" y="944875"/>
                  </a:lnTo>
                  <a:lnTo>
                    <a:pt x="594400" y="975881"/>
                  </a:lnTo>
                  <a:lnTo>
                    <a:pt x="595068" y="975881"/>
                  </a:lnTo>
                  <a:lnTo>
                    <a:pt x="595736" y="934322"/>
                  </a:lnTo>
                  <a:lnTo>
                    <a:pt x="596404" y="853513"/>
                  </a:lnTo>
                  <a:lnTo>
                    <a:pt x="597072" y="664265"/>
                  </a:lnTo>
                  <a:lnTo>
                    <a:pt x="597740" y="676678"/>
                  </a:lnTo>
                  <a:lnTo>
                    <a:pt x="598408" y="687213"/>
                  </a:lnTo>
                  <a:lnTo>
                    <a:pt x="599076" y="771217"/>
                  </a:lnTo>
                  <a:lnTo>
                    <a:pt x="599744" y="816549"/>
                  </a:lnTo>
                  <a:lnTo>
                    <a:pt x="600412" y="795995"/>
                  </a:lnTo>
                  <a:lnTo>
                    <a:pt x="601080" y="766376"/>
                  </a:lnTo>
                  <a:lnTo>
                    <a:pt x="601748" y="766376"/>
                  </a:lnTo>
                  <a:lnTo>
                    <a:pt x="602416" y="766376"/>
                  </a:lnTo>
                  <a:lnTo>
                    <a:pt x="603084" y="766376"/>
                  </a:lnTo>
                  <a:lnTo>
                    <a:pt x="603752" y="766376"/>
                  </a:lnTo>
                  <a:lnTo>
                    <a:pt x="604420" y="766376"/>
                  </a:lnTo>
                  <a:lnTo>
                    <a:pt x="605088" y="738094"/>
                  </a:lnTo>
                  <a:lnTo>
                    <a:pt x="605756" y="785966"/>
                  </a:lnTo>
                  <a:lnTo>
                    <a:pt x="606424" y="848700"/>
                  </a:lnTo>
                  <a:lnTo>
                    <a:pt x="607092" y="891358"/>
                  </a:lnTo>
                  <a:lnTo>
                    <a:pt x="607760" y="824433"/>
                  </a:lnTo>
                  <a:lnTo>
                    <a:pt x="608428" y="816549"/>
                  </a:lnTo>
                  <a:lnTo>
                    <a:pt x="609096" y="816549"/>
                  </a:lnTo>
                  <a:lnTo>
                    <a:pt x="609764" y="816549"/>
                  </a:lnTo>
                  <a:lnTo>
                    <a:pt x="610432" y="873945"/>
                  </a:lnTo>
                  <a:lnTo>
                    <a:pt x="611100" y="930831"/>
                  </a:lnTo>
                  <a:lnTo>
                    <a:pt x="611768" y="930831"/>
                  </a:lnTo>
                  <a:lnTo>
                    <a:pt x="612436" y="930831"/>
                  </a:lnTo>
                  <a:lnTo>
                    <a:pt x="613104" y="930831"/>
                  </a:lnTo>
                  <a:lnTo>
                    <a:pt x="613772" y="879695"/>
                  </a:lnTo>
                  <a:lnTo>
                    <a:pt x="614440" y="871089"/>
                  </a:lnTo>
                  <a:lnTo>
                    <a:pt x="615108" y="930831"/>
                  </a:lnTo>
                  <a:lnTo>
                    <a:pt x="615776" y="953163"/>
                  </a:lnTo>
                  <a:lnTo>
                    <a:pt x="616444" y="996873"/>
                  </a:lnTo>
                  <a:lnTo>
                    <a:pt x="617112" y="1014531"/>
                  </a:lnTo>
                  <a:lnTo>
                    <a:pt x="617781" y="1141112"/>
                  </a:lnTo>
                  <a:lnTo>
                    <a:pt x="618449" y="1154402"/>
                  </a:lnTo>
                  <a:lnTo>
                    <a:pt x="619117" y="1154402"/>
                  </a:lnTo>
                  <a:lnTo>
                    <a:pt x="619785" y="1154402"/>
                  </a:lnTo>
                  <a:lnTo>
                    <a:pt x="620453" y="1154402"/>
                  </a:lnTo>
                  <a:lnTo>
                    <a:pt x="621121" y="1154402"/>
                  </a:lnTo>
                  <a:lnTo>
                    <a:pt x="621789" y="1154402"/>
                  </a:lnTo>
                  <a:lnTo>
                    <a:pt x="622457" y="1154402"/>
                  </a:lnTo>
                  <a:lnTo>
                    <a:pt x="623125" y="1154402"/>
                  </a:lnTo>
                  <a:lnTo>
                    <a:pt x="623793" y="1235549"/>
                  </a:lnTo>
                  <a:lnTo>
                    <a:pt x="624461" y="1251027"/>
                  </a:lnTo>
                  <a:lnTo>
                    <a:pt x="625129" y="1251027"/>
                  </a:lnTo>
                  <a:lnTo>
                    <a:pt x="625797" y="1251027"/>
                  </a:lnTo>
                  <a:lnTo>
                    <a:pt x="626465" y="1251027"/>
                  </a:lnTo>
                  <a:lnTo>
                    <a:pt x="627133" y="1251027"/>
                  </a:lnTo>
                  <a:lnTo>
                    <a:pt x="627801" y="1251027"/>
                  </a:lnTo>
                  <a:lnTo>
                    <a:pt x="628469" y="1251027"/>
                  </a:lnTo>
                  <a:lnTo>
                    <a:pt x="629137" y="1251027"/>
                  </a:lnTo>
                  <a:lnTo>
                    <a:pt x="629805" y="1251027"/>
                  </a:lnTo>
                  <a:lnTo>
                    <a:pt x="630473" y="1251027"/>
                  </a:lnTo>
                  <a:lnTo>
                    <a:pt x="631141" y="1251027"/>
                  </a:lnTo>
                  <a:lnTo>
                    <a:pt x="631809" y="1251027"/>
                  </a:lnTo>
                  <a:lnTo>
                    <a:pt x="632477" y="1251027"/>
                  </a:lnTo>
                  <a:lnTo>
                    <a:pt x="633145" y="1251027"/>
                  </a:lnTo>
                  <a:lnTo>
                    <a:pt x="633813" y="1251027"/>
                  </a:lnTo>
                  <a:lnTo>
                    <a:pt x="634481" y="1251027"/>
                  </a:lnTo>
                  <a:lnTo>
                    <a:pt x="635149" y="1251027"/>
                  </a:lnTo>
                  <a:lnTo>
                    <a:pt x="635817" y="1251027"/>
                  </a:lnTo>
                  <a:lnTo>
                    <a:pt x="636485" y="1251027"/>
                  </a:lnTo>
                  <a:lnTo>
                    <a:pt x="637153" y="1251027"/>
                  </a:lnTo>
                  <a:lnTo>
                    <a:pt x="637821" y="1251027"/>
                  </a:lnTo>
                  <a:lnTo>
                    <a:pt x="638489" y="1251027"/>
                  </a:lnTo>
                  <a:lnTo>
                    <a:pt x="639157" y="1251027"/>
                  </a:lnTo>
                  <a:lnTo>
                    <a:pt x="639825" y="1251027"/>
                  </a:lnTo>
                  <a:lnTo>
                    <a:pt x="640493" y="1251027"/>
                  </a:lnTo>
                  <a:lnTo>
                    <a:pt x="641161" y="1251027"/>
                  </a:lnTo>
                  <a:lnTo>
                    <a:pt x="641829" y="1251027"/>
                  </a:lnTo>
                  <a:lnTo>
                    <a:pt x="642498" y="1251027"/>
                  </a:lnTo>
                  <a:lnTo>
                    <a:pt x="643166" y="1251027"/>
                  </a:lnTo>
                  <a:lnTo>
                    <a:pt x="643834" y="1251027"/>
                  </a:lnTo>
                  <a:lnTo>
                    <a:pt x="644502" y="1251027"/>
                  </a:lnTo>
                  <a:lnTo>
                    <a:pt x="645170" y="1251027"/>
                  </a:lnTo>
                  <a:lnTo>
                    <a:pt x="645838" y="1251027"/>
                  </a:lnTo>
                  <a:lnTo>
                    <a:pt x="646506" y="1251027"/>
                  </a:lnTo>
                  <a:lnTo>
                    <a:pt x="647174" y="1251027"/>
                  </a:lnTo>
                  <a:lnTo>
                    <a:pt x="647842" y="1251027"/>
                  </a:lnTo>
                  <a:lnTo>
                    <a:pt x="648510" y="1251027"/>
                  </a:lnTo>
                  <a:lnTo>
                    <a:pt x="649178" y="1251027"/>
                  </a:lnTo>
                  <a:lnTo>
                    <a:pt x="649846" y="1251027"/>
                  </a:lnTo>
                  <a:lnTo>
                    <a:pt x="650514" y="1251027"/>
                  </a:lnTo>
                  <a:lnTo>
                    <a:pt x="651182" y="1251027"/>
                  </a:lnTo>
                  <a:lnTo>
                    <a:pt x="651850" y="1251027"/>
                  </a:lnTo>
                  <a:lnTo>
                    <a:pt x="652518" y="1251027"/>
                  </a:lnTo>
                  <a:lnTo>
                    <a:pt x="653186" y="1251027"/>
                  </a:lnTo>
                  <a:lnTo>
                    <a:pt x="653854" y="1251027"/>
                  </a:lnTo>
                  <a:lnTo>
                    <a:pt x="654522" y="1251027"/>
                  </a:lnTo>
                  <a:lnTo>
                    <a:pt x="655190" y="1251027"/>
                  </a:lnTo>
                  <a:lnTo>
                    <a:pt x="655858" y="1251027"/>
                  </a:lnTo>
                  <a:lnTo>
                    <a:pt x="656526" y="1251027"/>
                  </a:lnTo>
                  <a:lnTo>
                    <a:pt x="657194" y="1251027"/>
                  </a:lnTo>
                  <a:lnTo>
                    <a:pt x="657862" y="1251027"/>
                  </a:lnTo>
                  <a:lnTo>
                    <a:pt x="658530" y="1251027"/>
                  </a:lnTo>
                  <a:lnTo>
                    <a:pt x="659198" y="1251027"/>
                  </a:lnTo>
                  <a:lnTo>
                    <a:pt x="659866" y="1251027"/>
                  </a:lnTo>
                  <a:lnTo>
                    <a:pt x="660534" y="1251027"/>
                  </a:lnTo>
                  <a:lnTo>
                    <a:pt x="661202" y="1251027"/>
                  </a:lnTo>
                  <a:lnTo>
                    <a:pt x="661870" y="1251027"/>
                  </a:lnTo>
                  <a:lnTo>
                    <a:pt x="662538" y="1251027"/>
                  </a:lnTo>
                  <a:lnTo>
                    <a:pt x="663206" y="1251027"/>
                  </a:lnTo>
                  <a:lnTo>
                    <a:pt x="663874" y="1251027"/>
                  </a:lnTo>
                  <a:lnTo>
                    <a:pt x="664542" y="1251027"/>
                  </a:lnTo>
                  <a:lnTo>
                    <a:pt x="665210" y="1251027"/>
                  </a:lnTo>
                  <a:lnTo>
                    <a:pt x="665878" y="1251027"/>
                  </a:lnTo>
                  <a:lnTo>
                    <a:pt x="666547" y="1251027"/>
                  </a:lnTo>
                  <a:lnTo>
                    <a:pt x="667215" y="1251027"/>
                  </a:lnTo>
                  <a:lnTo>
                    <a:pt x="667883" y="1251027"/>
                  </a:lnTo>
                  <a:lnTo>
                    <a:pt x="668551" y="1251027"/>
                  </a:lnTo>
                  <a:lnTo>
                    <a:pt x="669219" y="1251027"/>
                  </a:lnTo>
                  <a:lnTo>
                    <a:pt x="669887" y="1251027"/>
                  </a:lnTo>
                  <a:lnTo>
                    <a:pt x="670555" y="1251027"/>
                  </a:lnTo>
                  <a:lnTo>
                    <a:pt x="671223" y="1251027"/>
                  </a:lnTo>
                  <a:lnTo>
                    <a:pt x="671891" y="1251027"/>
                  </a:lnTo>
                  <a:lnTo>
                    <a:pt x="672559" y="1251027"/>
                  </a:lnTo>
                  <a:lnTo>
                    <a:pt x="673227" y="1251027"/>
                  </a:lnTo>
                  <a:lnTo>
                    <a:pt x="673895" y="1251027"/>
                  </a:lnTo>
                  <a:lnTo>
                    <a:pt x="674563" y="1225439"/>
                  </a:lnTo>
                  <a:lnTo>
                    <a:pt x="675231" y="1154402"/>
                  </a:lnTo>
                  <a:lnTo>
                    <a:pt x="675899" y="1154402"/>
                  </a:lnTo>
                  <a:lnTo>
                    <a:pt x="676567" y="1154402"/>
                  </a:lnTo>
                  <a:lnTo>
                    <a:pt x="677235" y="1154402"/>
                  </a:lnTo>
                  <a:lnTo>
                    <a:pt x="677903" y="1154402"/>
                  </a:lnTo>
                  <a:lnTo>
                    <a:pt x="678571" y="1154402"/>
                  </a:lnTo>
                  <a:lnTo>
                    <a:pt x="679239" y="1154402"/>
                  </a:lnTo>
                  <a:lnTo>
                    <a:pt x="679907" y="1154402"/>
                  </a:lnTo>
                  <a:lnTo>
                    <a:pt x="680575" y="1098743"/>
                  </a:lnTo>
                  <a:lnTo>
                    <a:pt x="681243" y="1070702"/>
                  </a:lnTo>
                  <a:lnTo>
                    <a:pt x="681911" y="1070702"/>
                  </a:lnTo>
                  <a:lnTo>
                    <a:pt x="682579" y="1070702"/>
                  </a:lnTo>
                  <a:lnTo>
                    <a:pt x="683247" y="1070702"/>
                  </a:lnTo>
                  <a:lnTo>
                    <a:pt x="683915" y="1070702"/>
                  </a:lnTo>
                  <a:lnTo>
                    <a:pt x="684583" y="1090603"/>
                  </a:lnTo>
                  <a:lnTo>
                    <a:pt x="685251" y="1070702"/>
                  </a:lnTo>
                  <a:lnTo>
                    <a:pt x="685919" y="1000365"/>
                  </a:lnTo>
                  <a:lnTo>
                    <a:pt x="686587" y="996873"/>
                  </a:lnTo>
                  <a:lnTo>
                    <a:pt x="687255" y="996873"/>
                  </a:lnTo>
                  <a:lnTo>
                    <a:pt x="687923" y="996873"/>
                  </a:lnTo>
                  <a:lnTo>
                    <a:pt x="688591" y="996873"/>
                  </a:lnTo>
                  <a:lnTo>
                    <a:pt x="689259" y="996873"/>
                  </a:lnTo>
                  <a:lnTo>
                    <a:pt x="689927" y="996873"/>
                  </a:lnTo>
                  <a:lnTo>
                    <a:pt x="690595" y="1043862"/>
                  </a:lnTo>
                  <a:lnTo>
                    <a:pt x="691264" y="1070702"/>
                  </a:lnTo>
                  <a:lnTo>
                    <a:pt x="691932" y="1070702"/>
                  </a:lnTo>
                  <a:lnTo>
                    <a:pt x="692600" y="1070702"/>
                  </a:lnTo>
                  <a:lnTo>
                    <a:pt x="693268" y="1070702"/>
                  </a:lnTo>
                  <a:lnTo>
                    <a:pt x="693936" y="1070702"/>
                  </a:lnTo>
                  <a:lnTo>
                    <a:pt x="694604" y="1070702"/>
                  </a:lnTo>
                  <a:lnTo>
                    <a:pt x="695272" y="1154402"/>
                  </a:lnTo>
                  <a:lnTo>
                    <a:pt x="695940" y="1245825"/>
                  </a:lnTo>
                  <a:lnTo>
                    <a:pt x="696608" y="1251027"/>
                  </a:lnTo>
                  <a:lnTo>
                    <a:pt x="697276" y="1251027"/>
                  </a:lnTo>
                  <a:lnTo>
                    <a:pt x="697944" y="1230473"/>
                  </a:lnTo>
                  <a:lnTo>
                    <a:pt x="698612" y="1154402"/>
                  </a:lnTo>
                  <a:lnTo>
                    <a:pt x="699280" y="1154402"/>
                  </a:lnTo>
                  <a:lnTo>
                    <a:pt x="699948" y="1154402"/>
                  </a:lnTo>
                  <a:lnTo>
                    <a:pt x="700616" y="1154402"/>
                  </a:lnTo>
                  <a:lnTo>
                    <a:pt x="701284" y="1154402"/>
                  </a:lnTo>
                  <a:lnTo>
                    <a:pt x="701952" y="1154402"/>
                  </a:lnTo>
                  <a:lnTo>
                    <a:pt x="702318" y="125306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461294" y="3450104"/>
              <a:ext cx="21345" cy="574294"/>
            </a:xfrm>
            <a:custGeom>
              <a:avLst/>
              <a:pathLst>
                <a:path w="21345" h="574294">
                  <a:moveTo>
                    <a:pt x="0" y="574294"/>
                  </a:moveTo>
                  <a:lnTo>
                    <a:pt x="628" y="379606"/>
                  </a:lnTo>
                  <a:lnTo>
                    <a:pt x="1296" y="257906"/>
                  </a:lnTo>
                  <a:lnTo>
                    <a:pt x="1964" y="239736"/>
                  </a:lnTo>
                  <a:lnTo>
                    <a:pt x="2632" y="198583"/>
                  </a:lnTo>
                  <a:lnTo>
                    <a:pt x="3300" y="156036"/>
                  </a:lnTo>
                  <a:lnTo>
                    <a:pt x="3968" y="156036"/>
                  </a:lnTo>
                  <a:lnTo>
                    <a:pt x="4636" y="163920"/>
                  </a:lnTo>
                  <a:lnTo>
                    <a:pt x="5304" y="196490"/>
                  </a:lnTo>
                  <a:lnTo>
                    <a:pt x="5972" y="196490"/>
                  </a:lnTo>
                  <a:lnTo>
                    <a:pt x="6640" y="196490"/>
                  </a:lnTo>
                  <a:lnTo>
                    <a:pt x="7308" y="196490"/>
                  </a:lnTo>
                  <a:lnTo>
                    <a:pt x="7976" y="196490"/>
                  </a:lnTo>
                  <a:lnTo>
                    <a:pt x="8644" y="196490"/>
                  </a:lnTo>
                  <a:lnTo>
                    <a:pt x="9312" y="127075"/>
                  </a:lnTo>
                  <a:lnTo>
                    <a:pt x="9980" y="0"/>
                  </a:lnTo>
                  <a:lnTo>
                    <a:pt x="10648" y="129991"/>
                  </a:lnTo>
                  <a:lnTo>
                    <a:pt x="11316" y="227476"/>
                  </a:lnTo>
                  <a:lnTo>
                    <a:pt x="11984" y="252060"/>
                  </a:lnTo>
                  <a:lnTo>
                    <a:pt x="12652" y="314629"/>
                  </a:lnTo>
                  <a:lnTo>
                    <a:pt x="13320" y="391931"/>
                  </a:lnTo>
                  <a:lnTo>
                    <a:pt x="13988" y="391931"/>
                  </a:lnTo>
                  <a:lnTo>
                    <a:pt x="14656" y="391931"/>
                  </a:lnTo>
                  <a:lnTo>
                    <a:pt x="15324" y="391931"/>
                  </a:lnTo>
                  <a:lnTo>
                    <a:pt x="15992" y="391931"/>
                  </a:lnTo>
                  <a:lnTo>
                    <a:pt x="16660" y="391931"/>
                  </a:lnTo>
                  <a:lnTo>
                    <a:pt x="17328" y="391931"/>
                  </a:lnTo>
                  <a:lnTo>
                    <a:pt x="17996" y="391931"/>
                  </a:lnTo>
                  <a:lnTo>
                    <a:pt x="18665" y="391931"/>
                  </a:lnTo>
                  <a:lnTo>
                    <a:pt x="19333" y="462341"/>
                  </a:lnTo>
                  <a:lnTo>
                    <a:pt x="20001" y="475631"/>
                  </a:lnTo>
                  <a:lnTo>
                    <a:pt x="20669" y="507782"/>
                  </a:lnTo>
                  <a:lnTo>
                    <a:pt x="21337" y="572255"/>
                  </a:lnTo>
                  <a:lnTo>
                    <a:pt x="21345" y="57429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494911" y="3651029"/>
              <a:ext cx="49855" cy="373370"/>
            </a:xfrm>
            <a:custGeom>
              <a:avLst/>
              <a:pathLst>
                <a:path w="49855" h="373370">
                  <a:moveTo>
                    <a:pt x="0" y="373370"/>
                  </a:moveTo>
                  <a:lnTo>
                    <a:pt x="412" y="262157"/>
                  </a:lnTo>
                  <a:lnTo>
                    <a:pt x="1080" y="231021"/>
                  </a:lnTo>
                  <a:lnTo>
                    <a:pt x="1748" y="208801"/>
                  </a:lnTo>
                  <a:lnTo>
                    <a:pt x="2416" y="51135"/>
                  </a:lnTo>
                  <a:lnTo>
                    <a:pt x="3084" y="51135"/>
                  </a:lnTo>
                  <a:lnTo>
                    <a:pt x="3752" y="67005"/>
                  </a:lnTo>
                  <a:lnTo>
                    <a:pt x="4420" y="257669"/>
                  </a:lnTo>
                  <a:lnTo>
                    <a:pt x="5088" y="221689"/>
                  </a:lnTo>
                  <a:lnTo>
                    <a:pt x="5756" y="174135"/>
                  </a:lnTo>
                  <a:lnTo>
                    <a:pt x="6424" y="116738"/>
                  </a:lnTo>
                  <a:lnTo>
                    <a:pt x="7092" y="65180"/>
                  </a:lnTo>
                  <a:lnTo>
                    <a:pt x="7760" y="117906"/>
                  </a:lnTo>
                  <a:lnTo>
                    <a:pt x="8428" y="72763"/>
                  </a:lnTo>
                  <a:lnTo>
                    <a:pt x="9096" y="60254"/>
                  </a:lnTo>
                  <a:lnTo>
                    <a:pt x="9764" y="60254"/>
                  </a:lnTo>
                  <a:lnTo>
                    <a:pt x="10432" y="88536"/>
                  </a:lnTo>
                  <a:lnTo>
                    <a:pt x="11100" y="98254"/>
                  </a:lnTo>
                  <a:lnTo>
                    <a:pt x="11768" y="98254"/>
                  </a:lnTo>
                  <a:lnTo>
                    <a:pt x="12436" y="98254"/>
                  </a:lnTo>
                  <a:lnTo>
                    <a:pt x="13105" y="98254"/>
                  </a:lnTo>
                  <a:lnTo>
                    <a:pt x="13773" y="98254"/>
                  </a:lnTo>
                  <a:lnTo>
                    <a:pt x="14441" y="115079"/>
                  </a:lnTo>
                  <a:lnTo>
                    <a:pt x="15109" y="186673"/>
                  </a:lnTo>
                  <a:lnTo>
                    <a:pt x="15777" y="267512"/>
                  </a:lnTo>
                  <a:lnTo>
                    <a:pt x="16445" y="228169"/>
                  </a:lnTo>
                  <a:lnTo>
                    <a:pt x="17113" y="228877"/>
                  </a:lnTo>
                  <a:lnTo>
                    <a:pt x="17781" y="177003"/>
                  </a:lnTo>
                  <a:lnTo>
                    <a:pt x="18449" y="266709"/>
                  </a:lnTo>
                  <a:lnTo>
                    <a:pt x="19117" y="117177"/>
                  </a:lnTo>
                  <a:lnTo>
                    <a:pt x="19785" y="117177"/>
                  </a:lnTo>
                  <a:lnTo>
                    <a:pt x="20453" y="117177"/>
                  </a:lnTo>
                  <a:lnTo>
                    <a:pt x="21121" y="211028"/>
                  </a:lnTo>
                  <a:lnTo>
                    <a:pt x="21789" y="302396"/>
                  </a:lnTo>
                  <a:lnTo>
                    <a:pt x="22457" y="286229"/>
                  </a:lnTo>
                  <a:lnTo>
                    <a:pt x="23125" y="287152"/>
                  </a:lnTo>
                  <a:lnTo>
                    <a:pt x="23793" y="360797"/>
                  </a:lnTo>
                  <a:lnTo>
                    <a:pt x="24461" y="328838"/>
                  </a:lnTo>
                  <a:lnTo>
                    <a:pt x="25129" y="223829"/>
                  </a:lnTo>
                  <a:lnTo>
                    <a:pt x="25797" y="219385"/>
                  </a:lnTo>
                  <a:lnTo>
                    <a:pt x="26465" y="193710"/>
                  </a:lnTo>
                  <a:lnTo>
                    <a:pt x="27133" y="174120"/>
                  </a:lnTo>
                  <a:lnTo>
                    <a:pt x="27801" y="155124"/>
                  </a:lnTo>
                  <a:lnTo>
                    <a:pt x="28469" y="157471"/>
                  </a:lnTo>
                  <a:lnTo>
                    <a:pt x="29137" y="134090"/>
                  </a:lnTo>
                  <a:lnTo>
                    <a:pt x="29805" y="97188"/>
                  </a:lnTo>
                  <a:lnTo>
                    <a:pt x="30473" y="86461"/>
                  </a:lnTo>
                  <a:lnTo>
                    <a:pt x="31141" y="62977"/>
                  </a:lnTo>
                  <a:lnTo>
                    <a:pt x="31809" y="78535"/>
                  </a:lnTo>
                  <a:lnTo>
                    <a:pt x="32477" y="108789"/>
                  </a:lnTo>
                  <a:lnTo>
                    <a:pt x="33145" y="125433"/>
                  </a:lnTo>
                  <a:lnTo>
                    <a:pt x="33813" y="84496"/>
                  </a:lnTo>
                  <a:lnTo>
                    <a:pt x="34481" y="92049"/>
                  </a:lnTo>
                  <a:lnTo>
                    <a:pt x="35149" y="175749"/>
                  </a:lnTo>
                  <a:lnTo>
                    <a:pt x="35817" y="126810"/>
                  </a:lnTo>
                  <a:lnTo>
                    <a:pt x="36485" y="183792"/>
                  </a:lnTo>
                  <a:lnTo>
                    <a:pt x="37153" y="248017"/>
                  </a:lnTo>
                  <a:lnTo>
                    <a:pt x="37822" y="187082"/>
                  </a:lnTo>
                  <a:lnTo>
                    <a:pt x="38490" y="102184"/>
                  </a:lnTo>
                  <a:lnTo>
                    <a:pt x="39158" y="152028"/>
                  </a:lnTo>
                  <a:lnTo>
                    <a:pt x="39826" y="135293"/>
                  </a:lnTo>
                  <a:lnTo>
                    <a:pt x="40494" y="0"/>
                  </a:lnTo>
                  <a:lnTo>
                    <a:pt x="41162" y="187101"/>
                  </a:lnTo>
                  <a:lnTo>
                    <a:pt x="41830" y="191006"/>
                  </a:lnTo>
                  <a:lnTo>
                    <a:pt x="42498" y="214964"/>
                  </a:lnTo>
                  <a:lnTo>
                    <a:pt x="43166" y="274706"/>
                  </a:lnTo>
                  <a:lnTo>
                    <a:pt x="43834" y="274706"/>
                  </a:lnTo>
                  <a:lnTo>
                    <a:pt x="44502" y="274706"/>
                  </a:lnTo>
                  <a:lnTo>
                    <a:pt x="45170" y="274706"/>
                  </a:lnTo>
                  <a:lnTo>
                    <a:pt x="45838" y="311588"/>
                  </a:lnTo>
                  <a:lnTo>
                    <a:pt x="46506" y="371331"/>
                  </a:lnTo>
                  <a:lnTo>
                    <a:pt x="47174" y="371331"/>
                  </a:lnTo>
                  <a:lnTo>
                    <a:pt x="47842" y="371331"/>
                  </a:lnTo>
                  <a:lnTo>
                    <a:pt x="48510" y="371331"/>
                  </a:lnTo>
                  <a:lnTo>
                    <a:pt x="49178" y="371331"/>
                  </a:lnTo>
                  <a:lnTo>
                    <a:pt x="49846" y="371331"/>
                  </a:lnTo>
                  <a:lnTo>
                    <a:pt x="49855" y="37337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4554244" y="3219445"/>
              <a:ext cx="40208" cy="804953"/>
            </a:xfrm>
            <a:custGeom>
              <a:avLst/>
              <a:pathLst>
                <a:path w="40208" h="804953">
                  <a:moveTo>
                    <a:pt x="0" y="804953"/>
                  </a:moveTo>
                  <a:lnTo>
                    <a:pt x="533" y="740417"/>
                  </a:lnTo>
                  <a:lnTo>
                    <a:pt x="1201" y="668538"/>
                  </a:lnTo>
                  <a:lnTo>
                    <a:pt x="1869" y="602862"/>
                  </a:lnTo>
                  <a:lnTo>
                    <a:pt x="2537" y="602862"/>
                  </a:lnTo>
                  <a:lnTo>
                    <a:pt x="3205" y="568782"/>
                  </a:lnTo>
                  <a:lnTo>
                    <a:pt x="3873" y="392393"/>
                  </a:lnTo>
                  <a:lnTo>
                    <a:pt x="4542" y="340345"/>
                  </a:lnTo>
                  <a:lnTo>
                    <a:pt x="5210" y="254153"/>
                  </a:lnTo>
                  <a:lnTo>
                    <a:pt x="5878" y="170725"/>
                  </a:lnTo>
                  <a:lnTo>
                    <a:pt x="6546" y="114282"/>
                  </a:lnTo>
                  <a:lnTo>
                    <a:pt x="7214" y="38908"/>
                  </a:lnTo>
                  <a:lnTo>
                    <a:pt x="7882" y="17658"/>
                  </a:lnTo>
                  <a:lnTo>
                    <a:pt x="8550" y="0"/>
                  </a:lnTo>
                  <a:lnTo>
                    <a:pt x="9218" y="17658"/>
                  </a:lnTo>
                  <a:lnTo>
                    <a:pt x="9886" y="17658"/>
                  </a:lnTo>
                  <a:lnTo>
                    <a:pt x="10554" y="51382"/>
                  </a:lnTo>
                  <a:lnTo>
                    <a:pt x="11222" y="85360"/>
                  </a:lnTo>
                  <a:lnTo>
                    <a:pt x="11890" y="114282"/>
                  </a:lnTo>
                  <a:lnTo>
                    <a:pt x="12558" y="93729"/>
                  </a:lnTo>
                  <a:lnTo>
                    <a:pt x="13226" y="88694"/>
                  </a:lnTo>
                  <a:lnTo>
                    <a:pt x="13894" y="114282"/>
                  </a:lnTo>
                  <a:lnTo>
                    <a:pt x="14562" y="170725"/>
                  </a:lnTo>
                  <a:lnTo>
                    <a:pt x="15230" y="245507"/>
                  </a:lnTo>
                  <a:lnTo>
                    <a:pt x="15898" y="306324"/>
                  </a:lnTo>
                  <a:lnTo>
                    <a:pt x="16566" y="368436"/>
                  </a:lnTo>
                  <a:lnTo>
                    <a:pt x="17234" y="501811"/>
                  </a:lnTo>
                  <a:lnTo>
                    <a:pt x="17902" y="548760"/>
                  </a:lnTo>
                  <a:lnTo>
                    <a:pt x="18570" y="614802"/>
                  </a:lnTo>
                  <a:lnTo>
                    <a:pt x="19238" y="622589"/>
                  </a:lnTo>
                  <a:lnTo>
                    <a:pt x="19906" y="622589"/>
                  </a:lnTo>
                  <a:lnTo>
                    <a:pt x="20574" y="622589"/>
                  </a:lnTo>
                  <a:lnTo>
                    <a:pt x="21242" y="622589"/>
                  </a:lnTo>
                  <a:lnTo>
                    <a:pt x="21910" y="622589"/>
                  </a:lnTo>
                  <a:lnTo>
                    <a:pt x="22578" y="654741"/>
                  </a:lnTo>
                  <a:lnTo>
                    <a:pt x="23246" y="782482"/>
                  </a:lnTo>
                  <a:lnTo>
                    <a:pt x="23914" y="698064"/>
                  </a:lnTo>
                  <a:lnTo>
                    <a:pt x="24582" y="656717"/>
                  </a:lnTo>
                  <a:lnTo>
                    <a:pt x="25250" y="577554"/>
                  </a:lnTo>
                  <a:lnTo>
                    <a:pt x="25918" y="551541"/>
                  </a:lnTo>
                  <a:lnTo>
                    <a:pt x="26586" y="567019"/>
                  </a:lnTo>
                  <a:lnTo>
                    <a:pt x="27254" y="567019"/>
                  </a:lnTo>
                  <a:lnTo>
                    <a:pt x="27922" y="521687"/>
                  </a:lnTo>
                  <a:lnTo>
                    <a:pt x="28590" y="516847"/>
                  </a:lnTo>
                  <a:lnTo>
                    <a:pt x="29259" y="507276"/>
                  </a:lnTo>
                  <a:lnTo>
                    <a:pt x="29927" y="468160"/>
                  </a:lnTo>
                  <a:lnTo>
                    <a:pt x="30595" y="427148"/>
                  </a:lnTo>
                  <a:lnTo>
                    <a:pt x="31263" y="427148"/>
                  </a:lnTo>
                  <a:lnTo>
                    <a:pt x="31931" y="427148"/>
                  </a:lnTo>
                  <a:lnTo>
                    <a:pt x="32599" y="435562"/>
                  </a:lnTo>
                  <a:lnTo>
                    <a:pt x="33267" y="466963"/>
                  </a:lnTo>
                  <a:lnTo>
                    <a:pt x="33935" y="504064"/>
                  </a:lnTo>
                  <a:lnTo>
                    <a:pt x="34603" y="389686"/>
                  </a:lnTo>
                  <a:lnTo>
                    <a:pt x="35271" y="470306"/>
                  </a:lnTo>
                  <a:lnTo>
                    <a:pt x="35939" y="548760"/>
                  </a:lnTo>
                  <a:lnTo>
                    <a:pt x="36607" y="548760"/>
                  </a:lnTo>
                  <a:lnTo>
                    <a:pt x="37275" y="548760"/>
                  </a:lnTo>
                  <a:lnTo>
                    <a:pt x="37943" y="614802"/>
                  </a:lnTo>
                  <a:lnTo>
                    <a:pt x="38611" y="622589"/>
                  </a:lnTo>
                  <a:lnTo>
                    <a:pt x="39279" y="638459"/>
                  </a:lnTo>
                  <a:lnTo>
                    <a:pt x="39947" y="710783"/>
                  </a:lnTo>
                  <a:lnTo>
                    <a:pt x="40208" y="8049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4597223" y="3267686"/>
              <a:ext cx="28781" cy="756712"/>
            </a:xfrm>
            <a:custGeom>
              <a:avLst/>
              <a:pathLst>
                <a:path w="28781" h="756712">
                  <a:moveTo>
                    <a:pt x="0" y="756712"/>
                  </a:moveTo>
                  <a:lnTo>
                    <a:pt x="309" y="716761"/>
                  </a:lnTo>
                  <a:lnTo>
                    <a:pt x="977" y="661922"/>
                  </a:lnTo>
                  <a:lnTo>
                    <a:pt x="1645" y="602478"/>
                  </a:lnTo>
                  <a:lnTo>
                    <a:pt x="2313" y="573318"/>
                  </a:lnTo>
                  <a:lnTo>
                    <a:pt x="2981" y="714925"/>
                  </a:lnTo>
                  <a:lnTo>
                    <a:pt x="3649" y="618703"/>
                  </a:lnTo>
                  <a:lnTo>
                    <a:pt x="4317" y="611749"/>
                  </a:lnTo>
                  <a:lnTo>
                    <a:pt x="4985" y="558617"/>
                  </a:lnTo>
                  <a:lnTo>
                    <a:pt x="5653" y="509638"/>
                  </a:lnTo>
                  <a:lnTo>
                    <a:pt x="6321" y="481597"/>
                  </a:lnTo>
                  <a:lnTo>
                    <a:pt x="6989" y="481597"/>
                  </a:lnTo>
                  <a:lnTo>
                    <a:pt x="7657" y="471164"/>
                  </a:lnTo>
                  <a:lnTo>
                    <a:pt x="8325" y="473072"/>
                  </a:lnTo>
                  <a:lnTo>
                    <a:pt x="8993" y="406076"/>
                  </a:lnTo>
                  <a:lnTo>
                    <a:pt x="9661" y="317302"/>
                  </a:lnTo>
                  <a:lnTo>
                    <a:pt x="10329" y="190796"/>
                  </a:lnTo>
                  <a:lnTo>
                    <a:pt x="10997" y="180055"/>
                  </a:lnTo>
                  <a:lnTo>
                    <a:pt x="11665" y="183105"/>
                  </a:lnTo>
                  <a:lnTo>
                    <a:pt x="12333" y="189250"/>
                  </a:lnTo>
                  <a:lnTo>
                    <a:pt x="13001" y="153796"/>
                  </a:lnTo>
                  <a:lnTo>
                    <a:pt x="13669" y="187115"/>
                  </a:lnTo>
                  <a:lnTo>
                    <a:pt x="14337" y="0"/>
                  </a:lnTo>
                  <a:lnTo>
                    <a:pt x="15005" y="15869"/>
                  </a:lnTo>
                  <a:lnTo>
                    <a:pt x="15673" y="37119"/>
                  </a:lnTo>
                  <a:lnTo>
                    <a:pt x="16341" y="22331"/>
                  </a:lnTo>
                  <a:lnTo>
                    <a:pt x="17009" y="0"/>
                  </a:lnTo>
                  <a:lnTo>
                    <a:pt x="17677" y="9473"/>
                  </a:lnTo>
                  <a:lnTo>
                    <a:pt x="18345" y="176382"/>
                  </a:lnTo>
                  <a:lnTo>
                    <a:pt x="19013" y="223691"/>
                  </a:lnTo>
                  <a:lnTo>
                    <a:pt x="19681" y="321458"/>
                  </a:lnTo>
                  <a:lnTo>
                    <a:pt x="20349" y="378907"/>
                  </a:lnTo>
                  <a:lnTo>
                    <a:pt x="21017" y="391571"/>
                  </a:lnTo>
                  <a:lnTo>
                    <a:pt x="21685" y="422153"/>
                  </a:lnTo>
                  <a:lnTo>
                    <a:pt x="22354" y="435731"/>
                  </a:lnTo>
                  <a:lnTo>
                    <a:pt x="23022" y="454305"/>
                  </a:lnTo>
                  <a:lnTo>
                    <a:pt x="23690" y="428906"/>
                  </a:lnTo>
                  <a:lnTo>
                    <a:pt x="24358" y="468606"/>
                  </a:lnTo>
                  <a:lnTo>
                    <a:pt x="25026" y="478324"/>
                  </a:lnTo>
                  <a:lnTo>
                    <a:pt x="25694" y="602387"/>
                  </a:lnTo>
                  <a:lnTo>
                    <a:pt x="26362" y="666269"/>
                  </a:lnTo>
                  <a:lnTo>
                    <a:pt x="27030" y="668875"/>
                  </a:lnTo>
                  <a:lnTo>
                    <a:pt x="27698" y="685879"/>
                  </a:lnTo>
                  <a:lnTo>
                    <a:pt x="28366" y="723415"/>
                  </a:lnTo>
                  <a:lnTo>
                    <a:pt x="28781" y="75671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626333" y="3223814"/>
              <a:ext cx="120473" cy="800585"/>
            </a:xfrm>
            <a:custGeom>
              <a:avLst/>
              <a:pathLst>
                <a:path w="120473" h="800585">
                  <a:moveTo>
                    <a:pt x="0" y="800585"/>
                  </a:moveTo>
                  <a:lnTo>
                    <a:pt x="591" y="643373"/>
                  </a:lnTo>
                  <a:lnTo>
                    <a:pt x="1259" y="575847"/>
                  </a:lnTo>
                  <a:lnTo>
                    <a:pt x="1927" y="529586"/>
                  </a:lnTo>
                  <a:lnTo>
                    <a:pt x="2596" y="444030"/>
                  </a:lnTo>
                  <a:lnTo>
                    <a:pt x="3264" y="363038"/>
                  </a:lnTo>
                  <a:lnTo>
                    <a:pt x="3932" y="355486"/>
                  </a:lnTo>
                  <a:lnTo>
                    <a:pt x="4600" y="382326"/>
                  </a:lnTo>
                  <a:lnTo>
                    <a:pt x="5268" y="382326"/>
                  </a:lnTo>
                  <a:lnTo>
                    <a:pt x="5936" y="331551"/>
                  </a:lnTo>
                  <a:lnTo>
                    <a:pt x="6604" y="292995"/>
                  </a:lnTo>
                  <a:lnTo>
                    <a:pt x="7272" y="254262"/>
                  </a:lnTo>
                  <a:lnTo>
                    <a:pt x="7940" y="210733"/>
                  </a:lnTo>
                  <a:lnTo>
                    <a:pt x="8608" y="43872"/>
                  </a:lnTo>
                  <a:lnTo>
                    <a:pt x="9276" y="36085"/>
                  </a:lnTo>
                  <a:lnTo>
                    <a:pt x="9944" y="13290"/>
                  </a:lnTo>
                  <a:lnTo>
                    <a:pt x="10612" y="0"/>
                  </a:lnTo>
                  <a:lnTo>
                    <a:pt x="11280" y="36085"/>
                  </a:lnTo>
                  <a:lnTo>
                    <a:pt x="11948" y="92740"/>
                  </a:lnTo>
                  <a:lnTo>
                    <a:pt x="12616" y="147588"/>
                  </a:lnTo>
                  <a:lnTo>
                    <a:pt x="13284" y="203643"/>
                  </a:lnTo>
                  <a:lnTo>
                    <a:pt x="13952" y="224197"/>
                  </a:lnTo>
                  <a:lnTo>
                    <a:pt x="14620" y="224197"/>
                  </a:lnTo>
                  <a:lnTo>
                    <a:pt x="15288" y="224197"/>
                  </a:lnTo>
                  <a:lnTo>
                    <a:pt x="15956" y="304325"/>
                  </a:lnTo>
                  <a:lnTo>
                    <a:pt x="16624" y="382622"/>
                  </a:lnTo>
                  <a:lnTo>
                    <a:pt x="17292" y="587107"/>
                  </a:lnTo>
                  <a:lnTo>
                    <a:pt x="17960" y="651999"/>
                  </a:lnTo>
                  <a:lnTo>
                    <a:pt x="18628" y="658236"/>
                  </a:lnTo>
                  <a:lnTo>
                    <a:pt x="19296" y="645824"/>
                  </a:lnTo>
                  <a:lnTo>
                    <a:pt x="19964" y="625798"/>
                  </a:lnTo>
                  <a:lnTo>
                    <a:pt x="20632" y="592059"/>
                  </a:lnTo>
                  <a:lnTo>
                    <a:pt x="21300" y="529586"/>
                  </a:lnTo>
                  <a:lnTo>
                    <a:pt x="21968" y="512478"/>
                  </a:lnTo>
                  <a:lnTo>
                    <a:pt x="22636" y="527113"/>
                  </a:lnTo>
                  <a:lnTo>
                    <a:pt x="23304" y="505287"/>
                  </a:lnTo>
                  <a:lnTo>
                    <a:pt x="23972" y="424873"/>
                  </a:lnTo>
                  <a:lnTo>
                    <a:pt x="24640" y="382326"/>
                  </a:lnTo>
                  <a:lnTo>
                    <a:pt x="25308" y="363038"/>
                  </a:lnTo>
                  <a:lnTo>
                    <a:pt x="25976" y="487469"/>
                  </a:lnTo>
                  <a:lnTo>
                    <a:pt x="26644" y="561409"/>
                  </a:lnTo>
                  <a:lnTo>
                    <a:pt x="27313" y="566684"/>
                  </a:lnTo>
                  <a:lnTo>
                    <a:pt x="27981" y="593745"/>
                  </a:lnTo>
                  <a:lnTo>
                    <a:pt x="28649" y="591904"/>
                  </a:lnTo>
                  <a:lnTo>
                    <a:pt x="29317" y="542439"/>
                  </a:lnTo>
                  <a:lnTo>
                    <a:pt x="29985" y="446439"/>
                  </a:lnTo>
                  <a:lnTo>
                    <a:pt x="30653" y="504284"/>
                  </a:lnTo>
                  <a:lnTo>
                    <a:pt x="31321" y="551466"/>
                  </a:lnTo>
                  <a:lnTo>
                    <a:pt x="31989" y="565923"/>
                  </a:lnTo>
                  <a:lnTo>
                    <a:pt x="32657" y="572223"/>
                  </a:lnTo>
                  <a:lnTo>
                    <a:pt x="33325" y="615921"/>
                  </a:lnTo>
                  <a:lnTo>
                    <a:pt x="33993" y="703188"/>
                  </a:lnTo>
                  <a:lnTo>
                    <a:pt x="34661" y="760334"/>
                  </a:lnTo>
                  <a:lnTo>
                    <a:pt x="35329" y="796448"/>
                  </a:lnTo>
                  <a:lnTo>
                    <a:pt x="35997" y="676933"/>
                  </a:lnTo>
                  <a:lnTo>
                    <a:pt x="36665" y="677529"/>
                  </a:lnTo>
                  <a:lnTo>
                    <a:pt x="37333" y="478350"/>
                  </a:lnTo>
                  <a:lnTo>
                    <a:pt x="38001" y="472113"/>
                  </a:lnTo>
                  <a:lnTo>
                    <a:pt x="38669" y="421464"/>
                  </a:lnTo>
                  <a:lnTo>
                    <a:pt x="39337" y="537466"/>
                  </a:lnTo>
                  <a:lnTo>
                    <a:pt x="40005" y="618221"/>
                  </a:lnTo>
                  <a:lnTo>
                    <a:pt x="40673" y="618221"/>
                  </a:lnTo>
                  <a:lnTo>
                    <a:pt x="41341" y="618221"/>
                  </a:lnTo>
                  <a:lnTo>
                    <a:pt x="42009" y="618221"/>
                  </a:lnTo>
                  <a:lnTo>
                    <a:pt x="42677" y="798107"/>
                  </a:lnTo>
                  <a:lnTo>
                    <a:pt x="43345" y="797895"/>
                  </a:lnTo>
                  <a:lnTo>
                    <a:pt x="44013" y="719061"/>
                  </a:lnTo>
                  <a:lnTo>
                    <a:pt x="44681" y="676933"/>
                  </a:lnTo>
                  <a:lnTo>
                    <a:pt x="45349" y="676933"/>
                  </a:lnTo>
                  <a:lnTo>
                    <a:pt x="46017" y="676933"/>
                  </a:lnTo>
                  <a:lnTo>
                    <a:pt x="46685" y="646351"/>
                  </a:lnTo>
                  <a:lnTo>
                    <a:pt x="47353" y="658405"/>
                  </a:lnTo>
                  <a:lnTo>
                    <a:pt x="48021" y="617191"/>
                  </a:lnTo>
                  <a:lnTo>
                    <a:pt x="48689" y="583901"/>
                  </a:lnTo>
                  <a:lnTo>
                    <a:pt x="49357" y="562651"/>
                  </a:lnTo>
                  <a:lnTo>
                    <a:pt x="50025" y="562651"/>
                  </a:lnTo>
                  <a:lnTo>
                    <a:pt x="50693" y="562651"/>
                  </a:lnTo>
                  <a:lnTo>
                    <a:pt x="51362" y="562651"/>
                  </a:lnTo>
                  <a:lnTo>
                    <a:pt x="52030" y="562651"/>
                  </a:lnTo>
                  <a:lnTo>
                    <a:pt x="52698" y="543953"/>
                  </a:lnTo>
                  <a:lnTo>
                    <a:pt x="53366" y="532269"/>
                  </a:lnTo>
                  <a:lnTo>
                    <a:pt x="54034" y="335977"/>
                  </a:lnTo>
                  <a:lnTo>
                    <a:pt x="54702" y="328530"/>
                  </a:lnTo>
                  <a:lnTo>
                    <a:pt x="55370" y="313895"/>
                  </a:lnTo>
                  <a:lnTo>
                    <a:pt x="56038" y="313895"/>
                  </a:lnTo>
                  <a:lnTo>
                    <a:pt x="56706" y="356281"/>
                  </a:lnTo>
                  <a:lnTo>
                    <a:pt x="57374" y="379937"/>
                  </a:lnTo>
                  <a:lnTo>
                    <a:pt x="58042" y="374603"/>
                  </a:lnTo>
                  <a:lnTo>
                    <a:pt x="58710" y="453766"/>
                  </a:lnTo>
                  <a:lnTo>
                    <a:pt x="59378" y="415765"/>
                  </a:lnTo>
                  <a:lnTo>
                    <a:pt x="60046" y="316311"/>
                  </a:lnTo>
                  <a:lnTo>
                    <a:pt x="60714" y="313895"/>
                  </a:lnTo>
                  <a:lnTo>
                    <a:pt x="61382" y="313895"/>
                  </a:lnTo>
                  <a:lnTo>
                    <a:pt x="62050" y="276462"/>
                  </a:lnTo>
                  <a:lnTo>
                    <a:pt x="62718" y="232611"/>
                  </a:lnTo>
                  <a:lnTo>
                    <a:pt x="63386" y="203643"/>
                  </a:lnTo>
                  <a:lnTo>
                    <a:pt x="64054" y="241139"/>
                  </a:lnTo>
                  <a:lnTo>
                    <a:pt x="64722" y="245447"/>
                  </a:lnTo>
                  <a:lnTo>
                    <a:pt x="65390" y="191628"/>
                  </a:lnTo>
                  <a:lnTo>
                    <a:pt x="66058" y="145742"/>
                  </a:lnTo>
                  <a:lnTo>
                    <a:pt x="66726" y="104712"/>
                  </a:lnTo>
                  <a:lnTo>
                    <a:pt x="67394" y="238023"/>
                  </a:lnTo>
                  <a:lnTo>
                    <a:pt x="68062" y="252619"/>
                  </a:lnTo>
                  <a:lnTo>
                    <a:pt x="68730" y="274607"/>
                  </a:lnTo>
                  <a:lnTo>
                    <a:pt x="69398" y="310241"/>
                  </a:lnTo>
                  <a:lnTo>
                    <a:pt x="70066" y="380370"/>
                  </a:lnTo>
                  <a:lnTo>
                    <a:pt x="70734" y="453392"/>
                  </a:lnTo>
                  <a:lnTo>
                    <a:pt x="71402" y="392552"/>
                  </a:lnTo>
                  <a:lnTo>
                    <a:pt x="72070" y="377812"/>
                  </a:lnTo>
                  <a:lnTo>
                    <a:pt x="72738" y="379361"/>
                  </a:lnTo>
                  <a:lnTo>
                    <a:pt x="73406" y="388741"/>
                  </a:lnTo>
                  <a:lnTo>
                    <a:pt x="74074" y="401468"/>
                  </a:lnTo>
                  <a:lnTo>
                    <a:pt x="74742" y="368594"/>
                  </a:lnTo>
                  <a:lnTo>
                    <a:pt x="75410" y="379361"/>
                  </a:lnTo>
                  <a:lnTo>
                    <a:pt x="76079" y="417750"/>
                  </a:lnTo>
                  <a:lnTo>
                    <a:pt x="76747" y="456886"/>
                  </a:lnTo>
                  <a:lnTo>
                    <a:pt x="77415" y="515037"/>
                  </a:lnTo>
                  <a:lnTo>
                    <a:pt x="78083" y="532423"/>
                  </a:lnTo>
                  <a:lnTo>
                    <a:pt x="78751" y="353612"/>
                  </a:lnTo>
                  <a:lnTo>
                    <a:pt x="79419" y="315501"/>
                  </a:lnTo>
                  <a:lnTo>
                    <a:pt x="80087" y="308497"/>
                  </a:lnTo>
                  <a:lnTo>
                    <a:pt x="80755" y="369533"/>
                  </a:lnTo>
                  <a:lnTo>
                    <a:pt x="81423" y="447329"/>
                  </a:lnTo>
                  <a:lnTo>
                    <a:pt x="82091" y="434128"/>
                  </a:lnTo>
                  <a:lnTo>
                    <a:pt x="82759" y="313895"/>
                  </a:lnTo>
                  <a:lnTo>
                    <a:pt x="83427" y="333485"/>
                  </a:lnTo>
                  <a:lnTo>
                    <a:pt x="84095" y="364068"/>
                  </a:lnTo>
                  <a:lnTo>
                    <a:pt x="84763" y="462872"/>
                  </a:lnTo>
                  <a:lnTo>
                    <a:pt x="85431" y="544392"/>
                  </a:lnTo>
                  <a:lnTo>
                    <a:pt x="86099" y="544392"/>
                  </a:lnTo>
                  <a:lnTo>
                    <a:pt x="86767" y="544392"/>
                  </a:lnTo>
                  <a:lnTo>
                    <a:pt x="87435" y="544392"/>
                  </a:lnTo>
                  <a:lnTo>
                    <a:pt x="88103" y="544392"/>
                  </a:lnTo>
                  <a:lnTo>
                    <a:pt x="88771" y="598933"/>
                  </a:lnTo>
                  <a:lnTo>
                    <a:pt x="89439" y="684263"/>
                  </a:lnTo>
                  <a:lnTo>
                    <a:pt x="90107" y="701921"/>
                  </a:lnTo>
                  <a:lnTo>
                    <a:pt x="90775" y="701921"/>
                  </a:lnTo>
                  <a:lnTo>
                    <a:pt x="91443" y="701921"/>
                  </a:lnTo>
                  <a:lnTo>
                    <a:pt x="92111" y="783068"/>
                  </a:lnTo>
                  <a:lnTo>
                    <a:pt x="92779" y="798546"/>
                  </a:lnTo>
                  <a:lnTo>
                    <a:pt x="93447" y="798546"/>
                  </a:lnTo>
                  <a:lnTo>
                    <a:pt x="94115" y="798546"/>
                  </a:lnTo>
                  <a:lnTo>
                    <a:pt x="94783" y="798546"/>
                  </a:lnTo>
                  <a:lnTo>
                    <a:pt x="95451" y="798546"/>
                  </a:lnTo>
                  <a:lnTo>
                    <a:pt x="96119" y="798546"/>
                  </a:lnTo>
                  <a:lnTo>
                    <a:pt x="96787" y="798546"/>
                  </a:lnTo>
                  <a:lnTo>
                    <a:pt x="97455" y="798546"/>
                  </a:lnTo>
                  <a:lnTo>
                    <a:pt x="98123" y="798546"/>
                  </a:lnTo>
                  <a:lnTo>
                    <a:pt x="98791" y="798546"/>
                  </a:lnTo>
                  <a:lnTo>
                    <a:pt x="99459" y="798546"/>
                  </a:lnTo>
                  <a:lnTo>
                    <a:pt x="100127" y="798546"/>
                  </a:lnTo>
                  <a:lnTo>
                    <a:pt x="100796" y="798546"/>
                  </a:lnTo>
                  <a:lnTo>
                    <a:pt x="101464" y="798546"/>
                  </a:lnTo>
                  <a:lnTo>
                    <a:pt x="102132" y="793344"/>
                  </a:lnTo>
                  <a:lnTo>
                    <a:pt x="102800" y="701921"/>
                  </a:lnTo>
                  <a:lnTo>
                    <a:pt x="103468" y="614315"/>
                  </a:lnTo>
                  <a:lnTo>
                    <a:pt x="104136" y="544392"/>
                  </a:lnTo>
                  <a:lnTo>
                    <a:pt x="104804" y="544392"/>
                  </a:lnTo>
                  <a:lnTo>
                    <a:pt x="105472" y="544392"/>
                  </a:lnTo>
                  <a:lnTo>
                    <a:pt x="106140" y="544392"/>
                  </a:lnTo>
                  <a:lnTo>
                    <a:pt x="106808" y="534031"/>
                  </a:lnTo>
                  <a:lnTo>
                    <a:pt x="107476" y="478350"/>
                  </a:lnTo>
                  <a:lnTo>
                    <a:pt x="108144" y="478350"/>
                  </a:lnTo>
                  <a:lnTo>
                    <a:pt x="108812" y="478350"/>
                  </a:lnTo>
                  <a:lnTo>
                    <a:pt x="109480" y="438876"/>
                  </a:lnTo>
                  <a:lnTo>
                    <a:pt x="110148" y="418608"/>
                  </a:lnTo>
                  <a:lnTo>
                    <a:pt x="110816" y="418608"/>
                  </a:lnTo>
                  <a:lnTo>
                    <a:pt x="111484" y="418608"/>
                  </a:lnTo>
                  <a:lnTo>
                    <a:pt x="112152" y="404521"/>
                  </a:lnTo>
                  <a:lnTo>
                    <a:pt x="112820" y="418608"/>
                  </a:lnTo>
                  <a:lnTo>
                    <a:pt x="113488" y="430109"/>
                  </a:lnTo>
                  <a:lnTo>
                    <a:pt x="114156" y="478350"/>
                  </a:lnTo>
                  <a:lnTo>
                    <a:pt x="114824" y="478350"/>
                  </a:lnTo>
                  <a:lnTo>
                    <a:pt x="115492" y="478350"/>
                  </a:lnTo>
                  <a:lnTo>
                    <a:pt x="116160" y="478350"/>
                  </a:lnTo>
                  <a:lnTo>
                    <a:pt x="116828" y="487824"/>
                  </a:lnTo>
                  <a:lnTo>
                    <a:pt x="117496" y="544392"/>
                  </a:lnTo>
                  <a:lnTo>
                    <a:pt x="118164" y="544392"/>
                  </a:lnTo>
                  <a:lnTo>
                    <a:pt x="118832" y="702058"/>
                  </a:lnTo>
                  <a:lnTo>
                    <a:pt x="119500" y="756430"/>
                  </a:lnTo>
                  <a:lnTo>
                    <a:pt x="120168" y="742975"/>
                  </a:lnTo>
                  <a:lnTo>
                    <a:pt x="120473" y="80058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757082" y="3532311"/>
              <a:ext cx="36857" cy="492087"/>
            </a:xfrm>
            <a:custGeom>
              <a:avLst/>
              <a:pathLst>
                <a:path w="36857" h="492087">
                  <a:moveTo>
                    <a:pt x="0" y="492087"/>
                  </a:moveTo>
                  <a:lnTo>
                    <a:pt x="108" y="489609"/>
                  </a:lnTo>
                  <a:lnTo>
                    <a:pt x="776" y="461798"/>
                  </a:lnTo>
                  <a:lnTo>
                    <a:pt x="1444" y="235894"/>
                  </a:lnTo>
                  <a:lnTo>
                    <a:pt x="2112" y="235894"/>
                  </a:lnTo>
                  <a:lnTo>
                    <a:pt x="2780" y="195440"/>
                  </a:lnTo>
                  <a:lnTo>
                    <a:pt x="3448" y="160520"/>
                  </a:lnTo>
                  <a:lnTo>
                    <a:pt x="4116" y="93244"/>
                  </a:lnTo>
                  <a:lnTo>
                    <a:pt x="4784" y="212380"/>
                  </a:lnTo>
                  <a:lnTo>
                    <a:pt x="5452" y="178092"/>
                  </a:lnTo>
                  <a:lnTo>
                    <a:pt x="6120" y="91710"/>
                  </a:lnTo>
                  <a:lnTo>
                    <a:pt x="6788" y="35827"/>
                  </a:lnTo>
                  <a:lnTo>
                    <a:pt x="7456" y="17657"/>
                  </a:lnTo>
                  <a:lnTo>
                    <a:pt x="8124" y="35828"/>
                  </a:lnTo>
                  <a:lnTo>
                    <a:pt x="8792" y="33987"/>
                  </a:lnTo>
                  <a:lnTo>
                    <a:pt x="9460" y="0"/>
                  </a:lnTo>
                  <a:lnTo>
                    <a:pt x="10128" y="0"/>
                  </a:lnTo>
                  <a:lnTo>
                    <a:pt x="10796" y="5245"/>
                  </a:lnTo>
                  <a:lnTo>
                    <a:pt x="11464" y="35827"/>
                  </a:lnTo>
                  <a:lnTo>
                    <a:pt x="12132" y="35827"/>
                  </a:lnTo>
                  <a:lnTo>
                    <a:pt x="12800" y="58350"/>
                  </a:lnTo>
                  <a:lnTo>
                    <a:pt x="13468" y="79732"/>
                  </a:lnTo>
                  <a:lnTo>
                    <a:pt x="14136" y="85693"/>
                  </a:lnTo>
                  <a:lnTo>
                    <a:pt x="14805" y="114677"/>
                  </a:lnTo>
                  <a:lnTo>
                    <a:pt x="15473" y="145583"/>
                  </a:lnTo>
                  <a:lnTo>
                    <a:pt x="16141" y="84978"/>
                  </a:lnTo>
                  <a:lnTo>
                    <a:pt x="16809" y="169852"/>
                  </a:lnTo>
                  <a:lnTo>
                    <a:pt x="17477" y="215341"/>
                  </a:lnTo>
                  <a:lnTo>
                    <a:pt x="18145" y="235894"/>
                  </a:lnTo>
                  <a:lnTo>
                    <a:pt x="18813" y="305818"/>
                  </a:lnTo>
                  <a:lnTo>
                    <a:pt x="19481" y="393423"/>
                  </a:lnTo>
                  <a:lnTo>
                    <a:pt x="20149" y="393423"/>
                  </a:lnTo>
                  <a:lnTo>
                    <a:pt x="20817" y="393423"/>
                  </a:lnTo>
                  <a:lnTo>
                    <a:pt x="21485" y="393423"/>
                  </a:lnTo>
                  <a:lnTo>
                    <a:pt x="22153" y="393423"/>
                  </a:lnTo>
                  <a:lnTo>
                    <a:pt x="22821" y="393423"/>
                  </a:lnTo>
                  <a:lnTo>
                    <a:pt x="23489" y="393423"/>
                  </a:lnTo>
                  <a:lnTo>
                    <a:pt x="24157" y="490048"/>
                  </a:lnTo>
                  <a:lnTo>
                    <a:pt x="24825" y="490048"/>
                  </a:lnTo>
                  <a:lnTo>
                    <a:pt x="25493" y="490048"/>
                  </a:lnTo>
                  <a:lnTo>
                    <a:pt x="26161" y="490048"/>
                  </a:lnTo>
                  <a:lnTo>
                    <a:pt x="26829" y="490048"/>
                  </a:lnTo>
                  <a:lnTo>
                    <a:pt x="27497" y="490048"/>
                  </a:lnTo>
                  <a:lnTo>
                    <a:pt x="28165" y="490048"/>
                  </a:lnTo>
                  <a:lnTo>
                    <a:pt x="28833" y="490048"/>
                  </a:lnTo>
                  <a:lnTo>
                    <a:pt x="29501" y="490048"/>
                  </a:lnTo>
                  <a:lnTo>
                    <a:pt x="30169" y="490048"/>
                  </a:lnTo>
                  <a:lnTo>
                    <a:pt x="30837" y="490048"/>
                  </a:lnTo>
                  <a:lnTo>
                    <a:pt x="31505" y="490048"/>
                  </a:lnTo>
                  <a:lnTo>
                    <a:pt x="32173" y="490048"/>
                  </a:lnTo>
                  <a:lnTo>
                    <a:pt x="32841" y="490048"/>
                  </a:lnTo>
                  <a:lnTo>
                    <a:pt x="33509" y="490048"/>
                  </a:lnTo>
                  <a:lnTo>
                    <a:pt x="34177" y="490048"/>
                  </a:lnTo>
                  <a:lnTo>
                    <a:pt x="34845" y="490048"/>
                  </a:lnTo>
                  <a:lnTo>
                    <a:pt x="35513" y="490048"/>
                  </a:lnTo>
                  <a:lnTo>
                    <a:pt x="36181" y="490048"/>
                  </a:lnTo>
                  <a:lnTo>
                    <a:pt x="36849" y="490048"/>
                  </a:lnTo>
                  <a:lnTo>
                    <a:pt x="36857" y="4920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805948" y="3535303"/>
              <a:ext cx="80428" cy="489095"/>
            </a:xfrm>
            <a:custGeom>
              <a:avLst/>
              <a:pathLst>
                <a:path w="80428" h="489095">
                  <a:moveTo>
                    <a:pt x="0" y="489095"/>
                  </a:moveTo>
                  <a:lnTo>
                    <a:pt x="8" y="487056"/>
                  </a:lnTo>
                  <a:lnTo>
                    <a:pt x="676" y="487056"/>
                  </a:lnTo>
                  <a:lnTo>
                    <a:pt x="1344" y="487056"/>
                  </a:lnTo>
                  <a:lnTo>
                    <a:pt x="2012" y="487056"/>
                  </a:lnTo>
                  <a:lnTo>
                    <a:pt x="2680" y="471578"/>
                  </a:lnTo>
                  <a:lnTo>
                    <a:pt x="3348" y="390431"/>
                  </a:lnTo>
                  <a:lnTo>
                    <a:pt x="4016" y="390431"/>
                  </a:lnTo>
                  <a:lnTo>
                    <a:pt x="4684" y="355599"/>
                  </a:lnTo>
                  <a:lnTo>
                    <a:pt x="5352" y="306731"/>
                  </a:lnTo>
                  <a:lnTo>
                    <a:pt x="6020" y="306731"/>
                  </a:lnTo>
                  <a:lnTo>
                    <a:pt x="6688" y="306731"/>
                  </a:lnTo>
                  <a:lnTo>
                    <a:pt x="7356" y="306731"/>
                  </a:lnTo>
                  <a:lnTo>
                    <a:pt x="8024" y="306731"/>
                  </a:lnTo>
                  <a:lnTo>
                    <a:pt x="8692" y="306731"/>
                  </a:lnTo>
                  <a:lnTo>
                    <a:pt x="9360" y="306731"/>
                  </a:lnTo>
                  <a:lnTo>
                    <a:pt x="10028" y="306731"/>
                  </a:lnTo>
                  <a:lnTo>
                    <a:pt x="10696" y="306731"/>
                  </a:lnTo>
                  <a:lnTo>
                    <a:pt x="11364" y="306731"/>
                  </a:lnTo>
                  <a:lnTo>
                    <a:pt x="12032" y="306731"/>
                  </a:lnTo>
                  <a:lnTo>
                    <a:pt x="12700" y="318596"/>
                  </a:lnTo>
                  <a:lnTo>
                    <a:pt x="13368" y="390431"/>
                  </a:lnTo>
                  <a:lnTo>
                    <a:pt x="14036" y="390431"/>
                  </a:lnTo>
                  <a:lnTo>
                    <a:pt x="14704" y="427314"/>
                  </a:lnTo>
                  <a:lnTo>
                    <a:pt x="15372" y="487056"/>
                  </a:lnTo>
                  <a:lnTo>
                    <a:pt x="16040" y="487056"/>
                  </a:lnTo>
                  <a:lnTo>
                    <a:pt x="16708" y="487056"/>
                  </a:lnTo>
                  <a:lnTo>
                    <a:pt x="17377" y="487056"/>
                  </a:lnTo>
                  <a:lnTo>
                    <a:pt x="18045" y="487056"/>
                  </a:lnTo>
                  <a:lnTo>
                    <a:pt x="18713" y="487056"/>
                  </a:lnTo>
                  <a:lnTo>
                    <a:pt x="19381" y="399451"/>
                  </a:lnTo>
                  <a:lnTo>
                    <a:pt x="20049" y="390431"/>
                  </a:lnTo>
                  <a:lnTo>
                    <a:pt x="20717" y="390431"/>
                  </a:lnTo>
                  <a:lnTo>
                    <a:pt x="21385" y="390431"/>
                  </a:lnTo>
                  <a:lnTo>
                    <a:pt x="22053" y="390431"/>
                  </a:lnTo>
                  <a:lnTo>
                    <a:pt x="22721" y="390431"/>
                  </a:lnTo>
                  <a:lnTo>
                    <a:pt x="23389" y="381540"/>
                  </a:lnTo>
                  <a:lnTo>
                    <a:pt x="24057" y="306731"/>
                  </a:lnTo>
                  <a:lnTo>
                    <a:pt x="24725" y="306731"/>
                  </a:lnTo>
                  <a:lnTo>
                    <a:pt x="25393" y="306731"/>
                  </a:lnTo>
                  <a:lnTo>
                    <a:pt x="26061" y="306731"/>
                  </a:lnTo>
                  <a:lnTo>
                    <a:pt x="26729" y="306731"/>
                  </a:lnTo>
                  <a:lnTo>
                    <a:pt x="27397" y="306731"/>
                  </a:lnTo>
                  <a:lnTo>
                    <a:pt x="28065" y="306731"/>
                  </a:lnTo>
                  <a:lnTo>
                    <a:pt x="28733" y="306731"/>
                  </a:lnTo>
                  <a:lnTo>
                    <a:pt x="29401" y="381540"/>
                  </a:lnTo>
                  <a:lnTo>
                    <a:pt x="30069" y="390431"/>
                  </a:lnTo>
                  <a:lnTo>
                    <a:pt x="30737" y="390431"/>
                  </a:lnTo>
                  <a:lnTo>
                    <a:pt x="31405" y="390431"/>
                  </a:lnTo>
                  <a:lnTo>
                    <a:pt x="32073" y="390431"/>
                  </a:lnTo>
                  <a:lnTo>
                    <a:pt x="32741" y="390431"/>
                  </a:lnTo>
                  <a:lnTo>
                    <a:pt x="33409" y="399451"/>
                  </a:lnTo>
                  <a:lnTo>
                    <a:pt x="34077" y="487056"/>
                  </a:lnTo>
                  <a:lnTo>
                    <a:pt x="34745" y="487056"/>
                  </a:lnTo>
                  <a:lnTo>
                    <a:pt x="35413" y="487056"/>
                  </a:lnTo>
                  <a:lnTo>
                    <a:pt x="36081" y="487056"/>
                  </a:lnTo>
                  <a:lnTo>
                    <a:pt x="36749" y="487056"/>
                  </a:lnTo>
                  <a:lnTo>
                    <a:pt x="37417" y="487056"/>
                  </a:lnTo>
                  <a:lnTo>
                    <a:pt x="38085" y="487056"/>
                  </a:lnTo>
                  <a:lnTo>
                    <a:pt x="38753" y="487056"/>
                  </a:lnTo>
                  <a:lnTo>
                    <a:pt x="39421" y="487056"/>
                  </a:lnTo>
                  <a:lnTo>
                    <a:pt x="40089" y="487056"/>
                  </a:lnTo>
                  <a:lnTo>
                    <a:pt x="40757" y="476695"/>
                  </a:lnTo>
                  <a:lnTo>
                    <a:pt x="41426" y="390431"/>
                  </a:lnTo>
                  <a:lnTo>
                    <a:pt x="42094" y="390431"/>
                  </a:lnTo>
                  <a:lnTo>
                    <a:pt x="42762" y="390431"/>
                  </a:lnTo>
                  <a:lnTo>
                    <a:pt x="43430" y="390431"/>
                  </a:lnTo>
                  <a:lnTo>
                    <a:pt x="44098" y="390431"/>
                  </a:lnTo>
                  <a:lnTo>
                    <a:pt x="44766" y="390431"/>
                  </a:lnTo>
                  <a:lnTo>
                    <a:pt x="45434" y="390431"/>
                  </a:lnTo>
                  <a:lnTo>
                    <a:pt x="46102" y="368436"/>
                  </a:lnTo>
                  <a:lnTo>
                    <a:pt x="46770" y="306731"/>
                  </a:lnTo>
                  <a:lnTo>
                    <a:pt x="47438" y="306731"/>
                  </a:lnTo>
                  <a:lnTo>
                    <a:pt x="48106" y="243438"/>
                  </a:lnTo>
                  <a:lnTo>
                    <a:pt x="48774" y="232903"/>
                  </a:lnTo>
                  <a:lnTo>
                    <a:pt x="49442" y="232903"/>
                  </a:lnTo>
                  <a:lnTo>
                    <a:pt x="50110" y="232903"/>
                  </a:lnTo>
                  <a:lnTo>
                    <a:pt x="50778" y="239906"/>
                  </a:lnTo>
                  <a:lnTo>
                    <a:pt x="51446" y="306731"/>
                  </a:lnTo>
                  <a:lnTo>
                    <a:pt x="52114" y="306731"/>
                  </a:lnTo>
                  <a:lnTo>
                    <a:pt x="52782" y="306731"/>
                  </a:lnTo>
                  <a:lnTo>
                    <a:pt x="53450" y="306731"/>
                  </a:lnTo>
                  <a:lnTo>
                    <a:pt x="54118" y="298945"/>
                  </a:lnTo>
                  <a:lnTo>
                    <a:pt x="54786" y="232903"/>
                  </a:lnTo>
                  <a:lnTo>
                    <a:pt x="55454" y="170003"/>
                  </a:lnTo>
                  <a:lnTo>
                    <a:pt x="56122" y="60463"/>
                  </a:lnTo>
                  <a:lnTo>
                    <a:pt x="56790" y="9680"/>
                  </a:lnTo>
                  <a:lnTo>
                    <a:pt x="57458" y="2406"/>
                  </a:lnTo>
                  <a:lnTo>
                    <a:pt x="58126" y="44791"/>
                  </a:lnTo>
                  <a:lnTo>
                    <a:pt x="58794" y="52578"/>
                  </a:lnTo>
                  <a:lnTo>
                    <a:pt x="59462" y="52578"/>
                  </a:lnTo>
                  <a:lnTo>
                    <a:pt x="60130" y="52578"/>
                  </a:lnTo>
                  <a:lnTo>
                    <a:pt x="60798" y="52578"/>
                  </a:lnTo>
                  <a:lnTo>
                    <a:pt x="61466" y="14577"/>
                  </a:lnTo>
                  <a:lnTo>
                    <a:pt x="62134" y="2406"/>
                  </a:lnTo>
                  <a:lnTo>
                    <a:pt x="62802" y="2406"/>
                  </a:lnTo>
                  <a:lnTo>
                    <a:pt x="63470" y="2406"/>
                  </a:lnTo>
                  <a:lnTo>
                    <a:pt x="64138" y="7246"/>
                  </a:lnTo>
                  <a:lnTo>
                    <a:pt x="64806" y="9680"/>
                  </a:lnTo>
                  <a:lnTo>
                    <a:pt x="65474" y="0"/>
                  </a:lnTo>
                  <a:lnTo>
                    <a:pt x="66143" y="112843"/>
                  </a:lnTo>
                  <a:lnTo>
                    <a:pt x="66811" y="222542"/>
                  </a:lnTo>
                  <a:lnTo>
                    <a:pt x="67479" y="232903"/>
                  </a:lnTo>
                  <a:lnTo>
                    <a:pt x="68147" y="232903"/>
                  </a:lnTo>
                  <a:lnTo>
                    <a:pt x="68815" y="232903"/>
                  </a:lnTo>
                  <a:lnTo>
                    <a:pt x="69483" y="232903"/>
                  </a:lnTo>
                  <a:lnTo>
                    <a:pt x="70151" y="232903"/>
                  </a:lnTo>
                  <a:lnTo>
                    <a:pt x="70819" y="166861"/>
                  </a:lnTo>
                  <a:lnTo>
                    <a:pt x="71487" y="215729"/>
                  </a:lnTo>
                  <a:lnTo>
                    <a:pt x="72155" y="232903"/>
                  </a:lnTo>
                  <a:lnTo>
                    <a:pt x="72823" y="232903"/>
                  </a:lnTo>
                  <a:lnTo>
                    <a:pt x="73491" y="232903"/>
                  </a:lnTo>
                  <a:lnTo>
                    <a:pt x="74159" y="232903"/>
                  </a:lnTo>
                  <a:lnTo>
                    <a:pt x="74827" y="295087"/>
                  </a:lnTo>
                  <a:lnTo>
                    <a:pt x="75495" y="390431"/>
                  </a:lnTo>
                  <a:lnTo>
                    <a:pt x="76163" y="390431"/>
                  </a:lnTo>
                  <a:lnTo>
                    <a:pt x="76831" y="390431"/>
                  </a:lnTo>
                  <a:lnTo>
                    <a:pt x="77499" y="390431"/>
                  </a:lnTo>
                  <a:lnTo>
                    <a:pt x="78167" y="390431"/>
                  </a:lnTo>
                  <a:lnTo>
                    <a:pt x="78835" y="390431"/>
                  </a:lnTo>
                  <a:lnTo>
                    <a:pt x="79503" y="390431"/>
                  </a:lnTo>
                  <a:lnTo>
                    <a:pt x="80171" y="390431"/>
                  </a:lnTo>
                  <a:lnTo>
                    <a:pt x="80428" y="48909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4897732" y="3642422"/>
              <a:ext cx="125062" cy="381976"/>
            </a:xfrm>
            <a:custGeom>
              <a:avLst/>
              <a:pathLst>
                <a:path w="125062" h="381976">
                  <a:moveTo>
                    <a:pt x="0" y="381976"/>
                  </a:moveTo>
                  <a:lnTo>
                    <a:pt x="412" y="283313"/>
                  </a:lnTo>
                  <a:lnTo>
                    <a:pt x="1080" y="265655"/>
                  </a:lnTo>
                  <a:lnTo>
                    <a:pt x="1748" y="199612"/>
                  </a:lnTo>
                  <a:lnTo>
                    <a:pt x="2416" y="199612"/>
                  </a:lnTo>
                  <a:lnTo>
                    <a:pt x="3084" y="199612"/>
                  </a:lnTo>
                  <a:lnTo>
                    <a:pt x="3752" y="199612"/>
                  </a:lnTo>
                  <a:lnTo>
                    <a:pt x="4420" y="199612"/>
                  </a:lnTo>
                  <a:lnTo>
                    <a:pt x="5088" y="199612"/>
                  </a:lnTo>
                  <a:lnTo>
                    <a:pt x="5756" y="199612"/>
                  </a:lnTo>
                  <a:lnTo>
                    <a:pt x="6424" y="199612"/>
                  </a:lnTo>
                  <a:lnTo>
                    <a:pt x="7092" y="199612"/>
                  </a:lnTo>
                  <a:lnTo>
                    <a:pt x="7760" y="227654"/>
                  </a:lnTo>
                  <a:lnTo>
                    <a:pt x="8428" y="283313"/>
                  </a:lnTo>
                  <a:lnTo>
                    <a:pt x="9096" y="283313"/>
                  </a:lnTo>
                  <a:lnTo>
                    <a:pt x="9764" y="283313"/>
                  </a:lnTo>
                  <a:lnTo>
                    <a:pt x="10432" y="283313"/>
                  </a:lnTo>
                  <a:lnTo>
                    <a:pt x="11100" y="301482"/>
                  </a:lnTo>
                  <a:lnTo>
                    <a:pt x="11768" y="292332"/>
                  </a:lnTo>
                  <a:lnTo>
                    <a:pt x="12436" y="283313"/>
                  </a:lnTo>
                  <a:lnTo>
                    <a:pt x="13104" y="283313"/>
                  </a:lnTo>
                  <a:lnTo>
                    <a:pt x="13772" y="283313"/>
                  </a:lnTo>
                  <a:lnTo>
                    <a:pt x="14440" y="283313"/>
                  </a:lnTo>
                  <a:lnTo>
                    <a:pt x="15108" y="283313"/>
                  </a:lnTo>
                  <a:lnTo>
                    <a:pt x="15776" y="283313"/>
                  </a:lnTo>
                  <a:lnTo>
                    <a:pt x="16444" y="283313"/>
                  </a:lnTo>
                  <a:lnTo>
                    <a:pt x="17112" y="257009"/>
                  </a:lnTo>
                  <a:lnTo>
                    <a:pt x="17780" y="303335"/>
                  </a:lnTo>
                  <a:lnTo>
                    <a:pt x="18448" y="305670"/>
                  </a:lnTo>
                  <a:lnTo>
                    <a:pt x="19116" y="270764"/>
                  </a:lnTo>
                  <a:lnTo>
                    <a:pt x="19785" y="258325"/>
                  </a:lnTo>
                  <a:lnTo>
                    <a:pt x="20453" y="258325"/>
                  </a:lnTo>
                  <a:lnTo>
                    <a:pt x="21121" y="258325"/>
                  </a:lnTo>
                  <a:lnTo>
                    <a:pt x="21789" y="317441"/>
                  </a:lnTo>
                  <a:lnTo>
                    <a:pt x="22457" y="324367"/>
                  </a:lnTo>
                  <a:lnTo>
                    <a:pt x="23125" y="264625"/>
                  </a:lnTo>
                  <a:lnTo>
                    <a:pt x="23793" y="192910"/>
                  </a:lnTo>
                  <a:lnTo>
                    <a:pt x="24461" y="268551"/>
                  </a:lnTo>
                  <a:lnTo>
                    <a:pt x="25129" y="172903"/>
                  </a:lnTo>
                  <a:lnTo>
                    <a:pt x="25797" y="120725"/>
                  </a:lnTo>
                  <a:lnTo>
                    <a:pt x="26465" y="180931"/>
                  </a:lnTo>
                  <a:lnTo>
                    <a:pt x="27133" y="140596"/>
                  </a:lnTo>
                  <a:lnTo>
                    <a:pt x="27801" y="171460"/>
                  </a:lnTo>
                  <a:lnTo>
                    <a:pt x="28469" y="175136"/>
                  </a:lnTo>
                  <a:lnTo>
                    <a:pt x="29137" y="97143"/>
                  </a:lnTo>
                  <a:lnTo>
                    <a:pt x="29805" y="106861"/>
                  </a:lnTo>
                  <a:lnTo>
                    <a:pt x="30473" y="106861"/>
                  </a:lnTo>
                  <a:lnTo>
                    <a:pt x="31141" y="106861"/>
                  </a:lnTo>
                  <a:lnTo>
                    <a:pt x="31809" y="97143"/>
                  </a:lnTo>
                  <a:lnTo>
                    <a:pt x="32477" y="68860"/>
                  </a:lnTo>
                  <a:lnTo>
                    <a:pt x="33145" y="102955"/>
                  </a:lnTo>
                  <a:lnTo>
                    <a:pt x="33813" y="151508"/>
                  </a:lnTo>
                  <a:lnTo>
                    <a:pt x="34481" y="70213"/>
                  </a:lnTo>
                  <a:lnTo>
                    <a:pt x="35149" y="165292"/>
                  </a:lnTo>
                  <a:lnTo>
                    <a:pt x="35817" y="236761"/>
                  </a:lnTo>
                  <a:lnTo>
                    <a:pt x="36485" y="95201"/>
                  </a:lnTo>
                  <a:lnTo>
                    <a:pt x="37153" y="195707"/>
                  </a:lnTo>
                  <a:lnTo>
                    <a:pt x="37821" y="270023"/>
                  </a:lnTo>
                  <a:lnTo>
                    <a:pt x="38489" y="283313"/>
                  </a:lnTo>
                  <a:lnTo>
                    <a:pt x="39157" y="283313"/>
                  </a:lnTo>
                  <a:lnTo>
                    <a:pt x="39825" y="283313"/>
                  </a:lnTo>
                  <a:lnTo>
                    <a:pt x="40493" y="283313"/>
                  </a:lnTo>
                  <a:lnTo>
                    <a:pt x="41161" y="283313"/>
                  </a:lnTo>
                  <a:lnTo>
                    <a:pt x="41829" y="306108"/>
                  </a:lnTo>
                  <a:lnTo>
                    <a:pt x="42497" y="379937"/>
                  </a:lnTo>
                  <a:lnTo>
                    <a:pt x="43165" y="379937"/>
                  </a:lnTo>
                  <a:lnTo>
                    <a:pt x="43833" y="379937"/>
                  </a:lnTo>
                  <a:lnTo>
                    <a:pt x="44502" y="379937"/>
                  </a:lnTo>
                  <a:lnTo>
                    <a:pt x="45170" y="379937"/>
                  </a:lnTo>
                  <a:lnTo>
                    <a:pt x="45838" y="334605"/>
                  </a:lnTo>
                  <a:lnTo>
                    <a:pt x="46506" y="283313"/>
                  </a:lnTo>
                  <a:lnTo>
                    <a:pt x="47174" y="231764"/>
                  </a:lnTo>
                  <a:lnTo>
                    <a:pt x="47842" y="199612"/>
                  </a:lnTo>
                  <a:lnTo>
                    <a:pt x="48510" y="199612"/>
                  </a:lnTo>
                  <a:lnTo>
                    <a:pt x="49178" y="199612"/>
                  </a:lnTo>
                  <a:lnTo>
                    <a:pt x="49846" y="199612"/>
                  </a:lnTo>
                  <a:lnTo>
                    <a:pt x="50514" y="199612"/>
                  </a:lnTo>
                  <a:lnTo>
                    <a:pt x="51182" y="157935"/>
                  </a:lnTo>
                  <a:lnTo>
                    <a:pt x="51850" y="125784"/>
                  </a:lnTo>
                  <a:lnTo>
                    <a:pt x="52518" y="125784"/>
                  </a:lnTo>
                  <a:lnTo>
                    <a:pt x="53186" y="125784"/>
                  </a:lnTo>
                  <a:lnTo>
                    <a:pt x="53854" y="125784"/>
                  </a:lnTo>
                  <a:lnTo>
                    <a:pt x="54522" y="125784"/>
                  </a:lnTo>
                  <a:lnTo>
                    <a:pt x="55190" y="125784"/>
                  </a:lnTo>
                  <a:lnTo>
                    <a:pt x="55858" y="157935"/>
                  </a:lnTo>
                  <a:lnTo>
                    <a:pt x="56526" y="157935"/>
                  </a:lnTo>
                  <a:lnTo>
                    <a:pt x="57194" y="169030"/>
                  </a:lnTo>
                  <a:lnTo>
                    <a:pt x="57862" y="199612"/>
                  </a:lnTo>
                  <a:lnTo>
                    <a:pt x="58530" y="132787"/>
                  </a:lnTo>
                  <a:lnTo>
                    <a:pt x="59198" y="85330"/>
                  </a:lnTo>
                  <a:lnTo>
                    <a:pt x="59866" y="59742"/>
                  </a:lnTo>
                  <a:lnTo>
                    <a:pt x="60534" y="59742"/>
                  </a:lnTo>
                  <a:lnTo>
                    <a:pt x="61202" y="95201"/>
                  </a:lnTo>
                  <a:lnTo>
                    <a:pt x="61870" y="125784"/>
                  </a:lnTo>
                  <a:lnTo>
                    <a:pt x="62538" y="125784"/>
                  </a:lnTo>
                  <a:lnTo>
                    <a:pt x="63206" y="125784"/>
                  </a:lnTo>
                  <a:lnTo>
                    <a:pt x="63874" y="125784"/>
                  </a:lnTo>
                  <a:lnTo>
                    <a:pt x="64542" y="125784"/>
                  </a:lnTo>
                  <a:lnTo>
                    <a:pt x="65210" y="125784"/>
                  </a:lnTo>
                  <a:lnTo>
                    <a:pt x="65878" y="125784"/>
                  </a:lnTo>
                  <a:lnTo>
                    <a:pt x="66546" y="165310"/>
                  </a:lnTo>
                  <a:lnTo>
                    <a:pt x="67214" y="199612"/>
                  </a:lnTo>
                  <a:lnTo>
                    <a:pt x="67882" y="199612"/>
                  </a:lnTo>
                  <a:lnTo>
                    <a:pt x="68550" y="274421"/>
                  </a:lnTo>
                  <a:lnTo>
                    <a:pt x="69219" y="339483"/>
                  </a:lnTo>
                  <a:lnTo>
                    <a:pt x="69887" y="379937"/>
                  </a:lnTo>
                  <a:lnTo>
                    <a:pt x="70555" y="379937"/>
                  </a:lnTo>
                  <a:lnTo>
                    <a:pt x="71223" y="379937"/>
                  </a:lnTo>
                  <a:lnTo>
                    <a:pt x="71891" y="379937"/>
                  </a:lnTo>
                  <a:lnTo>
                    <a:pt x="72559" y="379937"/>
                  </a:lnTo>
                  <a:lnTo>
                    <a:pt x="73227" y="379937"/>
                  </a:lnTo>
                  <a:lnTo>
                    <a:pt x="73895" y="379937"/>
                  </a:lnTo>
                  <a:lnTo>
                    <a:pt x="74563" y="379937"/>
                  </a:lnTo>
                  <a:lnTo>
                    <a:pt x="75231" y="379937"/>
                  </a:lnTo>
                  <a:lnTo>
                    <a:pt x="75899" y="379937"/>
                  </a:lnTo>
                  <a:lnTo>
                    <a:pt x="76567" y="379937"/>
                  </a:lnTo>
                  <a:lnTo>
                    <a:pt x="77235" y="379937"/>
                  </a:lnTo>
                  <a:lnTo>
                    <a:pt x="77903" y="379937"/>
                  </a:lnTo>
                  <a:lnTo>
                    <a:pt x="78571" y="379937"/>
                  </a:lnTo>
                  <a:lnTo>
                    <a:pt x="79239" y="379937"/>
                  </a:lnTo>
                  <a:lnTo>
                    <a:pt x="79907" y="379937"/>
                  </a:lnTo>
                  <a:lnTo>
                    <a:pt x="80575" y="379937"/>
                  </a:lnTo>
                  <a:lnTo>
                    <a:pt x="81243" y="296890"/>
                  </a:lnTo>
                  <a:lnTo>
                    <a:pt x="81911" y="283313"/>
                  </a:lnTo>
                  <a:lnTo>
                    <a:pt x="82579" y="283313"/>
                  </a:lnTo>
                  <a:lnTo>
                    <a:pt x="83247" y="283313"/>
                  </a:lnTo>
                  <a:lnTo>
                    <a:pt x="83915" y="283313"/>
                  </a:lnTo>
                  <a:lnTo>
                    <a:pt x="84583" y="283313"/>
                  </a:lnTo>
                  <a:lnTo>
                    <a:pt x="85251" y="248480"/>
                  </a:lnTo>
                  <a:lnTo>
                    <a:pt x="85919" y="199612"/>
                  </a:lnTo>
                  <a:lnTo>
                    <a:pt x="86587" y="199612"/>
                  </a:lnTo>
                  <a:lnTo>
                    <a:pt x="87255" y="345196"/>
                  </a:lnTo>
                  <a:lnTo>
                    <a:pt x="87923" y="305670"/>
                  </a:lnTo>
                  <a:lnTo>
                    <a:pt x="88591" y="275087"/>
                  </a:lnTo>
                  <a:lnTo>
                    <a:pt x="89259" y="204307"/>
                  </a:lnTo>
                  <a:lnTo>
                    <a:pt x="89927" y="149288"/>
                  </a:lnTo>
                  <a:lnTo>
                    <a:pt x="90595" y="144042"/>
                  </a:lnTo>
                  <a:lnTo>
                    <a:pt x="91263" y="190093"/>
                  </a:lnTo>
                  <a:lnTo>
                    <a:pt x="91931" y="198583"/>
                  </a:lnTo>
                  <a:lnTo>
                    <a:pt x="92599" y="198583"/>
                  </a:lnTo>
                  <a:lnTo>
                    <a:pt x="93267" y="198583"/>
                  </a:lnTo>
                  <a:lnTo>
                    <a:pt x="93936" y="198583"/>
                  </a:lnTo>
                  <a:lnTo>
                    <a:pt x="94604" y="173451"/>
                  </a:lnTo>
                  <a:lnTo>
                    <a:pt x="95272" y="118454"/>
                  </a:lnTo>
                  <a:lnTo>
                    <a:pt x="95940" y="144042"/>
                  </a:lnTo>
                  <a:lnTo>
                    <a:pt x="96608" y="106042"/>
                  </a:lnTo>
                  <a:lnTo>
                    <a:pt x="97276" y="97255"/>
                  </a:lnTo>
                  <a:lnTo>
                    <a:pt x="97944" y="125345"/>
                  </a:lnTo>
                  <a:lnTo>
                    <a:pt x="98612" y="133136"/>
                  </a:lnTo>
                  <a:lnTo>
                    <a:pt x="99280" y="53505"/>
                  </a:lnTo>
                  <a:lnTo>
                    <a:pt x="99948" y="118858"/>
                  </a:lnTo>
                  <a:lnTo>
                    <a:pt x="100616" y="125784"/>
                  </a:lnTo>
                  <a:lnTo>
                    <a:pt x="101284" y="125784"/>
                  </a:lnTo>
                  <a:lnTo>
                    <a:pt x="101952" y="125784"/>
                  </a:lnTo>
                  <a:lnTo>
                    <a:pt x="102620" y="125784"/>
                  </a:lnTo>
                  <a:lnTo>
                    <a:pt x="103288" y="125784"/>
                  </a:lnTo>
                  <a:lnTo>
                    <a:pt x="103956" y="125784"/>
                  </a:lnTo>
                  <a:lnTo>
                    <a:pt x="104624" y="157935"/>
                  </a:lnTo>
                  <a:lnTo>
                    <a:pt x="105292" y="274421"/>
                  </a:lnTo>
                  <a:lnTo>
                    <a:pt x="105960" y="283313"/>
                  </a:lnTo>
                  <a:lnTo>
                    <a:pt x="106628" y="354349"/>
                  </a:lnTo>
                  <a:lnTo>
                    <a:pt x="107296" y="379937"/>
                  </a:lnTo>
                  <a:lnTo>
                    <a:pt x="107964" y="379937"/>
                  </a:lnTo>
                  <a:lnTo>
                    <a:pt x="108632" y="379937"/>
                  </a:lnTo>
                  <a:lnTo>
                    <a:pt x="109300" y="292332"/>
                  </a:lnTo>
                  <a:lnTo>
                    <a:pt x="109968" y="283313"/>
                  </a:lnTo>
                  <a:lnTo>
                    <a:pt x="110636" y="283313"/>
                  </a:lnTo>
                  <a:lnTo>
                    <a:pt x="111304" y="283313"/>
                  </a:lnTo>
                  <a:lnTo>
                    <a:pt x="111972" y="283313"/>
                  </a:lnTo>
                  <a:lnTo>
                    <a:pt x="112640" y="283313"/>
                  </a:lnTo>
                  <a:lnTo>
                    <a:pt x="113308" y="283313"/>
                  </a:lnTo>
                  <a:lnTo>
                    <a:pt x="113976" y="240067"/>
                  </a:lnTo>
                  <a:lnTo>
                    <a:pt x="114644" y="187968"/>
                  </a:lnTo>
                  <a:lnTo>
                    <a:pt x="115312" y="14410"/>
                  </a:lnTo>
                  <a:lnTo>
                    <a:pt x="115980" y="0"/>
                  </a:lnTo>
                  <a:lnTo>
                    <a:pt x="116648" y="0"/>
                  </a:lnTo>
                  <a:lnTo>
                    <a:pt x="117316" y="0"/>
                  </a:lnTo>
                  <a:lnTo>
                    <a:pt x="117985" y="0"/>
                  </a:lnTo>
                  <a:lnTo>
                    <a:pt x="118653" y="0"/>
                  </a:lnTo>
                  <a:lnTo>
                    <a:pt x="119321" y="53505"/>
                  </a:lnTo>
                  <a:lnTo>
                    <a:pt x="119989" y="59742"/>
                  </a:lnTo>
                  <a:lnTo>
                    <a:pt x="120657" y="47329"/>
                  </a:lnTo>
                  <a:lnTo>
                    <a:pt x="121325" y="0"/>
                  </a:lnTo>
                  <a:lnTo>
                    <a:pt x="121993" y="0"/>
                  </a:lnTo>
                  <a:lnTo>
                    <a:pt x="122661" y="179885"/>
                  </a:lnTo>
                  <a:lnTo>
                    <a:pt x="123329" y="179885"/>
                  </a:lnTo>
                  <a:lnTo>
                    <a:pt x="123997" y="227742"/>
                  </a:lnTo>
                  <a:lnTo>
                    <a:pt x="124665" y="267798"/>
                  </a:lnTo>
                  <a:lnTo>
                    <a:pt x="125062" y="3819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031742" y="4022360"/>
              <a:ext cx="20725" cy="2038"/>
            </a:xfrm>
            <a:custGeom>
              <a:avLst/>
              <a:pathLst>
                <a:path w="20725" h="2038">
                  <a:moveTo>
                    <a:pt x="0" y="2038"/>
                  </a:moveTo>
                  <a:lnTo>
                    <a:pt x="7" y="0"/>
                  </a:lnTo>
                  <a:lnTo>
                    <a:pt x="675" y="0"/>
                  </a:lnTo>
                  <a:lnTo>
                    <a:pt x="1343" y="0"/>
                  </a:lnTo>
                  <a:lnTo>
                    <a:pt x="2011" y="0"/>
                  </a:lnTo>
                  <a:lnTo>
                    <a:pt x="2679" y="0"/>
                  </a:lnTo>
                  <a:lnTo>
                    <a:pt x="3347" y="0"/>
                  </a:lnTo>
                  <a:lnTo>
                    <a:pt x="4015" y="0"/>
                  </a:lnTo>
                  <a:lnTo>
                    <a:pt x="4683" y="0"/>
                  </a:lnTo>
                  <a:lnTo>
                    <a:pt x="5351" y="0"/>
                  </a:lnTo>
                  <a:lnTo>
                    <a:pt x="6019" y="0"/>
                  </a:lnTo>
                  <a:lnTo>
                    <a:pt x="6687" y="0"/>
                  </a:lnTo>
                  <a:lnTo>
                    <a:pt x="7355" y="0"/>
                  </a:lnTo>
                  <a:lnTo>
                    <a:pt x="8023" y="0"/>
                  </a:lnTo>
                  <a:lnTo>
                    <a:pt x="8691" y="0"/>
                  </a:lnTo>
                  <a:lnTo>
                    <a:pt x="9359" y="0"/>
                  </a:lnTo>
                  <a:lnTo>
                    <a:pt x="10027" y="0"/>
                  </a:lnTo>
                  <a:lnTo>
                    <a:pt x="10696" y="0"/>
                  </a:lnTo>
                  <a:lnTo>
                    <a:pt x="11364" y="0"/>
                  </a:lnTo>
                  <a:lnTo>
                    <a:pt x="12032" y="0"/>
                  </a:lnTo>
                  <a:lnTo>
                    <a:pt x="12700" y="0"/>
                  </a:lnTo>
                  <a:lnTo>
                    <a:pt x="13368" y="0"/>
                  </a:lnTo>
                  <a:lnTo>
                    <a:pt x="14036" y="0"/>
                  </a:lnTo>
                  <a:lnTo>
                    <a:pt x="14704" y="0"/>
                  </a:lnTo>
                  <a:lnTo>
                    <a:pt x="15372" y="0"/>
                  </a:lnTo>
                  <a:lnTo>
                    <a:pt x="16040" y="0"/>
                  </a:lnTo>
                  <a:lnTo>
                    <a:pt x="16708" y="0"/>
                  </a:lnTo>
                  <a:lnTo>
                    <a:pt x="17376" y="0"/>
                  </a:lnTo>
                  <a:lnTo>
                    <a:pt x="18044" y="0"/>
                  </a:lnTo>
                  <a:lnTo>
                    <a:pt x="18712" y="0"/>
                  </a:lnTo>
                  <a:lnTo>
                    <a:pt x="19380" y="0"/>
                  </a:lnTo>
                  <a:lnTo>
                    <a:pt x="20048" y="0"/>
                  </a:lnTo>
                  <a:lnTo>
                    <a:pt x="20716" y="0"/>
                  </a:lnTo>
                  <a:lnTo>
                    <a:pt x="20725" y="203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5070456" y="3299838"/>
              <a:ext cx="86626" cy="724560"/>
            </a:xfrm>
            <a:custGeom>
              <a:avLst/>
              <a:pathLst>
                <a:path w="86626" h="724560">
                  <a:moveTo>
                    <a:pt x="0" y="724560"/>
                  </a:moveTo>
                  <a:lnTo>
                    <a:pt x="38" y="722796"/>
                  </a:lnTo>
                  <a:lnTo>
                    <a:pt x="707" y="616963"/>
                  </a:lnTo>
                  <a:lnTo>
                    <a:pt x="1375" y="489899"/>
                  </a:lnTo>
                  <a:lnTo>
                    <a:pt x="2043" y="368006"/>
                  </a:lnTo>
                  <a:lnTo>
                    <a:pt x="2711" y="415124"/>
                  </a:lnTo>
                  <a:lnTo>
                    <a:pt x="3379" y="455105"/>
                  </a:lnTo>
                  <a:lnTo>
                    <a:pt x="4047" y="537634"/>
                  </a:lnTo>
                  <a:lnTo>
                    <a:pt x="4715" y="451194"/>
                  </a:lnTo>
                  <a:lnTo>
                    <a:pt x="5383" y="554061"/>
                  </a:lnTo>
                  <a:lnTo>
                    <a:pt x="6051" y="625897"/>
                  </a:lnTo>
                  <a:lnTo>
                    <a:pt x="6719" y="625897"/>
                  </a:lnTo>
                  <a:lnTo>
                    <a:pt x="7387" y="625897"/>
                  </a:lnTo>
                  <a:lnTo>
                    <a:pt x="8055" y="625897"/>
                  </a:lnTo>
                  <a:lnTo>
                    <a:pt x="8723" y="625897"/>
                  </a:lnTo>
                  <a:lnTo>
                    <a:pt x="9391" y="625897"/>
                  </a:lnTo>
                  <a:lnTo>
                    <a:pt x="10059" y="639475"/>
                  </a:lnTo>
                  <a:lnTo>
                    <a:pt x="10727" y="722521"/>
                  </a:lnTo>
                  <a:lnTo>
                    <a:pt x="11395" y="722521"/>
                  </a:lnTo>
                  <a:lnTo>
                    <a:pt x="12063" y="722521"/>
                  </a:lnTo>
                  <a:lnTo>
                    <a:pt x="12731" y="722521"/>
                  </a:lnTo>
                  <a:lnTo>
                    <a:pt x="13399" y="722521"/>
                  </a:lnTo>
                  <a:lnTo>
                    <a:pt x="14067" y="722521"/>
                  </a:lnTo>
                  <a:lnTo>
                    <a:pt x="14735" y="722521"/>
                  </a:lnTo>
                  <a:lnTo>
                    <a:pt x="15403" y="722521"/>
                  </a:lnTo>
                  <a:lnTo>
                    <a:pt x="16071" y="722521"/>
                  </a:lnTo>
                  <a:lnTo>
                    <a:pt x="16739" y="722521"/>
                  </a:lnTo>
                  <a:lnTo>
                    <a:pt x="17407" y="722521"/>
                  </a:lnTo>
                  <a:lnTo>
                    <a:pt x="18075" y="682067"/>
                  </a:lnTo>
                  <a:lnTo>
                    <a:pt x="18743" y="599593"/>
                  </a:lnTo>
                  <a:lnTo>
                    <a:pt x="19411" y="542197"/>
                  </a:lnTo>
                  <a:lnTo>
                    <a:pt x="20079" y="542197"/>
                  </a:lnTo>
                  <a:lnTo>
                    <a:pt x="20747" y="542197"/>
                  </a:lnTo>
                  <a:lnTo>
                    <a:pt x="21415" y="542197"/>
                  </a:lnTo>
                  <a:lnTo>
                    <a:pt x="22083" y="542197"/>
                  </a:lnTo>
                  <a:lnTo>
                    <a:pt x="22751" y="493231"/>
                  </a:lnTo>
                  <a:lnTo>
                    <a:pt x="23419" y="468368"/>
                  </a:lnTo>
                  <a:lnTo>
                    <a:pt x="24087" y="468368"/>
                  </a:lnTo>
                  <a:lnTo>
                    <a:pt x="24755" y="468368"/>
                  </a:lnTo>
                  <a:lnTo>
                    <a:pt x="25424" y="468368"/>
                  </a:lnTo>
                  <a:lnTo>
                    <a:pt x="26092" y="468368"/>
                  </a:lnTo>
                  <a:lnTo>
                    <a:pt x="26760" y="408626"/>
                  </a:lnTo>
                  <a:lnTo>
                    <a:pt x="27428" y="386848"/>
                  </a:lnTo>
                  <a:lnTo>
                    <a:pt x="28096" y="309294"/>
                  </a:lnTo>
                  <a:lnTo>
                    <a:pt x="28764" y="359916"/>
                  </a:lnTo>
                  <a:lnTo>
                    <a:pt x="29432" y="402326"/>
                  </a:lnTo>
                  <a:lnTo>
                    <a:pt x="30100" y="380763"/>
                  </a:lnTo>
                  <a:lnTo>
                    <a:pt x="30768" y="342584"/>
                  </a:lnTo>
                  <a:lnTo>
                    <a:pt x="31436" y="314721"/>
                  </a:lnTo>
                  <a:lnTo>
                    <a:pt x="32104" y="237871"/>
                  </a:lnTo>
                  <a:lnTo>
                    <a:pt x="32772" y="189184"/>
                  </a:lnTo>
                  <a:lnTo>
                    <a:pt x="33440" y="191419"/>
                  </a:lnTo>
                  <a:lnTo>
                    <a:pt x="34108" y="184739"/>
                  </a:lnTo>
                  <a:lnTo>
                    <a:pt x="34776" y="148173"/>
                  </a:lnTo>
                  <a:lnTo>
                    <a:pt x="35444" y="148173"/>
                  </a:lnTo>
                  <a:lnTo>
                    <a:pt x="36112" y="125601"/>
                  </a:lnTo>
                  <a:lnTo>
                    <a:pt x="36780" y="144008"/>
                  </a:lnTo>
                  <a:lnTo>
                    <a:pt x="37448" y="158708"/>
                  </a:lnTo>
                  <a:lnTo>
                    <a:pt x="38116" y="237871"/>
                  </a:lnTo>
                  <a:lnTo>
                    <a:pt x="38784" y="237871"/>
                  </a:lnTo>
                  <a:lnTo>
                    <a:pt x="39452" y="237871"/>
                  </a:lnTo>
                  <a:lnTo>
                    <a:pt x="40120" y="211897"/>
                  </a:lnTo>
                  <a:lnTo>
                    <a:pt x="40788" y="237871"/>
                  </a:lnTo>
                  <a:lnTo>
                    <a:pt x="41456" y="262455"/>
                  </a:lnTo>
                  <a:lnTo>
                    <a:pt x="42124" y="342584"/>
                  </a:lnTo>
                  <a:lnTo>
                    <a:pt x="42792" y="447815"/>
                  </a:lnTo>
                  <a:lnTo>
                    <a:pt x="43460" y="468368"/>
                  </a:lnTo>
                  <a:lnTo>
                    <a:pt x="44128" y="478903"/>
                  </a:lnTo>
                  <a:lnTo>
                    <a:pt x="44796" y="482454"/>
                  </a:lnTo>
                  <a:lnTo>
                    <a:pt x="45464" y="468368"/>
                  </a:lnTo>
                  <a:lnTo>
                    <a:pt x="46132" y="507894"/>
                  </a:lnTo>
                  <a:lnTo>
                    <a:pt x="46800" y="542197"/>
                  </a:lnTo>
                  <a:lnTo>
                    <a:pt x="47468" y="542197"/>
                  </a:lnTo>
                  <a:lnTo>
                    <a:pt x="48136" y="542197"/>
                  </a:lnTo>
                  <a:lnTo>
                    <a:pt x="48804" y="493231"/>
                  </a:lnTo>
                  <a:lnTo>
                    <a:pt x="49472" y="441111"/>
                  </a:lnTo>
                  <a:lnTo>
                    <a:pt x="50141" y="461442"/>
                  </a:lnTo>
                  <a:lnTo>
                    <a:pt x="50809" y="468368"/>
                  </a:lnTo>
                  <a:lnTo>
                    <a:pt x="51477" y="437785"/>
                  </a:lnTo>
                  <a:lnTo>
                    <a:pt x="52145" y="402326"/>
                  </a:lnTo>
                  <a:lnTo>
                    <a:pt x="52813" y="392994"/>
                  </a:lnTo>
                  <a:lnTo>
                    <a:pt x="53481" y="342584"/>
                  </a:lnTo>
                  <a:lnTo>
                    <a:pt x="54149" y="322950"/>
                  </a:lnTo>
                  <a:lnTo>
                    <a:pt x="54817" y="290661"/>
                  </a:lnTo>
                  <a:lnTo>
                    <a:pt x="55485" y="275119"/>
                  </a:lnTo>
                  <a:lnTo>
                    <a:pt x="56153" y="233068"/>
                  </a:lnTo>
                  <a:lnTo>
                    <a:pt x="56821" y="169423"/>
                  </a:lnTo>
                  <a:lnTo>
                    <a:pt x="57489" y="92241"/>
                  </a:lnTo>
                  <a:lnTo>
                    <a:pt x="58157" y="39135"/>
                  </a:lnTo>
                  <a:lnTo>
                    <a:pt x="58825" y="25244"/>
                  </a:lnTo>
                  <a:lnTo>
                    <a:pt x="59493" y="47976"/>
                  </a:lnTo>
                  <a:lnTo>
                    <a:pt x="60161" y="35634"/>
                  </a:lnTo>
                  <a:lnTo>
                    <a:pt x="60829" y="16716"/>
                  </a:lnTo>
                  <a:lnTo>
                    <a:pt x="61497" y="0"/>
                  </a:lnTo>
                  <a:lnTo>
                    <a:pt x="62165" y="127740"/>
                  </a:lnTo>
                  <a:lnTo>
                    <a:pt x="62833" y="108260"/>
                  </a:lnTo>
                  <a:lnTo>
                    <a:pt x="63501" y="108260"/>
                  </a:lnTo>
                  <a:lnTo>
                    <a:pt x="64169" y="82927"/>
                  </a:lnTo>
                  <a:lnTo>
                    <a:pt x="64837" y="99606"/>
                  </a:lnTo>
                  <a:lnTo>
                    <a:pt x="65505" y="113852"/>
                  </a:lnTo>
                  <a:lnTo>
                    <a:pt x="66173" y="138841"/>
                  </a:lnTo>
                  <a:lnTo>
                    <a:pt x="66841" y="150953"/>
                  </a:lnTo>
                  <a:lnTo>
                    <a:pt x="67509" y="211920"/>
                  </a:lnTo>
                  <a:lnTo>
                    <a:pt x="68177" y="241240"/>
                  </a:lnTo>
                  <a:lnTo>
                    <a:pt x="68845" y="211920"/>
                  </a:lnTo>
                  <a:lnTo>
                    <a:pt x="69513" y="166431"/>
                  </a:lnTo>
                  <a:lnTo>
                    <a:pt x="70181" y="196935"/>
                  </a:lnTo>
                  <a:lnTo>
                    <a:pt x="70849" y="200234"/>
                  </a:lnTo>
                  <a:lnTo>
                    <a:pt x="71517" y="213607"/>
                  </a:lnTo>
                  <a:lnTo>
                    <a:pt x="72185" y="264870"/>
                  </a:lnTo>
                  <a:lnTo>
                    <a:pt x="72853" y="305487"/>
                  </a:lnTo>
                  <a:lnTo>
                    <a:pt x="73521" y="340722"/>
                  </a:lnTo>
                  <a:lnTo>
                    <a:pt x="74190" y="247589"/>
                  </a:lnTo>
                  <a:lnTo>
                    <a:pt x="74858" y="288043"/>
                  </a:lnTo>
                  <a:lnTo>
                    <a:pt x="75526" y="288043"/>
                  </a:lnTo>
                  <a:lnTo>
                    <a:pt x="76194" y="288043"/>
                  </a:lnTo>
                  <a:lnTo>
                    <a:pt x="76862" y="342584"/>
                  </a:lnTo>
                  <a:lnTo>
                    <a:pt x="77530" y="342584"/>
                  </a:lnTo>
                  <a:lnTo>
                    <a:pt x="78198" y="377742"/>
                  </a:lnTo>
                  <a:lnTo>
                    <a:pt x="78866" y="504196"/>
                  </a:lnTo>
                  <a:lnTo>
                    <a:pt x="79534" y="625897"/>
                  </a:lnTo>
                  <a:lnTo>
                    <a:pt x="80202" y="554061"/>
                  </a:lnTo>
                  <a:lnTo>
                    <a:pt x="80870" y="578486"/>
                  </a:lnTo>
                  <a:lnTo>
                    <a:pt x="81538" y="625897"/>
                  </a:lnTo>
                  <a:lnTo>
                    <a:pt x="82206" y="625897"/>
                  </a:lnTo>
                  <a:lnTo>
                    <a:pt x="82874" y="625897"/>
                  </a:lnTo>
                  <a:lnTo>
                    <a:pt x="83542" y="625897"/>
                  </a:lnTo>
                  <a:lnTo>
                    <a:pt x="84210" y="625897"/>
                  </a:lnTo>
                  <a:lnTo>
                    <a:pt x="84878" y="625897"/>
                  </a:lnTo>
                  <a:lnTo>
                    <a:pt x="85546" y="625897"/>
                  </a:lnTo>
                  <a:lnTo>
                    <a:pt x="86214" y="625897"/>
                  </a:lnTo>
                  <a:lnTo>
                    <a:pt x="86626" y="7245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159582" y="2872827"/>
              <a:ext cx="379167" cy="1151571"/>
            </a:xfrm>
            <a:custGeom>
              <a:avLst/>
              <a:pathLst>
                <a:path w="379167" h="1151571">
                  <a:moveTo>
                    <a:pt x="0" y="1151571"/>
                  </a:moveTo>
                  <a:lnTo>
                    <a:pt x="429" y="1122459"/>
                  </a:lnTo>
                  <a:lnTo>
                    <a:pt x="1097" y="1073409"/>
                  </a:lnTo>
                  <a:lnTo>
                    <a:pt x="1765" y="1027920"/>
                  </a:lnTo>
                  <a:lnTo>
                    <a:pt x="2433" y="1027920"/>
                  </a:lnTo>
                  <a:lnTo>
                    <a:pt x="3101" y="1027920"/>
                  </a:lnTo>
                  <a:lnTo>
                    <a:pt x="3769" y="1027920"/>
                  </a:lnTo>
                  <a:lnTo>
                    <a:pt x="4437" y="1027920"/>
                  </a:lnTo>
                  <a:lnTo>
                    <a:pt x="5105" y="1027920"/>
                  </a:lnTo>
                  <a:lnTo>
                    <a:pt x="5773" y="1027920"/>
                  </a:lnTo>
                  <a:lnTo>
                    <a:pt x="6441" y="1027920"/>
                  </a:lnTo>
                  <a:lnTo>
                    <a:pt x="7109" y="1027920"/>
                  </a:lnTo>
                  <a:lnTo>
                    <a:pt x="7777" y="1009223"/>
                  </a:lnTo>
                  <a:lnTo>
                    <a:pt x="8445" y="913680"/>
                  </a:lnTo>
                  <a:lnTo>
                    <a:pt x="9113" y="758300"/>
                  </a:lnTo>
                  <a:lnTo>
                    <a:pt x="9781" y="769595"/>
                  </a:lnTo>
                  <a:lnTo>
                    <a:pt x="10449" y="747206"/>
                  </a:lnTo>
                  <a:lnTo>
                    <a:pt x="11117" y="838810"/>
                  </a:lnTo>
                  <a:lnTo>
                    <a:pt x="11785" y="895379"/>
                  </a:lnTo>
                  <a:lnTo>
                    <a:pt x="12453" y="895379"/>
                  </a:lnTo>
                  <a:lnTo>
                    <a:pt x="13121" y="895379"/>
                  </a:lnTo>
                  <a:lnTo>
                    <a:pt x="13789" y="868122"/>
                  </a:lnTo>
                  <a:lnTo>
                    <a:pt x="14457" y="829337"/>
                  </a:lnTo>
                  <a:lnTo>
                    <a:pt x="15125" y="829337"/>
                  </a:lnTo>
                  <a:lnTo>
                    <a:pt x="15793" y="829337"/>
                  </a:lnTo>
                  <a:lnTo>
                    <a:pt x="16461" y="947724"/>
                  </a:lnTo>
                  <a:lnTo>
                    <a:pt x="17129" y="894940"/>
                  </a:lnTo>
                  <a:lnTo>
                    <a:pt x="17797" y="847183"/>
                  </a:lnTo>
                  <a:lnTo>
                    <a:pt x="18465" y="880572"/>
                  </a:lnTo>
                  <a:lnTo>
                    <a:pt x="19133" y="913637"/>
                  </a:lnTo>
                  <a:lnTo>
                    <a:pt x="19801" y="913637"/>
                  </a:lnTo>
                  <a:lnTo>
                    <a:pt x="20469" y="968178"/>
                  </a:lnTo>
                  <a:lnTo>
                    <a:pt x="21137" y="968178"/>
                  </a:lnTo>
                  <a:lnTo>
                    <a:pt x="21805" y="968178"/>
                  </a:lnTo>
                  <a:lnTo>
                    <a:pt x="22473" y="918883"/>
                  </a:lnTo>
                  <a:lnTo>
                    <a:pt x="23141" y="903277"/>
                  </a:lnTo>
                  <a:lnTo>
                    <a:pt x="23809" y="861059"/>
                  </a:lnTo>
                  <a:lnTo>
                    <a:pt x="24477" y="863465"/>
                  </a:lnTo>
                  <a:lnTo>
                    <a:pt x="25146" y="853895"/>
                  </a:lnTo>
                  <a:lnTo>
                    <a:pt x="25814" y="817013"/>
                  </a:lnTo>
                  <a:lnTo>
                    <a:pt x="26482" y="761369"/>
                  </a:lnTo>
                  <a:lnTo>
                    <a:pt x="27150" y="798316"/>
                  </a:lnTo>
                  <a:lnTo>
                    <a:pt x="27818" y="826194"/>
                  </a:lnTo>
                  <a:lnTo>
                    <a:pt x="28486" y="702130"/>
                  </a:lnTo>
                  <a:lnTo>
                    <a:pt x="29154" y="607335"/>
                  </a:lnTo>
                  <a:lnTo>
                    <a:pt x="29822" y="575184"/>
                  </a:lnTo>
                  <a:lnTo>
                    <a:pt x="30490" y="542614"/>
                  </a:lnTo>
                  <a:lnTo>
                    <a:pt x="31158" y="534729"/>
                  </a:lnTo>
                  <a:lnTo>
                    <a:pt x="31826" y="504147"/>
                  </a:lnTo>
                  <a:lnTo>
                    <a:pt x="32494" y="530824"/>
                  </a:lnTo>
                  <a:lnTo>
                    <a:pt x="33162" y="487578"/>
                  </a:lnTo>
                  <a:lnTo>
                    <a:pt x="33830" y="445423"/>
                  </a:lnTo>
                  <a:lnTo>
                    <a:pt x="34498" y="504284"/>
                  </a:lnTo>
                  <a:lnTo>
                    <a:pt x="35166" y="484405"/>
                  </a:lnTo>
                  <a:lnTo>
                    <a:pt x="35834" y="646467"/>
                  </a:lnTo>
                  <a:lnTo>
                    <a:pt x="36502" y="749829"/>
                  </a:lnTo>
                  <a:lnTo>
                    <a:pt x="37170" y="722803"/>
                  </a:lnTo>
                  <a:lnTo>
                    <a:pt x="37838" y="713653"/>
                  </a:lnTo>
                  <a:lnTo>
                    <a:pt x="38506" y="698270"/>
                  </a:lnTo>
                  <a:lnTo>
                    <a:pt x="39174" y="721488"/>
                  </a:lnTo>
                  <a:lnTo>
                    <a:pt x="39842" y="717558"/>
                  </a:lnTo>
                  <a:lnTo>
                    <a:pt x="40510" y="738808"/>
                  </a:lnTo>
                  <a:lnTo>
                    <a:pt x="41178" y="744235"/>
                  </a:lnTo>
                  <a:lnTo>
                    <a:pt x="41846" y="766426"/>
                  </a:lnTo>
                  <a:lnTo>
                    <a:pt x="42514" y="772098"/>
                  </a:lnTo>
                  <a:lnTo>
                    <a:pt x="43182" y="814836"/>
                  </a:lnTo>
                  <a:lnTo>
                    <a:pt x="43850" y="892681"/>
                  </a:lnTo>
                  <a:lnTo>
                    <a:pt x="44518" y="915907"/>
                  </a:lnTo>
                  <a:lnTo>
                    <a:pt x="45186" y="802627"/>
                  </a:lnTo>
                  <a:lnTo>
                    <a:pt x="45854" y="759408"/>
                  </a:lnTo>
                  <a:lnTo>
                    <a:pt x="46522" y="587205"/>
                  </a:lnTo>
                  <a:lnTo>
                    <a:pt x="47190" y="615599"/>
                  </a:lnTo>
                  <a:lnTo>
                    <a:pt x="47858" y="681948"/>
                  </a:lnTo>
                  <a:lnTo>
                    <a:pt x="48526" y="621469"/>
                  </a:lnTo>
                  <a:lnTo>
                    <a:pt x="49194" y="567144"/>
                  </a:lnTo>
                  <a:lnTo>
                    <a:pt x="49863" y="548474"/>
                  </a:lnTo>
                  <a:lnTo>
                    <a:pt x="50531" y="644389"/>
                  </a:lnTo>
                  <a:lnTo>
                    <a:pt x="51199" y="596064"/>
                  </a:lnTo>
                  <a:lnTo>
                    <a:pt x="51867" y="547275"/>
                  </a:lnTo>
                  <a:lnTo>
                    <a:pt x="52535" y="493726"/>
                  </a:lnTo>
                  <a:lnTo>
                    <a:pt x="53203" y="452188"/>
                  </a:lnTo>
                  <a:lnTo>
                    <a:pt x="53871" y="461690"/>
                  </a:lnTo>
                  <a:lnTo>
                    <a:pt x="54539" y="459329"/>
                  </a:lnTo>
                  <a:lnTo>
                    <a:pt x="55207" y="495015"/>
                  </a:lnTo>
                  <a:lnTo>
                    <a:pt x="55875" y="489674"/>
                  </a:lnTo>
                  <a:lnTo>
                    <a:pt x="56543" y="559588"/>
                  </a:lnTo>
                  <a:lnTo>
                    <a:pt x="57211" y="526771"/>
                  </a:lnTo>
                  <a:lnTo>
                    <a:pt x="57879" y="517911"/>
                  </a:lnTo>
                  <a:lnTo>
                    <a:pt x="58547" y="537268"/>
                  </a:lnTo>
                  <a:lnTo>
                    <a:pt x="59215" y="518436"/>
                  </a:lnTo>
                  <a:lnTo>
                    <a:pt x="59883" y="528055"/>
                  </a:lnTo>
                  <a:lnTo>
                    <a:pt x="60551" y="525636"/>
                  </a:lnTo>
                  <a:lnTo>
                    <a:pt x="61219" y="538644"/>
                  </a:lnTo>
                  <a:lnTo>
                    <a:pt x="61887" y="510878"/>
                  </a:lnTo>
                  <a:lnTo>
                    <a:pt x="62555" y="509174"/>
                  </a:lnTo>
                  <a:lnTo>
                    <a:pt x="63223" y="535223"/>
                  </a:lnTo>
                  <a:lnTo>
                    <a:pt x="63891" y="593726"/>
                  </a:lnTo>
                  <a:lnTo>
                    <a:pt x="64559" y="605455"/>
                  </a:lnTo>
                  <a:lnTo>
                    <a:pt x="65227" y="700488"/>
                  </a:lnTo>
                  <a:lnTo>
                    <a:pt x="65895" y="658664"/>
                  </a:lnTo>
                  <a:lnTo>
                    <a:pt x="66563" y="533700"/>
                  </a:lnTo>
                  <a:lnTo>
                    <a:pt x="67231" y="559470"/>
                  </a:lnTo>
                  <a:lnTo>
                    <a:pt x="67899" y="502284"/>
                  </a:lnTo>
                  <a:lnTo>
                    <a:pt x="68567" y="607335"/>
                  </a:lnTo>
                  <a:lnTo>
                    <a:pt x="69235" y="664882"/>
                  </a:lnTo>
                  <a:lnTo>
                    <a:pt x="69903" y="660079"/>
                  </a:lnTo>
                  <a:lnTo>
                    <a:pt x="70571" y="684472"/>
                  </a:lnTo>
                  <a:lnTo>
                    <a:pt x="71239" y="758300"/>
                  </a:lnTo>
                  <a:lnTo>
                    <a:pt x="71907" y="816924"/>
                  </a:lnTo>
                  <a:lnTo>
                    <a:pt x="72575" y="981072"/>
                  </a:lnTo>
                  <a:lnTo>
                    <a:pt x="73243" y="1044017"/>
                  </a:lnTo>
                  <a:lnTo>
                    <a:pt x="73912" y="838810"/>
                  </a:lnTo>
                  <a:lnTo>
                    <a:pt x="74580" y="784005"/>
                  </a:lnTo>
                  <a:lnTo>
                    <a:pt x="75248" y="720300"/>
                  </a:lnTo>
                  <a:lnTo>
                    <a:pt x="75916" y="715054"/>
                  </a:lnTo>
                  <a:lnTo>
                    <a:pt x="76584" y="715054"/>
                  </a:lnTo>
                  <a:lnTo>
                    <a:pt x="77252" y="715054"/>
                  </a:lnTo>
                  <a:lnTo>
                    <a:pt x="77920" y="715054"/>
                  </a:lnTo>
                  <a:lnTo>
                    <a:pt x="78588" y="715054"/>
                  </a:lnTo>
                  <a:lnTo>
                    <a:pt x="79256" y="715054"/>
                  </a:lnTo>
                  <a:lnTo>
                    <a:pt x="79924" y="763922"/>
                  </a:lnTo>
                  <a:lnTo>
                    <a:pt x="80592" y="769595"/>
                  </a:lnTo>
                  <a:lnTo>
                    <a:pt x="81260" y="769595"/>
                  </a:lnTo>
                  <a:lnTo>
                    <a:pt x="81928" y="769595"/>
                  </a:lnTo>
                  <a:lnTo>
                    <a:pt x="82596" y="769595"/>
                  </a:lnTo>
                  <a:lnTo>
                    <a:pt x="83264" y="741731"/>
                  </a:lnTo>
                  <a:lnTo>
                    <a:pt x="83932" y="885018"/>
                  </a:lnTo>
                  <a:lnTo>
                    <a:pt x="84600" y="949919"/>
                  </a:lnTo>
                  <a:lnTo>
                    <a:pt x="85268" y="1044017"/>
                  </a:lnTo>
                  <a:lnTo>
                    <a:pt x="85936" y="1052908"/>
                  </a:lnTo>
                  <a:lnTo>
                    <a:pt x="86604" y="1052908"/>
                  </a:lnTo>
                  <a:lnTo>
                    <a:pt x="87272" y="1052908"/>
                  </a:lnTo>
                  <a:lnTo>
                    <a:pt x="87940" y="1052908"/>
                  </a:lnTo>
                  <a:lnTo>
                    <a:pt x="88608" y="1035250"/>
                  </a:lnTo>
                  <a:lnTo>
                    <a:pt x="89276" y="969208"/>
                  </a:lnTo>
                  <a:lnTo>
                    <a:pt x="89944" y="969208"/>
                  </a:lnTo>
                  <a:lnTo>
                    <a:pt x="90612" y="969208"/>
                  </a:lnTo>
                  <a:lnTo>
                    <a:pt x="91280" y="969208"/>
                  </a:lnTo>
                  <a:lnTo>
                    <a:pt x="91948" y="969208"/>
                  </a:lnTo>
                  <a:lnTo>
                    <a:pt x="92616" y="826211"/>
                  </a:lnTo>
                  <a:lnTo>
                    <a:pt x="93284" y="781096"/>
                  </a:lnTo>
                  <a:lnTo>
                    <a:pt x="93952" y="715054"/>
                  </a:lnTo>
                  <a:lnTo>
                    <a:pt x="94620" y="824963"/>
                  </a:lnTo>
                  <a:lnTo>
                    <a:pt x="95288" y="763483"/>
                  </a:lnTo>
                  <a:lnTo>
                    <a:pt x="95956" y="755069"/>
                  </a:lnTo>
                  <a:lnTo>
                    <a:pt x="96624" y="768250"/>
                  </a:lnTo>
                  <a:lnTo>
                    <a:pt x="97292" y="689806"/>
                  </a:lnTo>
                  <a:lnTo>
                    <a:pt x="97960" y="533700"/>
                  </a:lnTo>
                  <a:lnTo>
                    <a:pt x="98629" y="511311"/>
                  </a:lnTo>
                  <a:lnTo>
                    <a:pt x="99297" y="532277"/>
                  </a:lnTo>
                  <a:lnTo>
                    <a:pt x="99965" y="505836"/>
                  </a:lnTo>
                  <a:lnTo>
                    <a:pt x="100633" y="505836"/>
                  </a:lnTo>
                  <a:lnTo>
                    <a:pt x="101301" y="505836"/>
                  </a:lnTo>
                  <a:lnTo>
                    <a:pt x="101969" y="484405"/>
                  </a:lnTo>
                  <a:lnTo>
                    <a:pt x="102637" y="535126"/>
                  </a:lnTo>
                  <a:lnTo>
                    <a:pt x="103305" y="505836"/>
                  </a:lnTo>
                  <a:lnTo>
                    <a:pt x="103973" y="451069"/>
                  </a:lnTo>
                  <a:lnTo>
                    <a:pt x="104641" y="359273"/>
                  </a:lnTo>
                  <a:lnTo>
                    <a:pt x="105309" y="351644"/>
                  </a:lnTo>
                  <a:lnTo>
                    <a:pt x="105977" y="311259"/>
                  </a:lnTo>
                  <a:lnTo>
                    <a:pt x="106645" y="278830"/>
                  </a:lnTo>
                  <a:lnTo>
                    <a:pt x="107313" y="153369"/>
                  </a:lnTo>
                  <a:lnTo>
                    <a:pt x="107981" y="247511"/>
                  </a:lnTo>
                  <a:lnTo>
                    <a:pt x="108649" y="225601"/>
                  </a:lnTo>
                  <a:lnTo>
                    <a:pt x="109317" y="187318"/>
                  </a:lnTo>
                  <a:lnTo>
                    <a:pt x="109985" y="176165"/>
                  </a:lnTo>
                  <a:lnTo>
                    <a:pt x="110653" y="144898"/>
                  </a:lnTo>
                  <a:lnTo>
                    <a:pt x="111321" y="134468"/>
                  </a:lnTo>
                  <a:lnTo>
                    <a:pt x="111989" y="136540"/>
                  </a:lnTo>
                  <a:lnTo>
                    <a:pt x="112657" y="140705"/>
                  </a:lnTo>
                  <a:lnTo>
                    <a:pt x="113325" y="192971"/>
                  </a:lnTo>
                  <a:lnTo>
                    <a:pt x="113993" y="235244"/>
                  </a:lnTo>
                  <a:lnTo>
                    <a:pt x="114661" y="203275"/>
                  </a:lnTo>
                  <a:lnTo>
                    <a:pt x="115329" y="150179"/>
                  </a:lnTo>
                  <a:lnTo>
                    <a:pt x="115997" y="160876"/>
                  </a:lnTo>
                  <a:lnTo>
                    <a:pt x="116665" y="120152"/>
                  </a:lnTo>
                  <a:lnTo>
                    <a:pt x="117333" y="126248"/>
                  </a:lnTo>
                  <a:lnTo>
                    <a:pt x="118001" y="274008"/>
                  </a:lnTo>
                  <a:lnTo>
                    <a:pt x="118669" y="324784"/>
                  </a:lnTo>
                  <a:lnTo>
                    <a:pt x="119337" y="354946"/>
                  </a:lnTo>
                  <a:lnTo>
                    <a:pt x="120005" y="369245"/>
                  </a:lnTo>
                  <a:lnTo>
                    <a:pt x="120673" y="330986"/>
                  </a:lnTo>
                  <a:lnTo>
                    <a:pt x="121341" y="237314"/>
                  </a:lnTo>
                  <a:lnTo>
                    <a:pt x="122009" y="178056"/>
                  </a:lnTo>
                  <a:lnTo>
                    <a:pt x="122677" y="162106"/>
                  </a:lnTo>
                  <a:lnTo>
                    <a:pt x="123346" y="123920"/>
                  </a:lnTo>
                  <a:lnTo>
                    <a:pt x="124014" y="141959"/>
                  </a:lnTo>
                  <a:lnTo>
                    <a:pt x="124682" y="242664"/>
                  </a:lnTo>
                  <a:lnTo>
                    <a:pt x="125350" y="316716"/>
                  </a:lnTo>
                  <a:lnTo>
                    <a:pt x="126018" y="310699"/>
                  </a:lnTo>
                  <a:lnTo>
                    <a:pt x="126686" y="323811"/>
                  </a:lnTo>
                  <a:lnTo>
                    <a:pt x="127354" y="272933"/>
                  </a:lnTo>
                  <a:lnTo>
                    <a:pt x="128022" y="255562"/>
                  </a:lnTo>
                  <a:lnTo>
                    <a:pt x="128690" y="193384"/>
                  </a:lnTo>
                  <a:lnTo>
                    <a:pt x="129358" y="161219"/>
                  </a:lnTo>
                  <a:lnTo>
                    <a:pt x="130026" y="835"/>
                  </a:lnTo>
                  <a:lnTo>
                    <a:pt x="130694" y="835"/>
                  </a:lnTo>
                  <a:lnTo>
                    <a:pt x="131362" y="73411"/>
                  </a:lnTo>
                  <a:lnTo>
                    <a:pt x="132030" y="127269"/>
                  </a:lnTo>
                  <a:lnTo>
                    <a:pt x="132698" y="110123"/>
                  </a:lnTo>
                  <a:lnTo>
                    <a:pt x="133366" y="103197"/>
                  </a:lnTo>
                  <a:lnTo>
                    <a:pt x="134034" y="75291"/>
                  </a:lnTo>
                  <a:lnTo>
                    <a:pt x="134702" y="44081"/>
                  </a:lnTo>
                  <a:lnTo>
                    <a:pt x="135370" y="190683"/>
                  </a:lnTo>
                  <a:lnTo>
                    <a:pt x="136038" y="210677"/>
                  </a:lnTo>
                  <a:lnTo>
                    <a:pt x="136706" y="234771"/>
                  </a:lnTo>
                  <a:lnTo>
                    <a:pt x="137374" y="258075"/>
                  </a:lnTo>
                  <a:lnTo>
                    <a:pt x="138042" y="292986"/>
                  </a:lnTo>
                  <a:lnTo>
                    <a:pt x="138710" y="505255"/>
                  </a:lnTo>
                  <a:lnTo>
                    <a:pt x="139378" y="513485"/>
                  </a:lnTo>
                  <a:lnTo>
                    <a:pt x="140046" y="535834"/>
                  </a:lnTo>
                  <a:lnTo>
                    <a:pt x="140714" y="614516"/>
                  </a:lnTo>
                  <a:lnTo>
                    <a:pt x="141382" y="627548"/>
                  </a:lnTo>
                  <a:lnTo>
                    <a:pt x="142050" y="658592"/>
                  </a:lnTo>
                  <a:lnTo>
                    <a:pt x="142718" y="655830"/>
                  </a:lnTo>
                  <a:lnTo>
                    <a:pt x="143386" y="710496"/>
                  </a:lnTo>
                  <a:lnTo>
                    <a:pt x="144054" y="778713"/>
                  </a:lnTo>
                  <a:lnTo>
                    <a:pt x="144722" y="758917"/>
                  </a:lnTo>
                  <a:lnTo>
                    <a:pt x="145390" y="735752"/>
                  </a:lnTo>
                  <a:lnTo>
                    <a:pt x="146058" y="770761"/>
                  </a:lnTo>
                  <a:lnTo>
                    <a:pt x="146726" y="633896"/>
                  </a:lnTo>
                  <a:lnTo>
                    <a:pt x="147394" y="650838"/>
                  </a:lnTo>
                  <a:lnTo>
                    <a:pt x="148063" y="656053"/>
                  </a:lnTo>
                  <a:lnTo>
                    <a:pt x="148731" y="630426"/>
                  </a:lnTo>
                  <a:lnTo>
                    <a:pt x="149399" y="603089"/>
                  </a:lnTo>
                  <a:lnTo>
                    <a:pt x="150067" y="460901"/>
                  </a:lnTo>
                  <a:lnTo>
                    <a:pt x="150735" y="460901"/>
                  </a:lnTo>
                  <a:lnTo>
                    <a:pt x="151403" y="489397"/>
                  </a:lnTo>
                  <a:lnTo>
                    <a:pt x="152071" y="455699"/>
                  </a:lnTo>
                  <a:lnTo>
                    <a:pt x="152739" y="498575"/>
                  </a:lnTo>
                  <a:lnTo>
                    <a:pt x="153407" y="534729"/>
                  </a:lnTo>
                  <a:lnTo>
                    <a:pt x="154075" y="534729"/>
                  </a:lnTo>
                  <a:lnTo>
                    <a:pt x="154743" y="632007"/>
                  </a:lnTo>
                  <a:lnTo>
                    <a:pt x="155411" y="664882"/>
                  </a:lnTo>
                  <a:lnTo>
                    <a:pt x="156079" y="704693"/>
                  </a:lnTo>
                  <a:lnTo>
                    <a:pt x="156747" y="755508"/>
                  </a:lnTo>
                  <a:lnTo>
                    <a:pt x="157415" y="804753"/>
                  </a:lnTo>
                  <a:lnTo>
                    <a:pt x="158083" y="769595"/>
                  </a:lnTo>
                  <a:lnTo>
                    <a:pt x="158751" y="786927"/>
                  </a:lnTo>
                  <a:lnTo>
                    <a:pt x="159419" y="829337"/>
                  </a:lnTo>
                  <a:lnTo>
                    <a:pt x="160087" y="829337"/>
                  </a:lnTo>
                  <a:lnTo>
                    <a:pt x="160755" y="829337"/>
                  </a:lnTo>
                  <a:lnTo>
                    <a:pt x="161423" y="829337"/>
                  </a:lnTo>
                  <a:lnTo>
                    <a:pt x="162091" y="913037"/>
                  </a:lnTo>
                  <a:lnTo>
                    <a:pt x="162759" y="931207"/>
                  </a:lnTo>
                  <a:lnTo>
                    <a:pt x="163427" y="895379"/>
                  </a:lnTo>
                  <a:lnTo>
                    <a:pt x="164095" y="895379"/>
                  </a:lnTo>
                  <a:lnTo>
                    <a:pt x="164763" y="895379"/>
                  </a:lnTo>
                  <a:lnTo>
                    <a:pt x="165431" y="969208"/>
                  </a:lnTo>
                  <a:lnTo>
                    <a:pt x="166099" y="969208"/>
                  </a:lnTo>
                  <a:lnTo>
                    <a:pt x="166767" y="902383"/>
                  </a:lnTo>
                  <a:lnTo>
                    <a:pt x="167435" y="923876"/>
                  </a:lnTo>
                  <a:lnTo>
                    <a:pt x="168103" y="864796"/>
                  </a:lnTo>
                  <a:lnTo>
                    <a:pt x="168771" y="829337"/>
                  </a:lnTo>
                  <a:lnTo>
                    <a:pt x="169439" y="829337"/>
                  </a:lnTo>
                  <a:lnTo>
                    <a:pt x="170107" y="829337"/>
                  </a:lnTo>
                  <a:lnTo>
                    <a:pt x="170775" y="789863"/>
                  </a:lnTo>
                  <a:lnTo>
                    <a:pt x="171443" y="769595"/>
                  </a:lnTo>
                  <a:lnTo>
                    <a:pt x="172112" y="769595"/>
                  </a:lnTo>
                  <a:lnTo>
                    <a:pt x="172780" y="717671"/>
                  </a:lnTo>
                  <a:lnTo>
                    <a:pt x="173448" y="634299"/>
                  </a:lnTo>
                  <a:lnTo>
                    <a:pt x="174116" y="530824"/>
                  </a:lnTo>
                  <a:lnTo>
                    <a:pt x="174784" y="496729"/>
                  </a:lnTo>
                  <a:lnTo>
                    <a:pt x="175452" y="496729"/>
                  </a:lnTo>
                  <a:lnTo>
                    <a:pt x="176120" y="496729"/>
                  </a:lnTo>
                  <a:lnTo>
                    <a:pt x="176788" y="530824"/>
                  </a:lnTo>
                  <a:lnTo>
                    <a:pt x="177456" y="534729"/>
                  </a:lnTo>
                  <a:lnTo>
                    <a:pt x="178124" y="515441"/>
                  </a:lnTo>
                  <a:lnTo>
                    <a:pt x="178792" y="534729"/>
                  </a:lnTo>
                  <a:lnTo>
                    <a:pt x="179460" y="530824"/>
                  </a:lnTo>
                  <a:lnTo>
                    <a:pt x="180128" y="496729"/>
                  </a:lnTo>
                  <a:lnTo>
                    <a:pt x="180796" y="509769"/>
                  </a:lnTo>
                  <a:lnTo>
                    <a:pt x="181464" y="460901"/>
                  </a:lnTo>
                  <a:lnTo>
                    <a:pt x="182132" y="427010"/>
                  </a:lnTo>
                  <a:lnTo>
                    <a:pt x="182800" y="443727"/>
                  </a:lnTo>
                  <a:lnTo>
                    <a:pt x="183468" y="487578"/>
                  </a:lnTo>
                  <a:lnTo>
                    <a:pt x="184136" y="571019"/>
                  </a:lnTo>
                  <a:lnTo>
                    <a:pt x="184804" y="552611"/>
                  </a:lnTo>
                  <a:lnTo>
                    <a:pt x="185472" y="534729"/>
                  </a:lnTo>
                  <a:lnTo>
                    <a:pt x="186140" y="498575"/>
                  </a:lnTo>
                  <a:lnTo>
                    <a:pt x="186808" y="476771"/>
                  </a:lnTo>
                  <a:lnTo>
                    <a:pt x="187476" y="438665"/>
                  </a:lnTo>
                  <a:lnTo>
                    <a:pt x="188144" y="638451"/>
                  </a:lnTo>
                  <a:lnTo>
                    <a:pt x="188812" y="640575"/>
                  </a:lnTo>
                  <a:lnTo>
                    <a:pt x="189480" y="628901"/>
                  </a:lnTo>
                  <a:lnTo>
                    <a:pt x="190148" y="659484"/>
                  </a:lnTo>
                  <a:lnTo>
                    <a:pt x="190816" y="670019"/>
                  </a:lnTo>
                  <a:lnTo>
                    <a:pt x="191484" y="733313"/>
                  </a:lnTo>
                  <a:lnTo>
                    <a:pt x="192152" y="771681"/>
                  </a:lnTo>
                  <a:lnTo>
                    <a:pt x="192820" y="771681"/>
                  </a:lnTo>
                  <a:lnTo>
                    <a:pt x="193488" y="780066"/>
                  </a:lnTo>
                  <a:lnTo>
                    <a:pt x="194156" y="645707"/>
                  </a:lnTo>
                  <a:lnTo>
                    <a:pt x="194824" y="668251"/>
                  </a:lnTo>
                  <a:lnTo>
                    <a:pt x="195492" y="659484"/>
                  </a:lnTo>
                  <a:lnTo>
                    <a:pt x="196160" y="693471"/>
                  </a:lnTo>
                  <a:lnTo>
                    <a:pt x="196829" y="714024"/>
                  </a:lnTo>
                  <a:lnTo>
                    <a:pt x="197497" y="715927"/>
                  </a:lnTo>
                  <a:lnTo>
                    <a:pt x="198165" y="688205"/>
                  </a:lnTo>
                  <a:lnTo>
                    <a:pt x="198833" y="622537"/>
                  </a:lnTo>
                  <a:lnTo>
                    <a:pt x="199501" y="431979"/>
                  </a:lnTo>
                  <a:lnTo>
                    <a:pt x="200169" y="355385"/>
                  </a:lnTo>
                  <a:lnTo>
                    <a:pt x="200837" y="335117"/>
                  </a:lnTo>
                  <a:lnTo>
                    <a:pt x="201505" y="314104"/>
                  </a:lnTo>
                  <a:lnTo>
                    <a:pt x="202173" y="308617"/>
                  </a:lnTo>
                  <a:lnTo>
                    <a:pt x="202841" y="335117"/>
                  </a:lnTo>
                  <a:lnTo>
                    <a:pt x="203509" y="356858"/>
                  </a:lnTo>
                  <a:lnTo>
                    <a:pt x="204177" y="467904"/>
                  </a:lnTo>
                  <a:lnTo>
                    <a:pt x="204845" y="471436"/>
                  </a:lnTo>
                  <a:lnTo>
                    <a:pt x="205513" y="496729"/>
                  </a:lnTo>
                  <a:lnTo>
                    <a:pt x="206181" y="591310"/>
                  </a:lnTo>
                  <a:lnTo>
                    <a:pt x="206849" y="448818"/>
                  </a:lnTo>
                  <a:lnTo>
                    <a:pt x="207517" y="395989"/>
                  </a:lnTo>
                  <a:lnTo>
                    <a:pt x="208185" y="397257"/>
                  </a:lnTo>
                  <a:lnTo>
                    <a:pt x="208853" y="384777"/>
                  </a:lnTo>
                  <a:lnTo>
                    <a:pt x="209521" y="358381"/>
                  </a:lnTo>
                  <a:lnTo>
                    <a:pt x="210189" y="329956"/>
                  </a:lnTo>
                  <a:lnTo>
                    <a:pt x="210857" y="459799"/>
                  </a:lnTo>
                  <a:lnTo>
                    <a:pt x="211525" y="445908"/>
                  </a:lnTo>
                  <a:lnTo>
                    <a:pt x="212193" y="408603"/>
                  </a:lnTo>
                  <a:lnTo>
                    <a:pt x="212861" y="380457"/>
                  </a:lnTo>
                  <a:lnTo>
                    <a:pt x="213529" y="349283"/>
                  </a:lnTo>
                  <a:lnTo>
                    <a:pt x="214197" y="310786"/>
                  </a:lnTo>
                  <a:lnTo>
                    <a:pt x="214865" y="261164"/>
                  </a:lnTo>
                  <a:lnTo>
                    <a:pt x="215533" y="251694"/>
                  </a:lnTo>
                  <a:lnTo>
                    <a:pt x="216201" y="275500"/>
                  </a:lnTo>
                  <a:lnTo>
                    <a:pt x="216869" y="357082"/>
                  </a:lnTo>
                  <a:lnTo>
                    <a:pt x="217537" y="381834"/>
                  </a:lnTo>
                  <a:lnTo>
                    <a:pt x="218205" y="296879"/>
                  </a:lnTo>
                  <a:lnTo>
                    <a:pt x="218873" y="345588"/>
                  </a:lnTo>
                  <a:lnTo>
                    <a:pt x="219541" y="389287"/>
                  </a:lnTo>
                  <a:lnTo>
                    <a:pt x="220209" y="421950"/>
                  </a:lnTo>
                  <a:lnTo>
                    <a:pt x="220877" y="393637"/>
                  </a:lnTo>
                  <a:lnTo>
                    <a:pt x="221546" y="354053"/>
                  </a:lnTo>
                  <a:lnTo>
                    <a:pt x="222214" y="240122"/>
                  </a:lnTo>
                  <a:lnTo>
                    <a:pt x="222882" y="262555"/>
                  </a:lnTo>
                  <a:lnTo>
                    <a:pt x="223550" y="309984"/>
                  </a:lnTo>
                  <a:lnTo>
                    <a:pt x="224218" y="390175"/>
                  </a:lnTo>
                  <a:lnTo>
                    <a:pt x="224886" y="489397"/>
                  </a:lnTo>
                  <a:lnTo>
                    <a:pt x="225554" y="440347"/>
                  </a:lnTo>
                  <a:lnTo>
                    <a:pt x="226222" y="460901"/>
                  </a:lnTo>
                  <a:lnTo>
                    <a:pt x="226890" y="480352"/>
                  </a:lnTo>
                  <a:lnTo>
                    <a:pt x="227558" y="496729"/>
                  </a:lnTo>
                  <a:lnTo>
                    <a:pt x="228226" y="496729"/>
                  </a:lnTo>
                  <a:lnTo>
                    <a:pt x="228894" y="496729"/>
                  </a:lnTo>
                  <a:lnTo>
                    <a:pt x="229562" y="521166"/>
                  </a:lnTo>
                  <a:lnTo>
                    <a:pt x="230230" y="613968"/>
                  </a:lnTo>
                  <a:lnTo>
                    <a:pt x="230898" y="722939"/>
                  </a:lnTo>
                  <a:lnTo>
                    <a:pt x="231566" y="829337"/>
                  </a:lnTo>
                  <a:lnTo>
                    <a:pt x="232234" y="851669"/>
                  </a:lnTo>
                  <a:lnTo>
                    <a:pt x="232902" y="895379"/>
                  </a:lnTo>
                  <a:lnTo>
                    <a:pt x="233570" y="895379"/>
                  </a:lnTo>
                  <a:lnTo>
                    <a:pt x="234238" y="895379"/>
                  </a:lnTo>
                  <a:lnTo>
                    <a:pt x="234906" y="961421"/>
                  </a:lnTo>
                  <a:lnTo>
                    <a:pt x="235574" y="1144330"/>
                  </a:lnTo>
                  <a:lnTo>
                    <a:pt x="236242" y="1149532"/>
                  </a:lnTo>
                  <a:lnTo>
                    <a:pt x="236910" y="1149532"/>
                  </a:lnTo>
                  <a:lnTo>
                    <a:pt x="237578" y="1149532"/>
                  </a:lnTo>
                  <a:lnTo>
                    <a:pt x="238246" y="1104200"/>
                  </a:lnTo>
                  <a:lnTo>
                    <a:pt x="238914" y="1052908"/>
                  </a:lnTo>
                  <a:lnTo>
                    <a:pt x="239582" y="1052908"/>
                  </a:lnTo>
                  <a:lnTo>
                    <a:pt x="240250" y="1052908"/>
                  </a:lnTo>
                  <a:lnTo>
                    <a:pt x="240918" y="1052908"/>
                  </a:lnTo>
                  <a:lnTo>
                    <a:pt x="241586" y="1052908"/>
                  </a:lnTo>
                  <a:lnTo>
                    <a:pt x="242254" y="1052908"/>
                  </a:lnTo>
                  <a:lnTo>
                    <a:pt x="242922" y="981072"/>
                  </a:lnTo>
                  <a:lnTo>
                    <a:pt x="243590" y="898871"/>
                  </a:lnTo>
                  <a:lnTo>
                    <a:pt x="244258" y="730924"/>
                  </a:lnTo>
                  <a:lnTo>
                    <a:pt x="244926" y="715054"/>
                  </a:lnTo>
                  <a:lnTo>
                    <a:pt x="245595" y="689466"/>
                  </a:lnTo>
                  <a:lnTo>
                    <a:pt x="246263" y="652942"/>
                  </a:lnTo>
                  <a:lnTo>
                    <a:pt x="246931" y="611749"/>
                  </a:lnTo>
                  <a:lnTo>
                    <a:pt x="247599" y="519252"/>
                  </a:lnTo>
                  <a:lnTo>
                    <a:pt x="248267" y="513545"/>
                  </a:lnTo>
                  <a:lnTo>
                    <a:pt x="248935" y="467904"/>
                  </a:lnTo>
                  <a:lnTo>
                    <a:pt x="249603" y="427010"/>
                  </a:lnTo>
                  <a:lnTo>
                    <a:pt x="250271" y="427010"/>
                  </a:lnTo>
                  <a:lnTo>
                    <a:pt x="250939" y="427010"/>
                  </a:lnTo>
                  <a:lnTo>
                    <a:pt x="251607" y="427010"/>
                  </a:lnTo>
                  <a:lnTo>
                    <a:pt x="252275" y="380912"/>
                  </a:lnTo>
                  <a:lnTo>
                    <a:pt x="252943" y="390175"/>
                  </a:lnTo>
                  <a:lnTo>
                    <a:pt x="253611" y="410728"/>
                  </a:lnTo>
                  <a:lnTo>
                    <a:pt x="254279" y="404332"/>
                  </a:lnTo>
                  <a:lnTo>
                    <a:pt x="254947" y="373295"/>
                  </a:lnTo>
                  <a:lnTo>
                    <a:pt x="255615" y="307253"/>
                  </a:lnTo>
                  <a:lnTo>
                    <a:pt x="256283" y="314104"/>
                  </a:lnTo>
                  <a:lnTo>
                    <a:pt x="256951" y="316865"/>
                  </a:lnTo>
                  <a:lnTo>
                    <a:pt x="257619" y="346618"/>
                  </a:lnTo>
                  <a:lnTo>
                    <a:pt x="258287" y="356858"/>
                  </a:lnTo>
                  <a:lnTo>
                    <a:pt x="258955" y="350986"/>
                  </a:lnTo>
                  <a:lnTo>
                    <a:pt x="259623" y="362786"/>
                  </a:lnTo>
                  <a:lnTo>
                    <a:pt x="260291" y="321030"/>
                  </a:lnTo>
                  <a:lnTo>
                    <a:pt x="260959" y="265098"/>
                  </a:lnTo>
                  <a:lnTo>
                    <a:pt x="261627" y="139662"/>
                  </a:lnTo>
                  <a:lnTo>
                    <a:pt x="262295" y="96346"/>
                  </a:lnTo>
                  <a:lnTo>
                    <a:pt x="262963" y="33426"/>
                  </a:lnTo>
                  <a:lnTo>
                    <a:pt x="263631" y="0"/>
                  </a:lnTo>
                  <a:lnTo>
                    <a:pt x="264299" y="51286"/>
                  </a:lnTo>
                  <a:lnTo>
                    <a:pt x="264967" y="75291"/>
                  </a:lnTo>
                  <a:lnTo>
                    <a:pt x="265635" y="99273"/>
                  </a:lnTo>
                  <a:lnTo>
                    <a:pt x="266303" y="100251"/>
                  </a:lnTo>
                  <a:lnTo>
                    <a:pt x="266971" y="113115"/>
                  </a:lnTo>
                  <a:lnTo>
                    <a:pt x="267639" y="102213"/>
                  </a:lnTo>
                  <a:lnTo>
                    <a:pt x="268307" y="105168"/>
                  </a:lnTo>
                  <a:lnTo>
                    <a:pt x="268975" y="145951"/>
                  </a:lnTo>
                  <a:lnTo>
                    <a:pt x="269643" y="163037"/>
                  </a:lnTo>
                  <a:lnTo>
                    <a:pt x="270312" y="192971"/>
                  </a:lnTo>
                  <a:lnTo>
                    <a:pt x="270980" y="220834"/>
                  </a:lnTo>
                  <a:lnTo>
                    <a:pt x="271648" y="365770"/>
                  </a:lnTo>
                  <a:lnTo>
                    <a:pt x="272316" y="483955"/>
                  </a:lnTo>
                  <a:lnTo>
                    <a:pt x="272984" y="645886"/>
                  </a:lnTo>
                  <a:lnTo>
                    <a:pt x="273652" y="725589"/>
                  </a:lnTo>
                  <a:lnTo>
                    <a:pt x="274320" y="715054"/>
                  </a:lnTo>
                  <a:lnTo>
                    <a:pt x="274988" y="715054"/>
                  </a:lnTo>
                  <a:lnTo>
                    <a:pt x="275656" y="761105"/>
                  </a:lnTo>
                  <a:lnTo>
                    <a:pt x="276324" y="712448"/>
                  </a:lnTo>
                  <a:lnTo>
                    <a:pt x="276992" y="672157"/>
                  </a:lnTo>
                  <a:lnTo>
                    <a:pt x="277660" y="763922"/>
                  </a:lnTo>
                  <a:lnTo>
                    <a:pt x="278328" y="709852"/>
                  </a:lnTo>
                  <a:lnTo>
                    <a:pt x="278996" y="662476"/>
                  </a:lnTo>
                  <a:lnTo>
                    <a:pt x="279664" y="618430"/>
                  </a:lnTo>
                  <a:lnTo>
                    <a:pt x="280332" y="585718"/>
                  </a:lnTo>
                  <a:lnTo>
                    <a:pt x="281000" y="618430"/>
                  </a:lnTo>
                  <a:lnTo>
                    <a:pt x="281668" y="618430"/>
                  </a:lnTo>
                  <a:lnTo>
                    <a:pt x="282336" y="618430"/>
                  </a:lnTo>
                  <a:lnTo>
                    <a:pt x="283004" y="618430"/>
                  </a:lnTo>
                  <a:lnTo>
                    <a:pt x="283672" y="655312"/>
                  </a:lnTo>
                  <a:lnTo>
                    <a:pt x="284340" y="643551"/>
                  </a:lnTo>
                  <a:lnTo>
                    <a:pt x="285008" y="618430"/>
                  </a:lnTo>
                  <a:lnTo>
                    <a:pt x="285676" y="611749"/>
                  </a:lnTo>
                  <a:lnTo>
                    <a:pt x="286344" y="667297"/>
                  </a:lnTo>
                  <a:lnTo>
                    <a:pt x="287012" y="715054"/>
                  </a:lnTo>
                  <a:lnTo>
                    <a:pt x="287680" y="715054"/>
                  </a:lnTo>
                  <a:lnTo>
                    <a:pt x="288348" y="775319"/>
                  </a:lnTo>
                  <a:lnTo>
                    <a:pt x="289016" y="816924"/>
                  </a:lnTo>
                  <a:lnTo>
                    <a:pt x="289684" y="766752"/>
                  </a:lnTo>
                  <a:lnTo>
                    <a:pt x="290352" y="761105"/>
                  </a:lnTo>
                  <a:lnTo>
                    <a:pt x="291020" y="769595"/>
                  </a:lnTo>
                  <a:lnTo>
                    <a:pt x="291688" y="769595"/>
                  </a:lnTo>
                  <a:lnTo>
                    <a:pt x="292356" y="769595"/>
                  </a:lnTo>
                  <a:lnTo>
                    <a:pt x="293024" y="766752"/>
                  </a:lnTo>
                  <a:lnTo>
                    <a:pt x="293692" y="674600"/>
                  </a:lnTo>
                  <a:lnTo>
                    <a:pt x="294360" y="789617"/>
                  </a:lnTo>
                  <a:lnTo>
                    <a:pt x="295029" y="680313"/>
                  </a:lnTo>
                  <a:lnTo>
                    <a:pt x="295697" y="630562"/>
                  </a:lnTo>
                  <a:lnTo>
                    <a:pt x="296365" y="570366"/>
                  </a:lnTo>
                  <a:lnTo>
                    <a:pt x="297033" y="503117"/>
                  </a:lnTo>
                  <a:lnTo>
                    <a:pt x="297701" y="422989"/>
                  </a:lnTo>
                  <a:lnTo>
                    <a:pt x="298369" y="405331"/>
                  </a:lnTo>
                  <a:lnTo>
                    <a:pt x="299037" y="373643"/>
                  </a:lnTo>
                  <a:lnTo>
                    <a:pt x="299705" y="406492"/>
                  </a:lnTo>
                  <a:lnTo>
                    <a:pt x="300373" y="427783"/>
                  </a:lnTo>
                  <a:lnTo>
                    <a:pt x="301041" y="403013"/>
                  </a:lnTo>
                  <a:lnTo>
                    <a:pt x="301709" y="357305"/>
                  </a:lnTo>
                  <a:lnTo>
                    <a:pt x="302377" y="436208"/>
                  </a:lnTo>
                  <a:lnTo>
                    <a:pt x="303045" y="426321"/>
                  </a:lnTo>
                  <a:lnTo>
                    <a:pt x="303713" y="440022"/>
                  </a:lnTo>
                  <a:lnTo>
                    <a:pt x="304381" y="436327"/>
                  </a:lnTo>
                  <a:lnTo>
                    <a:pt x="305049" y="455434"/>
                  </a:lnTo>
                  <a:lnTo>
                    <a:pt x="305717" y="334087"/>
                  </a:lnTo>
                  <a:lnTo>
                    <a:pt x="306385" y="376963"/>
                  </a:lnTo>
                  <a:lnTo>
                    <a:pt x="307053" y="418231"/>
                  </a:lnTo>
                  <a:lnTo>
                    <a:pt x="307721" y="459871"/>
                  </a:lnTo>
                  <a:lnTo>
                    <a:pt x="308389" y="431402"/>
                  </a:lnTo>
                  <a:lnTo>
                    <a:pt x="309057" y="444857"/>
                  </a:lnTo>
                  <a:lnTo>
                    <a:pt x="309725" y="453571"/>
                  </a:lnTo>
                  <a:lnTo>
                    <a:pt x="310393" y="454826"/>
                  </a:lnTo>
                  <a:lnTo>
                    <a:pt x="311061" y="481777"/>
                  </a:lnTo>
                  <a:lnTo>
                    <a:pt x="311729" y="537988"/>
                  </a:lnTo>
                  <a:lnTo>
                    <a:pt x="312397" y="597895"/>
                  </a:lnTo>
                  <a:lnTo>
                    <a:pt x="313065" y="574745"/>
                  </a:lnTo>
                  <a:lnTo>
                    <a:pt x="313733" y="457428"/>
                  </a:lnTo>
                  <a:lnTo>
                    <a:pt x="314401" y="528881"/>
                  </a:lnTo>
                  <a:lnTo>
                    <a:pt x="315069" y="592126"/>
                  </a:lnTo>
                  <a:lnTo>
                    <a:pt x="315737" y="712448"/>
                  </a:lnTo>
                  <a:lnTo>
                    <a:pt x="316405" y="715054"/>
                  </a:lnTo>
                  <a:lnTo>
                    <a:pt x="317073" y="744463"/>
                  </a:lnTo>
                  <a:lnTo>
                    <a:pt x="317741" y="829337"/>
                  </a:lnTo>
                  <a:lnTo>
                    <a:pt x="318409" y="961421"/>
                  </a:lnTo>
                  <a:lnTo>
                    <a:pt x="319077" y="1052908"/>
                  </a:lnTo>
                  <a:lnTo>
                    <a:pt x="319746" y="1052908"/>
                  </a:lnTo>
                  <a:lnTo>
                    <a:pt x="320414" y="1052908"/>
                  </a:lnTo>
                  <a:lnTo>
                    <a:pt x="321082" y="1052908"/>
                  </a:lnTo>
                  <a:lnTo>
                    <a:pt x="321750" y="1052908"/>
                  </a:lnTo>
                  <a:lnTo>
                    <a:pt x="322418" y="1071078"/>
                  </a:lnTo>
                  <a:lnTo>
                    <a:pt x="323086" y="1149532"/>
                  </a:lnTo>
                  <a:lnTo>
                    <a:pt x="323754" y="1149532"/>
                  </a:lnTo>
                  <a:lnTo>
                    <a:pt x="324422" y="1149532"/>
                  </a:lnTo>
                  <a:lnTo>
                    <a:pt x="325090" y="1061927"/>
                  </a:lnTo>
                  <a:lnTo>
                    <a:pt x="325758" y="981072"/>
                  </a:lnTo>
                  <a:lnTo>
                    <a:pt x="326426" y="1098624"/>
                  </a:lnTo>
                  <a:lnTo>
                    <a:pt x="327094" y="975662"/>
                  </a:lnTo>
                  <a:lnTo>
                    <a:pt x="327762" y="880572"/>
                  </a:lnTo>
                  <a:lnTo>
                    <a:pt x="328430" y="830591"/>
                  </a:lnTo>
                  <a:lnTo>
                    <a:pt x="329098" y="661228"/>
                  </a:lnTo>
                  <a:lnTo>
                    <a:pt x="329766" y="609312"/>
                  </a:lnTo>
                  <a:lnTo>
                    <a:pt x="330434" y="528027"/>
                  </a:lnTo>
                  <a:lnTo>
                    <a:pt x="331102" y="505836"/>
                  </a:lnTo>
                  <a:lnTo>
                    <a:pt x="331770" y="476553"/>
                  </a:lnTo>
                  <a:lnTo>
                    <a:pt x="332438" y="453571"/>
                  </a:lnTo>
                  <a:lnTo>
                    <a:pt x="333106" y="453571"/>
                  </a:lnTo>
                  <a:lnTo>
                    <a:pt x="333774" y="453571"/>
                  </a:lnTo>
                  <a:lnTo>
                    <a:pt x="334442" y="453571"/>
                  </a:lnTo>
                  <a:lnTo>
                    <a:pt x="335110" y="473957"/>
                  </a:lnTo>
                  <a:lnTo>
                    <a:pt x="335778" y="463681"/>
                  </a:lnTo>
                  <a:lnTo>
                    <a:pt x="336446" y="421233"/>
                  </a:lnTo>
                  <a:lnTo>
                    <a:pt x="337114" y="452180"/>
                  </a:lnTo>
                  <a:lnTo>
                    <a:pt x="337782" y="297787"/>
                  </a:lnTo>
                  <a:lnTo>
                    <a:pt x="338450" y="253736"/>
                  </a:lnTo>
                  <a:lnTo>
                    <a:pt x="339118" y="340841"/>
                  </a:lnTo>
                  <a:lnTo>
                    <a:pt x="339786" y="367268"/>
                  </a:lnTo>
                  <a:lnTo>
                    <a:pt x="340454" y="433643"/>
                  </a:lnTo>
                  <a:lnTo>
                    <a:pt x="341122" y="460901"/>
                  </a:lnTo>
                  <a:lnTo>
                    <a:pt x="341790" y="435313"/>
                  </a:lnTo>
                  <a:lnTo>
                    <a:pt x="342458" y="422081"/>
                  </a:lnTo>
                  <a:lnTo>
                    <a:pt x="343126" y="371783"/>
                  </a:lnTo>
                  <a:lnTo>
                    <a:pt x="343795" y="355385"/>
                  </a:lnTo>
                  <a:lnTo>
                    <a:pt x="344463" y="277970"/>
                  </a:lnTo>
                  <a:lnTo>
                    <a:pt x="345131" y="257500"/>
                  </a:lnTo>
                  <a:lnTo>
                    <a:pt x="345799" y="292440"/>
                  </a:lnTo>
                  <a:lnTo>
                    <a:pt x="346467" y="322425"/>
                  </a:lnTo>
                  <a:lnTo>
                    <a:pt x="347135" y="297787"/>
                  </a:lnTo>
                  <a:lnTo>
                    <a:pt x="347803" y="335117"/>
                  </a:lnTo>
                  <a:lnTo>
                    <a:pt x="348471" y="418817"/>
                  </a:lnTo>
                  <a:lnTo>
                    <a:pt x="349139" y="452255"/>
                  </a:lnTo>
                  <a:lnTo>
                    <a:pt x="349807" y="474987"/>
                  </a:lnTo>
                  <a:lnTo>
                    <a:pt x="350475" y="473209"/>
                  </a:lnTo>
                  <a:lnTo>
                    <a:pt x="351143" y="460901"/>
                  </a:lnTo>
                  <a:lnTo>
                    <a:pt x="351811" y="528881"/>
                  </a:lnTo>
                  <a:lnTo>
                    <a:pt x="352479" y="581483"/>
                  </a:lnTo>
                  <a:lnTo>
                    <a:pt x="353147" y="652942"/>
                  </a:lnTo>
                  <a:lnTo>
                    <a:pt x="353815" y="679516"/>
                  </a:lnTo>
                  <a:lnTo>
                    <a:pt x="354483" y="835637"/>
                  </a:lnTo>
                  <a:lnTo>
                    <a:pt x="355151" y="895379"/>
                  </a:lnTo>
                  <a:lnTo>
                    <a:pt x="355819" y="895379"/>
                  </a:lnTo>
                  <a:lnTo>
                    <a:pt x="356487" y="927531"/>
                  </a:lnTo>
                  <a:lnTo>
                    <a:pt x="357155" y="1018075"/>
                  </a:lnTo>
                  <a:lnTo>
                    <a:pt x="357823" y="1052908"/>
                  </a:lnTo>
                  <a:lnTo>
                    <a:pt x="358491" y="1052908"/>
                  </a:lnTo>
                  <a:lnTo>
                    <a:pt x="359159" y="1052908"/>
                  </a:lnTo>
                  <a:lnTo>
                    <a:pt x="359827" y="1052908"/>
                  </a:lnTo>
                  <a:lnTo>
                    <a:pt x="360495" y="1113995"/>
                  </a:lnTo>
                  <a:lnTo>
                    <a:pt x="361163" y="1149532"/>
                  </a:lnTo>
                  <a:lnTo>
                    <a:pt x="361831" y="1149532"/>
                  </a:lnTo>
                  <a:lnTo>
                    <a:pt x="362499" y="1149532"/>
                  </a:lnTo>
                  <a:lnTo>
                    <a:pt x="363167" y="1149532"/>
                  </a:lnTo>
                  <a:lnTo>
                    <a:pt x="363835" y="1149532"/>
                  </a:lnTo>
                  <a:lnTo>
                    <a:pt x="364503" y="1149532"/>
                  </a:lnTo>
                  <a:lnTo>
                    <a:pt x="365171" y="1149532"/>
                  </a:lnTo>
                  <a:lnTo>
                    <a:pt x="365839" y="1149532"/>
                  </a:lnTo>
                  <a:lnTo>
                    <a:pt x="366507" y="1149532"/>
                  </a:lnTo>
                  <a:lnTo>
                    <a:pt x="367175" y="1149532"/>
                  </a:lnTo>
                  <a:lnTo>
                    <a:pt x="367843" y="1149532"/>
                  </a:lnTo>
                  <a:lnTo>
                    <a:pt x="368512" y="1149532"/>
                  </a:lnTo>
                  <a:lnTo>
                    <a:pt x="369180" y="1113995"/>
                  </a:lnTo>
                  <a:lnTo>
                    <a:pt x="369848" y="1052908"/>
                  </a:lnTo>
                  <a:lnTo>
                    <a:pt x="370516" y="985077"/>
                  </a:lnTo>
                  <a:lnTo>
                    <a:pt x="371184" y="969208"/>
                  </a:lnTo>
                  <a:lnTo>
                    <a:pt x="371852" y="969208"/>
                  </a:lnTo>
                  <a:lnTo>
                    <a:pt x="372520" y="969208"/>
                  </a:lnTo>
                  <a:lnTo>
                    <a:pt x="373188" y="969208"/>
                  </a:lnTo>
                  <a:lnTo>
                    <a:pt x="373856" y="969208"/>
                  </a:lnTo>
                  <a:lnTo>
                    <a:pt x="374524" y="969208"/>
                  </a:lnTo>
                  <a:lnTo>
                    <a:pt x="375192" y="969208"/>
                  </a:lnTo>
                  <a:lnTo>
                    <a:pt x="375860" y="969208"/>
                  </a:lnTo>
                  <a:lnTo>
                    <a:pt x="376528" y="969208"/>
                  </a:lnTo>
                  <a:lnTo>
                    <a:pt x="377196" y="969208"/>
                  </a:lnTo>
                  <a:lnTo>
                    <a:pt x="377864" y="969208"/>
                  </a:lnTo>
                  <a:lnTo>
                    <a:pt x="378532" y="969208"/>
                  </a:lnTo>
                  <a:lnTo>
                    <a:pt x="379167" y="115157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540135" y="3299838"/>
              <a:ext cx="57374" cy="724560"/>
            </a:xfrm>
            <a:custGeom>
              <a:avLst/>
              <a:pathLst>
                <a:path w="57374" h="724560">
                  <a:moveTo>
                    <a:pt x="0" y="724560"/>
                  </a:moveTo>
                  <a:lnTo>
                    <a:pt x="651" y="695448"/>
                  </a:lnTo>
                  <a:lnTo>
                    <a:pt x="1319" y="478840"/>
                  </a:lnTo>
                  <a:lnTo>
                    <a:pt x="1987" y="365848"/>
                  </a:lnTo>
                  <a:lnTo>
                    <a:pt x="2655" y="346756"/>
                  </a:lnTo>
                  <a:lnTo>
                    <a:pt x="3323" y="346756"/>
                  </a:lnTo>
                  <a:lnTo>
                    <a:pt x="3991" y="346756"/>
                  </a:lnTo>
                  <a:lnTo>
                    <a:pt x="4659" y="344670"/>
                  </a:lnTo>
                  <a:lnTo>
                    <a:pt x="5327" y="268301"/>
                  </a:lnTo>
                  <a:lnTo>
                    <a:pt x="5995" y="232473"/>
                  </a:lnTo>
                  <a:lnTo>
                    <a:pt x="6663" y="198583"/>
                  </a:lnTo>
                  <a:lnTo>
                    <a:pt x="7331" y="188763"/>
                  </a:lnTo>
                  <a:lnTo>
                    <a:pt x="7999" y="135848"/>
                  </a:lnTo>
                  <a:lnTo>
                    <a:pt x="8667" y="117151"/>
                  </a:lnTo>
                  <a:lnTo>
                    <a:pt x="9335" y="122388"/>
                  </a:lnTo>
                  <a:lnTo>
                    <a:pt x="10003" y="0"/>
                  </a:lnTo>
                  <a:lnTo>
                    <a:pt x="10671" y="20113"/>
                  </a:lnTo>
                  <a:lnTo>
                    <a:pt x="11339" y="154472"/>
                  </a:lnTo>
                  <a:lnTo>
                    <a:pt x="12007" y="264968"/>
                  </a:lnTo>
                  <a:lnTo>
                    <a:pt x="12675" y="288043"/>
                  </a:lnTo>
                  <a:lnTo>
                    <a:pt x="13343" y="225931"/>
                  </a:lnTo>
                  <a:lnTo>
                    <a:pt x="14011" y="167265"/>
                  </a:lnTo>
                  <a:lnTo>
                    <a:pt x="14680" y="150266"/>
                  </a:lnTo>
                  <a:lnTo>
                    <a:pt x="15348" y="237871"/>
                  </a:lnTo>
                  <a:lnTo>
                    <a:pt x="16016" y="288043"/>
                  </a:lnTo>
                  <a:lnTo>
                    <a:pt x="16684" y="342584"/>
                  </a:lnTo>
                  <a:lnTo>
                    <a:pt x="17352" y="359916"/>
                  </a:lnTo>
                  <a:lnTo>
                    <a:pt x="18020" y="468368"/>
                  </a:lnTo>
                  <a:lnTo>
                    <a:pt x="18688" y="468368"/>
                  </a:lnTo>
                  <a:lnTo>
                    <a:pt x="19356" y="468368"/>
                  </a:lnTo>
                  <a:lnTo>
                    <a:pt x="20024" y="468368"/>
                  </a:lnTo>
                  <a:lnTo>
                    <a:pt x="20692" y="468368"/>
                  </a:lnTo>
                  <a:lnTo>
                    <a:pt x="21360" y="468368"/>
                  </a:lnTo>
                  <a:lnTo>
                    <a:pt x="22028" y="468368"/>
                  </a:lnTo>
                  <a:lnTo>
                    <a:pt x="22696" y="468368"/>
                  </a:lnTo>
                  <a:lnTo>
                    <a:pt x="23364" y="562097"/>
                  </a:lnTo>
                  <a:lnTo>
                    <a:pt x="24032" y="677189"/>
                  </a:lnTo>
                  <a:lnTo>
                    <a:pt x="24700" y="722521"/>
                  </a:lnTo>
                  <a:lnTo>
                    <a:pt x="25368" y="722521"/>
                  </a:lnTo>
                  <a:lnTo>
                    <a:pt x="26036" y="722521"/>
                  </a:lnTo>
                  <a:lnTo>
                    <a:pt x="26704" y="722521"/>
                  </a:lnTo>
                  <a:lnTo>
                    <a:pt x="27372" y="722521"/>
                  </a:lnTo>
                  <a:lnTo>
                    <a:pt x="28040" y="722521"/>
                  </a:lnTo>
                  <a:lnTo>
                    <a:pt x="28708" y="722521"/>
                  </a:lnTo>
                  <a:lnTo>
                    <a:pt x="29376" y="722521"/>
                  </a:lnTo>
                  <a:lnTo>
                    <a:pt x="30044" y="722521"/>
                  </a:lnTo>
                  <a:lnTo>
                    <a:pt x="30712" y="722521"/>
                  </a:lnTo>
                  <a:lnTo>
                    <a:pt x="31380" y="722521"/>
                  </a:lnTo>
                  <a:lnTo>
                    <a:pt x="32048" y="722521"/>
                  </a:lnTo>
                  <a:lnTo>
                    <a:pt x="32716" y="677189"/>
                  </a:lnTo>
                  <a:lnTo>
                    <a:pt x="33384" y="625897"/>
                  </a:lnTo>
                  <a:lnTo>
                    <a:pt x="34052" y="625897"/>
                  </a:lnTo>
                  <a:lnTo>
                    <a:pt x="34720" y="625897"/>
                  </a:lnTo>
                  <a:lnTo>
                    <a:pt x="35388" y="534410"/>
                  </a:lnTo>
                  <a:lnTo>
                    <a:pt x="36056" y="468368"/>
                  </a:lnTo>
                  <a:lnTo>
                    <a:pt x="36724" y="434478"/>
                  </a:lnTo>
                  <a:lnTo>
                    <a:pt x="37392" y="371743"/>
                  </a:lnTo>
                  <a:lnTo>
                    <a:pt x="38060" y="254978"/>
                  </a:lnTo>
                  <a:lnTo>
                    <a:pt x="38728" y="347151"/>
                  </a:lnTo>
                  <a:lnTo>
                    <a:pt x="39397" y="464960"/>
                  </a:lnTo>
                  <a:lnTo>
                    <a:pt x="40065" y="416557"/>
                  </a:lnTo>
                  <a:lnTo>
                    <a:pt x="40733" y="328667"/>
                  </a:lnTo>
                  <a:lnTo>
                    <a:pt x="41401" y="295627"/>
                  </a:lnTo>
                  <a:lnTo>
                    <a:pt x="42069" y="241342"/>
                  </a:lnTo>
                  <a:lnTo>
                    <a:pt x="42737" y="234354"/>
                  </a:lnTo>
                  <a:lnTo>
                    <a:pt x="43405" y="249832"/>
                  </a:lnTo>
                  <a:lnTo>
                    <a:pt x="44073" y="226070"/>
                  </a:lnTo>
                  <a:lnTo>
                    <a:pt x="44741" y="195292"/>
                  </a:lnTo>
                  <a:lnTo>
                    <a:pt x="45409" y="197909"/>
                  </a:lnTo>
                  <a:lnTo>
                    <a:pt x="46077" y="160989"/>
                  </a:lnTo>
                  <a:lnTo>
                    <a:pt x="46745" y="157291"/>
                  </a:lnTo>
                  <a:lnTo>
                    <a:pt x="47413" y="163467"/>
                  </a:lnTo>
                  <a:lnTo>
                    <a:pt x="48081" y="212502"/>
                  </a:lnTo>
                  <a:lnTo>
                    <a:pt x="48749" y="249065"/>
                  </a:lnTo>
                  <a:lnTo>
                    <a:pt x="49417" y="108982"/>
                  </a:lnTo>
                  <a:lnTo>
                    <a:pt x="50085" y="129310"/>
                  </a:lnTo>
                  <a:lnTo>
                    <a:pt x="50753" y="47976"/>
                  </a:lnTo>
                  <a:lnTo>
                    <a:pt x="51421" y="86534"/>
                  </a:lnTo>
                  <a:lnTo>
                    <a:pt x="52089" y="160836"/>
                  </a:lnTo>
                  <a:lnTo>
                    <a:pt x="52757" y="191419"/>
                  </a:lnTo>
                  <a:lnTo>
                    <a:pt x="53425" y="191419"/>
                  </a:lnTo>
                  <a:lnTo>
                    <a:pt x="54093" y="230680"/>
                  </a:lnTo>
                  <a:lnTo>
                    <a:pt x="54761" y="288043"/>
                  </a:lnTo>
                  <a:lnTo>
                    <a:pt x="55429" y="342584"/>
                  </a:lnTo>
                  <a:lnTo>
                    <a:pt x="56097" y="493231"/>
                  </a:lnTo>
                  <a:lnTo>
                    <a:pt x="56765" y="542197"/>
                  </a:lnTo>
                  <a:lnTo>
                    <a:pt x="57374" y="7245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598154" y="4021921"/>
              <a:ext cx="170" cy="2477"/>
            </a:xfrm>
            <a:custGeom>
              <a:avLst/>
              <a:pathLst>
                <a:path w="170" h="2477">
                  <a:moveTo>
                    <a:pt x="0" y="2477"/>
                  </a:moveTo>
                  <a:lnTo>
                    <a:pt x="82" y="0"/>
                  </a:lnTo>
                  <a:lnTo>
                    <a:pt x="170" y="247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601817" y="2955693"/>
              <a:ext cx="330331" cy="1068705"/>
            </a:xfrm>
            <a:custGeom>
              <a:avLst/>
              <a:pathLst>
                <a:path w="330331" h="1068705">
                  <a:moveTo>
                    <a:pt x="0" y="1068705"/>
                  </a:moveTo>
                  <a:lnTo>
                    <a:pt x="427" y="1011589"/>
                  </a:lnTo>
                  <a:lnTo>
                    <a:pt x="1095" y="884042"/>
                  </a:lnTo>
                  <a:lnTo>
                    <a:pt x="1763" y="770514"/>
                  </a:lnTo>
                  <a:lnTo>
                    <a:pt x="2431" y="721505"/>
                  </a:lnTo>
                  <a:lnTo>
                    <a:pt x="3099" y="653719"/>
                  </a:lnTo>
                  <a:lnTo>
                    <a:pt x="3767" y="653719"/>
                  </a:lnTo>
                  <a:lnTo>
                    <a:pt x="4435" y="653719"/>
                  </a:lnTo>
                  <a:lnTo>
                    <a:pt x="5103" y="608387"/>
                  </a:lnTo>
                  <a:lnTo>
                    <a:pt x="5771" y="558254"/>
                  </a:lnTo>
                  <a:lnTo>
                    <a:pt x="6439" y="481123"/>
                  </a:lnTo>
                  <a:lnTo>
                    <a:pt x="7107" y="306421"/>
                  </a:lnTo>
                  <a:lnTo>
                    <a:pt x="7775" y="245081"/>
                  </a:lnTo>
                  <a:lnTo>
                    <a:pt x="8443" y="194968"/>
                  </a:lnTo>
                  <a:lnTo>
                    <a:pt x="9111" y="0"/>
                  </a:lnTo>
                  <a:lnTo>
                    <a:pt x="9779" y="53674"/>
                  </a:lnTo>
                  <a:lnTo>
                    <a:pt x="10447" y="85608"/>
                  </a:lnTo>
                  <a:lnTo>
                    <a:pt x="11115" y="143932"/>
                  </a:lnTo>
                  <a:lnTo>
                    <a:pt x="11783" y="213580"/>
                  </a:lnTo>
                  <a:lnTo>
                    <a:pt x="12451" y="250828"/>
                  </a:lnTo>
                  <a:lnTo>
                    <a:pt x="13119" y="311993"/>
                  </a:lnTo>
                  <a:lnTo>
                    <a:pt x="13787" y="311993"/>
                  </a:lnTo>
                  <a:lnTo>
                    <a:pt x="14455" y="301118"/>
                  </a:lnTo>
                  <a:lnTo>
                    <a:pt x="15124" y="327862"/>
                  </a:lnTo>
                  <a:lnTo>
                    <a:pt x="15792" y="408356"/>
                  </a:lnTo>
                  <a:lnTo>
                    <a:pt x="16460" y="520086"/>
                  </a:lnTo>
                  <a:lnTo>
                    <a:pt x="17128" y="616710"/>
                  </a:lnTo>
                  <a:lnTo>
                    <a:pt x="17796" y="724908"/>
                  </a:lnTo>
                  <a:lnTo>
                    <a:pt x="18464" y="833763"/>
                  </a:lnTo>
                  <a:lnTo>
                    <a:pt x="19132" y="970042"/>
                  </a:lnTo>
                  <a:lnTo>
                    <a:pt x="19800" y="970042"/>
                  </a:lnTo>
                  <a:lnTo>
                    <a:pt x="20468" y="970042"/>
                  </a:lnTo>
                  <a:lnTo>
                    <a:pt x="21136" y="970042"/>
                  </a:lnTo>
                  <a:lnTo>
                    <a:pt x="21804" y="970042"/>
                  </a:lnTo>
                  <a:lnTo>
                    <a:pt x="22472" y="970042"/>
                  </a:lnTo>
                  <a:lnTo>
                    <a:pt x="23140" y="970042"/>
                  </a:lnTo>
                  <a:lnTo>
                    <a:pt x="23808" y="970042"/>
                  </a:lnTo>
                  <a:lnTo>
                    <a:pt x="24476" y="1002193"/>
                  </a:lnTo>
                  <a:lnTo>
                    <a:pt x="25144" y="983620"/>
                  </a:lnTo>
                  <a:lnTo>
                    <a:pt x="25812" y="1000902"/>
                  </a:lnTo>
                  <a:lnTo>
                    <a:pt x="26480" y="786486"/>
                  </a:lnTo>
                  <a:lnTo>
                    <a:pt x="27148" y="587273"/>
                  </a:lnTo>
                  <a:lnTo>
                    <a:pt x="27816" y="591134"/>
                  </a:lnTo>
                  <a:lnTo>
                    <a:pt x="28484" y="591935"/>
                  </a:lnTo>
                  <a:lnTo>
                    <a:pt x="29152" y="476293"/>
                  </a:lnTo>
                  <a:lnTo>
                    <a:pt x="29820" y="353281"/>
                  </a:lnTo>
                  <a:lnTo>
                    <a:pt x="30488" y="279452"/>
                  </a:lnTo>
                  <a:lnTo>
                    <a:pt x="31156" y="214746"/>
                  </a:lnTo>
                  <a:lnTo>
                    <a:pt x="31824" y="190496"/>
                  </a:lnTo>
                  <a:lnTo>
                    <a:pt x="32492" y="187289"/>
                  </a:lnTo>
                  <a:lnTo>
                    <a:pt x="33160" y="187289"/>
                  </a:lnTo>
                  <a:lnTo>
                    <a:pt x="33828" y="187289"/>
                  </a:lnTo>
                  <a:lnTo>
                    <a:pt x="34496" y="177138"/>
                  </a:lnTo>
                  <a:lnTo>
                    <a:pt x="35164" y="185373"/>
                  </a:lnTo>
                  <a:lnTo>
                    <a:pt x="35832" y="207329"/>
                  </a:lnTo>
                  <a:lnTo>
                    <a:pt x="36500" y="246832"/>
                  </a:lnTo>
                  <a:lnTo>
                    <a:pt x="37168" y="198435"/>
                  </a:lnTo>
                  <a:lnTo>
                    <a:pt x="37836" y="126662"/>
                  </a:lnTo>
                  <a:lnTo>
                    <a:pt x="38504" y="180839"/>
                  </a:lnTo>
                  <a:lnTo>
                    <a:pt x="39172" y="98851"/>
                  </a:lnTo>
                  <a:lnTo>
                    <a:pt x="39841" y="269583"/>
                  </a:lnTo>
                  <a:lnTo>
                    <a:pt x="40509" y="425023"/>
                  </a:lnTo>
                  <a:lnTo>
                    <a:pt x="41177" y="589291"/>
                  </a:lnTo>
                  <a:lnTo>
                    <a:pt x="41845" y="619264"/>
                  </a:lnTo>
                  <a:lnTo>
                    <a:pt x="42513" y="632188"/>
                  </a:lnTo>
                  <a:lnTo>
                    <a:pt x="43181" y="777886"/>
                  </a:lnTo>
                  <a:lnTo>
                    <a:pt x="43849" y="728481"/>
                  </a:lnTo>
                  <a:lnTo>
                    <a:pt x="44517" y="851762"/>
                  </a:lnTo>
                  <a:lnTo>
                    <a:pt x="45185" y="829879"/>
                  </a:lnTo>
                  <a:lnTo>
                    <a:pt x="45853" y="791634"/>
                  </a:lnTo>
                  <a:lnTo>
                    <a:pt x="46521" y="821631"/>
                  </a:lnTo>
                  <a:lnTo>
                    <a:pt x="47189" y="831958"/>
                  </a:lnTo>
                  <a:lnTo>
                    <a:pt x="47857" y="834044"/>
                  </a:lnTo>
                  <a:lnTo>
                    <a:pt x="48525" y="834044"/>
                  </a:lnTo>
                  <a:lnTo>
                    <a:pt x="49193" y="834044"/>
                  </a:lnTo>
                  <a:lnTo>
                    <a:pt x="49861" y="834044"/>
                  </a:lnTo>
                  <a:lnTo>
                    <a:pt x="50529" y="834044"/>
                  </a:lnTo>
                  <a:lnTo>
                    <a:pt x="51197" y="866196"/>
                  </a:lnTo>
                  <a:lnTo>
                    <a:pt x="51865" y="923742"/>
                  </a:lnTo>
                  <a:lnTo>
                    <a:pt x="52533" y="897769"/>
                  </a:lnTo>
                  <a:lnTo>
                    <a:pt x="53201" y="875352"/>
                  </a:lnTo>
                  <a:lnTo>
                    <a:pt x="53869" y="736389"/>
                  </a:lnTo>
                  <a:lnTo>
                    <a:pt x="54537" y="695619"/>
                  </a:lnTo>
                  <a:lnTo>
                    <a:pt x="55205" y="654176"/>
                  </a:lnTo>
                  <a:lnTo>
                    <a:pt x="55873" y="535564"/>
                  </a:lnTo>
                  <a:lnTo>
                    <a:pt x="56541" y="457768"/>
                  </a:lnTo>
                  <a:lnTo>
                    <a:pt x="57209" y="471764"/>
                  </a:lnTo>
                  <a:lnTo>
                    <a:pt x="57877" y="413863"/>
                  </a:lnTo>
                  <a:lnTo>
                    <a:pt x="58545" y="369389"/>
                  </a:lnTo>
                  <a:lnTo>
                    <a:pt x="59213" y="448006"/>
                  </a:lnTo>
                  <a:lnTo>
                    <a:pt x="59881" y="333000"/>
                  </a:lnTo>
                  <a:lnTo>
                    <a:pt x="60549" y="427770"/>
                  </a:lnTo>
                  <a:lnTo>
                    <a:pt x="61217" y="421319"/>
                  </a:lnTo>
                  <a:lnTo>
                    <a:pt x="61885" y="405476"/>
                  </a:lnTo>
                  <a:lnTo>
                    <a:pt x="62553" y="386978"/>
                  </a:lnTo>
                  <a:lnTo>
                    <a:pt x="63221" y="390233"/>
                  </a:lnTo>
                  <a:lnTo>
                    <a:pt x="63889" y="410101"/>
                  </a:lnTo>
                  <a:lnTo>
                    <a:pt x="64558" y="427334"/>
                  </a:lnTo>
                  <a:lnTo>
                    <a:pt x="65226" y="407980"/>
                  </a:lnTo>
                  <a:lnTo>
                    <a:pt x="65894" y="463432"/>
                  </a:lnTo>
                  <a:lnTo>
                    <a:pt x="66562" y="457601"/>
                  </a:lnTo>
                  <a:lnTo>
                    <a:pt x="67230" y="432943"/>
                  </a:lnTo>
                  <a:lnTo>
                    <a:pt x="67898" y="435079"/>
                  </a:lnTo>
                  <a:lnTo>
                    <a:pt x="68566" y="459284"/>
                  </a:lnTo>
                  <a:lnTo>
                    <a:pt x="69234" y="536895"/>
                  </a:lnTo>
                  <a:lnTo>
                    <a:pt x="69902" y="553968"/>
                  </a:lnTo>
                  <a:lnTo>
                    <a:pt x="70570" y="611310"/>
                  </a:lnTo>
                  <a:lnTo>
                    <a:pt x="71238" y="549972"/>
                  </a:lnTo>
                  <a:lnTo>
                    <a:pt x="71906" y="604036"/>
                  </a:lnTo>
                  <a:lnTo>
                    <a:pt x="72574" y="502666"/>
                  </a:lnTo>
                  <a:lnTo>
                    <a:pt x="73242" y="513849"/>
                  </a:lnTo>
                  <a:lnTo>
                    <a:pt x="73910" y="526512"/>
                  </a:lnTo>
                  <a:lnTo>
                    <a:pt x="74578" y="530362"/>
                  </a:lnTo>
                  <a:lnTo>
                    <a:pt x="75246" y="582683"/>
                  </a:lnTo>
                  <a:lnTo>
                    <a:pt x="75914" y="684631"/>
                  </a:lnTo>
                  <a:lnTo>
                    <a:pt x="76582" y="740801"/>
                  </a:lnTo>
                  <a:lnTo>
                    <a:pt x="77250" y="640728"/>
                  </a:lnTo>
                  <a:lnTo>
                    <a:pt x="77918" y="650447"/>
                  </a:lnTo>
                  <a:lnTo>
                    <a:pt x="78586" y="650447"/>
                  </a:lnTo>
                  <a:lnTo>
                    <a:pt x="79254" y="650447"/>
                  </a:lnTo>
                  <a:lnTo>
                    <a:pt x="79922" y="650447"/>
                  </a:lnTo>
                  <a:lnTo>
                    <a:pt x="80590" y="647619"/>
                  </a:lnTo>
                  <a:lnTo>
                    <a:pt x="81258" y="740931"/>
                  </a:lnTo>
                  <a:lnTo>
                    <a:pt x="81926" y="727943"/>
                  </a:lnTo>
                  <a:lnTo>
                    <a:pt x="82594" y="809040"/>
                  </a:lnTo>
                  <a:lnTo>
                    <a:pt x="83262" y="812513"/>
                  </a:lnTo>
                  <a:lnTo>
                    <a:pt x="83930" y="812513"/>
                  </a:lnTo>
                  <a:lnTo>
                    <a:pt x="84598" y="844665"/>
                  </a:lnTo>
                  <a:lnTo>
                    <a:pt x="85266" y="812513"/>
                  </a:lnTo>
                  <a:lnTo>
                    <a:pt x="85934" y="833763"/>
                  </a:lnTo>
                  <a:lnTo>
                    <a:pt x="86602" y="886342"/>
                  </a:lnTo>
                  <a:lnTo>
                    <a:pt x="87270" y="922631"/>
                  </a:lnTo>
                  <a:lnTo>
                    <a:pt x="87938" y="970042"/>
                  </a:lnTo>
                  <a:lnTo>
                    <a:pt x="88606" y="970042"/>
                  </a:lnTo>
                  <a:lnTo>
                    <a:pt x="89275" y="970042"/>
                  </a:lnTo>
                  <a:lnTo>
                    <a:pt x="89943" y="970042"/>
                  </a:lnTo>
                  <a:lnTo>
                    <a:pt x="90611" y="970042"/>
                  </a:lnTo>
                  <a:lnTo>
                    <a:pt x="91279" y="970042"/>
                  </a:lnTo>
                  <a:lnTo>
                    <a:pt x="91947" y="970042"/>
                  </a:lnTo>
                  <a:lnTo>
                    <a:pt x="92615" y="970042"/>
                  </a:lnTo>
                  <a:lnTo>
                    <a:pt x="93283" y="970042"/>
                  </a:lnTo>
                  <a:lnTo>
                    <a:pt x="93951" y="970042"/>
                  </a:lnTo>
                  <a:lnTo>
                    <a:pt x="94619" y="974535"/>
                  </a:lnTo>
                  <a:lnTo>
                    <a:pt x="95287" y="1066666"/>
                  </a:lnTo>
                  <a:lnTo>
                    <a:pt x="95955" y="1066666"/>
                  </a:lnTo>
                  <a:lnTo>
                    <a:pt x="96623" y="1066666"/>
                  </a:lnTo>
                  <a:lnTo>
                    <a:pt x="97291" y="1066666"/>
                  </a:lnTo>
                  <a:lnTo>
                    <a:pt x="97959" y="1066666"/>
                  </a:lnTo>
                  <a:lnTo>
                    <a:pt x="98627" y="1006924"/>
                  </a:lnTo>
                  <a:lnTo>
                    <a:pt x="99295" y="970042"/>
                  </a:lnTo>
                  <a:lnTo>
                    <a:pt x="99963" y="970042"/>
                  </a:lnTo>
                  <a:lnTo>
                    <a:pt x="100631" y="970042"/>
                  </a:lnTo>
                  <a:lnTo>
                    <a:pt x="101299" y="970042"/>
                  </a:lnTo>
                  <a:lnTo>
                    <a:pt x="101967" y="970042"/>
                  </a:lnTo>
                  <a:lnTo>
                    <a:pt x="102635" y="970042"/>
                  </a:lnTo>
                  <a:lnTo>
                    <a:pt x="103303" y="970042"/>
                  </a:lnTo>
                  <a:lnTo>
                    <a:pt x="103971" y="886342"/>
                  </a:lnTo>
                  <a:lnTo>
                    <a:pt x="104639" y="841010"/>
                  </a:lnTo>
                  <a:lnTo>
                    <a:pt x="105307" y="812513"/>
                  </a:lnTo>
                  <a:lnTo>
                    <a:pt x="105975" y="812513"/>
                  </a:lnTo>
                  <a:lnTo>
                    <a:pt x="106643" y="812513"/>
                  </a:lnTo>
                  <a:lnTo>
                    <a:pt x="107311" y="812513"/>
                  </a:lnTo>
                  <a:lnTo>
                    <a:pt x="107979" y="778622"/>
                  </a:lnTo>
                  <a:lnTo>
                    <a:pt x="108647" y="712911"/>
                  </a:lnTo>
                  <a:lnTo>
                    <a:pt x="109315" y="637434"/>
                  </a:lnTo>
                  <a:lnTo>
                    <a:pt x="109983" y="563020"/>
                  </a:lnTo>
                  <a:lnTo>
                    <a:pt x="110651" y="615582"/>
                  </a:lnTo>
                  <a:lnTo>
                    <a:pt x="111319" y="631749"/>
                  </a:lnTo>
                  <a:lnTo>
                    <a:pt x="111987" y="650447"/>
                  </a:lnTo>
                  <a:lnTo>
                    <a:pt x="112655" y="650447"/>
                  </a:lnTo>
                  <a:lnTo>
                    <a:pt x="113324" y="644598"/>
                  </a:lnTo>
                  <a:lnTo>
                    <a:pt x="113992" y="650447"/>
                  </a:lnTo>
                  <a:lnTo>
                    <a:pt x="114660" y="674405"/>
                  </a:lnTo>
                  <a:lnTo>
                    <a:pt x="115328" y="690901"/>
                  </a:lnTo>
                  <a:lnTo>
                    <a:pt x="115996" y="690901"/>
                  </a:lnTo>
                  <a:lnTo>
                    <a:pt x="116664" y="666316"/>
                  </a:lnTo>
                  <a:lnTo>
                    <a:pt x="117332" y="650447"/>
                  </a:lnTo>
                  <a:lnTo>
                    <a:pt x="118000" y="670347"/>
                  </a:lnTo>
                  <a:lnTo>
                    <a:pt x="118668" y="740899"/>
                  </a:lnTo>
                  <a:lnTo>
                    <a:pt x="119336" y="825570"/>
                  </a:lnTo>
                  <a:lnTo>
                    <a:pt x="120004" y="908530"/>
                  </a:lnTo>
                  <a:lnTo>
                    <a:pt x="120672" y="1066228"/>
                  </a:lnTo>
                  <a:lnTo>
                    <a:pt x="121340" y="1066228"/>
                  </a:lnTo>
                  <a:lnTo>
                    <a:pt x="122008" y="886342"/>
                  </a:lnTo>
                  <a:lnTo>
                    <a:pt x="122676" y="886342"/>
                  </a:lnTo>
                  <a:lnTo>
                    <a:pt x="123344" y="898206"/>
                  </a:lnTo>
                  <a:lnTo>
                    <a:pt x="124012" y="970042"/>
                  </a:lnTo>
                  <a:lnTo>
                    <a:pt x="124680" y="970042"/>
                  </a:lnTo>
                  <a:lnTo>
                    <a:pt x="125348" y="970042"/>
                  </a:lnTo>
                  <a:lnTo>
                    <a:pt x="126016" y="939459"/>
                  </a:lnTo>
                  <a:lnTo>
                    <a:pt x="126684" y="935209"/>
                  </a:lnTo>
                  <a:lnTo>
                    <a:pt x="127352" y="970042"/>
                  </a:lnTo>
                  <a:lnTo>
                    <a:pt x="128020" y="970042"/>
                  </a:lnTo>
                  <a:lnTo>
                    <a:pt x="128688" y="970042"/>
                  </a:lnTo>
                  <a:lnTo>
                    <a:pt x="129356" y="914383"/>
                  </a:lnTo>
                  <a:lnTo>
                    <a:pt x="130024" y="886342"/>
                  </a:lnTo>
                  <a:lnTo>
                    <a:pt x="130692" y="841010"/>
                  </a:lnTo>
                  <a:lnTo>
                    <a:pt x="131360" y="812513"/>
                  </a:lnTo>
                  <a:lnTo>
                    <a:pt x="132028" y="812513"/>
                  </a:lnTo>
                  <a:lnTo>
                    <a:pt x="132696" y="812513"/>
                  </a:lnTo>
                  <a:lnTo>
                    <a:pt x="133364" y="812513"/>
                  </a:lnTo>
                  <a:lnTo>
                    <a:pt x="134032" y="781930"/>
                  </a:lnTo>
                  <a:lnTo>
                    <a:pt x="134700" y="746471"/>
                  </a:lnTo>
                  <a:lnTo>
                    <a:pt x="135368" y="746471"/>
                  </a:lnTo>
                  <a:lnTo>
                    <a:pt x="136036" y="709947"/>
                  </a:lnTo>
                  <a:lnTo>
                    <a:pt x="136704" y="681056"/>
                  </a:lnTo>
                  <a:lnTo>
                    <a:pt x="137372" y="582016"/>
                  </a:lnTo>
                  <a:lnTo>
                    <a:pt x="138041" y="582016"/>
                  </a:lnTo>
                  <a:lnTo>
                    <a:pt x="138709" y="582016"/>
                  </a:lnTo>
                  <a:lnTo>
                    <a:pt x="139377" y="614168"/>
                  </a:lnTo>
                  <a:lnTo>
                    <a:pt x="140045" y="632188"/>
                  </a:lnTo>
                  <a:lnTo>
                    <a:pt x="140713" y="664340"/>
                  </a:lnTo>
                  <a:lnTo>
                    <a:pt x="141381" y="846621"/>
                  </a:lnTo>
                  <a:lnTo>
                    <a:pt x="142049" y="858125"/>
                  </a:lnTo>
                  <a:lnTo>
                    <a:pt x="142717" y="830771"/>
                  </a:lnTo>
                  <a:lnTo>
                    <a:pt x="143385" y="790317"/>
                  </a:lnTo>
                  <a:lnTo>
                    <a:pt x="144053" y="802681"/>
                  </a:lnTo>
                  <a:lnTo>
                    <a:pt x="144721" y="825570"/>
                  </a:lnTo>
                  <a:lnTo>
                    <a:pt x="145389" y="763946"/>
                  </a:lnTo>
                  <a:lnTo>
                    <a:pt x="146057" y="771029"/>
                  </a:lnTo>
                  <a:lnTo>
                    <a:pt x="146725" y="731912"/>
                  </a:lnTo>
                  <a:lnTo>
                    <a:pt x="147393" y="780599"/>
                  </a:lnTo>
                  <a:lnTo>
                    <a:pt x="148061" y="759269"/>
                  </a:lnTo>
                  <a:lnTo>
                    <a:pt x="148729" y="734147"/>
                  </a:lnTo>
                  <a:lnTo>
                    <a:pt x="149397" y="686736"/>
                  </a:lnTo>
                  <a:lnTo>
                    <a:pt x="150065" y="601481"/>
                  </a:lnTo>
                  <a:lnTo>
                    <a:pt x="150733" y="576618"/>
                  </a:lnTo>
                  <a:lnTo>
                    <a:pt x="151401" y="557921"/>
                  </a:lnTo>
                  <a:lnTo>
                    <a:pt x="152069" y="546999"/>
                  </a:lnTo>
                  <a:lnTo>
                    <a:pt x="152737" y="401089"/>
                  </a:lnTo>
                  <a:lnTo>
                    <a:pt x="153405" y="378035"/>
                  </a:lnTo>
                  <a:lnTo>
                    <a:pt x="154073" y="378035"/>
                  </a:lnTo>
                  <a:lnTo>
                    <a:pt x="154741" y="381527"/>
                  </a:lnTo>
                  <a:lnTo>
                    <a:pt x="155409" y="421281"/>
                  </a:lnTo>
                  <a:lnTo>
                    <a:pt x="156077" y="419418"/>
                  </a:lnTo>
                  <a:lnTo>
                    <a:pt x="156745" y="494410"/>
                  </a:lnTo>
                  <a:lnTo>
                    <a:pt x="157413" y="492318"/>
                  </a:lnTo>
                  <a:lnTo>
                    <a:pt x="158081" y="465727"/>
                  </a:lnTo>
                  <a:lnTo>
                    <a:pt x="158749" y="451864"/>
                  </a:lnTo>
                  <a:lnTo>
                    <a:pt x="159417" y="442145"/>
                  </a:lnTo>
                  <a:lnTo>
                    <a:pt x="160085" y="504981"/>
                  </a:lnTo>
                  <a:lnTo>
                    <a:pt x="160753" y="498617"/>
                  </a:lnTo>
                  <a:lnTo>
                    <a:pt x="161421" y="492318"/>
                  </a:lnTo>
                  <a:lnTo>
                    <a:pt x="162089" y="451864"/>
                  </a:lnTo>
                  <a:lnTo>
                    <a:pt x="162758" y="455793"/>
                  </a:lnTo>
                  <a:lnTo>
                    <a:pt x="163426" y="421281"/>
                  </a:lnTo>
                  <a:lnTo>
                    <a:pt x="164094" y="354121"/>
                  </a:lnTo>
                  <a:lnTo>
                    <a:pt x="164762" y="304206"/>
                  </a:lnTo>
                  <a:lnTo>
                    <a:pt x="165430" y="285903"/>
                  </a:lnTo>
                  <a:lnTo>
                    <a:pt x="166098" y="311993"/>
                  </a:lnTo>
                  <a:lnTo>
                    <a:pt x="166766" y="315135"/>
                  </a:lnTo>
                  <a:lnTo>
                    <a:pt x="167434" y="344144"/>
                  </a:lnTo>
                  <a:lnTo>
                    <a:pt x="168102" y="381527"/>
                  </a:lnTo>
                  <a:lnTo>
                    <a:pt x="168770" y="347452"/>
                  </a:lnTo>
                  <a:lnTo>
                    <a:pt x="169438" y="349113"/>
                  </a:lnTo>
                  <a:lnTo>
                    <a:pt x="170106" y="344144"/>
                  </a:lnTo>
                  <a:lnTo>
                    <a:pt x="170774" y="372833"/>
                  </a:lnTo>
                  <a:lnTo>
                    <a:pt x="171442" y="378035"/>
                  </a:lnTo>
                  <a:lnTo>
                    <a:pt x="172110" y="413863"/>
                  </a:lnTo>
                  <a:lnTo>
                    <a:pt x="172778" y="423149"/>
                  </a:lnTo>
                  <a:lnTo>
                    <a:pt x="173446" y="517906"/>
                  </a:lnTo>
                  <a:lnTo>
                    <a:pt x="174114" y="616710"/>
                  </a:lnTo>
                  <a:lnTo>
                    <a:pt x="174782" y="701139"/>
                  </a:lnTo>
                  <a:lnTo>
                    <a:pt x="175450" y="746471"/>
                  </a:lnTo>
                  <a:lnTo>
                    <a:pt x="176118" y="746471"/>
                  </a:lnTo>
                  <a:lnTo>
                    <a:pt x="176786" y="746471"/>
                  </a:lnTo>
                  <a:lnTo>
                    <a:pt x="177454" y="718880"/>
                  </a:lnTo>
                  <a:lnTo>
                    <a:pt x="178122" y="640073"/>
                  </a:lnTo>
                  <a:lnTo>
                    <a:pt x="178790" y="727943"/>
                  </a:lnTo>
                  <a:lnTo>
                    <a:pt x="179458" y="637434"/>
                  </a:lnTo>
                  <a:lnTo>
                    <a:pt x="180126" y="556042"/>
                  </a:lnTo>
                  <a:lnTo>
                    <a:pt x="180794" y="535564"/>
                  </a:lnTo>
                  <a:lnTo>
                    <a:pt x="181462" y="535564"/>
                  </a:lnTo>
                  <a:lnTo>
                    <a:pt x="182130" y="535564"/>
                  </a:lnTo>
                  <a:lnTo>
                    <a:pt x="182798" y="533329"/>
                  </a:lnTo>
                  <a:lnTo>
                    <a:pt x="183466" y="479905"/>
                  </a:lnTo>
                  <a:lnTo>
                    <a:pt x="184134" y="451864"/>
                  </a:lnTo>
                  <a:lnTo>
                    <a:pt x="184802" y="451864"/>
                  </a:lnTo>
                  <a:lnTo>
                    <a:pt x="185470" y="379779"/>
                  </a:lnTo>
                  <a:lnTo>
                    <a:pt x="186138" y="307309"/>
                  </a:lnTo>
                  <a:lnTo>
                    <a:pt x="186806" y="281410"/>
                  </a:lnTo>
                  <a:lnTo>
                    <a:pt x="187475" y="273992"/>
                  </a:lnTo>
                  <a:lnTo>
                    <a:pt x="188143" y="307309"/>
                  </a:lnTo>
                  <a:lnTo>
                    <a:pt x="188811" y="307309"/>
                  </a:lnTo>
                  <a:lnTo>
                    <a:pt x="189479" y="381527"/>
                  </a:lnTo>
                  <a:lnTo>
                    <a:pt x="190147" y="451864"/>
                  </a:lnTo>
                  <a:lnTo>
                    <a:pt x="190815" y="371109"/>
                  </a:lnTo>
                  <a:lnTo>
                    <a:pt x="191483" y="271049"/>
                  </a:lnTo>
                  <a:lnTo>
                    <a:pt x="192151" y="245168"/>
                  </a:lnTo>
                  <a:lnTo>
                    <a:pt x="192819" y="366674"/>
                  </a:lnTo>
                  <a:lnTo>
                    <a:pt x="193487" y="412503"/>
                  </a:lnTo>
                  <a:lnTo>
                    <a:pt x="194155" y="441730"/>
                  </a:lnTo>
                  <a:lnTo>
                    <a:pt x="194823" y="418896"/>
                  </a:lnTo>
                  <a:lnTo>
                    <a:pt x="195491" y="443751"/>
                  </a:lnTo>
                  <a:lnTo>
                    <a:pt x="196159" y="457998"/>
                  </a:lnTo>
                  <a:lnTo>
                    <a:pt x="196827" y="427072"/>
                  </a:lnTo>
                  <a:lnTo>
                    <a:pt x="197495" y="328295"/>
                  </a:lnTo>
                  <a:lnTo>
                    <a:pt x="198163" y="300789"/>
                  </a:lnTo>
                  <a:lnTo>
                    <a:pt x="198831" y="254337"/>
                  </a:lnTo>
                  <a:lnTo>
                    <a:pt x="199499" y="256423"/>
                  </a:lnTo>
                  <a:lnTo>
                    <a:pt x="200167" y="359350"/>
                  </a:lnTo>
                  <a:lnTo>
                    <a:pt x="200835" y="395132"/>
                  </a:lnTo>
                  <a:lnTo>
                    <a:pt x="201503" y="441979"/>
                  </a:lnTo>
                  <a:lnTo>
                    <a:pt x="202171" y="426243"/>
                  </a:lnTo>
                  <a:lnTo>
                    <a:pt x="202839" y="469089"/>
                  </a:lnTo>
                  <a:lnTo>
                    <a:pt x="203507" y="472561"/>
                  </a:lnTo>
                  <a:lnTo>
                    <a:pt x="204175" y="318992"/>
                  </a:lnTo>
                  <a:lnTo>
                    <a:pt x="204843" y="325957"/>
                  </a:lnTo>
                  <a:lnTo>
                    <a:pt x="205511" y="350961"/>
                  </a:lnTo>
                  <a:lnTo>
                    <a:pt x="206179" y="393687"/>
                  </a:lnTo>
                  <a:lnTo>
                    <a:pt x="206847" y="421609"/>
                  </a:lnTo>
                  <a:lnTo>
                    <a:pt x="207515" y="521642"/>
                  </a:lnTo>
                  <a:lnTo>
                    <a:pt x="208183" y="489013"/>
                  </a:lnTo>
                  <a:lnTo>
                    <a:pt x="208851" y="542728"/>
                  </a:lnTo>
                  <a:lnTo>
                    <a:pt x="209519" y="542728"/>
                  </a:lnTo>
                  <a:lnTo>
                    <a:pt x="210187" y="579171"/>
                  </a:lnTo>
                  <a:lnTo>
                    <a:pt x="210855" y="616272"/>
                  </a:lnTo>
                  <a:lnTo>
                    <a:pt x="211524" y="597885"/>
                  </a:lnTo>
                  <a:lnTo>
                    <a:pt x="212192" y="492317"/>
                  </a:lnTo>
                  <a:lnTo>
                    <a:pt x="212860" y="492317"/>
                  </a:lnTo>
                  <a:lnTo>
                    <a:pt x="213528" y="461735"/>
                  </a:lnTo>
                  <a:lnTo>
                    <a:pt x="214196" y="465727"/>
                  </a:lnTo>
                  <a:lnTo>
                    <a:pt x="214864" y="492317"/>
                  </a:lnTo>
                  <a:lnTo>
                    <a:pt x="215532" y="484015"/>
                  </a:lnTo>
                  <a:lnTo>
                    <a:pt x="216200" y="385039"/>
                  </a:lnTo>
                  <a:lnTo>
                    <a:pt x="216868" y="383280"/>
                  </a:lnTo>
                  <a:lnTo>
                    <a:pt x="217536" y="337581"/>
                  </a:lnTo>
                  <a:lnTo>
                    <a:pt x="218204" y="401089"/>
                  </a:lnTo>
                  <a:lnTo>
                    <a:pt x="218872" y="430679"/>
                  </a:lnTo>
                  <a:lnTo>
                    <a:pt x="219540" y="451864"/>
                  </a:lnTo>
                  <a:lnTo>
                    <a:pt x="220208" y="417561"/>
                  </a:lnTo>
                  <a:lnTo>
                    <a:pt x="220876" y="419418"/>
                  </a:lnTo>
                  <a:lnTo>
                    <a:pt x="221544" y="417561"/>
                  </a:lnTo>
                  <a:lnTo>
                    <a:pt x="222212" y="548463"/>
                  </a:lnTo>
                  <a:lnTo>
                    <a:pt x="222880" y="458318"/>
                  </a:lnTo>
                  <a:lnTo>
                    <a:pt x="223548" y="417543"/>
                  </a:lnTo>
                  <a:lnTo>
                    <a:pt x="224216" y="392388"/>
                  </a:lnTo>
                  <a:lnTo>
                    <a:pt x="224884" y="370705"/>
                  </a:lnTo>
                  <a:lnTo>
                    <a:pt x="225552" y="375740"/>
                  </a:lnTo>
                  <a:lnTo>
                    <a:pt x="226220" y="445161"/>
                  </a:lnTo>
                  <a:lnTo>
                    <a:pt x="226888" y="472575"/>
                  </a:lnTo>
                  <a:lnTo>
                    <a:pt x="227556" y="521642"/>
                  </a:lnTo>
                  <a:lnTo>
                    <a:pt x="228224" y="542728"/>
                  </a:lnTo>
                  <a:lnTo>
                    <a:pt x="228892" y="542728"/>
                  </a:lnTo>
                  <a:lnTo>
                    <a:pt x="229560" y="542728"/>
                  </a:lnTo>
                  <a:lnTo>
                    <a:pt x="230228" y="576618"/>
                  </a:lnTo>
                  <a:lnTo>
                    <a:pt x="230896" y="612446"/>
                  </a:lnTo>
                  <a:lnTo>
                    <a:pt x="231564" y="625486"/>
                  </a:lnTo>
                  <a:lnTo>
                    <a:pt x="232232" y="598050"/>
                  </a:lnTo>
                  <a:lnTo>
                    <a:pt x="232900" y="719943"/>
                  </a:lnTo>
                  <a:lnTo>
                    <a:pt x="233568" y="683886"/>
                  </a:lnTo>
                  <a:lnTo>
                    <a:pt x="234236" y="727943"/>
                  </a:lnTo>
                  <a:lnTo>
                    <a:pt x="234904" y="746471"/>
                  </a:lnTo>
                  <a:lnTo>
                    <a:pt x="235572" y="746471"/>
                  </a:lnTo>
                  <a:lnTo>
                    <a:pt x="236241" y="746471"/>
                  </a:lnTo>
                  <a:lnTo>
                    <a:pt x="236909" y="658865"/>
                  </a:lnTo>
                  <a:lnTo>
                    <a:pt x="237577" y="811104"/>
                  </a:lnTo>
                  <a:lnTo>
                    <a:pt x="238245" y="812074"/>
                  </a:lnTo>
                  <a:lnTo>
                    <a:pt x="238913" y="787874"/>
                  </a:lnTo>
                  <a:lnTo>
                    <a:pt x="239581" y="780599"/>
                  </a:lnTo>
                  <a:lnTo>
                    <a:pt x="240249" y="780599"/>
                  </a:lnTo>
                  <a:lnTo>
                    <a:pt x="240917" y="780599"/>
                  </a:lnTo>
                  <a:lnTo>
                    <a:pt x="241585" y="807696"/>
                  </a:lnTo>
                  <a:lnTo>
                    <a:pt x="242253" y="843968"/>
                  </a:lnTo>
                  <a:lnTo>
                    <a:pt x="242921" y="830771"/>
                  </a:lnTo>
                  <a:lnTo>
                    <a:pt x="243589" y="830771"/>
                  </a:lnTo>
                  <a:lnTo>
                    <a:pt x="244257" y="852022"/>
                  </a:lnTo>
                  <a:lnTo>
                    <a:pt x="244925" y="830771"/>
                  </a:lnTo>
                  <a:lnTo>
                    <a:pt x="245593" y="830771"/>
                  </a:lnTo>
                  <a:lnTo>
                    <a:pt x="246261" y="792771"/>
                  </a:lnTo>
                  <a:lnTo>
                    <a:pt x="246929" y="857449"/>
                  </a:lnTo>
                  <a:lnTo>
                    <a:pt x="247597" y="914032"/>
                  </a:lnTo>
                  <a:lnTo>
                    <a:pt x="248265" y="910190"/>
                  </a:lnTo>
                  <a:lnTo>
                    <a:pt x="248933" y="768803"/>
                  </a:lnTo>
                  <a:lnTo>
                    <a:pt x="249601" y="746471"/>
                  </a:lnTo>
                  <a:lnTo>
                    <a:pt x="250269" y="727943"/>
                  </a:lnTo>
                  <a:lnTo>
                    <a:pt x="250937" y="686729"/>
                  </a:lnTo>
                  <a:lnTo>
                    <a:pt x="251605" y="686729"/>
                  </a:lnTo>
                  <a:lnTo>
                    <a:pt x="252273" y="730993"/>
                  </a:lnTo>
                  <a:lnTo>
                    <a:pt x="252941" y="746471"/>
                  </a:lnTo>
                  <a:lnTo>
                    <a:pt x="253609" y="746471"/>
                  </a:lnTo>
                  <a:lnTo>
                    <a:pt x="254277" y="749613"/>
                  </a:lnTo>
                  <a:lnTo>
                    <a:pt x="254945" y="749613"/>
                  </a:lnTo>
                  <a:lnTo>
                    <a:pt x="255613" y="903237"/>
                  </a:lnTo>
                  <a:lnTo>
                    <a:pt x="256281" y="869470"/>
                  </a:lnTo>
                  <a:lnTo>
                    <a:pt x="256949" y="885312"/>
                  </a:lnTo>
                  <a:lnTo>
                    <a:pt x="257617" y="885312"/>
                  </a:lnTo>
                  <a:lnTo>
                    <a:pt x="258285" y="962523"/>
                  </a:lnTo>
                  <a:lnTo>
                    <a:pt x="258953" y="945330"/>
                  </a:lnTo>
                  <a:lnTo>
                    <a:pt x="259621" y="848843"/>
                  </a:lnTo>
                  <a:lnTo>
                    <a:pt x="260289" y="805454"/>
                  </a:lnTo>
                  <a:lnTo>
                    <a:pt x="260958" y="797520"/>
                  </a:lnTo>
                  <a:lnTo>
                    <a:pt x="261626" y="791634"/>
                  </a:lnTo>
                  <a:lnTo>
                    <a:pt x="262294" y="741011"/>
                  </a:lnTo>
                  <a:lnTo>
                    <a:pt x="262962" y="719761"/>
                  </a:lnTo>
                  <a:lnTo>
                    <a:pt x="263630" y="707690"/>
                  </a:lnTo>
                  <a:lnTo>
                    <a:pt x="264298" y="685871"/>
                  </a:lnTo>
                  <a:lnTo>
                    <a:pt x="264966" y="671198"/>
                  </a:lnTo>
                  <a:lnTo>
                    <a:pt x="265634" y="662242"/>
                  </a:lnTo>
                  <a:lnTo>
                    <a:pt x="266302" y="716354"/>
                  </a:lnTo>
                  <a:lnTo>
                    <a:pt x="266970" y="566257"/>
                  </a:lnTo>
                  <a:lnTo>
                    <a:pt x="267638" y="493571"/>
                  </a:lnTo>
                  <a:lnTo>
                    <a:pt x="268306" y="488752"/>
                  </a:lnTo>
                  <a:lnTo>
                    <a:pt x="268974" y="509515"/>
                  </a:lnTo>
                  <a:lnTo>
                    <a:pt x="269642" y="401089"/>
                  </a:lnTo>
                  <a:lnTo>
                    <a:pt x="270310" y="451864"/>
                  </a:lnTo>
                  <a:lnTo>
                    <a:pt x="270978" y="488153"/>
                  </a:lnTo>
                  <a:lnTo>
                    <a:pt x="271646" y="434478"/>
                  </a:lnTo>
                  <a:lnTo>
                    <a:pt x="272314" y="428788"/>
                  </a:lnTo>
                  <a:lnTo>
                    <a:pt x="272982" y="451864"/>
                  </a:lnTo>
                  <a:lnTo>
                    <a:pt x="273650" y="428788"/>
                  </a:lnTo>
                  <a:lnTo>
                    <a:pt x="274318" y="354121"/>
                  </a:lnTo>
                  <a:lnTo>
                    <a:pt x="274986" y="392121"/>
                  </a:lnTo>
                  <a:lnTo>
                    <a:pt x="275654" y="413863"/>
                  </a:lnTo>
                  <a:lnTo>
                    <a:pt x="276322" y="402898"/>
                  </a:lnTo>
                  <a:lnTo>
                    <a:pt x="276990" y="388570"/>
                  </a:lnTo>
                  <a:lnTo>
                    <a:pt x="277658" y="449908"/>
                  </a:lnTo>
                  <a:lnTo>
                    <a:pt x="278326" y="423149"/>
                  </a:lnTo>
                  <a:lnTo>
                    <a:pt x="278994" y="406531"/>
                  </a:lnTo>
                  <a:lnTo>
                    <a:pt x="279662" y="412022"/>
                  </a:lnTo>
                  <a:lnTo>
                    <a:pt x="280330" y="360861"/>
                  </a:lnTo>
                  <a:lnTo>
                    <a:pt x="280998" y="344144"/>
                  </a:lnTo>
                  <a:lnTo>
                    <a:pt x="281666" y="362557"/>
                  </a:lnTo>
                  <a:lnTo>
                    <a:pt x="282334" y="392121"/>
                  </a:lnTo>
                  <a:lnTo>
                    <a:pt x="283002" y="378035"/>
                  </a:lnTo>
                  <a:lnTo>
                    <a:pt x="283670" y="378035"/>
                  </a:lnTo>
                  <a:lnTo>
                    <a:pt x="284338" y="404712"/>
                  </a:lnTo>
                  <a:lnTo>
                    <a:pt x="285006" y="362557"/>
                  </a:lnTo>
                  <a:lnTo>
                    <a:pt x="285675" y="305756"/>
                  </a:lnTo>
                  <a:lnTo>
                    <a:pt x="286343" y="290429"/>
                  </a:lnTo>
                  <a:lnTo>
                    <a:pt x="287011" y="310428"/>
                  </a:lnTo>
                  <a:lnTo>
                    <a:pt x="287679" y="299580"/>
                  </a:lnTo>
                  <a:lnTo>
                    <a:pt x="288347" y="319878"/>
                  </a:lnTo>
                  <a:lnTo>
                    <a:pt x="289015" y="268120"/>
                  </a:lnTo>
                  <a:lnTo>
                    <a:pt x="289683" y="238164"/>
                  </a:lnTo>
                  <a:lnTo>
                    <a:pt x="290351" y="246578"/>
                  </a:lnTo>
                  <a:lnTo>
                    <a:pt x="291019" y="224387"/>
                  </a:lnTo>
                  <a:lnTo>
                    <a:pt x="291687" y="250828"/>
                  </a:lnTo>
                  <a:lnTo>
                    <a:pt x="292355" y="269583"/>
                  </a:lnTo>
                  <a:lnTo>
                    <a:pt x="293023" y="281410"/>
                  </a:lnTo>
                  <a:lnTo>
                    <a:pt x="293691" y="293465"/>
                  </a:lnTo>
                  <a:lnTo>
                    <a:pt x="294359" y="265205"/>
                  </a:lnTo>
                  <a:lnTo>
                    <a:pt x="295027" y="204274"/>
                  </a:lnTo>
                  <a:lnTo>
                    <a:pt x="295695" y="221668"/>
                  </a:lnTo>
                  <a:lnTo>
                    <a:pt x="296363" y="197710"/>
                  </a:lnTo>
                  <a:lnTo>
                    <a:pt x="297031" y="188635"/>
                  </a:lnTo>
                  <a:lnTo>
                    <a:pt x="297699" y="156033"/>
                  </a:lnTo>
                  <a:lnTo>
                    <a:pt x="298367" y="159709"/>
                  </a:lnTo>
                  <a:lnTo>
                    <a:pt x="299035" y="218960"/>
                  </a:lnTo>
                  <a:lnTo>
                    <a:pt x="299703" y="225751"/>
                  </a:lnTo>
                  <a:lnTo>
                    <a:pt x="300371" y="235384"/>
                  </a:lnTo>
                  <a:lnTo>
                    <a:pt x="301039" y="217611"/>
                  </a:lnTo>
                  <a:lnTo>
                    <a:pt x="301707" y="197710"/>
                  </a:lnTo>
                  <a:lnTo>
                    <a:pt x="302375" y="197710"/>
                  </a:lnTo>
                  <a:lnTo>
                    <a:pt x="303043" y="163408"/>
                  </a:lnTo>
                  <a:lnTo>
                    <a:pt x="303711" y="136782"/>
                  </a:lnTo>
                  <a:lnTo>
                    <a:pt x="304379" y="208245"/>
                  </a:lnTo>
                  <a:lnTo>
                    <a:pt x="305047" y="287409"/>
                  </a:lnTo>
                  <a:lnTo>
                    <a:pt x="305715" y="293465"/>
                  </a:lnTo>
                  <a:lnTo>
                    <a:pt x="306383" y="344144"/>
                  </a:lnTo>
                  <a:lnTo>
                    <a:pt x="307051" y="357482"/>
                  </a:lnTo>
                  <a:lnTo>
                    <a:pt x="307719" y="434478"/>
                  </a:lnTo>
                  <a:lnTo>
                    <a:pt x="308387" y="413863"/>
                  </a:lnTo>
                  <a:lnTo>
                    <a:pt x="309055" y="393905"/>
                  </a:lnTo>
                  <a:lnTo>
                    <a:pt x="309724" y="379778"/>
                  </a:lnTo>
                  <a:lnTo>
                    <a:pt x="310392" y="388570"/>
                  </a:lnTo>
                  <a:lnTo>
                    <a:pt x="311060" y="425023"/>
                  </a:lnTo>
                  <a:lnTo>
                    <a:pt x="311728" y="451864"/>
                  </a:lnTo>
                  <a:lnTo>
                    <a:pt x="312396" y="451864"/>
                  </a:lnTo>
                  <a:lnTo>
                    <a:pt x="313064" y="479905"/>
                  </a:lnTo>
                  <a:lnTo>
                    <a:pt x="313732" y="492318"/>
                  </a:lnTo>
                  <a:lnTo>
                    <a:pt x="314400" y="455793"/>
                  </a:lnTo>
                  <a:lnTo>
                    <a:pt x="315068" y="473790"/>
                  </a:lnTo>
                  <a:lnTo>
                    <a:pt x="315736" y="463728"/>
                  </a:lnTo>
                  <a:lnTo>
                    <a:pt x="316404" y="451864"/>
                  </a:lnTo>
                  <a:lnTo>
                    <a:pt x="317072" y="393905"/>
                  </a:lnTo>
                  <a:lnTo>
                    <a:pt x="317740" y="318293"/>
                  </a:lnTo>
                  <a:lnTo>
                    <a:pt x="318408" y="233999"/>
                  </a:lnTo>
                  <a:lnTo>
                    <a:pt x="319076" y="397718"/>
                  </a:lnTo>
                  <a:lnTo>
                    <a:pt x="319744" y="407004"/>
                  </a:lnTo>
                  <a:lnTo>
                    <a:pt x="320412" y="373691"/>
                  </a:lnTo>
                  <a:lnTo>
                    <a:pt x="321080" y="521495"/>
                  </a:lnTo>
                  <a:lnTo>
                    <a:pt x="321748" y="546390"/>
                  </a:lnTo>
                  <a:lnTo>
                    <a:pt x="322416" y="546390"/>
                  </a:lnTo>
                  <a:lnTo>
                    <a:pt x="323084" y="563601"/>
                  </a:lnTo>
                  <a:lnTo>
                    <a:pt x="323752" y="593977"/>
                  </a:lnTo>
                  <a:lnTo>
                    <a:pt x="324420" y="604029"/>
                  </a:lnTo>
                  <a:lnTo>
                    <a:pt x="325088" y="579891"/>
                  </a:lnTo>
                  <a:lnTo>
                    <a:pt x="325756" y="611310"/>
                  </a:lnTo>
                  <a:lnTo>
                    <a:pt x="326424" y="605479"/>
                  </a:lnTo>
                  <a:lnTo>
                    <a:pt x="327092" y="639772"/>
                  </a:lnTo>
                  <a:lnTo>
                    <a:pt x="327760" y="716289"/>
                  </a:lnTo>
                  <a:lnTo>
                    <a:pt x="328428" y="861812"/>
                  </a:lnTo>
                  <a:lnTo>
                    <a:pt x="329096" y="893263"/>
                  </a:lnTo>
                  <a:lnTo>
                    <a:pt x="329764" y="999422"/>
                  </a:lnTo>
                  <a:lnTo>
                    <a:pt x="330331" y="106870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932343" y="3689840"/>
              <a:ext cx="25248" cy="334558"/>
            </a:xfrm>
            <a:custGeom>
              <a:avLst/>
              <a:pathLst>
                <a:path w="25248" h="334558">
                  <a:moveTo>
                    <a:pt x="0" y="334558"/>
                  </a:moveTo>
                  <a:lnTo>
                    <a:pt x="575" y="258252"/>
                  </a:lnTo>
                  <a:lnTo>
                    <a:pt x="1243" y="258252"/>
                  </a:lnTo>
                  <a:lnTo>
                    <a:pt x="1911" y="258252"/>
                  </a:lnTo>
                  <a:lnTo>
                    <a:pt x="2579" y="237698"/>
                  </a:lnTo>
                  <a:lnTo>
                    <a:pt x="3247" y="12324"/>
                  </a:lnTo>
                  <a:lnTo>
                    <a:pt x="3915" y="54451"/>
                  </a:lnTo>
                  <a:lnTo>
                    <a:pt x="4583" y="74893"/>
                  </a:lnTo>
                  <a:lnTo>
                    <a:pt x="5251" y="12324"/>
                  </a:lnTo>
                  <a:lnTo>
                    <a:pt x="5919" y="51108"/>
                  </a:lnTo>
                  <a:lnTo>
                    <a:pt x="6587" y="78366"/>
                  </a:lnTo>
                  <a:lnTo>
                    <a:pt x="7255" y="78366"/>
                  </a:lnTo>
                  <a:lnTo>
                    <a:pt x="7923" y="31416"/>
                  </a:lnTo>
                  <a:lnTo>
                    <a:pt x="8591" y="112474"/>
                  </a:lnTo>
                  <a:lnTo>
                    <a:pt x="9259" y="132467"/>
                  </a:lnTo>
                  <a:lnTo>
                    <a:pt x="9927" y="93797"/>
                  </a:lnTo>
                  <a:lnTo>
                    <a:pt x="10595" y="93193"/>
                  </a:lnTo>
                  <a:lnTo>
                    <a:pt x="11263" y="96624"/>
                  </a:lnTo>
                  <a:lnTo>
                    <a:pt x="11931" y="66042"/>
                  </a:lnTo>
                  <a:lnTo>
                    <a:pt x="12599" y="2242"/>
                  </a:lnTo>
                  <a:lnTo>
                    <a:pt x="13267" y="0"/>
                  </a:lnTo>
                  <a:lnTo>
                    <a:pt x="13935" y="88322"/>
                  </a:lnTo>
                  <a:lnTo>
                    <a:pt x="14603" y="73307"/>
                  </a:lnTo>
                  <a:lnTo>
                    <a:pt x="15271" y="127718"/>
                  </a:lnTo>
                  <a:lnTo>
                    <a:pt x="15939" y="113021"/>
                  </a:lnTo>
                  <a:lnTo>
                    <a:pt x="16607" y="80870"/>
                  </a:lnTo>
                  <a:lnTo>
                    <a:pt x="17275" y="70509"/>
                  </a:lnTo>
                  <a:lnTo>
                    <a:pt x="17943" y="130906"/>
                  </a:lnTo>
                  <a:lnTo>
                    <a:pt x="18611" y="177095"/>
                  </a:lnTo>
                  <a:lnTo>
                    <a:pt x="19279" y="177095"/>
                  </a:lnTo>
                  <a:lnTo>
                    <a:pt x="19947" y="203452"/>
                  </a:lnTo>
                  <a:lnTo>
                    <a:pt x="20615" y="89636"/>
                  </a:lnTo>
                  <a:lnTo>
                    <a:pt x="21283" y="80870"/>
                  </a:lnTo>
                  <a:lnTo>
                    <a:pt x="21951" y="102120"/>
                  </a:lnTo>
                  <a:lnTo>
                    <a:pt x="22620" y="164570"/>
                  </a:lnTo>
                  <a:lnTo>
                    <a:pt x="23288" y="195152"/>
                  </a:lnTo>
                  <a:lnTo>
                    <a:pt x="23956" y="269898"/>
                  </a:lnTo>
                  <a:lnTo>
                    <a:pt x="24624" y="221747"/>
                  </a:lnTo>
                  <a:lnTo>
                    <a:pt x="25248" y="3345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957664" y="3012489"/>
              <a:ext cx="61185" cy="1011909"/>
            </a:xfrm>
            <a:custGeom>
              <a:avLst/>
              <a:pathLst>
                <a:path w="61185" h="1011909">
                  <a:moveTo>
                    <a:pt x="0" y="1011909"/>
                  </a:moveTo>
                  <a:lnTo>
                    <a:pt x="639" y="834240"/>
                  </a:lnTo>
                  <a:lnTo>
                    <a:pt x="1307" y="888258"/>
                  </a:lnTo>
                  <a:lnTo>
                    <a:pt x="1975" y="903919"/>
                  </a:lnTo>
                  <a:lnTo>
                    <a:pt x="2643" y="935603"/>
                  </a:lnTo>
                  <a:lnTo>
                    <a:pt x="3311" y="913383"/>
                  </a:lnTo>
                  <a:lnTo>
                    <a:pt x="3979" y="755717"/>
                  </a:lnTo>
                  <a:lnTo>
                    <a:pt x="4647" y="755717"/>
                  </a:lnTo>
                  <a:lnTo>
                    <a:pt x="5315" y="891250"/>
                  </a:lnTo>
                  <a:lnTo>
                    <a:pt x="5983" y="913246"/>
                  </a:lnTo>
                  <a:lnTo>
                    <a:pt x="6651" y="913246"/>
                  </a:lnTo>
                  <a:lnTo>
                    <a:pt x="7319" y="913246"/>
                  </a:lnTo>
                  <a:lnTo>
                    <a:pt x="7987" y="913246"/>
                  </a:lnTo>
                  <a:lnTo>
                    <a:pt x="8655" y="913246"/>
                  </a:lnTo>
                  <a:lnTo>
                    <a:pt x="9323" y="913246"/>
                  </a:lnTo>
                  <a:lnTo>
                    <a:pt x="9991" y="870000"/>
                  </a:lnTo>
                  <a:lnTo>
                    <a:pt x="10659" y="913246"/>
                  </a:lnTo>
                  <a:lnTo>
                    <a:pt x="11327" y="891250"/>
                  </a:lnTo>
                  <a:lnTo>
                    <a:pt x="11995" y="776967"/>
                  </a:lnTo>
                  <a:lnTo>
                    <a:pt x="12664" y="935603"/>
                  </a:lnTo>
                  <a:lnTo>
                    <a:pt x="13332" y="863674"/>
                  </a:lnTo>
                  <a:lnTo>
                    <a:pt x="14000" y="869899"/>
                  </a:lnTo>
                  <a:lnTo>
                    <a:pt x="14668" y="792047"/>
                  </a:lnTo>
                  <a:lnTo>
                    <a:pt x="15336" y="852941"/>
                  </a:lnTo>
                  <a:lnTo>
                    <a:pt x="16004" y="777672"/>
                  </a:lnTo>
                  <a:lnTo>
                    <a:pt x="16672" y="708048"/>
                  </a:lnTo>
                  <a:lnTo>
                    <a:pt x="17340" y="616958"/>
                  </a:lnTo>
                  <a:lnTo>
                    <a:pt x="18008" y="544831"/>
                  </a:lnTo>
                  <a:lnTo>
                    <a:pt x="18676" y="527723"/>
                  </a:lnTo>
                  <a:lnTo>
                    <a:pt x="19344" y="521725"/>
                  </a:lnTo>
                  <a:lnTo>
                    <a:pt x="20012" y="506837"/>
                  </a:lnTo>
                  <a:lnTo>
                    <a:pt x="20680" y="451150"/>
                  </a:lnTo>
                  <a:lnTo>
                    <a:pt x="21348" y="361904"/>
                  </a:lnTo>
                  <a:lnTo>
                    <a:pt x="22016" y="353557"/>
                  </a:lnTo>
                  <a:lnTo>
                    <a:pt x="22684" y="332363"/>
                  </a:lnTo>
                  <a:lnTo>
                    <a:pt x="23352" y="266379"/>
                  </a:lnTo>
                  <a:lnTo>
                    <a:pt x="24020" y="265595"/>
                  </a:lnTo>
                  <a:lnTo>
                    <a:pt x="24688" y="174907"/>
                  </a:lnTo>
                  <a:lnTo>
                    <a:pt x="25356" y="168616"/>
                  </a:lnTo>
                  <a:lnTo>
                    <a:pt x="26024" y="27186"/>
                  </a:lnTo>
                  <a:lnTo>
                    <a:pt x="26692" y="15396"/>
                  </a:lnTo>
                  <a:lnTo>
                    <a:pt x="27360" y="44074"/>
                  </a:lnTo>
                  <a:lnTo>
                    <a:pt x="28028" y="90589"/>
                  </a:lnTo>
                  <a:lnTo>
                    <a:pt x="28696" y="103002"/>
                  </a:lnTo>
                  <a:lnTo>
                    <a:pt x="29364" y="107495"/>
                  </a:lnTo>
                  <a:lnTo>
                    <a:pt x="30032" y="152340"/>
                  </a:lnTo>
                  <a:lnTo>
                    <a:pt x="30700" y="148923"/>
                  </a:lnTo>
                  <a:lnTo>
                    <a:pt x="31368" y="174692"/>
                  </a:lnTo>
                  <a:lnTo>
                    <a:pt x="32036" y="180718"/>
                  </a:lnTo>
                  <a:lnTo>
                    <a:pt x="32704" y="201719"/>
                  </a:lnTo>
                  <a:lnTo>
                    <a:pt x="33372" y="239524"/>
                  </a:lnTo>
                  <a:lnTo>
                    <a:pt x="34040" y="305195"/>
                  </a:lnTo>
                  <a:lnTo>
                    <a:pt x="34708" y="284522"/>
                  </a:lnTo>
                  <a:lnTo>
                    <a:pt x="35376" y="300269"/>
                  </a:lnTo>
                  <a:lnTo>
                    <a:pt x="36044" y="267994"/>
                  </a:lnTo>
                  <a:lnTo>
                    <a:pt x="36712" y="265668"/>
                  </a:lnTo>
                  <a:lnTo>
                    <a:pt x="37381" y="211225"/>
                  </a:lnTo>
                  <a:lnTo>
                    <a:pt x="38049" y="181098"/>
                  </a:lnTo>
                  <a:lnTo>
                    <a:pt x="38717" y="179073"/>
                  </a:lnTo>
                  <a:lnTo>
                    <a:pt x="39385" y="164089"/>
                  </a:lnTo>
                  <a:lnTo>
                    <a:pt x="40053" y="171611"/>
                  </a:lnTo>
                  <a:lnTo>
                    <a:pt x="40721" y="236610"/>
                  </a:lnTo>
                  <a:lnTo>
                    <a:pt x="41389" y="267022"/>
                  </a:lnTo>
                  <a:lnTo>
                    <a:pt x="42057" y="284056"/>
                  </a:lnTo>
                  <a:lnTo>
                    <a:pt x="42725" y="60159"/>
                  </a:lnTo>
                  <a:lnTo>
                    <a:pt x="43393" y="22294"/>
                  </a:lnTo>
                  <a:lnTo>
                    <a:pt x="44061" y="0"/>
                  </a:lnTo>
                  <a:lnTo>
                    <a:pt x="44729" y="33195"/>
                  </a:lnTo>
                  <a:lnTo>
                    <a:pt x="45397" y="52174"/>
                  </a:lnTo>
                  <a:lnTo>
                    <a:pt x="46065" y="111576"/>
                  </a:lnTo>
                  <a:lnTo>
                    <a:pt x="46733" y="352091"/>
                  </a:lnTo>
                  <a:lnTo>
                    <a:pt x="47401" y="482259"/>
                  </a:lnTo>
                  <a:lnTo>
                    <a:pt x="48069" y="514620"/>
                  </a:lnTo>
                  <a:lnTo>
                    <a:pt x="48737" y="442905"/>
                  </a:lnTo>
                  <a:lnTo>
                    <a:pt x="49405" y="368906"/>
                  </a:lnTo>
                  <a:lnTo>
                    <a:pt x="50073" y="326573"/>
                  </a:lnTo>
                  <a:lnTo>
                    <a:pt x="50741" y="316421"/>
                  </a:lnTo>
                  <a:lnTo>
                    <a:pt x="51409" y="407450"/>
                  </a:lnTo>
                  <a:lnTo>
                    <a:pt x="52077" y="437015"/>
                  </a:lnTo>
                  <a:lnTo>
                    <a:pt x="52745" y="623824"/>
                  </a:lnTo>
                  <a:lnTo>
                    <a:pt x="53413" y="661596"/>
                  </a:lnTo>
                  <a:lnTo>
                    <a:pt x="54081" y="698478"/>
                  </a:lnTo>
                  <a:lnTo>
                    <a:pt x="54749" y="724330"/>
                  </a:lnTo>
                  <a:lnTo>
                    <a:pt x="55417" y="708048"/>
                  </a:lnTo>
                  <a:lnTo>
                    <a:pt x="56085" y="692179"/>
                  </a:lnTo>
                  <a:lnTo>
                    <a:pt x="56753" y="687722"/>
                  </a:lnTo>
                  <a:lnTo>
                    <a:pt x="57421" y="646313"/>
                  </a:lnTo>
                  <a:lnTo>
                    <a:pt x="58089" y="551591"/>
                  </a:lnTo>
                  <a:lnTo>
                    <a:pt x="58757" y="607990"/>
                  </a:lnTo>
                  <a:lnTo>
                    <a:pt x="59425" y="723230"/>
                  </a:lnTo>
                  <a:lnTo>
                    <a:pt x="60093" y="883524"/>
                  </a:lnTo>
                  <a:lnTo>
                    <a:pt x="60761" y="874596"/>
                  </a:lnTo>
                  <a:lnTo>
                    <a:pt x="61185" y="10119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6020477" y="2663352"/>
              <a:ext cx="135969" cy="1361046"/>
            </a:xfrm>
            <a:custGeom>
              <a:avLst/>
              <a:pathLst>
                <a:path w="135969" h="1361046">
                  <a:moveTo>
                    <a:pt x="0" y="1361046"/>
                  </a:moveTo>
                  <a:lnTo>
                    <a:pt x="620" y="1275801"/>
                  </a:lnTo>
                  <a:lnTo>
                    <a:pt x="1288" y="1218508"/>
                  </a:lnTo>
                  <a:lnTo>
                    <a:pt x="1956" y="1203583"/>
                  </a:lnTo>
                  <a:lnTo>
                    <a:pt x="2624" y="1222295"/>
                  </a:lnTo>
                  <a:lnTo>
                    <a:pt x="3292" y="1241584"/>
                  </a:lnTo>
                  <a:lnTo>
                    <a:pt x="3960" y="1231865"/>
                  </a:lnTo>
                  <a:lnTo>
                    <a:pt x="4628" y="1237678"/>
                  </a:lnTo>
                  <a:lnTo>
                    <a:pt x="5296" y="1233797"/>
                  </a:lnTo>
                  <a:lnTo>
                    <a:pt x="5964" y="1241584"/>
                  </a:lnTo>
                  <a:lnTo>
                    <a:pt x="6632" y="1207281"/>
                  </a:lnTo>
                  <a:lnTo>
                    <a:pt x="7300" y="1081769"/>
                  </a:lnTo>
                  <a:lnTo>
                    <a:pt x="7968" y="1073467"/>
                  </a:lnTo>
                  <a:lnTo>
                    <a:pt x="8636" y="965677"/>
                  </a:lnTo>
                  <a:lnTo>
                    <a:pt x="9304" y="807370"/>
                  </a:lnTo>
                  <a:lnTo>
                    <a:pt x="9972" y="765142"/>
                  </a:lnTo>
                  <a:lnTo>
                    <a:pt x="10640" y="609052"/>
                  </a:lnTo>
                  <a:lnTo>
                    <a:pt x="11308" y="656599"/>
                  </a:lnTo>
                  <a:lnTo>
                    <a:pt x="11976" y="621813"/>
                  </a:lnTo>
                  <a:lnTo>
                    <a:pt x="12644" y="551755"/>
                  </a:lnTo>
                  <a:lnTo>
                    <a:pt x="13312" y="544591"/>
                  </a:lnTo>
                  <a:lnTo>
                    <a:pt x="13980" y="553198"/>
                  </a:lnTo>
                  <a:lnTo>
                    <a:pt x="14648" y="573751"/>
                  </a:lnTo>
                  <a:lnTo>
                    <a:pt x="15316" y="581258"/>
                  </a:lnTo>
                  <a:lnTo>
                    <a:pt x="15984" y="551755"/>
                  </a:lnTo>
                  <a:lnTo>
                    <a:pt x="16653" y="520829"/>
                  </a:lnTo>
                  <a:lnTo>
                    <a:pt x="17321" y="560461"/>
                  </a:lnTo>
                  <a:lnTo>
                    <a:pt x="17989" y="544591"/>
                  </a:lnTo>
                  <a:lnTo>
                    <a:pt x="18657" y="523579"/>
                  </a:lnTo>
                  <a:lnTo>
                    <a:pt x="19325" y="508605"/>
                  </a:lnTo>
                  <a:lnTo>
                    <a:pt x="19993" y="576743"/>
                  </a:lnTo>
                  <a:lnTo>
                    <a:pt x="20661" y="602768"/>
                  </a:lnTo>
                  <a:lnTo>
                    <a:pt x="21329" y="573751"/>
                  </a:lnTo>
                  <a:lnTo>
                    <a:pt x="21997" y="585805"/>
                  </a:lnTo>
                  <a:lnTo>
                    <a:pt x="22665" y="587329"/>
                  </a:lnTo>
                  <a:lnTo>
                    <a:pt x="23333" y="538919"/>
                  </a:lnTo>
                  <a:lnTo>
                    <a:pt x="24001" y="455748"/>
                  </a:lnTo>
                  <a:lnTo>
                    <a:pt x="24669" y="385640"/>
                  </a:lnTo>
                  <a:lnTo>
                    <a:pt x="25337" y="342910"/>
                  </a:lnTo>
                  <a:lnTo>
                    <a:pt x="26005" y="358594"/>
                  </a:lnTo>
                  <a:lnTo>
                    <a:pt x="26673" y="375768"/>
                  </a:lnTo>
                  <a:lnTo>
                    <a:pt x="27341" y="377948"/>
                  </a:lnTo>
                  <a:lnTo>
                    <a:pt x="28009" y="380136"/>
                  </a:lnTo>
                  <a:lnTo>
                    <a:pt x="28677" y="390077"/>
                  </a:lnTo>
                  <a:lnTo>
                    <a:pt x="29345" y="372512"/>
                  </a:lnTo>
                  <a:lnTo>
                    <a:pt x="30013" y="350180"/>
                  </a:lnTo>
                  <a:lnTo>
                    <a:pt x="30681" y="317611"/>
                  </a:lnTo>
                  <a:lnTo>
                    <a:pt x="31349" y="306795"/>
                  </a:lnTo>
                  <a:lnTo>
                    <a:pt x="32017" y="302908"/>
                  </a:lnTo>
                  <a:lnTo>
                    <a:pt x="32685" y="324592"/>
                  </a:lnTo>
                  <a:lnTo>
                    <a:pt x="33353" y="354373"/>
                  </a:lnTo>
                  <a:lnTo>
                    <a:pt x="34021" y="435075"/>
                  </a:lnTo>
                  <a:lnTo>
                    <a:pt x="34689" y="503248"/>
                  </a:lnTo>
                  <a:lnTo>
                    <a:pt x="35357" y="546017"/>
                  </a:lnTo>
                  <a:lnTo>
                    <a:pt x="36025" y="554644"/>
                  </a:lnTo>
                  <a:lnTo>
                    <a:pt x="36693" y="590387"/>
                  </a:lnTo>
                  <a:lnTo>
                    <a:pt x="37361" y="567809"/>
                  </a:lnTo>
                  <a:lnTo>
                    <a:pt x="38029" y="509952"/>
                  </a:lnTo>
                  <a:lnTo>
                    <a:pt x="38697" y="501915"/>
                  </a:lnTo>
                  <a:lnTo>
                    <a:pt x="39365" y="524958"/>
                  </a:lnTo>
                  <a:lnTo>
                    <a:pt x="40033" y="495296"/>
                  </a:lnTo>
                  <a:lnTo>
                    <a:pt x="40702" y="448374"/>
                  </a:lnTo>
                  <a:lnTo>
                    <a:pt x="41370" y="443505"/>
                  </a:lnTo>
                  <a:lnTo>
                    <a:pt x="42038" y="474573"/>
                  </a:lnTo>
                  <a:lnTo>
                    <a:pt x="42706" y="486145"/>
                  </a:lnTo>
                  <a:lnTo>
                    <a:pt x="43374" y="410445"/>
                  </a:lnTo>
                  <a:lnTo>
                    <a:pt x="44042" y="338793"/>
                  </a:lnTo>
                  <a:lnTo>
                    <a:pt x="44710" y="287595"/>
                  </a:lnTo>
                  <a:lnTo>
                    <a:pt x="45378" y="275424"/>
                  </a:lnTo>
                  <a:lnTo>
                    <a:pt x="46046" y="172997"/>
                  </a:lnTo>
                  <a:lnTo>
                    <a:pt x="46714" y="91170"/>
                  </a:lnTo>
                  <a:lnTo>
                    <a:pt x="47382" y="81569"/>
                  </a:lnTo>
                  <a:lnTo>
                    <a:pt x="48050" y="49724"/>
                  </a:lnTo>
                  <a:lnTo>
                    <a:pt x="48718" y="15119"/>
                  </a:lnTo>
                  <a:lnTo>
                    <a:pt x="49386" y="8421"/>
                  </a:lnTo>
                  <a:lnTo>
                    <a:pt x="50054" y="15731"/>
                  </a:lnTo>
                  <a:lnTo>
                    <a:pt x="50722" y="43288"/>
                  </a:lnTo>
                  <a:lnTo>
                    <a:pt x="51390" y="42009"/>
                  </a:lnTo>
                  <a:lnTo>
                    <a:pt x="52058" y="19418"/>
                  </a:lnTo>
                  <a:lnTo>
                    <a:pt x="52726" y="0"/>
                  </a:lnTo>
                  <a:lnTo>
                    <a:pt x="53394" y="14507"/>
                  </a:lnTo>
                  <a:lnTo>
                    <a:pt x="54062" y="27483"/>
                  </a:lnTo>
                  <a:lnTo>
                    <a:pt x="54730" y="56226"/>
                  </a:lnTo>
                  <a:lnTo>
                    <a:pt x="55398" y="64781"/>
                  </a:lnTo>
                  <a:lnTo>
                    <a:pt x="56066" y="124523"/>
                  </a:lnTo>
                  <a:lnTo>
                    <a:pt x="56734" y="207807"/>
                  </a:lnTo>
                  <a:lnTo>
                    <a:pt x="57402" y="247319"/>
                  </a:lnTo>
                  <a:lnTo>
                    <a:pt x="58070" y="356480"/>
                  </a:lnTo>
                  <a:lnTo>
                    <a:pt x="58738" y="425578"/>
                  </a:lnTo>
                  <a:lnTo>
                    <a:pt x="59406" y="431497"/>
                  </a:lnTo>
                  <a:lnTo>
                    <a:pt x="60074" y="437472"/>
                  </a:lnTo>
                  <a:lnTo>
                    <a:pt x="60742" y="426757"/>
                  </a:lnTo>
                  <a:lnTo>
                    <a:pt x="61410" y="465718"/>
                  </a:lnTo>
                  <a:lnTo>
                    <a:pt x="62078" y="501915"/>
                  </a:lnTo>
                  <a:lnTo>
                    <a:pt x="62746" y="548880"/>
                  </a:lnTo>
                  <a:lnTo>
                    <a:pt x="63414" y="620203"/>
                  </a:lnTo>
                  <a:lnTo>
                    <a:pt x="64082" y="649822"/>
                  </a:lnTo>
                  <a:lnTo>
                    <a:pt x="64750" y="609052"/>
                  </a:lnTo>
                  <a:lnTo>
                    <a:pt x="65419" y="628291"/>
                  </a:lnTo>
                  <a:lnTo>
                    <a:pt x="66087" y="651509"/>
                  </a:lnTo>
                  <a:lnTo>
                    <a:pt x="66755" y="573751"/>
                  </a:lnTo>
                  <a:lnTo>
                    <a:pt x="67423" y="516728"/>
                  </a:lnTo>
                  <a:lnTo>
                    <a:pt x="68091" y="516728"/>
                  </a:lnTo>
                  <a:lnTo>
                    <a:pt x="68759" y="540332"/>
                  </a:lnTo>
                  <a:lnTo>
                    <a:pt x="69427" y="596547"/>
                  </a:lnTo>
                  <a:lnTo>
                    <a:pt x="70095" y="638137"/>
                  </a:lnTo>
                  <a:lnTo>
                    <a:pt x="70763" y="695239"/>
                  </a:lnTo>
                  <a:lnTo>
                    <a:pt x="71431" y="653201"/>
                  </a:lnTo>
                  <a:lnTo>
                    <a:pt x="72099" y="641453"/>
                  </a:lnTo>
                  <a:lnTo>
                    <a:pt x="72767" y="605902"/>
                  </a:lnTo>
                  <a:lnTo>
                    <a:pt x="73435" y="540332"/>
                  </a:lnTo>
                  <a:lnTo>
                    <a:pt x="74103" y="468235"/>
                  </a:lnTo>
                  <a:lnTo>
                    <a:pt x="74771" y="511301"/>
                  </a:lnTo>
                  <a:lnTo>
                    <a:pt x="75439" y="619764"/>
                  </a:lnTo>
                  <a:lnTo>
                    <a:pt x="76107" y="567856"/>
                  </a:lnTo>
                  <a:lnTo>
                    <a:pt x="76775" y="720110"/>
                  </a:lnTo>
                  <a:lnTo>
                    <a:pt x="77443" y="732918"/>
                  </a:lnTo>
                  <a:lnTo>
                    <a:pt x="78111" y="693999"/>
                  </a:lnTo>
                  <a:lnTo>
                    <a:pt x="78779" y="674394"/>
                  </a:lnTo>
                  <a:lnTo>
                    <a:pt x="79447" y="671353"/>
                  </a:lnTo>
                  <a:lnTo>
                    <a:pt x="80115" y="660330"/>
                  </a:lnTo>
                  <a:lnTo>
                    <a:pt x="80783" y="653414"/>
                  </a:lnTo>
                  <a:lnTo>
                    <a:pt x="81451" y="681546"/>
                  </a:lnTo>
                  <a:lnTo>
                    <a:pt x="82119" y="697152"/>
                  </a:lnTo>
                  <a:lnTo>
                    <a:pt x="82787" y="734034"/>
                  </a:lnTo>
                  <a:lnTo>
                    <a:pt x="83455" y="785232"/>
                  </a:lnTo>
                  <a:lnTo>
                    <a:pt x="84123" y="892042"/>
                  </a:lnTo>
                  <a:lnTo>
                    <a:pt x="84791" y="915477"/>
                  </a:lnTo>
                  <a:lnTo>
                    <a:pt x="85459" y="1000710"/>
                  </a:lnTo>
                  <a:lnTo>
                    <a:pt x="86127" y="1046966"/>
                  </a:lnTo>
                  <a:lnTo>
                    <a:pt x="86795" y="1106802"/>
                  </a:lnTo>
                  <a:lnTo>
                    <a:pt x="87463" y="901453"/>
                  </a:lnTo>
                  <a:lnTo>
                    <a:pt x="88131" y="973397"/>
                  </a:lnTo>
                  <a:lnTo>
                    <a:pt x="88799" y="1029479"/>
                  </a:lnTo>
                  <a:lnTo>
                    <a:pt x="89467" y="1038812"/>
                  </a:lnTo>
                  <a:lnTo>
                    <a:pt x="90136" y="1074271"/>
                  </a:lnTo>
                  <a:lnTo>
                    <a:pt x="90804" y="1104854"/>
                  </a:lnTo>
                  <a:lnTo>
                    <a:pt x="91472" y="1067673"/>
                  </a:lnTo>
                  <a:lnTo>
                    <a:pt x="92140" y="999338"/>
                  </a:lnTo>
                  <a:lnTo>
                    <a:pt x="92808" y="979069"/>
                  </a:lnTo>
                  <a:lnTo>
                    <a:pt x="93476" y="943083"/>
                  </a:lnTo>
                  <a:lnTo>
                    <a:pt x="94144" y="924529"/>
                  </a:lnTo>
                  <a:lnTo>
                    <a:pt x="94812" y="924529"/>
                  </a:lnTo>
                  <a:lnTo>
                    <a:pt x="95480" y="924529"/>
                  </a:lnTo>
                  <a:lnTo>
                    <a:pt x="96148" y="924529"/>
                  </a:lnTo>
                  <a:lnTo>
                    <a:pt x="96816" y="956681"/>
                  </a:lnTo>
                  <a:lnTo>
                    <a:pt x="97484" y="1011221"/>
                  </a:lnTo>
                  <a:lnTo>
                    <a:pt x="98152" y="1038812"/>
                  </a:lnTo>
                  <a:lnTo>
                    <a:pt x="98820" y="990571"/>
                  </a:lnTo>
                  <a:lnTo>
                    <a:pt x="99488" y="951206"/>
                  </a:lnTo>
                  <a:lnTo>
                    <a:pt x="100156" y="834657"/>
                  </a:lnTo>
                  <a:lnTo>
                    <a:pt x="100824" y="827904"/>
                  </a:lnTo>
                  <a:lnTo>
                    <a:pt x="101492" y="853026"/>
                  </a:lnTo>
                  <a:lnTo>
                    <a:pt x="102160" y="906508"/>
                  </a:lnTo>
                  <a:lnTo>
                    <a:pt x="102828" y="924529"/>
                  </a:lnTo>
                  <a:lnTo>
                    <a:pt x="103496" y="943083"/>
                  </a:lnTo>
                  <a:lnTo>
                    <a:pt x="104164" y="827904"/>
                  </a:lnTo>
                  <a:lnTo>
                    <a:pt x="104832" y="819013"/>
                  </a:lnTo>
                  <a:lnTo>
                    <a:pt x="105500" y="728726"/>
                  </a:lnTo>
                  <a:lnTo>
                    <a:pt x="106168" y="670376"/>
                  </a:lnTo>
                  <a:lnTo>
                    <a:pt x="106836" y="644787"/>
                  </a:lnTo>
                  <a:lnTo>
                    <a:pt x="107504" y="610633"/>
                  </a:lnTo>
                  <a:lnTo>
                    <a:pt x="108172" y="567809"/>
                  </a:lnTo>
                  <a:lnTo>
                    <a:pt x="108840" y="520829"/>
                  </a:lnTo>
                  <a:lnTo>
                    <a:pt x="109508" y="530505"/>
                  </a:lnTo>
                  <a:lnTo>
                    <a:pt x="110176" y="551755"/>
                  </a:lnTo>
                  <a:lnTo>
                    <a:pt x="110844" y="490051"/>
                  </a:lnTo>
                  <a:lnTo>
                    <a:pt x="111512" y="478407"/>
                  </a:lnTo>
                  <a:lnTo>
                    <a:pt x="112180" y="463211"/>
                  </a:lnTo>
                  <a:lnTo>
                    <a:pt x="112848" y="418548"/>
                  </a:lnTo>
                  <a:lnTo>
                    <a:pt x="113516" y="381233"/>
                  </a:lnTo>
                  <a:lnTo>
                    <a:pt x="114184" y="432687"/>
                  </a:lnTo>
                  <a:lnTo>
                    <a:pt x="114853" y="393426"/>
                  </a:lnTo>
                  <a:lnTo>
                    <a:pt x="115521" y="425578"/>
                  </a:lnTo>
                  <a:lnTo>
                    <a:pt x="116189" y="464463"/>
                  </a:lnTo>
                  <a:lnTo>
                    <a:pt x="116857" y="484849"/>
                  </a:lnTo>
                  <a:lnTo>
                    <a:pt x="117525" y="537509"/>
                  </a:lnTo>
                  <a:lnTo>
                    <a:pt x="118193" y="529113"/>
                  </a:lnTo>
                  <a:lnTo>
                    <a:pt x="118861" y="563390"/>
                  </a:lnTo>
                  <a:lnTo>
                    <a:pt x="119529" y="573751"/>
                  </a:lnTo>
                  <a:lnTo>
                    <a:pt x="120197" y="613807"/>
                  </a:lnTo>
                  <a:lnTo>
                    <a:pt x="120865" y="670376"/>
                  </a:lnTo>
                  <a:lnTo>
                    <a:pt x="121533" y="668637"/>
                  </a:lnTo>
                  <a:lnTo>
                    <a:pt x="122201" y="672119"/>
                  </a:lnTo>
                  <a:lnTo>
                    <a:pt x="122869" y="740299"/>
                  </a:lnTo>
                  <a:lnTo>
                    <a:pt x="123537" y="776356"/>
                  </a:lnTo>
                  <a:lnTo>
                    <a:pt x="124205" y="756069"/>
                  </a:lnTo>
                  <a:lnTo>
                    <a:pt x="124873" y="821224"/>
                  </a:lnTo>
                  <a:lnTo>
                    <a:pt x="125541" y="808074"/>
                  </a:lnTo>
                  <a:lnTo>
                    <a:pt x="126209" y="784658"/>
                  </a:lnTo>
                  <a:lnTo>
                    <a:pt x="126877" y="784658"/>
                  </a:lnTo>
                  <a:lnTo>
                    <a:pt x="127545" y="786751"/>
                  </a:lnTo>
                  <a:lnTo>
                    <a:pt x="128213" y="862417"/>
                  </a:lnTo>
                  <a:lnTo>
                    <a:pt x="128881" y="1084421"/>
                  </a:lnTo>
                  <a:lnTo>
                    <a:pt x="129549" y="1083861"/>
                  </a:lnTo>
                  <a:lnTo>
                    <a:pt x="130217" y="1068877"/>
                  </a:lnTo>
                  <a:lnTo>
                    <a:pt x="130885" y="1119681"/>
                  </a:lnTo>
                  <a:lnTo>
                    <a:pt x="131553" y="1115325"/>
                  </a:lnTo>
                  <a:lnTo>
                    <a:pt x="132221" y="1123112"/>
                  </a:lnTo>
                  <a:lnTo>
                    <a:pt x="132889" y="1123112"/>
                  </a:lnTo>
                  <a:lnTo>
                    <a:pt x="133557" y="1180508"/>
                  </a:lnTo>
                  <a:lnTo>
                    <a:pt x="134225" y="1237395"/>
                  </a:lnTo>
                  <a:lnTo>
                    <a:pt x="134893" y="1259727"/>
                  </a:lnTo>
                  <a:lnTo>
                    <a:pt x="135561" y="1335588"/>
                  </a:lnTo>
                  <a:lnTo>
                    <a:pt x="135969" y="136104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6159291" y="4021921"/>
              <a:ext cx="140" cy="2477"/>
            </a:xfrm>
            <a:custGeom>
              <a:avLst/>
              <a:pathLst>
                <a:path w="140" h="2477">
                  <a:moveTo>
                    <a:pt x="0" y="2477"/>
                  </a:moveTo>
                  <a:lnTo>
                    <a:pt x="88" y="0"/>
                  </a:lnTo>
                  <a:lnTo>
                    <a:pt x="140" y="247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161792" y="2935078"/>
              <a:ext cx="177877" cy="1089320"/>
            </a:xfrm>
            <a:custGeom>
              <a:avLst/>
              <a:pathLst>
                <a:path w="177877" h="1089320">
                  <a:moveTo>
                    <a:pt x="0" y="1089320"/>
                  </a:moveTo>
                  <a:lnTo>
                    <a:pt x="259" y="1051743"/>
                  </a:lnTo>
                  <a:lnTo>
                    <a:pt x="927" y="1087281"/>
                  </a:lnTo>
                  <a:lnTo>
                    <a:pt x="1595" y="1087281"/>
                  </a:lnTo>
                  <a:lnTo>
                    <a:pt x="2263" y="1087281"/>
                  </a:lnTo>
                  <a:lnTo>
                    <a:pt x="2932" y="1087281"/>
                  </a:lnTo>
                  <a:lnTo>
                    <a:pt x="3600" y="1087281"/>
                  </a:lnTo>
                  <a:lnTo>
                    <a:pt x="4268" y="1022808"/>
                  </a:lnTo>
                  <a:lnTo>
                    <a:pt x="4936" y="906956"/>
                  </a:lnTo>
                  <a:lnTo>
                    <a:pt x="5604" y="906956"/>
                  </a:lnTo>
                  <a:lnTo>
                    <a:pt x="6272" y="906956"/>
                  </a:lnTo>
                  <a:lnTo>
                    <a:pt x="6940" y="906956"/>
                  </a:lnTo>
                  <a:lnTo>
                    <a:pt x="7608" y="906956"/>
                  </a:lnTo>
                  <a:lnTo>
                    <a:pt x="8276" y="906956"/>
                  </a:lnTo>
                  <a:lnTo>
                    <a:pt x="8944" y="880116"/>
                  </a:lnTo>
                  <a:lnTo>
                    <a:pt x="9612" y="707343"/>
                  </a:lnTo>
                  <a:lnTo>
                    <a:pt x="10280" y="652803"/>
                  </a:lnTo>
                  <a:lnTo>
                    <a:pt x="10948" y="597827"/>
                  </a:lnTo>
                  <a:lnTo>
                    <a:pt x="11616" y="556178"/>
                  </a:lnTo>
                  <a:lnTo>
                    <a:pt x="12284" y="556178"/>
                  </a:lnTo>
                  <a:lnTo>
                    <a:pt x="12952" y="556178"/>
                  </a:lnTo>
                  <a:lnTo>
                    <a:pt x="13620" y="556178"/>
                  </a:lnTo>
                  <a:lnTo>
                    <a:pt x="14288" y="515025"/>
                  </a:lnTo>
                  <a:lnTo>
                    <a:pt x="14956" y="468573"/>
                  </a:lnTo>
                  <a:lnTo>
                    <a:pt x="15624" y="434478"/>
                  </a:lnTo>
                  <a:lnTo>
                    <a:pt x="16292" y="383172"/>
                  </a:lnTo>
                  <a:lnTo>
                    <a:pt x="16960" y="281472"/>
                  </a:lnTo>
                  <a:lnTo>
                    <a:pt x="17628" y="245002"/>
                  </a:lnTo>
                  <a:lnTo>
                    <a:pt x="18296" y="245002"/>
                  </a:lnTo>
                  <a:lnTo>
                    <a:pt x="18964" y="220942"/>
                  </a:lnTo>
                  <a:lnTo>
                    <a:pt x="19632" y="257387"/>
                  </a:lnTo>
                  <a:lnTo>
                    <a:pt x="20300" y="272865"/>
                  </a:lnTo>
                  <a:lnTo>
                    <a:pt x="20968" y="305017"/>
                  </a:lnTo>
                  <a:lnTo>
                    <a:pt x="21636" y="332608"/>
                  </a:lnTo>
                  <a:lnTo>
                    <a:pt x="22304" y="332608"/>
                  </a:lnTo>
                  <a:lnTo>
                    <a:pt x="22972" y="308023"/>
                  </a:lnTo>
                  <a:lnTo>
                    <a:pt x="23640" y="267193"/>
                  </a:lnTo>
                  <a:lnTo>
                    <a:pt x="24308" y="261571"/>
                  </a:lnTo>
                  <a:lnTo>
                    <a:pt x="24976" y="285820"/>
                  </a:lnTo>
                  <a:lnTo>
                    <a:pt x="25644" y="290198"/>
                  </a:lnTo>
                  <a:lnTo>
                    <a:pt x="26312" y="315603"/>
                  </a:lnTo>
                  <a:lnTo>
                    <a:pt x="26981" y="423513"/>
                  </a:lnTo>
                  <a:lnTo>
                    <a:pt x="27649" y="472478"/>
                  </a:lnTo>
                  <a:lnTo>
                    <a:pt x="28317" y="464692"/>
                  </a:lnTo>
                  <a:lnTo>
                    <a:pt x="28985" y="482350"/>
                  </a:lnTo>
                  <a:lnTo>
                    <a:pt x="29653" y="508767"/>
                  </a:lnTo>
                  <a:lnTo>
                    <a:pt x="30321" y="449403"/>
                  </a:lnTo>
                  <a:lnTo>
                    <a:pt x="30989" y="320195"/>
                  </a:lnTo>
                  <a:lnTo>
                    <a:pt x="31657" y="302025"/>
                  </a:lnTo>
                  <a:lnTo>
                    <a:pt x="32325" y="277154"/>
                  </a:lnTo>
                  <a:lnTo>
                    <a:pt x="32993" y="294607"/>
                  </a:lnTo>
                  <a:lnTo>
                    <a:pt x="33661" y="308023"/>
                  </a:lnTo>
                  <a:lnTo>
                    <a:pt x="34329" y="364759"/>
                  </a:lnTo>
                  <a:lnTo>
                    <a:pt x="34997" y="421704"/>
                  </a:lnTo>
                  <a:lnTo>
                    <a:pt x="35665" y="449402"/>
                  </a:lnTo>
                  <a:lnTo>
                    <a:pt x="36333" y="441896"/>
                  </a:lnTo>
                  <a:lnTo>
                    <a:pt x="37001" y="434478"/>
                  </a:lnTo>
                  <a:lnTo>
                    <a:pt x="37669" y="407417"/>
                  </a:lnTo>
                  <a:lnTo>
                    <a:pt x="38337" y="386578"/>
                  </a:lnTo>
                  <a:lnTo>
                    <a:pt x="39005" y="384873"/>
                  </a:lnTo>
                  <a:lnTo>
                    <a:pt x="39673" y="386578"/>
                  </a:lnTo>
                  <a:lnTo>
                    <a:pt x="40341" y="457000"/>
                  </a:lnTo>
                  <a:lnTo>
                    <a:pt x="41009" y="622220"/>
                  </a:lnTo>
                  <a:lnTo>
                    <a:pt x="41677" y="652803"/>
                  </a:lnTo>
                  <a:lnTo>
                    <a:pt x="42345" y="698854"/>
                  </a:lnTo>
                  <a:lnTo>
                    <a:pt x="43013" y="698854"/>
                  </a:lnTo>
                  <a:lnTo>
                    <a:pt x="43681" y="696049"/>
                  </a:lnTo>
                  <a:lnTo>
                    <a:pt x="44349" y="647601"/>
                  </a:lnTo>
                  <a:lnTo>
                    <a:pt x="45017" y="556178"/>
                  </a:lnTo>
                  <a:lnTo>
                    <a:pt x="45685" y="556178"/>
                  </a:lnTo>
                  <a:lnTo>
                    <a:pt x="46353" y="593061"/>
                  </a:lnTo>
                  <a:lnTo>
                    <a:pt x="47021" y="602631"/>
                  </a:lnTo>
                  <a:lnTo>
                    <a:pt x="47689" y="639878"/>
                  </a:lnTo>
                  <a:lnTo>
                    <a:pt x="48357" y="658048"/>
                  </a:lnTo>
                  <a:lnTo>
                    <a:pt x="49025" y="624713"/>
                  </a:lnTo>
                  <a:lnTo>
                    <a:pt x="49693" y="542888"/>
                  </a:lnTo>
                  <a:lnTo>
                    <a:pt x="50361" y="470523"/>
                  </a:lnTo>
                  <a:lnTo>
                    <a:pt x="51029" y="434478"/>
                  </a:lnTo>
                  <a:lnTo>
                    <a:pt x="51698" y="371392"/>
                  </a:lnTo>
                  <a:lnTo>
                    <a:pt x="52366" y="332608"/>
                  </a:lnTo>
                  <a:lnTo>
                    <a:pt x="53034" y="309532"/>
                  </a:lnTo>
                  <a:lnTo>
                    <a:pt x="53702" y="338907"/>
                  </a:lnTo>
                  <a:lnTo>
                    <a:pt x="54370" y="320195"/>
                  </a:lnTo>
                  <a:lnTo>
                    <a:pt x="55038" y="280029"/>
                  </a:lnTo>
                  <a:lnTo>
                    <a:pt x="55706" y="272865"/>
                  </a:lnTo>
                  <a:lnTo>
                    <a:pt x="56374" y="236879"/>
                  </a:lnTo>
                  <a:lnTo>
                    <a:pt x="57042" y="187742"/>
                  </a:lnTo>
                  <a:lnTo>
                    <a:pt x="57710" y="110606"/>
                  </a:lnTo>
                  <a:lnTo>
                    <a:pt x="58378" y="87928"/>
                  </a:lnTo>
                  <a:lnTo>
                    <a:pt x="59046" y="70152"/>
                  </a:lnTo>
                  <a:lnTo>
                    <a:pt x="59714" y="67067"/>
                  </a:lnTo>
                  <a:lnTo>
                    <a:pt x="60382" y="100786"/>
                  </a:lnTo>
                  <a:lnTo>
                    <a:pt x="61050" y="121700"/>
                  </a:lnTo>
                  <a:lnTo>
                    <a:pt x="61718" y="146822"/>
                  </a:lnTo>
                  <a:lnTo>
                    <a:pt x="62386" y="147988"/>
                  </a:lnTo>
                  <a:lnTo>
                    <a:pt x="63054" y="110606"/>
                  </a:lnTo>
                  <a:lnTo>
                    <a:pt x="63722" y="44894"/>
                  </a:lnTo>
                  <a:lnTo>
                    <a:pt x="64390" y="10222"/>
                  </a:lnTo>
                  <a:lnTo>
                    <a:pt x="65058" y="8351"/>
                  </a:lnTo>
                  <a:lnTo>
                    <a:pt x="65726" y="0"/>
                  </a:lnTo>
                  <a:lnTo>
                    <a:pt x="66394" y="12099"/>
                  </a:lnTo>
                  <a:lnTo>
                    <a:pt x="67062" y="41930"/>
                  </a:lnTo>
                  <a:lnTo>
                    <a:pt x="67730" y="110606"/>
                  </a:lnTo>
                  <a:lnTo>
                    <a:pt x="68398" y="144496"/>
                  </a:lnTo>
                  <a:lnTo>
                    <a:pt x="69066" y="201574"/>
                  </a:lnTo>
                  <a:lnTo>
                    <a:pt x="69734" y="242283"/>
                  </a:lnTo>
                  <a:lnTo>
                    <a:pt x="70402" y="245002"/>
                  </a:lnTo>
                  <a:lnTo>
                    <a:pt x="71070" y="231522"/>
                  </a:lnTo>
                  <a:lnTo>
                    <a:pt x="71738" y="195249"/>
                  </a:lnTo>
                  <a:lnTo>
                    <a:pt x="72406" y="214420"/>
                  </a:lnTo>
                  <a:lnTo>
                    <a:pt x="73074" y="285820"/>
                  </a:lnTo>
                  <a:lnTo>
                    <a:pt x="73742" y="386578"/>
                  </a:lnTo>
                  <a:lnTo>
                    <a:pt x="74410" y="510846"/>
                  </a:lnTo>
                  <a:lnTo>
                    <a:pt x="75078" y="668673"/>
                  </a:lnTo>
                  <a:lnTo>
                    <a:pt x="75746" y="696049"/>
                  </a:lnTo>
                  <a:lnTo>
                    <a:pt x="76415" y="687710"/>
                  </a:lnTo>
                  <a:lnTo>
                    <a:pt x="77083" y="707343"/>
                  </a:lnTo>
                  <a:lnTo>
                    <a:pt x="77751" y="707343"/>
                  </a:lnTo>
                  <a:lnTo>
                    <a:pt x="78419" y="707343"/>
                  </a:lnTo>
                  <a:lnTo>
                    <a:pt x="79087" y="707343"/>
                  </a:lnTo>
                  <a:lnTo>
                    <a:pt x="79755" y="763959"/>
                  </a:lnTo>
                  <a:lnTo>
                    <a:pt x="80423" y="767086"/>
                  </a:lnTo>
                  <a:lnTo>
                    <a:pt x="81091" y="799237"/>
                  </a:lnTo>
                  <a:lnTo>
                    <a:pt x="81759" y="955824"/>
                  </a:lnTo>
                  <a:lnTo>
                    <a:pt x="82427" y="990656"/>
                  </a:lnTo>
                  <a:lnTo>
                    <a:pt x="83095" y="990656"/>
                  </a:lnTo>
                  <a:lnTo>
                    <a:pt x="83763" y="990656"/>
                  </a:lnTo>
                  <a:lnTo>
                    <a:pt x="84431" y="990656"/>
                  </a:lnTo>
                  <a:lnTo>
                    <a:pt x="85099" y="990656"/>
                  </a:lnTo>
                  <a:lnTo>
                    <a:pt x="85767" y="955824"/>
                  </a:lnTo>
                  <a:lnTo>
                    <a:pt x="86435" y="990656"/>
                  </a:lnTo>
                  <a:lnTo>
                    <a:pt x="87103" y="918821"/>
                  </a:lnTo>
                  <a:lnTo>
                    <a:pt x="87771" y="833128"/>
                  </a:lnTo>
                  <a:lnTo>
                    <a:pt x="88439" y="760849"/>
                  </a:lnTo>
                  <a:lnTo>
                    <a:pt x="89107" y="696049"/>
                  </a:lnTo>
                  <a:lnTo>
                    <a:pt x="89775" y="645016"/>
                  </a:lnTo>
                  <a:lnTo>
                    <a:pt x="90443" y="515025"/>
                  </a:lnTo>
                  <a:lnTo>
                    <a:pt x="91111" y="428971"/>
                  </a:lnTo>
                  <a:lnTo>
                    <a:pt x="91779" y="513812"/>
                  </a:lnTo>
                  <a:lnTo>
                    <a:pt x="92447" y="467189"/>
                  </a:lnTo>
                  <a:lnTo>
                    <a:pt x="93115" y="524107"/>
                  </a:lnTo>
                  <a:lnTo>
                    <a:pt x="93783" y="486223"/>
                  </a:lnTo>
                  <a:lnTo>
                    <a:pt x="94451" y="480446"/>
                  </a:lnTo>
                  <a:lnTo>
                    <a:pt x="95119" y="447949"/>
                  </a:lnTo>
                  <a:lnTo>
                    <a:pt x="95787" y="438197"/>
                  </a:lnTo>
                  <a:lnTo>
                    <a:pt x="96455" y="412910"/>
                  </a:lnTo>
                  <a:lnTo>
                    <a:pt x="97123" y="372908"/>
                  </a:lnTo>
                  <a:lnTo>
                    <a:pt x="97791" y="370008"/>
                  </a:lnTo>
                  <a:lnTo>
                    <a:pt x="98459" y="346352"/>
                  </a:lnTo>
                  <a:lnTo>
                    <a:pt x="99127" y="342648"/>
                  </a:lnTo>
                  <a:lnTo>
                    <a:pt x="99795" y="437037"/>
                  </a:lnTo>
                  <a:lnTo>
                    <a:pt x="100463" y="433424"/>
                  </a:lnTo>
                  <a:lnTo>
                    <a:pt x="101132" y="417917"/>
                  </a:lnTo>
                  <a:lnTo>
                    <a:pt x="101800" y="357596"/>
                  </a:lnTo>
                  <a:lnTo>
                    <a:pt x="102468" y="349144"/>
                  </a:lnTo>
                  <a:lnTo>
                    <a:pt x="103136" y="397307"/>
                  </a:lnTo>
                  <a:lnTo>
                    <a:pt x="103804" y="298288"/>
                  </a:lnTo>
                  <a:lnTo>
                    <a:pt x="104472" y="303715"/>
                  </a:lnTo>
                  <a:lnTo>
                    <a:pt x="105140" y="336153"/>
                  </a:lnTo>
                  <a:lnTo>
                    <a:pt x="105808" y="360737"/>
                  </a:lnTo>
                  <a:lnTo>
                    <a:pt x="106476" y="385083"/>
                  </a:lnTo>
                  <a:lnTo>
                    <a:pt x="107144" y="430105"/>
                  </a:lnTo>
                  <a:lnTo>
                    <a:pt x="107812" y="457362"/>
                  </a:lnTo>
                  <a:lnTo>
                    <a:pt x="108480" y="521858"/>
                  </a:lnTo>
                  <a:lnTo>
                    <a:pt x="109148" y="501670"/>
                  </a:lnTo>
                  <a:lnTo>
                    <a:pt x="109816" y="536451"/>
                  </a:lnTo>
                  <a:lnTo>
                    <a:pt x="110484" y="622653"/>
                  </a:lnTo>
                  <a:lnTo>
                    <a:pt x="111152" y="525596"/>
                  </a:lnTo>
                  <a:lnTo>
                    <a:pt x="111820" y="508767"/>
                  </a:lnTo>
                  <a:lnTo>
                    <a:pt x="112488" y="542888"/>
                  </a:lnTo>
                  <a:lnTo>
                    <a:pt x="113156" y="512932"/>
                  </a:lnTo>
                  <a:lnTo>
                    <a:pt x="113824" y="512932"/>
                  </a:lnTo>
                  <a:lnTo>
                    <a:pt x="114492" y="474440"/>
                  </a:lnTo>
                  <a:lnTo>
                    <a:pt x="115160" y="423513"/>
                  </a:lnTo>
                  <a:lnTo>
                    <a:pt x="115828" y="317130"/>
                  </a:lnTo>
                  <a:lnTo>
                    <a:pt x="116496" y="290198"/>
                  </a:lnTo>
                  <a:lnTo>
                    <a:pt x="117164" y="323275"/>
                  </a:lnTo>
                  <a:lnTo>
                    <a:pt x="117832" y="320195"/>
                  </a:lnTo>
                  <a:lnTo>
                    <a:pt x="118500" y="282918"/>
                  </a:lnTo>
                  <a:lnTo>
                    <a:pt x="119168" y="294607"/>
                  </a:lnTo>
                  <a:lnTo>
                    <a:pt x="119836" y="408721"/>
                  </a:lnTo>
                  <a:lnTo>
                    <a:pt x="120504" y="432031"/>
                  </a:lnTo>
                  <a:lnTo>
                    <a:pt x="121172" y="430105"/>
                  </a:lnTo>
                  <a:lnTo>
                    <a:pt x="121840" y="606068"/>
                  </a:lnTo>
                  <a:lnTo>
                    <a:pt x="122508" y="622971"/>
                  </a:lnTo>
                  <a:lnTo>
                    <a:pt x="123176" y="643751"/>
                  </a:lnTo>
                  <a:lnTo>
                    <a:pt x="123844" y="643751"/>
                  </a:lnTo>
                  <a:lnTo>
                    <a:pt x="124512" y="654286"/>
                  </a:lnTo>
                  <a:lnTo>
                    <a:pt x="125181" y="663460"/>
                  </a:lnTo>
                  <a:lnTo>
                    <a:pt x="125849" y="758034"/>
                  </a:lnTo>
                  <a:lnTo>
                    <a:pt x="126517" y="814205"/>
                  </a:lnTo>
                  <a:lnTo>
                    <a:pt x="127185" y="814205"/>
                  </a:lnTo>
                  <a:lnTo>
                    <a:pt x="127853" y="830074"/>
                  </a:lnTo>
                  <a:lnTo>
                    <a:pt x="128521" y="889014"/>
                  </a:lnTo>
                  <a:lnTo>
                    <a:pt x="129189" y="930056"/>
                  </a:lnTo>
                  <a:lnTo>
                    <a:pt x="129857" y="1001483"/>
                  </a:lnTo>
                  <a:lnTo>
                    <a:pt x="130525" y="854003"/>
                  </a:lnTo>
                  <a:lnTo>
                    <a:pt x="131193" y="869205"/>
                  </a:lnTo>
                  <a:lnTo>
                    <a:pt x="131861" y="901640"/>
                  </a:lnTo>
                  <a:lnTo>
                    <a:pt x="132529" y="876787"/>
                  </a:lnTo>
                  <a:lnTo>
                    <a:pt x="133197" y="696049"/>
                  </a:lnTo>
                  <a:lnTo>
                    <a:pt x="133865" y="652803"/>
                  </a:lnTo>
                  <a:lnTo>
                    <a:pt x="134533" y="663338"/>
                  </a:lnTo>
                  <a:lnTo>
                    <a:pt x="135201" y="687710"/>
                  </a:lnTo>
                  <a:lnTo>
                    <a:pt x="135869" y="707343"/>
                  </a:lnTo>
                  <a:lnTo>
                    <a:pt x="136537" y="671357"/>
                  </a:lnTo>
                  <a:lnTo>
                    <a:pt x="137205" y="760297"/>
                  </a:lnTo>
                  <a:lnTo>
                    <a:pt x="137873" y="742816"/>
                  </a:lnTo>
                  <a:lnTo>
                    <a:pt x="138541" y="754761"/>
                  </a:lnTo>
                  <a:lnTo>
                    <a:pt x="139209" y="929980"/>
                  </a:lnTo>
                  <a:lnTo>
                    <a:pt x="139877" y="944357"/>
                  </a:lnTo>
                  <a:lnTo>
                    <a:pt x="140545" y="1020051"/>
                  </a:lnTo>
                  <a:lnTo>
                    <a:pt x="141213" y="1050633"/>
                  </a:lnTo>
                  <a:lnTo>
                    <a:pt x="141881" y="1039613"/>
                  </a:lnTo>
                  <a:lnTo>
                    <a:pt x="142549" y="1056720"/>
                  </a:lnTo>
                  <a:lnTo>
                    <a:pt x="143217" y="1049331"/>
                  </a:lnTo>
                  <a:lnTo>
                    <a:pt x="143885" y="1087179"/>
                  </a:lnTo>
                  <a:lnTo>
                    <a:pt x="144553" y="1020616"/>
                  </a:lnTo>
                  <a:lnTo>
                    <a:pt x="145221" y="954107"/>
                  </a:lnTo>
                  <a:lnTo>
                    <a:pt x="145889" y="929361"/>
                  </a:lnTo>
                  <a:lnTo>
                    <a:pt x="146557" y="935456"/>
                  </a:lnTo>
                  <a:lnTo>
                    <a:pt x="147225" y="1004181"/>
                  </a:lnTo>
                  <a:lnTo>
                    <a:pt x="147893" y="1043442"/>
                  </a:lnTo>
                  <a:lnTo>
                    <a:pt x="148561" y="944357"/>
                  </a:lnTo>
                  <a:lnTo>
                    <a:pt x="149229" y="927720"/>
                  </a:lnTo>
                  <a:lnTo>
                    <a:pt x="149898" y="797783"/>
                  </a:lnTo>
                  <a:lnTo>
                    <a:pt x="150566" y="827487"/>
                  </a:lnTo>
                  <a:lnTo>
                    <a:pt x="151234" y="812696"/>
                  </a:lnTo>
                  <a:lnTo>
                    <a:pt x="151902" y="652803"/>
                  </a:lnTo>
                  <a:lnTo>
                    <a:pt x="152570" y="682211"/>
                  </a:lnTo>
                  <a:lnTo>
                    <a:pt x="153238" y="707343"/>
                  </a:lnTo>
                  <a:lnTo>
                    <a:pt x="153906" y="710199"/>
                  </a:lnTo>
                  <a:lnTo>
                    <a:pt x="154574" y="819351"/>
                  </a:lnTo>
                  <a:lnTo>
                    <a:pt x="155242" y="981765"/>
                  </a:lnTo>
                  <a:lnTo>
                    <a:pt x="155910" y="1037109"/>
                  </a:lnTo>
                  <a:lnTo>
                    <a:pt x="156578" y="1087281"/>
                  </a:lnTo>
                  <a:lnTo>
                    <a:pt x="157246" y="1087281"/>
                  </a:lnTo>
                  <a:lnTo>
                    <a:pt x="157914" y="1087281"/>
                  </a:lnTo>
                  <a:lnTo>
                    <a:pt x="158582" y="1087281"/>
                  </a:lnTo>
                  <a:lnTo>
                    <a:pt x="159250" y="1087281"/>
                  </a:lnTo>
                  <a:lnTo>
                    <a:pt x="159918" y="1087281"/>
                  </a:lnTo>
                  <a:lnTo>
                    <a:pt x="160586" y="1087281"/>
                  </a:lnTo>
                  <a:lnTo>
                    <a:pt x="161254" y="1087281"/>
                  </a:lnTo>
                  <a:lnTo>
                    <a:pt x="161922" y="1087281"/>
                  </a:lnTo>
                  <a:lnTo>
                    <a:pt x="162590" y="1087281"/>
                  </a:lnTo>
                  <a:lnTo>
                    <a:pt x="163258" y="1018113"/>
                  </a:lnTo>
                  <a:lnTo>
                    <a:pt x="163926" y="990656"/>
                  </a:lnTo>
                  <a:lnTo>
                    <a:pt x="164594" y="990656"/>
                  </a:lnTo>
                  <a:lnTo>
                    <a:pt x="165262" y="990656"/>
                  </a:lnTo>
                  <a:lnTo>
                    <a:pt x="165930" y="960074"/>
                  </a:lnTo>
                  <a:lnTo>
                    <a:pt x="166598" y="906956"/>
                  </a:lnTo>
                  <a:lnTo>
                    <a:pt x="167266" y="840131"/>
                  </a:lnTo>
                  <a:lnTo>
                    <a:pt x="167934" y="773385"/>
                  </a:lnTo>
                  <a:lnTo>
                    <a:pt x="168602" y="767086"/>
                  </a:lnTo>
                  <a:lnTo>
                    <a:pt x="169270" y="767086"/>
                  </a:lnTo>
                  <a:lnTo>
                    <a:pt x="169938" y="767086"/>
                  </a:lnTo>
                  <a:lnTo>
                    <a:pt x="170606" y="767086"/>
                  </a:lnTo>
                  <a:lnTo>
                    <a:pt x="171274" y="767086"/>
                  </a:lnTo>
                  <a:lnTo>
                    <a:pt x="171942" y="879420"/>
                  </a:lnTo>
                  <a:lnTo>
                    <a:pt x="172610" y="887229"/>
                  </a:lnTo>
                  <a:lnTo>
                    <a:pt x="173278" y="919381"/>
                  </a:lnTo>
                  <a:lnTo>
                    <a:pt x="173946" y="902495"/>
                  </a:lnTo>
                  <a:lnTo>
                    <a:pt x="174615" y="905927"/>
                  </a:lnTo>
                  <a:lnTo>
                    <a:pt x="175283" y="905927"/>
                  </a:lnTo>
                  <a:lnTo>
                    <a:pt x="175951" y="926195"/>
                  </a:lnTo>
                  <a:lnTo>
                    <a:pt x="176619" y="965669"/>
                  </a:lnTo>
                  <a:lnTo>
                    <a:pt x="177287" y="1024785"/>
                  </a:lnTo>
                  <a:lnTo>
                    <a:pt x="177877" y="10893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6346418" y="3333728"/>
              <a:ext cx="97136" cy="690670"/>
            </a:xfrm>
            <a:custGeom>
              <a:avLst/>
              <a:pathLst>
                <a:path w="97136" h="690670">
                  <a:moveTo>
                    <a:pt x="0" y="690670"/>
                  </a:moveTo>
                  <a:lnTo>
                    <a:pt x="8" y="688631"/>
                  </a:lnTo>
                  <a:lnTo>
                    <a:pt x="676" y="663043"/>
                  </a:lnTo>
                  <a:lnTo>
                    <a:pt x="1344" y="520171"/>
                  </a:lnTo>
                  <a:lnTo>
                    <a:pt x="2012" y="452136"/>
                  </a:lnTo>
                  <a:lnTo>
                    <a:pt x="2680" y="417303"/>
                  </a:lnTo>
                  <a:lnTo>
                    <a:pt x="3348" y="368435"/>
                  </a:lnTo>
                  <a:lnTo>
                    <a:pt x="4016" y="368435"/>
                  </a:lnTo>
                  <a:lnTo>
                    <a:pt x="4684" y="368435"/>
                  </a:lnTo>
                  <a:lnTo>
                    <a:pt x="5352" y="368435"/>
                  </a:lnTo>
                  <a:lnTo>
                    <a:pt x="6020" y="303021"/>
                  </a:lnTo>
                  <a:lnTo>
                    <a:pt x="6688" y="129081"/>
                  </a:lnTo>
                  <a:lnTo>
                    <a:pt x="7356" y="12308"/>
                  </a:lnTo>
                  <a:lnTo>
                    <a:pt x="8024" y="0"/>
                  </a:lnTo>
                  <a:lnTo>
                    <a:pt x="8692" y="0"/>
                  </a:lnTo>
                  <a:lnTo>
                    <a:pt x="9361" y="0"/>
                  </a:lnTo>
                  <a:lnTo>
                    <a:pt x="10029" y="149020"/>
                  </a:lnTo>
                  <a:lnTo>
                    <a:pt x="10697" y="154297"/>
                  </a:lnTo>
                  <a:lnTo>
                    <a:pt x="11365" y="355410"/>
                  </a:lnTo>
                  <a:lnTo>
                    <a:pt x="12033" y="372047"/>
                  </a:lnTo>
                  <a:lnTo>
                    <a:pt x="12701" y="442840"/>
                  </a:lnTo>
                  <a:lnTo>
                    <a:pt x="13369" y="422460"/>
                  </a:lnTo>
                  <a:lnTo>
                    <a:pt x="14037" y="298026"/>
                  </a:lnTo>
                  <a:lnTo>
                    <a:pt x="14705" y="167023"/>
                  </a:lnTo>
                  <a:lnTo>
                    <a:pt x="15373" y="90035"/>
                  </a:lnTo>
                  <a:lnTo>
                    <a:pt x="16041" y="109200"/>
                  </a:lnTo>
                  <a:lnTo>
                    <a:pt x="16709" y="146293"/>
                  </a:lnTo>
                  <a:lnTo>
                    <a:pt x="17377" y="147814"/>
                  </a:lnTo>
                  <a:lnTo>
                    <a:pt x="18045" y="175567"/>
                  </a:lnTo>
                  <a:lnTo>
                    <a:pt x="18713" y="178383"/>
                  </a:lnTo>
                  <a:lnTo>
                    <a:pt x="19381" y="143397"/>
                  </a:lnTo>
                  <a:lnTo>
                    <a:pt x="20049" y="112303"/>
                  </a:lnTo>
                  <a:lnTo>
                    <a:pt x="20717" y="150790"/>
                  </a:lnTo>
                  <a:lnTo>
                    <a:pt x="21385" y="124863"/>
                  </a:lnTo>
                  <a:lnTo>
                    <a:pt x="22053" y="101846"/>
                  </a:lnTo>
                  <a:lnTo>
                    <a:pt x="22721" y="126167"/>
                  </a:lnTo>
                  <a:lnTo>
                    <a:pt x="23389" y="163474"/>
                  </a:lnTo>
                  <a:lnTo>
                    <a:pt x="24057" y="171977"/>
                  </a:lnTo>
                  <a:lnTo>
                    <a:pt x="24725" y="257449"/>
                  </a:lnTo>
                  <a:lnTo>
                    <a:pt x="25393" y="285511"/>
                  </a:lnTo>
                  <a:lnTo>
                    <a:pt x="26061" y="369018"/>
                  </a:lnTo>
                  <a:lnTo>
                    <a:pt x="26729" y="392279"/>
                  </a:lnTo>
                  <a:lnTo>
                    <a:pt x="27397" y="405314"/>
                  </a:lnTo>
                  <a:lnTo>
                    <a:pt x="28065" y="400297"/>
                  </a:lnTo>
                  <a:lnTo>
                    <a:pt x="28733" y="378359"/>
                  </a:lnTo>
                  <a:lnTo>
                    <a:pt x="29401" y="374464"/>
                  </a:lnTo>
                  <a:lnTo>
                    <a:pt x="30069" y="357985"/>
                  </a:lnTo>
                  <a:lnTo>
                    <a:pt x="30737" y="267369"/>
                  </a:lnTo>
                  <a:lnTo>
                    <a:pt x="31405" y="324660"/>
                  </a:lnTo>
                  <a:lnTo>
                    <a:pt x="32073" y="297540"/>
                  </a:lnTo>
                  <a:lnTo>
                    <a:pt x="32741" y="290567"/>
                  </a:lnTo>
                  <a:lnTo>
                    <a:pt x="33409" y="306628"/>
                  </a:lnTo>
                  <a:lnTo>
                    <a:pt x="34078" y="336015"/>
                  </a:lnTo>
                  <a:lnTo>
                    <a:pt x="34746" y="369479"/>
                  </a:lnTo>
                  <a:lnTo>
                    <a:pt x="35414" y="373981"/>
                  </a:lnTo>
                  <a:lnTo>
                    <a:pt x="36082" y="317842"/>
                  </a:lnTo>
                  <a:lnTo>
                    <a:pt x="36750" y="259438"/>
                  </a:lnTo>
                  <a:lnTo>
                    <a:pt x="37418" y="227182"/>
                  </a:lnTo>
                  <a:lnTo>
                    <a:pt x="38086" y="213759"/>
                  </a:lnTo>
                  <a:lnTo>
                    <a:pt x="38754" y="283547"/>
                  </a:lnTo>
                  <a:lnTo>
                    <a:pt x="39422" y="237305"/>
                  </a:lnTo>
                  <a:lnTo>
                    <a:pt x="40090" y="319757"/>
                  </a:lnTo>
                  <a:lnTo>
                    <a:pt x="40758" y="195110"/>
                  </a:lnTo>
                  <a:lnTo>
                    <a:pt x="41426" y="164692"/>
                  </a:lnTo>
                  <a:lnTo>
                    <a:pt x="42094" y="135683"/>
                  </a:lnTo>
                  <a:lnTo>
                    <a:pt x="42762" y="132541"/>
                  </a:lnTo>
                  <a:lnTo>
                    <a:pt x="43430" y="163045"/>
                  </a:lnTo>
                  <a:lnTo>
                    <a:pt x="44098" y="179885"/>
                  </a:lnTo>
                  <a:lnTo>
                    <a:pt x="44766" y="163384"/>
                  </a:lnTo>
                  <a:lnTo>
                    <a:pt x="45434" y="103921"/>
                  </a:lnTo>
                  <a:lnTo>
                    <a:pt x="46102" y="221088"/>
                  </a:lnTo>
                  <a:lnTo>
                    <a:pt x="46770" y="272707"/>
                  </a:lnTo>
                  <a:lnTo>
                    <a:pt x="47438" y="413924"/>
                  </a:lnTo>
                  <a:lnTo>
                    <a:pt x="48106" y="434478"/>
                  </a:lnTo>
                  <a:lnTo>
                    <a:pt x="48774" y="452136"/>
                  </a:lnTo>
                  <a:lnTo>
                    <a:pt x="49442" y="508306"/>
                  </a:lnTo>
                  <a:lnTo>
                    <a:pt x="50110" y="508306"/>
                  </a:lnTo>
                  <a:lnTo>
                    <a:pt x="50778" y="516191"/>
                  </a:lnTo>
                  <a:lnTo>
                    <a:pt x="51446" y="592006"/>
                  </a:lnTo>
                  <a:lnTo>
                    <a:pt x="52114" y="678270"/>
                  </a:lnTo>
                  <a:lnTo>
                    <a:pt x="52782" y="688631"/>
                  </a:lnTo>
                  <a:lnTo>
                    <a:pt x="53450" y="688631"/>
                  </a:lnTo>
                  <a:lnTo>
                    <a:pt x="54118" y="688631"/>
                  </a:lnTo>
                  <a:lnTo>
                    <a:pt x="54786" y="688631"/>
                  </a:lnTo>
                  <a:lnTo>
                    <a:pt x="55454" y="688631"/>
                  </a:lnTo>
                  <a:lnTo>
                    <a:pt x="56122" y="688631"/>
                  </a:lnTo>
                  <a:lnTo>
                    <a:pt x="56790" y="688631"/>
                  </a:lnTo>
                  <a:lnTo>
                    <a:pt x="57458" y="688631"/>
                  </a:lnTo>
                  <a:lnTo>
                    <a:pt x="58127" y="688631"/>
                  </a:lnTo>
                  <a:lnTo>
                    <a:pt x="58795" y="688631"/>
                  </a:lnTo>
                  <a:lnTo>
                    <a:pt x="59463" y="688631"/>
                  </a:lnTo>
                  <a:lnTo>
                    <a:pt x="60131" y="688631"/>
                  </a:lnTo>
                  <a:lnTo>
                    <a:pt x="60799" y="688631"/>
                  </a:lnTo>
                  <a:lnTo>
                    <a:pt x="61467" y="688631"/>
                  </a:lnTo>
                  <a:lnTo>
                    <a:pt x="62135" y="688631"/>
                  </a:lnTo>
                  <a:lnTo>
                    <a:pt x="62803" y="688631"/>
                  </a:lnTo>
                  <a:lnTo>
                    <a:pt x="63471" y="688631"/>
                  </a:lnTo>
                  <a:lnTo>
                    <a:pt x="64139" y="688631"/>
                  </a:lnTo>
                  <a:lnTo>
                    <a:pt x="64807" y="688631"/>
                  </a:lnTo>
                  <a:lnTo>
                    <a:pt x="65475" y="688631"/>
                  </a:lnTo>
                  <a:lnTo>
                    <a:pt x="66143" y="688631"/>
                  </a:lnTo>
                  <a:lnTo>
                    <a:pt x="66811" y="688631"/>
                  </a:lnTo>
                  <a:lnTo>
                    <a:pt x="67479" y="688631"/>
                  </a:lnTo>
                  <a:lnTo>
                    <a:pt x="68147" y="688631"/>
                  </a:lnTo>
                  <a:lnTo>
                    <a:pt x="68815" y="688631"/>
                  </a:lnTo>
                  <a:lnTo>
                    <a:pt x="69483" y="688631"/>
                  </a:lnTo>
                  <a:lnTo>
                    <a:pt x="70151" y="688631"/>
                  </a:lnTo>
                  <a:lnTo>
                    <a:pt x="70819" y="688631"/>
                  </a:lnTo>
                  <a:lnTo>
                    <a:pt x="71487" y="688631"/>
                  </a:lnTo>
                  <a:lnTo>
                    <a:pt x="72155" y="688631"/>
                  </a:lnTo>
                  <a:lnTo>
                    <a:pt x="72823" y="638459"/>
                  </a:lnTo>
                  <a:lnTo>
                    <a:pt x="73491" y="592006"/>
                  </a:lnTo>
                  <a:lnTo>
                    <a:pt x="74159" y="592006"/>
                  </a:lnTo>
                  <a:lnTo>
                    <a:pt x="74827" y="592006"/>
                  </a:lnTo>
                  <a:lnTo>
                    <a:pt x="75495" y="592006"/>
                  </a:lnTo>
                  <a:lnTo>
                    <a:pt x="76163" y="592006"/>
                  </a:lnTo>
                  <a:lnTo>
                    <a:pt x="76831" y="592006"/>
                  </a:lnTo>
                  <a:lnTo>
                    <a:pt x="77499" y="504401"/>
                  </a:lnTo>
                  <a:lnTo>
                    <a:pt x="78167" y="434478"/>
                  </a:lnTo>
                  <a:lnTo>
                    <a:pt x="78835" y="434478"/>
                  </a:lnTo>
                  <a:lnTo>
                    <a:pt x="79503" y="362198"/>
                  </a:lnTo>
                  <a:lnTo>
                    <a:pt x="80171" y="308693"/>
                  </a:lnTo>
                  <a:lnTo>
                    <a:pt x="80839" y="308693"/>
                  </a:lnTo>
                  <a:lnTo>
                    <a:pt x="81507" y="303021"/>
                  </a:lnTo>
                  <a:lnTo>
                    <a:pt x="82175" y="236132"/>
                  </a:lnTo>
                  <a:lnTo>
                    <a:pt x="82844" y="228565"/>
                  </a:lnTo>
                  <a:lnTo>
                    <a:pt x="83512" y="233599"/>
                  </a:lnTo>
                  <a:lnTo>
                    <a:pt x="84180" y="203981"/>
                  </a:lnTo>
                  <a:lnTo>
                    <a:pt x="84848" y="203981"/>
                  </a:lnTo>
                  <a:lnTo>
                    <a:pt x="85516" y="153067"/>
                  </a:lnTo>
                  <a:lnTo>
                    <a:pt x="86184" y="114282"/>
                  </a:lnTo>
                  <a:lnTo>
                    <a:pt x="86852" y="87692"/>
                  </a:lnTo>
                  <a:lnTo>
                    <a:pt x="87520" y="116375"/>
                  </a:lnTo>
                  <a:lnTo>
                    <a:pt x="88188" y="155294"/>
                  </a:lnTo>
                  <a:lnTo>
                    <a:pt x="88856" y="75790"/>
                  </a:lnTo>
                  <a:lnTo>
                    <a:pt x="89524" y="118475"/>
                  </a:lnTo>
                  <a:lnTo>
                    <a:pt x="90192" y="157528"/>
                  </a:lnTo>
                  <a:lnTo>
                    <a:pt x="90860" y="157528"/>
                  </a:lnTo>
                  <a:lnTo>
                    <a:pt x="91528" y="162022"/>
                  </a:lnTo>
                  <a:lnTo>
                    <a:pt x="92196" y="221088"/>
                  </a:lnTo>
                  <a:lnTo>
                    <a:pt x="92864" y="414045"/>
                  </a:lnTo>
                  <a:lnTo>
                    <a:pt x="93532" y="455289"/>
                  </a:lnTo>
                  <a:lnTo>
                    <a:pt x="94200" y="503845"/>
                  </a:lnTo>
                  <a:lnTo>
                    <a:pt x="94868" y="507276"/>
                  </a:lnTo>
                  <a:lnTo>
                    <a:pt x="95536" y="573318"/>
                  </a:lnTo>
                  <a:lnTo>
                    <a:pt x="96204" y="633061"/>
                  </a:lnTo>
                  <a:lnTo>
                    <a:pt x="96872" y="680049"/>
                  </a:lnTo>
                  <a:lnTo>
                    <a:pt x="97136" y="69067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6451299" y="3782293"/>
              <a:ext cx="17729" cy="242105"/>
            </a:xfrm>
            <a:custGeom>
              <a:avLst/>
              <a:pathLst>
                <a:path w="17729" h="242105">
                  <a:moveTo>
                    <a:pt x="0" y="242105"/>
                  </a:moveTo>
                  <a:lnTo>
                    <a:pt x="8" y="240067"/>
                  </a:lnTo>
                  <a:lnTo>
                    <a:pt x="676" y="240067"/>
                  </a:lnTo>
                  <a:lnTo>
                    <a:pt x="1344" y="240067"/>
                  </a:lnTo>
                  <a:lnTo>
                    <a:pt x="2012" y="204529"/>
                  </a:lnTo>
                  <a:lnTo>
                    <a:pt x="2680" y="143442"/>
                  </a:lnTo>
                  <a:lnTo>
                    <a:pt x="3348" y="143442"/>
                  </a:lnTo>
                  <a:lnTo>
                    <a:pt x="4016" y="143442"/>
                  </a:lnTo>
                  <a:lnTo>
                    <a:pt x="4684" y="143442"/>
                  </a:lnTo>
                  <a:lnTo>
                    <a:pt x="5352" y="143442"/>
                  </a:lnTo>
                  <a:lnTo>
                    <a:pt x="6020" y="143442"/>
                  </a:lnTo>
                  <a:lnTo>
                    <a:pt x="6688" y="143442"/>
                  </a:lnTo>
                  <a:lnTo>
                    <a:pt x="7356" y="96031"/>
                  </a:lnTo>
                  <a:lnTo>
                    <a:pt x="8024" y="59742"/>
                  </a:lnTo>
                  <a:lnTo>
                    <a:pt x="8692" y="59742"/>
                  </a:lnTo>
                  <a:lnTo>
                    <a:pt x="9361" y="59742"/>
                  </a:lnTo>
                  <a:lnTo>
                    <a:pt x="10029" y="59742"/>
                  </a:lnTo>
                  <a:lnTo>
                    <a:pt x="10697" y="59742"/>
                  </a:lnTo>
                  <a:lnTo>
                    <a:pt x="11365" y="0"/>
                  </a:lnTo>
                  <a:lnTo>
                    <a:pt x="12033" y="10776"/>
                  </a:lnTo>
                  <a:lnTo>
                    <a:pt x="12701" y="177957"/>
                  </a:lnTo>
                  <a:lnTo>
                    <a:pt x="13369" y="165799"/>
                  </a:lnTo>
                  <a:lnTo>
                    <a:pt x="14037" y="184496"/>
                  </a:lnTo>
                  <a:lnTo>
                    <a:pt x="14705" y="184496"/>
                  </a:lnTo>
                  <a:lnTo>
                    <a:pt x="15373" y="184496"/>
                  </a:lnTo>
                  <a:lnTo>
                    <a:pt x="16041" y="184496"/>
                  </a:lnTo>
                  <a:lnTo>
                    <a:pt x="16709" y="184496"/>
                  </a:lnTo>
                  <a:lnTo>
                    <a:pt x="17377" y="224022"/>
                  </a:lnTo>
                  <a:lnTo>
                    <a:pt x="17729" y="24210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6469748" y="3966790"/>
              <a:ext cx="2927" cy="57609"/>
            </a:xfrm>
            <a:custGeom>
              <a:avLst/>
              <a:pathLst>
                <a:path w="2927" h="57609">
                  <a:moveTo>
                    <a:pt x="0" y="57609"/>
                  </a:moveTo>
                  <a:lnTo>
                    <a:pt x="264" y="46988"/>
                  </a:lnTo>
                  <a:lnTo>
                    <a:pt x="932" y="0"/>
                  </a:lnTo>
                  <a:lnTo>
                    <a:pt x="1600" y="0"/>
                  </a:lnTo>
                  <a:lnTo>
                    <a:pt x="2268" y="0"/>
                  </a:lnTo>
                  <a:lnTo>
                    <a:pt x="2927" y="576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6474944" y="3842035"/>
              <a:ext cx="10770" cy="182363"/>
            </a:xfrm>
            <a:custGeom>
              <a:avLst/>
              <a:pathLst>
                <a:path w="10770" h="182363">
                  <a:moveTo>
                    <a:pt x="0" y="182363"/>
                  </a:moveTo>
                  <a:lnTo>
                    <a:pt x="412" y="83700"/>
                  </a:lnTo>
                  <a:lnTo>
                    <a:pt x="1080" y="83700"/>
                  </a:lnTo>
                  <a:lnTo>
                    <a:pt x="1748" y="70410"/>
                  </a:lnTo>
                  <a:lnTo>
                    <a:pt x="2416" y="0"/>
                  </a:lnTo>
                  <a:lnTo>
                    <a:pt x="3084" y="0"/>
                  </a:lnTo>
                  <a:lnTo>
                    <a:pt x="3752" y="0"/>
                  </a:lnTo>
                  <a:lnTo>
                    <a:pt x="4420" y="0"/>
                  </a:lnTo>
                  <a:lnTo>
                    <a:pt x="5088" y="28041"/>
                  </a:lnTo>
                  <a:lnTo>
                    <a:pt x="5756" y="83700"/>
                  </a:lnTo>
                  <a:lnTo>
                    <a:pt x="6424" y="83700"/>
                  </a:lnTo>
                  <a:lnTo>
                    <a:pt x="7092" y="83700"/>
                  </a:lnTo>
                  <a:lnTo>
                    <a:pt x="7760" y="83700"/>
                  </a:lnTo>
                  <a:lnTo>
                    <a:pt x="8428" y="83700"/>
                  </a:lnTo>
                  <a:lnTo>
                    <a:pt x="9096" y="83700"/>
                  </a:lnTo>
                  <a:lnTo>
                    <a:pt x="9764" y="83700"/>
                  </a:lnTo>
                  <a:lnTo>
                    <a:pt x="10432" y="83700"/>
                  </a:lnTo>
                  <a:lnTo>
                    <a:pt x="10770" y="1823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6490062" y="3454311"/>
              <a:ext cx="22021" cy="570087"/>
            </a:xfrm>
            <a:custGeom>
              <a:avLst/>
              <a:pathLst>
                <a:path w="22021" h="570087">
                  <a:moveTo>
                    <a:pt x="0" y="570087"/>
                  </a:moveTo>
                  <a:lnTo>
                    <a:pt x="659" y="499254"/>
                  </a:lnTo>
                  <a:lnTo>
                    <a:pt x="1327" y="425124"/>
                  </a:lnTo>
                  <a:lnTo>
                    <a:pt x="1995" y="425124"/>
                  </a:lnTo>
                  <a:lnTo>
                    <a:pt x="2663" y="425124"/>
                  </a:lnTo>
                  <a:lnTo>
                    <a:pt x="3331" y="425124"/>
                  </a:lnTo>
                  <a:lnTo>
                    <a:pt x="3999" y="415555"/>
                  </a:lnTo>
                  <a:lnTo>
                    <a:pt x="4667" y="348090"/>
                  </a:lnTo>
                  <a:lnTo>
                    <a:pt x="5335" y="304843"/>
                  </a:lnTo>
                  <a:lnTo>
                    <a:pt x="6003" y="151829"/>
                  </a:lnTo>
                  <a:lnTo>
                    <a:pt x="6671" y="122869"/>
                  </a:lnTo>
                  <a:lnTo>
                    <a:pt x="7339" y="0"/>
                  </a:lnTo>
                  <a:lnTo>
                    <a:pt x="8007" y="83398"/>
                  </a:lnTo>
                  <a:lnTo>
                    <a:pt x="8675" y="88238"/>
                  </a:lnTo>
                  <a:lnTo>
                    <a:pt x="9343" y="133570"/>
                  </a:lnTo>
                  <a:lnTo>
                    <a:pt x="10011" y="146767"/>
                  </a:lnTo>
                  <a:lnTo>
                    <a:pt x="10679" y="162979"/>
                  </a:lnTo>
                  <a:lnTo>
                    <a:pt x="11347" y="427739"/>
                  </a:lnTo>
                  <a:lnTo>
                    <a:pt x="12015" y="406481"/>
                  </a:lnTo>
                  <a:lnTo>
                    <a:pt x="12683" y="316676"/>
                  </a:lnTo>
                  <a:lnTo>
                    <a:pt x="13351" y="378672"/>
                  </a:lnTo>
                  <a:lnTo>
                    <a:pt x="14019" y="329189"/>
                  </a:lnTo>
                  <a:lnTo>
                    <a:pt x="14687" y="333340"/>
                  </a:lnTo>
                  <a:lnTo>
                    <a:pt x="15355" y="341726"/>
                  </a:lnTo>
                  <a:lnTo>
                    <a:pt x="16023" y="327124"/>
                  </a:lnTo>
                  <a:lnTo>
                    <a:pt x="16691" y="294972"/>
                  </a:lnTo>
                  <a:lnTo>
                    <a:pt x="17359" y="359571"/>
                  </a:lnTo>
                  <a:lnTo>
                    <a:pt x="18027" y="285816"/>
                  </a:lnTo>
                  <a:lnTo>
                    <a:pt x="18695" y="342906"/>
                  </a:lnTo>
                  <a:lnTo>
                    <a:pt x="19363" y="444734"/>
                  </a:lnTo>
                  <a:lnTo>
                    <a:pt x="20031" y="511730"/>
                  </a:lnTo>
                  <a:lnTo>
                    <a:pt x="20699" y="514101"/>
                  </a:lnTo>
                  <a:lnTo>
                    <a:pt x="21367" y="528512"/>
                  </a:lnTo>
                  <a:lnTo>
                    <a:pt x="22021" y="5700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6512943" y="3991697"/>
              <a:ext cx="5059" cy="32701"/>
            </a:xfrm>
            <a:custGeom>
              <a:avLst/>
              <a:pathLst>
                <a:path w="5059" h="32701">
                  <a:moveTo>
                    <a:pt x="0" y="32701"/>
                  </a:moveTo>
                  <a:lnTo>
                    <a:pt x="490" y="13738"/>
                  </a:lnTo>
                  <a:lnTo>
                    <a:pt x="1158" y="30058"/>
                  </a:lnTo>
                  <a:lnTo>
                    <a:pt x="1826" y="27863"/>
                  </a:lnTo>
                  <a:lnTo>
                    <a:pt x="2494" y="26768"/>
                  </a:lnTo>
                  <a:lnTo>
                    <a:pt x="3162" y="2099"/>
                  </a:lnTo>
                  <a:lnTo>
                    <a:pt x="3830" y="13776"/>
                  </a:lnTo>
                  <a:lnTo>
                    <a:pt x="4498" y="0"/>
                  </a:lnTo>
                  <a:lnTo>
                    <a:pt x="5059" y="3270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6518853" y="3462810"/>
              <a:ext cx="13214" cy="561588"/>
            </a:xfrm>
            <a:custGeom>
              <a:avLst/>
              <a:pathLst>
                <a:path w="13214" h="561588">
                  <a:moveTo>
                    <a:pt x="0" y="561588"/>
                  </a:moveTo>
                  <a:lnTo>
                    <a:pt x="593" y="503610"/>
                  </a:lnTo>
                  <a:lnTo>
                    <a:pt x="1261" y="504564"/>
                  </a:lnTo>
                  <a:lnTo>
                    <a:pt x="1929" y="520323"/>
                  </a:lnTo>
                  <a:lnTo>
                    <a:pt x="2597" y="477230"/>
                  </a:lnTo>
                  <a:lnTo>
                    <a:pt x="3265" y="422673"/>
                  </a:lnTo>
                  <a:lnTo>
                    <a:pt x="3933" y="306669"/>
                  </a:lnTo>
                  <a:lnTo>
                    <a:pt x="4601" y="282311"/>
                  </a:lnTo>
                  <a:lnTo>
                    <a:pt x="5269" y="137480"/>
                  </a:lnTo>
                  <a:lnTo>
                    <a:pt x="5937" y="0"/>
                  </a:lnTo>
                  <a:lnTo>
                    <a:pt x="6605" y="39741"/>
                  </a:lnTo>
                  <a:lnTo>
                    <a:pt x="7273" y="125071"/>
                  </a:lnTo>
                  <a:lnTo>
                    <a:pt x="7941" y="138268"/>
                  </a:lnTo>
                  <a:lnTo>
                    <a:pt x="8609" y="239354"/>
                  </a:lnTo>
                  <a:lnTo>
                    <a:pt x="9277" y="239354"/>
                  </a:lnTo>
                  <a:lnTo>
                    <a:pt x="9945" y="242496"/>
                  </a:lnTo>
                  <a:lnTo>
                    <a:pt x="10613" y="239354"/>
                  </a:lnTo>
                  <a:lnTo>
                    <a:pt x="11281" y="239354"/>
                  </a:lnTo>
                  <a:lnTo>
                    <a:pt x="11949" y="252017"/>
                  </a:lnTo>
                  <a:lnTo>
                    <a:pt x="12617" y="483201"/>
                  </a:lnTo>
                  <a:lnTo>
                    <a:pt x="13214" y="56158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6534571" y="3980876"/>
              <a:ext cx="498" cy="43522"/>
            </a:xfrm>
            <a:custGeom>
              <a:avLst/>
              <a:pathLst>
                <a:path w="498" h="43522">
                  <a:moveTo>
                    <a:pt x="0" y="43522"/>
                  </a:moveTo>
                  <a:lnTo>
                    <a:pt x="239" y="0"/>
                  </a:lnTo>
                  <a:lnTo>
                    <a:pt x="498" y="4352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6542523" y="3448011"/>
              <a:ext cx="22682" cy="576387"/>
            </a:xfrm>
            <a:custGeom>
              <a:avLst/>
              <a:pathLst>
                <a:path w="22682" h="576387">
                  <a:moveTo>
                    <a:pt x="0" y="576387"/>
                  </a:moveTo>
                  <a:lnTo>
                    <a:pt x="304" y="518778"/>
                  </a:lnTo>
                  <a:lnTo>
                    <a:pt x="972" y="488195"/>
                  </a:lnTo>
                  <a:lnTo>
                    <a:pt x="1640" y="428152"/>
                  </a:lnTo>
                  <a:lnTo>
                    <a:pt x="2308" y="498225"/>
                  </a:lnTo>
                  <a:lnTo>
                    <a:pt x="2976" y="403456"/>
                  </a:lnTo>
                  <a:lnTo>
                    <a:pt x="3644" y="358129"/>
                  </a:lnTo>
                  <a:lnTo>
                    <a:pt x="4312" y="172022"/>
                  </a:lnTo>
                  <a:lnTo>
                    <a:pt x="4980" y="139870"/>
                  </a:lnTo>
                  <a:lnTo>
                    <a:pt x="5648" y="139870"/>
                  </a:lnTo>
                  <a:lnTo>
                    <a:pt x="6316" y="139870"/>
                  </a:lnTo>
                  <a:lnTo>
                    <a:pt x="6984" y="129509"/>
                  </a:lnTo>
                  <a:lnTo>
                    <a:pt x="7652" y="139870"/>
                  </a:lnTo>
                  <a:lnTo>
                    <a:pt x="8320" y="96972"/>
                  </a:lnTo>
                  <a:lnTo>
                    <a:pt x="8988" y="87292"/>
                  </a:lnTo>
                  <a:lnTo>
                    <a:pt x="9656" y="4192"/>
                  </a:lnTo>
                  <a:lnTo>
                    <a:pt x="10324" y="0"/>
                  </a:lnTo>
                  <a:lnTo>
                    <a:pt x="10992" y="19092"/>
                  </a:lnTo>
                  <a:lnTo>
                    <a:pt x="11660" y="73045"/>
                  </a:lnTo>
                  <a:lnTo>
                    <a:pt x="12328" y="94538"/>
                  </a:lnTo>
                  <a:lnTo>
                    <a:pt x="12996" y="166547"/>
                  </a:lnTo>
                  <a:lnTo>
                    <a:pt x="13664" y="194411"/>
                  </a:lnTo>
                  <a:lnTo>
                    <a:pt x="14332" y="217629"/>
                  </a:lnTo>
                  <a:lnTo>
                    <a:pt x="15000" y="254153"/>
                  </a:lnTo>
                  <a:lnTo>
                    <a:pt x="15668" y="254153"/>
                  </a:lnTo>
                  <a:lnTo>
                    <a:pt x="16336" y="254153"/>
                  </a:lnTo>
                  <a:lnTo>
                    <a:pt x="17004" y="309834"/>
                  </a:lnTo>
                  <a:lnTo>
                    <a:pt x="17672" y="320195"/>
                  </a:lnTo>
                  <a:lnTo>
                    <a:pt x="18340" y="382379"/>
                  </a:lnTo>
                  <a:lnTo>
                    <a:pt x="19008" y="397953"/>
                  </a:lnTo>
                  <a:lnTo>
                    <a:pt x="19676" y="563987"/>
                  </a:lnTo>
                  <a:lnTo>
                    <a:pt x="20345" y="574348"/>
                  </a:lnTo>
                  <a:lnTo>
                    <a:pt x="21013" y="574348"/>
                  </a:lnTo>
                  <a:lnTo>
                    <a:pt x="21681" y="574348"/>
                  </a:lnTo>
                  <a:lnTo>
                    <a:pt x="22349" y="543766"/>
                  </a:lnTo>
                  <a:lnTo>
                    <a:pt x="22682" y="5763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6566044" y="4013778"/>
              <a:ext cx="209" cy="10620"/>
            </a:xfrm>
            <a:custGeom>
              <a:avLst/>
              <a:pathLst>
                <a:path w="209" h="10620">
                  <a:moveTo>
                    <a:pt x="0" y="10620"/>
                  </a:moveTo>
                  <a:lnTo>
                    <a:pt x="163" y="0"/>
                  </a:lnTo>
                  <a:lnTo>
                    <a:pt x="209" y="106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587856" y="3750935"/>
              <a:ext cx="10870" cy="273463"/>
            </a:xfrm>
            <a:custGeom>
              <a:avLst/>
              <a:pathLst>
                <a:path w="10870" h="273463">
                  <a:moveTo>
                    <a:pt x="0" y="273463"/>
                  </a:moveTo>
                  <a:lnTo>
                    <a:pt x="396" y="199416"/>
                  </a:lnTo>
                  <a:lnTo>
                    <a:pt x="1064" y="130188"/>
                  </a:lnTo>
                  <a:lnTo>
                    <a:pt x="1732" y="128997"/>
                  </a:lnTo>
                  <a:lnTo>
                    <a:pt x="2400" y="43320"/>
                  </a:lnTo>
                  <a:lnTo>
                    <a:pt x="3068" y="39965"/>
                  </a:lnTo>
                  <a:lnTo>
                    <a:pt x="3736" y="0"/>
                  </a:lnTo>
                  <a:lnTo>
                    <a:pt x="4404" y="3147"/>
                  </a:lnTo>
                  <a:lnTo>
                    <a:pt x="5072" y="20204"/>
                  </a:lnTo>
                  <a:lnTo>
                    <a:pt x="5740" y="20204"/>
                  </a:lnTo>
                  <a:lnTo>
                    <a:pt x="6408" y="68931"/>
                  </a:lnTo>
                  <a:lnTo>
                    <a:pt x="7076" y="73174"/>
                  </a:lnTo>
                  <a:lnTo>
                    <a:pt x="7744" y="88652"/>
                  </a:lnTo>
                  <a:lnTo>
                    <a:pt x="8412" y="45039"/>
                  </a:lnTo>
                  <a:lnTo>
                    <a:pt x="9080" y="96645"/>
                  </a:lnTo>
                  <a:lnTo>
                    <a:pt x="9748" y="107460"/>
                  </a:lnTo>
                  <a:lnTo>
                    <a:pt x="10416" y="157473"/>
                  </a:lnTo>
                  <a:lnTo>
                    <a:pt x="10870" y="2734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6606281" y="4022360"/>
              <a:ext cx="685" cy="2038"/>
            </a:xfrm>
            <a:custGeom>
              <a:avLst/>
              <a:pathLst>
                <a:path w="685" h="2038">
                  <a:moveTo>
                    <a:pt x="0" y="2038"/>
                  </a:moveTo>
                  <a:lnTo>
                    <a:pt x="8" y="0"/>
                  </a:lnTo>
                  <a:lnTo>
                    <a:pt x="676" y="0"/>
                  </a:lnTo>
                  <a:lnTo>
                    <a:pt x="685" y="203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6640544" y="3202271"/>
              <a:ext cx="54014" cy="822127"/>
            </a:xfrm>
            <a:custGeom>
              <a:avLst/>
              <a:pathLst>
                <a:path w="54014" h="822127">
                  <a:moveTo>
                    <a:pt x="0" y="822127"/>
                  </a:moveTo>
                  <a:lnTo>
                    <a:pt x="483" y="651628"/>
                  </a:lnTo>
                  <a:lnTo>
                    <a:pt x="1151" y="565935"/>
                  </a:lnTo>
                  <a:lnTo>
                    <a:pt x="1819" y="565935"/>
                  </a:lnTo>
                  <a:lnTo>
                    <a:pt x="2487" y="509366"/>
                  </a:lnTo>
                  <a:lnTo>
                    <a:pt x="3155" y="559146"/>
                  </a:lnTo>
                  <a:lnTo>
                    <a:pt x="3823" y="560294"/>
                  </a:lnTo>
                  <a:lnTo>
                    <a:pt x="4491" y="465573"/>
                  </a:lnTo>
                  <a:lnTo>
                    <a:pt x="5159" y="444322"/>
                  </a:lnTo>
                  <a:lnTo>
                    <a:pt x="5827" y="429865"/>
                  </a:lnTo>
                  <a:lnTo>
                    <a:pt x="6495" y="396082"/>
                  </a:lnTo>
                  <a:lnTo>
                    <a:pt x="7163" y="335285"/>
                  </a:lnTo>
                  <a:lnTo>
                    <a:pt x="7831" y="289586"/>
                  </a:lnTo>
                  <a:lnTo>
                    <a:pt x="8499" y="263998"/>
                  </a:lnTo>
                  <a:lnTo>
                    <a:pt x="9167" y="217210"/>
                  </a:lnTo>
                  <a:lnTo>
                    <a:pt x="9835" y="158923"/>
                  </a:lnTo>
                  <a:lnTo>
                    <a:pt x="10503" y="156278"/>
                  </a:lnTo>
                  <a:lnTo>
                    <a:pt x="11171" y="172318"/>
                  </a:lnTo>
                  <a:lnTo>
                    <a:pt x="11839" y="143219"/>
                  </a:lnTo>
                  <a:lnTo>
                    <a:pt x="12508" y="97136"/>
                  </a:lnTo>
                  <a:lnTo>
                    <a:pt x="13176" y="138497"/>
                  </a:lnTo>
                  <a:lnTo>
                    <a:pt x="13844" y="117468"/>
                  </a:lnTo>
                  <a:lnTo>
                    <a:pt x="14512" y="0"/>
                  </a:lnTo>
                  <a:lnTo>
                    <a:pt x="15180" y="163338"/>
                  </a:lnTo>
                  <a:lnTo>
                    <a:pt x="15848" y="185558"/>
                  </a:lnTo>
                  <a:lnTo>
                    <a:pt x="16516" y="209431"/>
                  </a:lnTo>
                  <a:lnTo>
                    <a:pt x="17184" y="239413"/>
                  </a:lnTo>
                  <a:lnTo>
                    <a:pt x="17852" y="242434"/>
                  </a:lnTo>
                  <a:lnTo>
                    <a:pt x="18520" y="263998"/>
                  </a:lnTo>
                  <a:lnTo>
                    <a:pt x="19188" y="314562"/>
                  </a:lnTo>
                  <a:lnTo>
                    <a:pt x="19856" y="390304"/>
                  </a:lnTo>
                  <a:lnTo>
                    <a:pt x="20524" y="427826"/>
                  </a:lnTo>
                  <a:lnTo>
                    <a:pt x="21192" y="450622"/>
                  </a:lnTo>
                  <a:lnTo>
                    <a:pt x="21860" y="498863"/>
                  </a:lnTo>
                  <a:lnTo>
                    <a:pt x="22528" y="635891"/>
                  </a:lnTo>
                  <a:lnTo>
                    <a:pt x="23196" y="638733"/>
                  </a:lnTo>
                  <a:lnTo>
                    <a:pt x="23864" y="638733"/>
                  </a:lnTo>
                  <a:lnTo>
                    <a:pt x="24532" y="621867"/>
                  </a:lnTo>
                  <a:lnTo>
                    <a:pt x="25200" y="596632"/>
                  </a:lnTo>
                  <a:lnTo>
                    <a:pt x="25868" y="581365"/>
                  </a:lnTo>
                  <a:lnTo>
                    <a:pt x="26536" y="561830"/>
                  </a:lnTo>
                  <a:lnTo>
                    <a:pt x="27204" y="478329"/>
                  </a:lnTo>
                  <a:lnTo>
                    <a:pt x="27872" y="545381"/>
                  </a:lnTo>
                  <a:lnTo>
                    <a:pt x="28540" y="490560"/>
                  </a:lnTo>
                  <a:lnTo>
                    <a:pt x="29208" y="434478"/>
                  </a:lnTo>
                  <a:lnTo>
                    <a:pt x="29876" y="380408"/>
                  </a:lnTo>
                  <a:lnTo>
                    <a:pt x="30544" y="335437"/>
                  </a:lnTo>
                  <a:lnTo>
                    <a:pt x="31212" y="335437"/>
                  </a:lnTo>
                  <a:lnTo>
                    <a:pt x="31880" y="314107"/>
                  </a:lnTo>
                  <a:lnTo>
                    <a:pt x="32548" y="269154"/>
                  </a:lnTo>
                  <a:lnTo>
                    <a:pt x="33216" y="215156"/>
                  </a:lnTo>
                  <a:lnTo>
                    <a:pt x="33884" y="167284"/>
                  </a:lnTo>
                  <a:lnTo>
                    <a:pt x="34552" y="205285"/>
                  </a:lnTo>
                  <a:lnTo>
                    <a:pt x="35220" y="233327"/>
                  </a:lnTo>
                  <a:lnTo>
                    <a:pt x="35888" y="247832"/>
                  </a:lnTo>
                  <a:lnTo>
                    <a:pt x="36557" y="247832"/>
                  </a:lnTo>
                  <a:lnTo>
                    <a:pt x="37225" y="245739"/>
                  </a:lnTo>
                  <a:lnTo>
                    <a:pt x="37893" y="254153"/>
                  </a:lnTo>
                  <a:lnTo>
                    <a:pt x="38561" y="273507"/>
                  </a:lnTo>
                  <a:lnTo>
                    <a:pt x="39229" y="293479"/>
                  </a:lnTo>
                  <a:lnTo>
                    <a:pt x="39897" y="340278"/>
                  </a:lnTo>
                  <a:lnTo>
                    <a:pt x="40565" y="385610"/>
                  </a:lnTo>
                  <a:lnTo>
                    <a:pt x="41233" y="385610"/>
                  </a:lnTo>
                  <a:lnTo>
                    <a:pt x="41901" y="409568"/>
                  </a:lnTo>
                  <a:lnTo>
                    <a:pt x="42569" y="466332"/>
                  </a:lnTo>
                  <a:lnTo>
                    <a:pt x="43237" y="548760"/>
                  </a:lnTo>
                  <a:lnTo>
                    <a:pt x="43905" y="639763"/>
                  </a:lnTo>
                  <a:lnTo>
                    <a:pt x="44573" y="639763"/>
                  </a:lnTo>
                  <a:lnTo>
                    <a:pt x="45241" y="639763"/>
                  </a:lnTo>
                  <a:lnTo>
                    <a:pt x="45909" y="639763"/>
                  </a:lnTo>
                  <a:lnTo>
                    <a:pt x="46577" y="719002"/>
                  </a:lnTo>
                  <a:lnTo>
                    <a:pt x="47245" y="723463"/>
                  </a:lnTo>
                  <a:lnTo>
                    <a:pt x="47913" y="723463"/>
                  </a:lnTo>
                  <a:lnTo>
                    <a:pt x="48581" y="769916"/>
                  </a:lnTo>
                  <a:lnTo>
                    <a:pt x="49249" y="820088"/>
                  </a:lnTo>
                  <a:lnTo>
                    <a:pt x="49917" y="820088"/>
                  </a:lnTo>
                  <a:lnTo>
                    <a:pt x="50585" y="737041"/>
                  </a:lnTo>
                  <a:lnTo>
                    <a:pt x="51253" y="663721"/>
                  </a:lnTo>
                  <a:lnTo>
                    <a:pt x="51921" y="639763"/>
                  </a:lnTo>
                  <a:lnTo>
                    <a:pt x="52589" y="639763"/>
                  </a:lnTo>
                  <a:lnTo>
                    <a:pt x="53257" y="819649"/>
                  </a:lnTo>
                  <a:lnTo>
                    <a:pt x="53925" y="819649"/>
                  </a:lnTo>
                  <a:lnTo>
                    <a:pt x="54014" y="8221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6696121" y="3552344"/>
              <a:ext cx="20629" cy="472054"/>
            </a:xfrm>
            <a:custGeom>
              <a:avLst/>
              <a:pathLst>
                <a:path w="20629" h="472054">
                  <a:moveTo>
                    <a:pt x="0" y="472054"/>
                  </a:moveTo>
                  <a:lnTo>
                    <a:pt x="352" y="453971"/>
                  </a:lnTo>
                  <a:lnTo>
                    <a:pt x="1020" y="400668"/>
                  </a:lnTo>
                  <a:lnTo>
                    <a:pt x="1688" y="300163"/>
                  </a:lnTo>
                  <a:lnTo>
                    <a:pt x="2356" y="288661"/>
                  </a:lnTo>
                  <a:lnTo>
                    <a:pt x="3024" y="244655"/>
                  </a:lnTo>
                  <a:lnTo>
                    <a:pt x="3692" y="234120"/>
                  </a:lnTo>
                  <a:lnTo>
                    <a:pt x="4360" y="234120"/>
                  </a:lnTo>
                  <a:lnTo>
                    <a:pt x="5028" y="280171"/>
                  </a:lnTo>
                  <a:lnTo>
                    <a:pt x="5696" y="329875"/>
                  </a:lnTo>
                  <a:lnTo>
                    <a:pt x="6364" y="348403"/>
                  </a:lnTo>
                  <a:lnTo>
                    <a:pt x="7032" y="294385"/>
                  </a:lnTo>
                  <a:lnTo>
                    <a:pt x="7700" y="269964"/>
                  </a:lnTo>
                  <a:lnTo>
                    <a:pt x="8368" y="253796"/>
                  </a:lnTo>
                  <a:lnTo>
                    <a:pt x="9036" y="90078"/>
                  </a:lnTo>
                  <a:lnTo>
                    <a:pt x="9704" y="90078"/>
                  </a:lnTo>
                  <a:lnTo>
                    <a:pt x="10372" y="62214"/>
                  </a:lnTo>
                  <a:lnTo>
                    <a:pt x="11040" y="0"/>
                  </a:lnTo>
                  <a:lnTo>
                    <a:pt x="11708" y="243886"/>
                  </a:lnTo>
                  <a:lnTo>
                    <a:pt x="12376" y="196120"/>
                  </a:lnTo>
                  <a:lnTo>
                    <a:pt x="13044" y="373856"/>
                  </a:lnTo>
                  <a:lnTo>
                    <a:pt x="13712" y="377264"/>
                  </a:lnTo>
                  <a:lnTo>
                    <a:pt x="14380" y="377264"/>
                  </a:lnTo>
                  <a:lnTo>
                    <a:pt x="15048" y="377264"/>
                  </a:lnTo>
                  <a:lnTo>
                    <a:pt x="15716" y="377264"/>
                  </a:lnTo>
                  <a:lnTo>
                    <a:pt x="16384" y="354188"/>
                  </a:lnTo>
                  <a:lnTo>
                    <a:pt x="17052" y="372062"/>
                  </a:lnTo>
                  <a:lnTo>
                    <a:pt x="17720" y="377264"/>
                  </a:lnTo>
                  <a:lnTo>
                    <a:pt x="18388" y="377264"/>
                  </a:lnTo>
                  <a:lnTo>
                    <a:pt x="19056" y="377264"/>
                  </a:lnTo>
                  <a:lnTo>
                    <a:pt x="19724" y="377264"/>
                  </a:lnTo>
                  <a:lnTo>
                    <a:pt x="20392" y="428961"/>
                  </a:lnTo>
                  <a:lnTo>
                    <a:pt x="20629" y="4720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6719442" y="3925735"/>
              <a:ext cx="10441" cy="98663"/>
            </a:xfrm>
            <a:custGeom>
              <a:avLst/>
              <a:pathLst>
                <a:path w="10441" h="98663">
                  <a:moveTo>
                    <a:pt x="0" y="98663"/>
                  </a:moveTo>
                  <a:lnTo>
                    <a:pt x="412" y="0"/>
                  </a:lnTo>
                  <a:lnTo>
                    <a:pt x="1080" y="0"/>
                  </a:lnTo>
                  <a:lnTo>
                    <a:pt x="1748" y="0"/>
                  </a:lnTo>
                  <a:lnTo>
                    <a:pt x="2416" y="0"/>
                  </a:lnTo>
                  <a:lnTo>
                    <a:pt x="3084" y="41649"/>
                  </a:lnTo>
                  <a:lnTo>
                    <a:pt x="3752" y="96624"/>
                  </a:lnTo>
                  <a:lnTo>
                    <a:pt x="4420" y="96624"/>
                  </a:lnTo>
                  <a:lnTo>
                    <a:pt x="5088" y="96624"/>
                  </a:lnTo>
                  <a:lnTo>
                    <a:pt x="5756" y="96624"/>
                  </a:lnTo>
                  <a:lnTo>
                    <a:pt x="6424" y="96624"/>
                  </a:lnTo>
                  <a:lnTo>
                    <a:pt x="7092" y="96624"/>
                  </a:lnTo>
                  <a:lnTo>
                    <a:pt x="7760" y="96624"/>
                  </a:lnTo>
                  <a:lnTo>
                    <a:pt x="8428" y="96624"/>
                  </a:lnTo>
                  <a:lnTo>
                    <a:pt x="9096" y="96624"/>
                  </a:lnTo>
                  <a:lnTo>
                    <a:pt x="9764" y="96624"/>
                  </a:lnTo>
                  <a:lnTo>
                    <a:pt x="10432" y="96624"/>
                  </a:lnTo>
                  <a:lnTo>
                    <a:pt x="10441" y="986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6742042" y="2894048"/>
              <a:ext cx="409627" cy="1130350"/>
            </a:xfrm>
            <a:custGeom>
              <a:avLst/>
              <a:pathLst>
                <a:path w="409627" h="1130350">
                  <a:moveTo>
                    <a:pt x="0" y="1130350"/>
                  </a:moveTo>
                  <a:lnTo>
                    <a:pt x="525" y="913684"/>
                  </a:lnTo>
                  <a:lnTo>
                    <a:pt x="1193" y="874158"/>
                  </a:lnTo>
                  <a:lnTo>
                    <a:pt x="1861" y="874158"/>
                  </a:lnTo>
                  <a:lnTo>
                    <a:pt x="2529" y="874158"/>
                  </a:lnTo>
                  <a:lnTo>
                    <a:pt x="3197" y="874158"/>
                  </a:lnTo>
                  <a:lnTo>
                    <a:pt x="3865" y="874158"/>
                  </a:lnTo>
                  <a:lnTo>
                    <a:pt x="4533" y="874158"/>
                  </a:lnTo>
                  <a:lnTo>
                    <a:pt x="5201" y="830447"/>
                  </a:lnTo>
                  <a:lnTo>
                    <a:pt x="5869" y="688631"/>
                  </a:lnTo>
                  <a:lnTo>
                    <a:pt x="6537" y="643660"/>
                  </a:lnTo>
                  <a:lnTo>
                    <a:pt x="7205" y="643660"/>
                  </a:lnTo>
                  <a:lnTo>
                    <a:pt x="7873" y="641254"/>
                  </a:lnTo>
                  <a:lnTo>
                    <a:pt x="8541" y="597208"/>
                  </a:lnTo>
                  <a:lnTo>
                    <a:pt x="9209" y="620004"/>
                  </a:lnTo>
                  <a:lnTo>
                    <a:pt x="9877" y="643660"/>
                  </a:lnTo>
                  <a:lnTo>
                    <a:pt x="10545" y="881509"/>
                  </a:lnTo>
                  <a:lnTo>
                    <a:pt x="11213" y="908626"/>
                  </a:lnTo>
                  <a:lnTo>
                    <a:pt x="11881" y="803655"/>
                  </a:lnTo>
                  <a:lnTo>
                    <a:pt x="12549" y="778133"/>
                  </a:lnTo>
                  <a:lnTo>
                    <a:pt x="13217" y="752545"/>
                  </a:lnTo>
                  <a:lnTo>
                    <a:pt x="13885" y="752545"/>
                  </a:lnTo>
                  <a:lnTo>
                    <a:pt x="14553" y="752545"/>
                  </a:lnTo>
                  <a:lnTo>
                    <a:pt x="15221" y="780313"/>
                  </a:lnTo>
                  <a:lnTo>
                    <a:pt x="15889" y="897661"/>
                  </a:lnTo>
                  <a:lnTo>
                    <a:pt x="16557" y="946956"/>
                  </a:lnTo>
                  <a:lnTo>
                    <a:pt x="17225" y="900301"/>
                  </a:lnTo>
                  <a:lnTo>
                    <a:pt x="17893" y="847084"/>
                  </a:lnTo>
                  <a:lnTo>
                    <a:pt x="18561" y="892416"/>
                  </a:lnTo>
                  <a:lnTo>
                    <a:pt x="19229" y="892416"/>
                  </a:lnTo>
                  <a:lnTo>
                    <a:pt x="19897" y="892416"/>
                  </a:lnTo>
                  <a:lnTo>
                    <a:pt x="20565" y="873719"/>
                  </a:lnTo>
                  <a:lnTo>
                    <a:pt x="21233" y="892273"/>
                  </a:lnTo>
                  <a:lnTo>
                    <a:pt x="21901" y="1014649"/>
                  </a:lnTo>
                  <a:lnTo>
                    <a:pt x="22569" y="863797"/>
                  </a:lnTo>
                  <a:lnTo>
                    <a:pt x="23237" y="874158"/>
                  </a:lnTo>
                  <a:lnTo>
                    <a:pt x="23905" y="830447"/>
                  </a:lnTo>
                  <a:lnTo>
                    <a:pt x="24574" y="808116"/>
                  </a:lnTo>
                  <a:lnTo>
                    <a:pt x="25242" y="786552"/>
                  </a:lnTo>
                  <a:lnTo>
                    <a:pt x="25910" y="688631"/>
                  </a:lnTo>
                  <a:lnTo>
                    <a:pt x="26578" y="610786"/>
                  </a:lnTo>
                  <a:lnTo>
                    <a:pt x="27246" y="597208"/>
                  </a:lnTo>
                  <a:lnTo>
                    <a:pt x="27914" y="608503"/>
                  </a:lnTo>
                  <a:lnTo>
                    <a:pt x="28582" y="564497"/>
                  </a:lnTo>
                  <a:lnTo>
                    <a:pt x="29250" y="523380"/>
                  </a:lnTo>
                  <a:lnTo>
                    <a:pt x="29918" y="513508"/>
                  </a:lnTo>
                  <a:lnTo>
                    <a:pt x="30586" y="499944"/>
                  </a:lnTo>
                  <a:lnTo>
                    <a:pt x="31254" y="407441"/>
                  </a:lnTo>
                  <a:lnTo>
                    <a:pt x="31922" y="405789"/>
                  </a:lnTo>
                  <a:lnTo>
                    <a:pt x="32590" y="407441"/>
                  </a:lnTo>
                  <a:lnTo>
                    <a:pt x="33258" y="405789"/>
                  </a:lnTo>
                  <a:lnTo>
                    <a:pt x="33926" y="404142"/>
                  </a:lnTo>
                  <a:lnTo>
                    <a:pt x="34594" y="405789"/>
                  </a:lnTo>
                  <a:lnTo>
                    <a:pt x="35262" y="391116"/>
                  </a:lnTo>
                  <a:lnTo>
                    <a:pt x="35930" y="391116"/>
                  </a:lnTo>
                  <a:lnTo>
                    <a:pt x="36598" y="395969"/>
                  </a:lnTo>
                  <a:lnTo>
                    <a:pt x="37266" y="365851"/>
                  </a:lnTo>
                  <a:lnTo>
                    <a:pt x="37934" y="325397"/>
                  </a:lnTo>
                  <a:lnTo>
                    <a:pt x="38602" y="281957"/>
                  </a:lnTo>
                  <a:lnTo>
                    <a:pt x="39270" y="255449"/>
                  </a:lnTo>
                  <a:lnTo>
                    <a:pt x="39938" y="233767"/>
                  </a:lnTo>
                  <a:lnTo>
                    <a:pt x="40606" y="242604"/>
                  </a:lnTo>
                  <a:lnTo>
                    <a:pt x="41274" y="295644"/>
                  </a:lnTo>
                  <a:lnTo>
                    <a:pt x="41942" y="284671"/>
                  </a:lnTo>
                  <a:lnTo>
                    <a:pt x="42610" y="265918"/>
                  </a:lnTo>
                  <a:lnTo>
                    <a:pt x="43278" y="220126"/>
                  </a:lnTo>
                  <a:lnTo>
                    <a:pt x="43946" y="226290"/>
                  </a:lnTo>
                  <a:lnTo>
                    <a:pt x="44614" y="205576"/>
                  </a:lnTo>
                  <a:lnTo>
                    <a:pt x="45282" y="180900"/>
                  </a:lnTo>
                  <a:lnTo>
                    <a:pt x="45950" y="222584"/>
                  </a:lnTo>
                  <a:lnTo>
                    <a:pt x="46618" y="258050"/>
                  </a:lnTo>
                  <a:lnTo>
                    <a:pt x="47286" y="261972"/>
                  </a:lnTo>
                  <a:lnTo>
                    <a:pt x="47954" y="322502"/>
                  </a:lnTo>
                  <a:lnTo>
                    <a:pt x="48623" y="402499"/>
                  </a:lnTo>
                  <a:lnTo>
                    <a:pt x="49291" y="437941"/>
                  </a:lnTo>
                  <a:lnTo>
                    <a:pt x="49959" y="439680"/>
                  </a:lnTo>
                  <a:lnTo>
                    <a:pt x="50627" y="439680"/>
                  </a:lnTo>
                  <a:lnTo>
                    <a:pt x="51295" y="460930"/>
                  </a:lnTo>
                  <a:lnTo>
                    <a:pt x="51963" y="415765"/>
                  </a:lnTo>
                  <a:lnTo>
                    <a:pt x="52631" y="414091"/>
                  </a:lnTo>
                  <a:lnTo>
                    <a:pt x="53299" y="482926"/>
                  </a:lnTo>
                  <a:lnTo>
                    <a:pt x="53967" y="475507"/>
                  </a:lnTo>
                  <a:lnTo>
                    <a:pt x="54635" y="519412"/>
                  </a:lnTo>
                  <a:lnTo>
                    <a:pt x="55303" y="597208"/>
                  </a:lnTo>
                  <a:lnTo>
                    <a:pt x="55971" y="597208"/>
                  </a:lnTo>
                  <a:lnTo>
                    <a:pt x="56639" y="566626"/>
                  </a:lnTo>
                  <a:lnTo>
                    <a:pt x="57307" y="643661"/>
                  </a:lnTo>
                  <a:lnTo>
                    <a:pt x="57975" y="643661"/>
                  </a:lnTo>
                  <a:lnTo>
                    <a:pt x="58643" y="643661"/>
                  </a:lnTo>
                  <a:lnTo>
                    <a:pt x="59311" y="691226"/>
                  </a:lnTo>
                  <a:lnTo>
                    <a:pt x="59979" y="748373"/>
                  </a:lnTo>
                  <a:lnTo>
                    <a:pt x="60647" y="748373"/>
                  </a:lnTo>
                  <a:lnTo>
                    <a:pt x="61315" y="748373"/>
                  </a:lnTo>
                  <a:lnTo>
                    <a:pt x="61983" y="856983"/>
                  </a:lnTo>
                  <a:lnTo>
                    <a:pt x="62651" y="947986"/>
                  </a:lnTo>
                  <a:lnTo>
                    <a:pt x="63319" y="976028"/>
                  </a:lnTo>
                  <a:lnTo>
                    <a:pt x="63987" y="924911"/>
                  </a:lnTo>
                  <a:lnTo>
                    <a:pt x="64655" y="874158"/>
                  </a:lnTo>
                  <a:lnTo>
                    <a:pt x="65323" y="874158"/>
                  </a:lnTo>
                  <a:lnTo>
                    <a:pt x="65991" y="874158"/>
                  </a:lnTo>
                  <a:lnTo>
                    <a:pt x="66659" y="928698"/>
                  </a:lnTo>
                  <a:lnTo>
                    <a:pt x="67327" y="947986"/>
                  </a:lnTo>
                  <a:lnTo>
                    <a:pt x="67995" y="863797"/>
                  </a:lnTo>
                  <a:lnTo>
                    <a:pt x="68663" y="748373"/>
                  </a:lnTo>
                  <a:lnTo>
                    <a:pt x="69331" y="748373"/>
                  </a:lnTo>
                  <a:lnTo>
                    <a:pt x="69999" y="737079"/>
                  </a:lnTo>
                  <a:lnTo>
                    <a:pt x="70667" y="660768"/>
                  </a:lnTo>
                  <a:lnTo>
                    <a:pt x="71335" y="643661"/>
                  </a:lnTo>
                  <a:lnTo>
                    <a:pt x="72003" y="627008"/>
                  </a:lnTo>
                  <a:lnTo>
                    <a:pt x="72671" y="597208"/>
                  </a:lnTo>
                  <a:lnTo>
                    <a:pt x="73340" y="597208"/>
                  </a:lnTo>
                  <a:lnTo>
                    <a:pt x="74008" y="658295"/>
                  </a:lnTo>
                  <a:lnTo>
                    <a:pt x="74676" y="643661"/>
                  </a:lnTo>
                  <a:lnTo>
                    <a:pt x="75344" y="643661"/>
                  </a:lnTo>
                  <a:lnTo>
                    <a:pt x="76012" y="641254"/>
                  </a:lnTo>
                  <a:lnTo>
                    <a:pt x="76680" y="523380"/>
                  </a:lnTo>
                  <a:lnTo>
                    <a:pt x="77348" y="513508"/>
                  </a:lnTo>
                  <a:lnTo>
                    <a:pt x="78016" y="535434"/>
                  </a:lnTo>
                  <a:lnTo>
                    <a:pt x="78684" y="558155"/>
                  </a:lnTo>
                  <a:lnTo>
                    <a:pt x="79352" y="553962"/>
                  </a:lnTo>
                  <a:lnTo>
                    <a:pt x="80020" y="545660"/>
                  </a:lnTo>
                  <a:lnTo>
                    <a:pt x="80688" y="573054"/>
                  </a:lnTo>
                  <a:lnTo>
                    <a:pt x="81356" y="484794"/>
                  </a:lnTo>
                  <a:lnTo>
                    <a:pt x="82024" y="420813"/>
                  </a:lnTo>
                  <a:lnTo>
                    <a:pt x="82692" y="436207"/>
                  </a:lnTo>
                  <a:lnTo>
                    <a:pt x="83360" y="381522"/>
                  </a:lnTo>
                  <a:lnTo>
                    <a:pt x="84028" y="247711"/>
                  </a:lnTo>
                  <a:lnTo>
                    <a:pt x="84696" y="221354"/>
                  </a:lnTo>
                  <a:lnTo>
                    <a:pt x="85364" y="203184"/>
                  </a:lnTo>
                  <a:lnTo>
                    <a:pt x="86032" y="168352"/>
                  </a:lnTo>
                  <a:lnTo>
                    <a:pt x="86700" y="196061"/>
                  </a:lnTo>
                  <a:lnTo>
                    <a:pt x="87368" y="172886"/>
                  </a:lnTo>
                  <a:lnTo>
                    <a:pt x="88036" y="152736"/>
                  </a:lnTo>
                  <a:lnTo>
                    <a:pt x="88704" y="120530"/>
                  </a:lnTo>
                  <a:lnTo>
                    <a:pt x="89372" y="48447"/>
                  </a:lnTo>
                  <a:lnTo>
                    <a:pt x="90040" y="28255"/>
                  </a:lnTo>
                  <a:lnTo>
                    <a:pt x="90708" y="13086"/>
                  </a:lnTo>
                  <a:lnTo>
                    <a:pt x="91376" y="42876"/>
                  </a:lnTo>
                  <a:lnTo>
                    <a:pt x="92044" y="21071"/>
                  </a:lnTo>
                  <a:lnTo>
                    <a:pt x="92712" y="6945"/>
                  </a:lnTo>
                  <a:lnTo>
                    <a:pt x="93380" y="0"/>
                  </a:lnTo>
                  <a:lnTo>
                    <a:pt x="94048" y="63552"/>
                  </a:lnTo>
                  <a:lnTo>
                    <a:pt x="94716" y="221218"/>
                  </a:lnTo>
                  <a:lnTo>
                    <a:pt x="95384" y="182481"/>
                  </a:lnTo>
                  <a:lnTo>
                    <a:pt x="96052" y="186577"/>
                  </a:lnTo>
                  <a:lnTo>
                    <a:pt x="96720" y="205528"/>
                  </a:lnTo>
                  <a:lnTo>
                    <a:pt x="97388" y="197720"/>
                  </a:lnTo>
                  <a:lnTo>
                    <a:pt x="98057" y="222339"/>
                  </a:lnTo>
                  <a:lnTo>
                    <a:pt x="98725" y="274682"/>
                  </a:lnTo>
                  <a:lnTo>
                    <a:pt x="99393" y="352422"/>
                  </a:lnTo>
                  <a:lnTo>
                    <a:pt x="100061" y="386435"/>
                  </a:lnTo>
                  <a:lnTo>
                    <a:pt x="100729" y="373748"/>
                  </a:lnTo>
                  <a:lnTo>
                    <a:pt x="101397" y="373748"/>
                  </a:lnTo>
                  <a:lnTo>
                    <a:pt x="102065" y="432350"/>
                  </a:lnTo>
                  <a:lnTo>
                    <a:pt x="102733" y="445013"/>
                  </a:lnTo>
                  <a:lnTo>
                    <a:pt x="103401" y="485979"/>
                  </a:lnTo>
                  <a:lnTo>
                    <a:pt x="104069" y="519642"/>
                  </a:lnTo>
                  <a:lnTo>
                    <a:pt x="104737" y="578263"/>
                  </a:lnTo>
                  <a:lnTo>
                    <a:pt x="105405" y="697324"/>
                  </a:lnTo>
                  <a:lnTo>
                    <a:pt x="106073" y="737216"/>
                  </a:lnTo>
                  <a:lnTo>
                    <a:pt x="106741" y="606227"/>
                  </a:lnTo>
                  <a:lnTo>
                    <a:pt x="107409" y="680908"/>
                  </a:lnTo>
                  <a:lnTo>
                    <a:pt x="108077" y="643661"/>
                  </a:lnTo>
                  <a:lnTo>
                    <a:pt x="108745" y="643661"/>
                  </a:lnTo>
                  <a:lnTo>
                    <a:pt x="109413" y="620004"/>
                  </a:lnTo>
                  <a:lnTo>
                    <a:pt x="110081" y="597208"/>
                  </a:lnTo>
                  <a:lnTo>
                    <a:pt x="110749" y="704368"/>
                  </a:lnTo>
                  <a:lnTo>
                    <a:pt x="111417" y="683472"/>
                  </a:lnTo>
                  <a:lnTo>
                    <a:pt x="112085" y="629360"/>
                  </a:lnTo>
                  <a:lnTo>
                    <a:pt x="112753" y="615378"/>
                  </a:lnTo>
                  <a:lnTo>
                    <a:pt x="113421" y="556055"/>
                  </a:lnTo>
                  <a:lnTo>
                    <a:pt x="114089" y="553962"/>
                  </a:lnTo>
                  <a:lnTo>
                    <a:pt x="114757" y="553962"/>
                  </a:lnTo>
                  <a:lnTo>
                    <a:pt x="115425" y="535434"/>
                  </a:lnTo>
                  <a:lnTo>
                    <a:pt x="116093" y="475507"/>
                  </a:lnTo>
                  <a:lnTo>
                    <a:pt x="116761" y="473667"/>
                  </a:lnTo>
                  <a:lnTo>
                    <a:pt x="117429" y="422505"/>
                  </a:lnTo>
                  <a:lnTo>
                    <a:pt x="118097" y="439679"/>
                  </a:lnTo>
                  <a:lnTo>
                    <a:pt x="118765" y="439679"/>
                  </a:lnTo>
                  <a:lnTo>
                    <a:pt x="119433" y="448446"/>
                  </a:lnTo>
                  <a:lnTo>
                    <a:pt x="120101" y="405789"/>
                  </a:lnTo>
                  <a:lnTo>
                    <a:pt x="120769" y="373637"/>
                  </a:lnTo>
                  <a:lnTo>
                    <a:pt x="121437" y="384704"/>
                  </a:lnTo>
                  <a:lnTo>
                    <a:pt x="122105" y="424202"/>
                  </a:lnTo>
                  <a:lnTo>
                    <a:pt x="122774" y="389507"/>
                  </a:lnTo>
                  <a:lnTo>
                    <a:pt x="123442" y="407441"/>
                  </a:lnTo>
                  <a:lnTo>
                    <a:pt x="124110" y="359690"/>
                  </a:lnTo>
                  <a:lnTo>
                    <a:pt x="124778" y="288763"/>
                  </a:lnTo>
                  <a:lnTo>
                    <a:pt x="125446" y="279255"/>
                  </a:lnTo>
                  <a:lnTo>
                    <a:pt x="126114" y="343055"/>
                  </a:lnTo>
                  <a:lnTo>
                    <a:pt x="126782" y="304001"/>
                  </a:lnTo>
                  <a:lnTo>
                    <a:pt x="127450" y="288763"/>
                  </a:lnTo>
                  <a:lnTo>
                    <a:pt x="128118" y="255449"/>
                  </a:lnTo>
                  <a:lnTo>
                    <a:pt x="128786" y="233767"/>
                  </a:lnTo>
                  <a:lnTo>
                    <a:pt x="129454" y="175165"/>
                  </a:lnTo>
                  <a:lnTo>
                    <a:pt x="130122" y="133214"/>
                  </a:lnTo>
                  <a:lnTo>
                    <a:pt x="130790" y="84934"/>
                  </a:lnTo>
                  <a:lnTo>
                    <a:pt x="131458" y="80010"/>
                  </a:lnTo>
                  <a:lnTo>
                    <a:pt x="132126" y="230144"/>
                  </a:lnTo>
                  <a:lnTo>
                    <a:pt x="132794" y="245352"/>
                  </a:lnTo>
                  <a:lnTo>
                    <a:pt x="133462" y="245352"/>
                  </a:lnTo>
                  <a:lnTo>
                    <a:pt x="134130" y="237104"/>
                  </a:lnTo>
                  <a:lnTo>
                    <a:pt x="134798" y="367965"/>
                  </a:lnTo>
                  <a:lnTo>
                    <a:pt x="135466" y="378744"/>
                  </a:lnTo>
                  <a:lnTo>
                    <a:pt x="136134" y="251797"/>
                  </a:lnTo>
                  <a:lnTo>
                    <a:pt x="136802" y="223284"/>
                  </a:lnTo>
                  <a:lnTo>
                    <a:pt x="137470" y="214765"/>
                  </a:lnTo>
                  <a:lnTo>
                    <a:pt x="138138" y="223284"/>
                  </a:lnTo>
                  <a:lnTo>
                    <a:pt x="138806" y="235554"/>
                  </a:lnTo>
                  <a:lnTo>
                    <a:pt x="139474" y="276202"/>
                  </a:lnTo>
                  <a:lnTo>
                    <a:pt x="140142" y="335711"/>
                  </a:lnTo>
                  <a:lnTo>
                    <a:pt x="140810" y="372697"/>
                  </a:lnTo>
                  <a:lnTo>
                    <a:pt x="141478" y="314689"/>
                  </a:lnTo>
                  <a:lnTo>
                    <a:pt x="142146" y="326624"/>
                  </a:lnTo>
                  <a:lnTo>
                    <a:pt x="142814" y="342665"/>
                  </a:lnTo>
                  <a:lnTo>
                    <a:pt x="143482" y="353011"/>
                  </a:lnTo>
                  <a:lnTo>
                    <a:pt x="144150" y="216093"/>
                  </a:lnTo>
                  <a:lnTo>
                    <a:pt x="144818" y="214496"/>
                  </a:lnTo>
                  <a:lnTo>
                    <a:pt x="145486" y="212082"/>
                  </a:lnTo>
                  <a:lnTo>
                    <a:pt x="146154" y="206776"/>
                  </a:lnTo>
                  <a:lnTo>
                    <a:pt x="146823" y="238802"/>
                  </a:lnTo>
                  <a:lnTo>
                    <a:pt x="147491" y="276565"/>
                  </a:lnTo>
                  <a:lnTo>
                    <a:pt x="148159" y="252859"/>
                  </a:lnTo>
                  <a:lnTo>
                    <a:pt x="148827" y="210389"/>
                  </a:lnTo>
                  <a:lnTo>
                    <a:pt x="149495" y="163851"/>
                  </a:lnTo>
                  <a:lnTo>
                    <a:pt x="150163" y="101971"/>
                  </a:lnTo>
                  <a:lnTo>
                    <a:pt x="150831" y="42876"/>
                  </a:lnTo>
                  <a:lnTo>
                    <a:pt x="151499" y="67386"/>
                  </a:lnTo>
                  <a:lnTo>
                    <a:pt x="152167" y="71243"/>
                  </a:lnTo>
                  <a:lnTo>
                    <a:pt x="152835" y="66425"/>
                  </a:lnTo>
                  <a:lnTo>
                    <a:pt x="153503" y="50316"/>
                  </a:lnTo>
                  <a:lnTo>
                    <a:pt x="154171" y="44727"/>
                  </a:lnTo>
                  <a:lnTo>
                    <a:pt x="154839" y="20179"/>
                  </a:lnTo>
                  <a:lnTo>
                    <a:pt x="155507" y="122975"/>
                  </a:lnTo>
                  <a:lnTo>
                    <a:pt x="156175" y="211231"/>
                  </a:lnTo>
                  <a:lnTo>
                    <a:pt x="156843" y="189206"/>
                  </a:lnTo>
                  <a:lnTo>
                    <a:pt x="157511" y="277059"/>
                  </a:lnTo>
                  <a:lnTo>
                    <a:pt x="158179" y="330802"/>
                  </a:lnTo>
                  <a:lnTo>
                    <a:pt x="158847" y="333456"/>
                  </a:lnTo>
                  <a:lnTo>
                    <a:pt x="159515" y="334786"/>
                  </a:lnTo>
                  <a:lnTo>
                    <a:pt x="160183" y="327502"/>
                  </a:lnTo>
                  <a:lnTo>
                    <a:pt x="160851" y="369714"/>
                  </a:lnTo>
                  <a:lnTo>
                    <a:pt x="161519" y="375374"/>
                  </a:lnTo>
                  <a:lnTo>
                    <a:pt x="162187" y="334786"/>
                  </a:lnTo>
                  <a:lnTo>
                    <a:pt x="162855" y="322256"/>
                  </a:lnTo>
                  <a:lnTo>
                    <a:pt x="163523" y="326843"/>
                  </a:lnTo>
                  <a:lnTo>
                    <a:pt x="164191" y="330802"/>
                  </a:lnTo>
                  <a:lnTo>
                    <a:pt x="164859" y="318351"/>
                  </a:lnTo>
                  <a:lnTo>
                    <a:pt x="165527" y="312847"/>
                  </a:lnTo>
                  <a:lnTo>
                    <a:pt x="166195" y="393462"/>
                  </a:lnTo>
                  <a:lnTo>
                    <a:pt x="166863" y="316701"/>
                  </a:lnTo>
                  <a:lnTo>
                    <a:pt x="167531" y="299708"/>
                  </a:lnTo>
                  <a:lnTo>
                    <a:pt x="168199" y="156165"/>
                  </a:lnTo>
                  <a:lnTo>
                    <a:pt x="168867" y="148728"/>
                  </a:lnTo>
                  <a:lnTo>
                    <a:pt x="169535" y="141672"/>
                  </a:lnTo>
                  <a:lnTo>
                    <a:pt x="170203" y="190008"/>
                  </a:lnTo>
                  <a:lnTo>
                    <a:pt x="170871" y="324226"/>
                  </a:lnTo>
                  <a:lnTo>
                    <a:pt x="171540" y="398996"/>
                  </a:lnTo>
                  <a:lnTo>
                    <a:pt x="172208" y="449823"/>
                  </a:lnTo>
                  <a:lnTo>
                    <a:pt x="172876" y="452908"/>
                  </a:lnTo>
                  <a:lnTo>
                    <a:pt x="173544" y="478153"/>
                  </a:lnTo>
                  <a:lnTo>
                    <a:pt x="174212" y="523780"/>
                  </a:lnTo>
                  <a:lnTo>
                    <a:pt x="174880" y="616951"/>
                  </a:lnTo>
                  <a:lnTo>
                    <a:pt x="175548" y="655622"/>
                  </a:lnTo>
                  <a:lnTo>
                    <a:pt x="176216" y="678840"/>
                  </a:lnTo>
                  <a:lnTo>
                    <a:pt x="176884" y="732843"/>
                  </a:lnTo>
                  <a:lnTo>
                    <a:pt x="177552" y="788360"/>
                  </a:lnTo>
                  <a:lnTo>
                    <a:pt x="178220" y="874053"/>
                  </a:lnTo>
                  <a:lnTo>
                    <a:pt x="178888" y="895994"/>
                  </a:lnTo>
                  <a:lnTo>
                    <a:pt x="179556" y="932870"/>
                  </a:lnTo>
                  <a:lnTo>
                    <a:pt x="180224" y="961367"/>
                  </a:lnTo>
                  <a:lnTo>
                    <a:pt x="180892" y="988001"/>
                  </a:lnTo>
                  <a:lnTo>
                    <a:pt x="181560" y="971834"/>
                  </a:lnTo>
                  <a:lnTo>
                    <a:pt x="182228" y="836977"/>
                  </a:lnTo>
                  <a:lnTo>
                    <a:pt x="182896" y="888244"/>
                  </a:lnTo>
                  <a:lnTo>
                    <a:pt x="183564" y="867231"/>
                  </a:lnTo>
                  <a:lnTo>
                    <a:pt x="184232" y="748373"/>
                  </a:lnTo>
                  <a:lnTo>
                    <a:pt x="184900" y="748373"/>
                  </a:lnTo>
                  <a:lnTo>
                    <a:pt x="185568" y="739883"/>
                  </a:lnTo>
                  <a:lnTo>
                    <a:pt x="186236" y="693833"/>
                  </a:lnTo>
                  <a:lnTo>
                    <a:pt x="186904" y="693833"/>
                  </a:lnTo>
                  <a:lnTo>
                    <a:pt x="187572" y="665743"/>
                  </a:lnTo>
                  <a:lnTo>
                    <a:pt x="188240" y="601702"/>
                  </a:lnTo>
                  <a:lnTo>
                    <a:pt x="188908" y="636469"/>
                  </a:lnTo>
                  <a:lnTo>
                    <a:pt x="189576" y="586114"/>
                  </a:lnTo>
                  <a:lnTo>
                    <a:pt x="190244" y="553962"/>
                  </a:lnTo>
                  <a:lnTo>
                    <a:pt x="190912" y="496122"/>
                  </a:lnTo>
                  <a:lnTo>
                    <a:pt x="191580" y="457338"/>
                  </a:lnTo>
                  <a:lnTo>
                    <a:pt x="192248" y="425903"/>
                  </a:lnTo>
                  <a:lnTo>
                    <a:pt x="192916" y="468176"/>
                  </a:lnTo>
                  <a:lnTo>
                    <a:pt x="193584" y="479205"/>
                  </a:lnTo>
                  <a:lnTo>
                    <a:pt x="194252" y="539504"/>
                  </a:lnTo>
                  <a:lnTo>
                    <a:pt x="194920" y="475507"/>
                  </a:lnTo>
                  <a:lnTo>
                    <a:pt x="195588" y="453766"/>
                  </a:lnTo>
                  <a:lnTo>
                    <a:pt x="196257" y="384704"/>
                  </a:lnTo>
                  <a:lnTo>
                    <a:pt x="196925" y="335637"/>
                  </a:lnTo>
                  <a:lnTo>
                    <a:pt x="197593" y="329765"/>
                  </a:lnTo>
                  <a:lnTo>
                    <a:pt x="198261" y="370511"/>
                  </a:lnTo>
                  <a:lnTo>
                    <a:pt x="198929" y="358160"/>
                  </a:lnTo>
                  <a:lnTo>
                    <a:pt x="199597" y="545241"/>
                  </a:lnTo>
                  <a:lnTo>
                    <a:pt x="200265" y="585675"/>
                  </a:lnTo>
                  <a:lnTo>
                    <a:pt x="200933" y="636524"/>
                  </a:lnTo>
                  <a:lnTo>
                    <a:pt x="201601" y="622785"/>
                  </a:lnTo>
                  <a:lnTo>
                    <a:pt x="202269" y="629617"/>
                  </a:lnTo>
                  <a:lnTo>
                    <a:pt x="202937" y="575363"/>
                  </a:lnTo>
                  <a:lnTo>
                    <a:pt x="203605" y="491466"/>
                  </a:lnTo>
                  <a:lnTo>
                    <a:pt x="204273" y="472470"/>
                  </a:lnTo>
                  <a:lnTo>
                    <a:pt x="204941" y="484615"/>
                  </a:lnTo>
                  <a:lnTo>
                    <a:pt x="205609" y="505396"/>
                  </a:lnTo>
                  <a:lnTo>
                    <a:pt x="206277" y="583287"/>
                  </a:lnTo>
                  <a:lnTo>
                    <a:pt x="206945" y="561346"/>
                  </a:lnTo>
                  <a:lnTo>
                    <a:pt x="207613" y="564434"/>
                  </a:lnTo>
                  <a:lnTo>
                    <a:pt x="208281" y="512478"/>
                  </a:lnTo>
                  <a:lnTo>
                    <a:pt x="208949" y="428600"/>
                  </a:lnTo>
                  <a:lnTo>
                    <a:pt x="209617" y="269304"/>
                  </a:lnTo>
                  <a:lnTo>
                    <a:pt x="210285" y="221443"/>
                  </a:lnTo>
                  <a:lnTo>
                    <a:pt x="210953" y="213435"/>
                  </a:lnTo>
                  <a:lnTo>
                    <a:pt x="211621" y="202046"/>
                  </a:lnTo>
                  <a:lnTo>
                    <a:pt x="212289" y="167425"/>
                  </a:lnTo>
                  <a:lnTo>
                    <a:pt x="212957" y="181548"/>
                  </a:lnTo>
                  <a:lnTo>
                    <a:pt x="213625" y="203785"/>
                  </a:lnTo>
                  <a:lnTo>
                    <a:pt x="214293" y="187458"/>
                  </a:lnTo>
                  <a:lnTo>
                    <a:pt x="214961" y="153612"/>
                  </a:lnTo>
                  <a:lnTo>
                    <a:pt x="215629" y="89502"/>
                  </a:lnTo>
                  <a:lnTo>
                    <a:pt x="216297" y="187640"/>
                  </a:lnTo>
                  <a:lnTo>
                    <a:pt x="216965" y="213314"/>
                  </a:lnTo>
                  <a:lnTo>
                    <a:pt x="217633" y="217503"/>
                  </a:lnTo>
                  <a:lnTo>
                    <a:pt x="218301" y="242507"/>
                  </a:lnTo>
                  <a:lnTo>
                    <a:pt x="218969" y="271553"/>
                  </a:lnTo>
                  <a:lnTo>
                    <a:pt x="219637" y="368178"/>
                  </a:lnTo>
                  <a:lnTo>
                    <a:pt x="220306" y="394855"/>
                  </a:lnTo>
                  <a:lnTo>
                    <a:pt x="220974" y="393916"/>
                  </a:lnTo>
                  <a:lnTo>
                    <a:pt x="221642" y="393916"/>
                  </a:lnTo>
                  <a:lnTo>
                    <a:pt x="222310" y="445733"/>
                  </a:lnTo>
                  <a:lnTo>
                    <a:pt x="222978" y="444714"/>
                  </a:lnTo>
                  <a:lnTo>
                    <a:pt x="223646" y="477080"/>
                  </a:lnTo>
                  <a:lnTo>
                    <a:pt x="224314" y="521475"/>
                  </a:lnTo>
                  <a:lnTo>
                    <a:pt x="224982" y="601081"/>
                  </a:lnTo>
                  <a:lnTo>
                    <a:pt x="225650" y="721664"/>
                  </a:lnTo>
                  <a:lnTo>
                    <a:pt x="226318" y="806017"/>
                  </a:lnTo>
                  <a:lnTo>
                    <a:pt x="226986" y="888184"/>
                  </a:lnTo>
                  <a:lnTo>
                    <a:pt x="227654" y="902642"/>
                  </a:lnTo>
                  <a:lnTo>
                    <a:pt x="228322" y="879052"/>
                  </a:lnTo>
                  <a:lnTo>
                    <a:pt x="228990" y="807086"/>
                  </a:lnTo>
                  <a:lnTo>
                    <a:pt x="229658" y="860794"/>
                  </a:lnTo>
                  <a:lnTo>
                    <a:pt x="230326" y="592747"/>
                  </a:lnTo>
                  <a:lnTo>
                    <a:pt x="230994" y="537466"/>
                  </a:lnTo>
                  <a:lnTo>
                    <a:pt x="231662" y="681750"/>
                  </a:lnTo>
                  <a:lnTo>
                    <a:pt x="232330" y="553693"/>
                  </a:lnTo>
                  <a:lnTo>
                    <a:pt x="232998" y="578697"/>
                  </a:lnTo>
                  <a:lnTo>
                    <a:pt x="233666" y="490111"/>
                  </a:lnTo>
                  <a:lnTo>
                    <a:pt x="234334" y="518245"/>
                  </a:lnTo>
                  <a:lnTo>
                    <a:pt x="235002" y="431308"/>
                  </a:lnTo>
                  <a:lnTo>
                    <a:pt x="235670" y="301156"/>
                  </a:lnTo>
                  <a:lnTo>
                    <a:pt x="236338" y="323420"/>
                  </a:lnTo>
                  <a:lnTo>
                    <a:pt x="237006" y="275668"/>
                  </a:lnTo>
                  <a:lnTo>
                    <a:pt x="237674" y="243786"/>
                  </a:lnTo>
                  <a:lnTo>
                    <a:pt x="238342" y="273904"/>
                  </a:lnTo>
                  <a:lnTo>
                    <a:pt x="239010" y="263675"/>
                  </a:lnTo>
                  <a:lnTo>
                    <a:pt x="239678" y="255833"/>
                  </a:lnTo>
                  <a:lnTo>
                    <a:pt x="240346" y="270096"/>
                  </a:lnTo>
                  <a:lnTo>
                    <a:pt x="241014" y="280818"/>
                  </a:lnTo>
                  <a:lnTo>
                    <a:pt x="241682" y="281591"/>
                  </a:lnTo>
                  <a:lnTo>
                    <a:pt x="242350" y="319036"/>
                  </a:lnTo>
                  <a:lnTo>
                    <a:pt x="243018" y="357113"/>
                  </a:lnTo>
                  <a:lnTo>
                    <a:pt x="243686" y="384346"/>
                  </a:lnTo>
                  <a:lnTo>
                    <a:pt x="244354" y="378404"/>
                  </a:lnTo>
                  <a:lnTo>
                    <a:pt x="245023" y="450265"/>
                  </a:lnTo>
                  <a:lnTo>
                    <a:pt x="245691" y="606800"/>
                  </a:lnTo>
                  <a:lnTo>
                    <a:pt x="246359" y="662760"/>
                  </a:lnTo>
                  <a:lnTo>
                    <a:pt x="247027" y="717587"/>
                  </a:lnTo>
                  <a:lnTo>
                    <a:pt x="247695" y="823283"/>
                  </a:lnTo>
                  <a:lnTo>
                    <a:pt x="248363" y="723248"/>
                  </a:lnTo>
                  <a:lnTo>
                    <a:pt x="249031" y="760853"/>
                  </a:lnTo>
                  <a:lnTo>
                    <a:pt x="249699" y="800857"/>
                  </a:lnTo>
                  <a:lnTo>
                    <a:pt x="250367" y="923510"/>
                  </a:lnTo>
                  <a:lnTo>
                    <a:pt x="251035" y="957605"/>
                  </a:lnTo>
                  <a:lnTo>
                    <a:pt x="251703" y="1045211"/>
                  </a:lnTo>
                  <a:lnTo>
                    <a:pt x="252371" y="861139"/>
                  </a:lnTo>
                  <a:lnTo>
                    <a:pt x="253039" y="740952"/>
                  </a:lnTo>
                  <a:lnTo>
                    <a:pt x="253707" y="681803"/>
                  </a:lnTo>
                  <a:lnTo>
                    <a:pt x="254375" y="655622"/>
                  </a:lnTo>
                  <a:lnTo>
                    <a:pt x="255043" y="645728"/>
                  </a:lnTo>
                  <a:lnTo>
                    <a:pt x="255711" y="612946"/>
                  </a:lnTo>
                  <a:lnTo>
                    <a:pt x="256379" y="696996"/>
                  </a:lnTo>
                  <a:lnTo>
                    <a:pt x="257047" y="704751"/>
                  </a:lnTo>
                  <a:lnTo>
                    <a:pt x="257715" y="693155"/>
                  </a:lnTo>
                  <a:lnTo>
                    <a:pt x="258383" y="716237"/>
                  </a:lnTo>
                  <a:lnTo>
                    <a:pt x="259051" y="622508"/>
                  </a:lnTo>
                  <a:lnTo>
                    <a:pt x="259719" y="594164"/>
                  </a:lnTo>
                  <a:lnTo>
                    <a:pt x="260387" y="559184"/>
                  </a:lnTo>
                  <a:lnTo>
                    <a:pt x="261055" y="504902"/>
                  </a:lnTo>
                  <a:lnTo>
                    <a:pt x="261723" y="480790"/>
                  </a:lnTo>
                  <a:lnTo>
                    <a:pt x="262391" y="399572"/>
                  </a:lnTo>
                  <a:lnTo>
                    <a:pt x="263059" y="470684"/>
                  </a:lnTo>
                  <a:lnTo>
                    <a:pt x="263727" y="482461"/>
                  </a:lnTo>
                  <a:lnTo>
                    <a:pt x="264395" y="442682"/>
                  </a:lnTo>
                  <a:lnTo>
                    <a:pt x="265063" y="447775"/>
                  </a:lnTo>
                  <a:lnTo>
                    <a:pt x="265731" y="440657"/>
                  </a:lnTo>
                  <a:lnTo>
                    <a:pt x="266399" y="427710"/>
                  </a:lnTo>
                  <a:lnTo>
                    <a:pt x="267067" y="411013"/>
                  </a:lnTo>
                  <a:lnTo>
                    <a:pt x="267735" y="290052"/>
                  </a:lnTo>
                  <a:lnTo>
                    <a:pt x="268403" y="284248"/>
                  </a:lnTo>
                  <a:lnTo>
                    <a:pt x="269071" y="186688"/>
                  </a:lnTo>
                  <a:lnTo>
                    <a:pt x="269740" y="225052"/>
                  </a:lnTo>
                  <a:lnTo>
                    <a:pt x="270408" y="269890"/>
                  </a:lnTo>
                  <a:lnTo>
                    <a:pt x="271076" y="323947"/>
                  </a:lnTo>
                  <a:lnTo>
                    <a:pt x="271744" y="335637"/>
                  </a:lnTo>
                  <a:lnTo>
                    <a:pt x="272412" y="313895"/>
                  </a:lnTo>
                  <a:lnTo>
                    <a:pt x="273080" y="335637"/>
                  </a:lnTo>
                  <a:lnTo>
                    <a:pt x="273748" y="376779"/>
                  </a:lnTo>
                  <a:lnTo>
                    <a:pt x="274416" y="471831"/>
                  </a:lnTo>
                  <a:lnTo>
                    <a:pt x="275084" y="409097"/>
                  </a:lnTo>
                  <a:lnTo>
                    <a:pt x="275752" y="400860"/>
                  </a:lnTo>
                  <a:lnTo>
                    <a:pt x="276420" y="391116"/>
                  </a:lnTo>
                  <a:lnTo>
                    <a:pt x="277088" y="384704"/>
                  </a:lnTo>
                  <a:lnTo>
                    <a:pt x="277756" y="503833"/>
                  </a:lnTo>
                  <a:lnTo>
                    <a:pt x="278424" y="509047"/>
                  </a:lnTo>
                  <a:lnTo>
                    <a:pt x="279092" y="535696"/>
                  </a:lnTo>
                  <a:lnTo>
                    <a:pt x="279760" y="521085"/>
                  </a:lnTo>
                  <a:lnTo>
                    <a:pt x="280428" y="541638"/>
                  </a:lnTo>
                  <a:lnTo>
                    <a:pt x="281096" y="565984"/>
                  </a:lnTo>
                  <a:lnTo>
                    <a:pt x="281764" y="621088"/>
                  </a:lnTo>
                  <a:lnTo>
                    <a:pt x="282432" y="674091"/>
                  </a:lnTo>
                  <a:lnTo>
                    <a:pt x="283100" y="674091"/>
                  </a:lnTo>
                  <a:lnTo>
                    <a:pt x="283768" y="672250"/>
                  </a:lnTo>
                  <a:lnTo>
                    <a:pt x="284436" y="614348"/>
                  </a:lnTo>
                  <a:lnTo>
                    <a:pt x="285104" y="655921"/>
                  </a:lnTo>
                  <a:lnTo>
                    <a:pt x="285772" y="700447"/>
                  </a:lnTo>
                  <a:lnTo>
                    <a:pt x="286440" y="769487"/>
                  </a:lnTo>
                  <a:lnTo>
                    <a:pt x="287108" y="864594"/>
                  </a:lnTo>
                  <a:lnTo>
                    <a:pt x="287776" y="825591"/>
                  </a:lnTo>
                  <a:lnTo>
                    <a:pt x="288444" y="842244"/>
                  </a:lnTo>
                  <a:lnTo>
                    <a:pt x="289112" y="798034"/>
                  </a:lnTo>
                  <a:lnTo>
                    <a:pt x="289780" y="767344"/>
                  </a:lnTo>
                  <a:lnTo>
                    <a:pt x="290448" y="712091"/>
                  </a:lnTo>
                  <a:lnTo>
                    <a:pt x="291116" y="650571"/>
                  </a:lnTo>
                  <a:lnTo>
                    <a:pt x="291784" y="588090"/>
                  </a:lnTo>
                  <a:lnTo>
                    <a:pt x="292452" y="471135"/>
                  </a:lnTo>
                  <a:lnTo>
                    <a:pt x="293120" y="432350"/>
                  </a:lnTo>
                  <a:lnTo>
                    <a:pt x="293788" y="411392"/>
                  </a:lnTo>
                  <a:lnTo>
                    <a:pt x="294457" y="434862"/>
                  </a:lnTo>
                  <a:lnTo>
                    <a:pt x="295125" y="556354"/>
                  </a:lnTo>
                  <a:lnTo>
                    <a:pt x="295793" y="561489"/>
                  </a:lnTo>
                  <a:lnTo>
                    <a:pt x="296461" y="475520"/>
                  </a:lnTo>
                  <a:lnTo>
                    <a:pt x="297129" y="473409"/>
                  </a:lnTo>
                  <a:lnTo>
                    <a:pt x="297797" y="467120"/>
                  </a:lnTo>
                  <a:lnTo>
                    <a:pt x="298465" y="424020"/>
                  </a:lnTo>
                  <a:lnTo>
                    <a:pt x="299133" y="300554"/>
                  </a:lnTo>
                  <a:lnTo>
                    <a:pt x="299801" y="310797"/>
                  </a:lnTo>
                  <a:lnTo>
                    <a:pt x="300469" y="336084"/>
                  </a:lnTo>
                  <a:lnTo>
                    <a:pt x="301137" y="346928"/>
                  </a:lnTo>
                  <a:lnTo>
                    <a:pt x="301805" y="328602"/>
                  </a:lnTo>
                  <a:lnTo>
                    <a:pt x="302473" y="380636"/>
                  </a:lnTo>
                  <a:lnTo>
                    <a:pt x="303141" y="407766"/>
                  </a:lnTo>
                  <a:lnTo>
                    <a:pt x="303809" y="429848"/>
                  </a:lnTo>
                  <a:lnTo>
                    <a:pt x="304477" y="447577"/>
                  </a:lnTo>
                  <a:lnTo>
                    <a:pt x="305145" y="467704"/>
                  </a:lnTo>
                  <a:lnTo>
                    <a:pt x="305813" y="483887"/>
                  </a:lnTo>
                  <a:lnTo>
                    <a:pt x="306481" y="570088"/>
                  </a:lnTo>
                  <a:lnTo>
                    <a:pt x="307149" y="436207"/>
                  </a:lnTo>
                  <a:lnTo>
                    <a:pt x="307817" y="441423"/>
                  </a:lnTo>
                  <a:lnTo>
                    <a:pt x="308485" y="443171"/>
                  </a:lnTo>
                  <a:lnTo>
                    <a:pt x="309153" y="437941"/>
                  </a:lnTo>
                  <a:lnTo>
                    <a:pt x="309821" y="475507"/>
                  </a:lnTo>
                  <a:lnTo>
                    <a:pt x="310489" y="462733"/>
                  </a:lnTo>
                  <a:lnTo>
                    <a:pt x="311157" y="484794"/>
                  </a:lnTo>
                  <a:lnTo>
                    <a:pt x="311825" y="531390"/>
                  </a:lnTo>
                  <a:lnTo>
                    <a:pt x="312493" y="551876"/>
                  </a:lnTo>
                  <a:lnTo>
                    <a:pt x="313161" y="535434"/>
                  </a:lnTo>
                  <a:lnTo>
                    <a:pt x="313829" y="505721"/>
                  </a:lnTo>
                  <a:lnTo>
                    <a:pt x="314497" y="475507"/>
                  </a:lnTo>
                  <a:lnTo>
                    <a:pt x="315165" y="468176"/>
                  </a:lnTo>
                  <a:lnTo>
                    <a:pt x="315833" y="432753"/>
                  </a:lnTo>
                  <a:lnTo>
                    <a:pt x="316501" y="439679"/>
                  </a:lnTo>
                  <a:lnTo>
                    <a:pt x="317169" y="429319"/>
                  </a:lnTo>
                  <a:lnTo>
                    <a:pt x="317837" y="349053"/>
                  </a:lnTo>
                  <a:lnTo>
                    <a:pt x="318506" y="335637"/>
                  </a:lnTo>
                  <a:lnTo>
                    <a:pt x="319174" y="319620"/>
                  </a:lnTo>
                  <a:lnTo>
                    <a:pt x="319842" y="298417"/>
                  </a:lnTo>
                  <a:lnTo>
                    <a:pt x="320510" y="267239"/>
                  </a:lnTo>
                  <a:lnTo>
                    <a:pt x="321178" y="235022"/>
                  </a:lnTo>
                  <a:lnTo>
                    <a:pt x="321846" y="245152"/>
                  </a:lnTo>
                  <a:lnTo>
                    <a:pt x="322514" y="230017"/>
                  </a:lnTo>
                  <a:lnTo>
                    <a:pt x="323182" y="217678"/>
                  </a:lnTo>
                  <a:lnTo>
                    <a:pt x="323850" y="194882"/>
                  </a:lnTo>
                  <a:lnTo>
                    <a:pt x="324518" y="209183"/>
                  </a:lnTo>
                  <a:lnTo>
                    <a:pt x="325186" y="210389"/>
                  </a:lnTo>
                  <a:lnTo>
                    <a:pt x="325854" y="197243"/>
                  </a:lnTo>
                  <a:lnTo>
                    <a:pt x="326522" y="185526"/>
                  </a:lnTo>
                  <a:lnTo>
                    <a:pt x="327190" y="215239"/>
                  </a:lnTo>
                  <a:lnTo>
                    <a:pt x="327858" y="267239"/>
                  </a:lnTo>
                  <a:lnTo>
                    <a:pt x="328526" y="283313"/>
                  </a:lnTo>
                  <a:lnTo>
                    <a:pt x="329194" y="308222"/>
                  </a:lnTo>
                  <a:lnTo>
                    <a:pt x="329862" y="329765"/>
                  </a:lnTo>
                  <a:lnTo>
                    <a:pt x="330530" y="379937"/>
                  </a:lnTo>
                  <a:lnTo>
                    <a:pt x="331198" y="439680"/>
                  </a:lnTo>
                  <a:lnTo>
                    <a:pt x="331866" y="459131"/>
                  </a:lnTo>
                  <a:lnTo>
                    <a:pt x="332534" y="507659"/>
                  </a:lnTo>
                  <a:lnTo>
                    <a:pt x="333202" y="545660"/>
                  </a:lnTo>
                  <a:lnTo>
                    <a:pt x="333870" y="545660"/>
                  </a:lnTo>
                  <a:lnTo>
                    <a:pt x="334538" y="553962"/>
                  </a:lnTo>
                  <a:lnTo>
                    <a:pt x="335206" y="560262"/>
                  </a:lnTo>
                  <a:lnTo>
                    <a:pt x="335874" y="638857"/>
                  </a:lnTo>
                  <a:lnTo>
                    <a:pt x="336542" y="655832"/>
                  </a:lnTo>
                  <a:lnTo>
                    <a:pt x="337210" y="670757"/>
                  </a:lnTo>
                  <a:lnTo>
                    <a:pt x="337878" y="720510"/>
                  </a:lnTo>
                  <a:lnTo>
                    <a:pt x="338546" y="762784"/>
                  </a:lnTo>
                  <a:lnTo>
                    <a:pt x="339214" y="808116"/>
                  </a:lnTo>
                  <a:lnTo>
                    <a:pt x="339882" y="808116"/>
                  </a:lnTo>
                  <a:lnTo>
                    <a:pt x="340550" y="808116"/>
                  </a:lnTo>
                  <a:lnTo>
                    <a:pt x="341218" y="808116"/>
                  </a:lnTo>
                  <a:lnTo>
                    <a:pt x="341886" y="843575"/>
                  </a:lnTo>
                  <a:lnTo>
                    <a:pt x="342554" y="874158"/>
                  </a:lnTo>
                  <a:lnTo>
                    <a:pt x="343223" y="843575"/>
                  </a:lnTo>
                  <a:lnTo>
                    <a:pt x="343891" y="846900"/>
                  </a:lnTo>
                  <a:lnTo>
                    <a:pt x="344559" y="748373"/>
                  </a:lnTo>
                  <a:lnTo>
                    <a:pt x="345227" y="745531"/>
                  </a:lnTo>
                  <a:lnTo>
                    <a:pt x="345895" y="693833"/>
                  </a:lnTo>
                  <a:lnTo>
                    <a:pt x="346563" y="683472"/>
                  </a:lnTo>
                  <a:lnTo>
                    <a:pt x="347231" y="643661"/>
                  </a:lnTo>
                  <a:lnTo>
                    <a:pt x="347899" y="643661"/>
                  </a:lnTo>
                  <a:lnTo>
                    <a:pt x="348567" y="643661"/>
                  </a:lnTo>
                  <a:lnTo>
                    <a:pt x="349235" y="610786"/>
                  </a:lnTo>
                  <a:lnTo>
                    <a:pt x="349903" y="597208"/>
                  </a:lnTo>
                  <a:lnTo>
                    <a:pt x="350571" y="597208"/>
                  </a:lnTo>
                  <a:lnTo>
                    <a:pt x="351239" y="597208"/>
                  </a:lnTo>
                  <a:lnTo>
                    <a:pt x="351907" y="597208"/>
                  </a:lnTo>
                  <a:lnTo>
                    <a:pt x="352575" y="597208"/>
                  </a:lnTo>
                  <a:lnTo>
                    <a:pt x="353243" y="631721"/>
                  </a:lnTo>
                  <a:lnTo>
                    <a:pt x="353911" y="715083"/>
                  </a:lnTo>
                  <a:lnTo>
                    <a:pt x="354579" y="808116"/>
                  </a:lnTo>
                  <a:lnTo>
                    <a:pt x="355247" y="811258"/>
                  </a:lnTo>
                  <a:lnTo>
                    <a:pt x="355915" y="874158"/>
                  </a:lnTo>
                  <a:lnTo>
                    <a:pt x="356583" y="944081"/>
                  </a:lnTo>
                  <a:lnTo>
                    <a:pt x="357251" y="1031686"/>
                  </a:lnTo>
                  <a:lnTo>
                    <a:pt x="357919" y="1031686"/>
                  </a:lnTo>
                  <a:lnTo>
                    <a:pt x="358587" y="1031686"/>
                  </a:lnTo>
                  <a:lnTo>
                    <a:pt x="359255" y="1097728"/>
                  </a:lnTo>
                  <a:lnTo>
                    <a:pt x="359923" y="1128311"/>
                  </a:lnTo>
                  <a:lnTo>
                    <a:pt x="360591" y="1128311"/>
                  </a:lnTo>
                  <a:lnTo>
                    <a:pt x="361259" y="1128311"/>
                  </a:lnTo>
                  <a:lnTo>
                    <a:pt x="361927" y="1128311"/>
                  </a:lnTo>
                  <a:lnTo>
                    <a:pt x="362595" y="1128311"/>
                  </a:lnTo>
                  <a:lnTo>
                    <a:pt x="363263" y="1123109"/>
                  </a:lnTo>
                  <a:lnTo>
                    <a:pt x="363931" y="1031686"/>
                  </a:lnTo>
                  <a:lnTo>
                    <a:pt x="364599" y="996854"/>
                  </a:lnTo>
                  <a:lnTo>
                    <a:pt x="365267" y="947986"/>
                  </a:lnTo>
                  <a:lnTo>
                    <a:pt x="365935" y="947986"/>
                  </a:lnTo>
                  <a:lnTo>
                    <a:pt x="366603" y="947986"/>
                  </a:lnTo>
                  <a:lnTo>
                    <a:pt x="367271" y="899021"/>
                  </a:lnTo>
                  <a:lnTo>
                    <a:pt x="367940" y="870685"/>
                  </a:lnTo>
                  <a:lnTo>
                    <a:pt x="368608" y="808116"/>
                  </a:lnTo>
                  <a:lnTo>
                    <a:pt x="369276" y="792638"/>
                  </a:lnTo>
                  <a:lnTo>
                    <a:pt x="369944" y="715083"/>
                  </a:lnTo>
                  <a:lnTo>
                    <a:pt x="370612" y="693833"/>
                  </a:lnTo>
                  <a:lnTo>
                    <a:pt x="371280" y="658295"/>
                  </a:lnTo>
                  <a:lnTo>
                    <a:pt x="371948" y="643661"/>
                  </a:lnTo>
                  <a:lnTo>
                    <a:pt x="372616" y="643661"/>
                  </a:lnTo>
                  <a:lnTo>
                    <a:pt x="373284" y="613078"/>
                  </a:lnTo>
                  <a:lnTo>
                    <a:pt x="373952" y="643661"/>
                  </a:lnTo>
                  <a:lnTo>
                    <a:pt x="374620" y="641254"/>
                  </a:lnTo>
                  <a:lnTo>
                    <a:pt x="375288" y="553962"/>
                  </a:lnTo>
                  <a:lnTo>
                    <a:pt x="375956" y="553962"/>
                  </a:lnTo>
                  <a:lnTo>
                    <a:pt x="376624" y="553962"/>
                  </a:lnTo>
                  <a:lnTo>
                    <a:pt x="377292" y="549797"/>
                  </a:lnTo>
                  <a:lnTo>
                    <a:pt x="377960" y="687265"/>
                  </a:lnTo>
                  <a:lnTo>
                    <a:pt x="378628" y="719976"/>
                  </a:lnTo>
                  <a:lnTo>
                    <a:pt x="379296" y="835348"/>
                  </a:lnTo>
                  <a:lnTo>
                    <a:pt x="379964" y="820932"/>
                  </a:lnTo>
                  <a:lnTo>
                    <a:pt x="380632" y="765928"/>
                  </a:lnTo>
                  <a:lnTo>
                    <a:pt x="381300" y="680320"/>
                  </a:lnTo>
                  <a:lnTo>
                    <a:pt x="381968" y="750877"/>
                  </a:lnTo>
                  <a:lnTo>
                    <a:pt x="382636" y="835978"/>
                  </a:lnTo>
                  <a:lnTo>
                    <a:pt x="383304" y="855956"/>
                  </a:lnTo>
                  <a:lnTo>
                    <a:pt x="383972" y="858118"/>
                  </a:lnTo>
                  <a:lnTo>
                    <a:pt x="384640" y="854492"/>
                  </a:lnTo>
                  <a:lnTo>
                    <a:pt x="385308" y="920601"/>
                  </a:lnTo>
                  <a:lnTo>
                    <a:pt x="385976" y="899477"/>
                  </a:lnTo>
                  <a:lnTo>
                    <a:pt x="386644" y="863853"/>
                  </a:lnTo>
                  <a:lnTo>
                    <a:pt x="387312" y="858107"/>
                  </a:lnTo>
                  <a:lnTo>
                    <a:pt x="387980" y="846772"/>
                  </a:lnTo>
                  <a:lnTo>
                    <a:pt x="388648" y="826209"/>
                  </a:lnTo>
                  <a:lnTo>
                    <a:pt x="389316" y="853287"/>
                  </a:lnTo>
                  <a:lnTo>
                    <a:pt x="389984" y="824260"/>
                  </a:lnTo>
                  <a:lnTo>
                    <a:pt x="390652" y="895588"/>
                  </a:lnTo>
                  <a:lnTo>
                    <a:pt x="391320" y="943726"/>
                  </a:lnTo>
                  <a:lnTo>
                    <a:pt x="391988" y="875773"/>
                  </a:lnTo>
                  <a:lnTo>
                    <a:pt x="392657" y="783603"/>
                  </a:lnTo>
                  <a:lnTo>
                    <a:pt x="393325" y="751532"/>
                  </a:lnTo>
                  <a:lnTo>
                    <a:pt x="393993" y="718939"/>
                  </a:lnTo>
                  <a:lnTo>
                    <a:pt x="394661" y="680517"/>
                  </a:lnTo>
                  <a:lnTo>
                    <a:pt x="395329" y="642558"/>
                  </a:lnTo>
                  <a:lnTo>
                    <a:pt x="395997" y="722432"/>
                  </a:lnTo>
                  <a:lnTo>
                    <a:pt x="396665" y="734918"/>
                  </a:lnTo>
                  <a:lnTo>
                    <a:pt x="397333" y="739938"/>
                  </a:lnTo>
                  <a:lnTo>
                    <a:pt x="398001" y="735269"/>
                  </a:lnTo>
                  <a:lnTo>
                    <a:pt x="398669" y="734108"/>
                  </a:lnTo>
                  <a:lnTo>
                    <a:pt x="399337" y="730290"/>
                  </a:lnTo>
                  <a:lnTo>
                    <a:pt x="400005" y="715566"/>
                  </a:lnTo>
                  <a:lnTo>
                    <a:pt x="400673" y="735634"/>
                  </a:lnTo>
                  <a:lnTo>
                    <a:pt x="401341" y="770957"/>
                  </a:lnTo>
                  <a:lnTo>
                    <a:pt x="402009" y="766259"/>
                  </a:lnTo>
                  <a:lnTo>
                    <a:pt x="402677" y="831894"/>
                  </a:lnTo>
                  <a:lnTo>
                    <a:pt x="403345" y="861054"/>
                  </a:lnTo>
                  <a:lnTo>
                    <a:pt x="404013" y="862477"/>
                  </a:lnTo>
                  <a:lnTo>
                    <a:pt x="404681" y="938089"/>
                  </a:lnTo>
                  <a:lnTo>
                    <a:pt x="405349" y="971046"/>
                  </a:lnTo>
                  <a:lnTo>
                    <a:pt x="406017" y="923510"/>
                  </a:lnTo>
                  <a:lnTo>
                    <a:pt x="406685" y="855235"/>
                  </a:lnTo>
                  <a:lnTo>
                    <a:pt x="407353" y="963947"/>
                  </a:lnTo>
                  <a:lnTo>
                    <a:pt x="408021" y="921824"/>
                  </a:lnTo>
                  <a:lnTo>
                    <a:pt x="408689" y="946956"/>
                  </a:lnTo>
                  <a:lnTo>
                    <a:pt x="409357" y="1086195"/>
                  </a:lnTo>
                  <a:lnTo>
                    <a:pt x="409627" y="113035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152308" y="3411487"/>
              <a:ext cx="28360" cy="612911"/>
            </a:xfrm>
            <a:custGeom>
              <a:avLst/>
              <a:pathLst>
                <a:path w="28360" h="612911">
                  <a:moveTo>
                    <a:pt x="0" y="612911"/>
                  </a:moveTo>
                  <a:lnTo>
                    <a:pt x="428" y="496590"/>
                  </a:lnTo>
                  <a:lnTo>
                    <a:pt x="1096" y="430548"/>
                  </a:lnTo>
                  <a:lnTo>
                    <a:pt x="1764" y="430548"/>
                  </a:lnTo>
                  <a:lnTo>
                    <a:pt x="2432" y="430548"/>
                  </a:lnTo>
                  <a:lnTo>
                    <a:pt x="3100" y="426642"/>
                  </a:lnTo>
                  <a:lnTo>
                    <a:pt x="3768" y="415070"/>
                  </a:lnTo>
                  <a:lnTo>
                    <a:pt x="4436" y="356719"/>
                  </a:lnTo>
                  <a:lnTo>
                    <a:pt x="5104" y="300151"/>
                  </a:lnTo>
                  <a:lnTo>
                    <a:pt x="5772" y="290677"/>
                  </a:lnTo>
                  <a:lnTo>
                    <a:pt x="6440" y="290677"/>
                  </a:lnTo>
                  <a:lnTo>
                    <a:pt x="7108" y="281345"/>
                  </a:lnTo>
                  <a:lnTo>
                    <a:pt x="7776" y="225262"/>
                  </a:lnTo>
                  <a:lnTo>
                    <a:pt x="8444" y="153319"/>
                  </a:lnTo>
                  <a:lnTo>
                    <a:pt x="9112" y="107226"/>
                  </a:lnTo>
                  <a:lnTo>
                    <a:pt x="9780" y="68675"/>
                  </a:lnTo>
                  <a:lnTo>
                    <a:pt x="10448" y="44937"/>
                  </a:lnTo>
                  <a:lnTo>
                    <a:pt x="11116" y="79770"/>
                  </a:lnTo>
                  <a:lnTo>
                    <a:pt x="11784" y="79770"/>
                  </a:lnTo>
                  <a:lnTo>
                    <a:pt x="12452" y="68675"/>
                  </a:lnTo>
                  <a:lnTo>
                    <a:pt x="13120" y="0"/>
                  </a:lnTo>
                  <a:lnTo>
                    <a:pt x="13788" y="28221"/>
                  </a:lnTo>
                  <a:lnTo>
                    <a:pt x="14456" y="36524"/>
                  </a:lnTo>
                  <a:lnTo>
                    <a:pt x="15125" y="34438"/>
                  </a:lnTo>
                  <a:lnTo>
                    <a:pt x="15793" y="36524"/>
                  </a:lnTo>
                  <a:lnTo>
                    <a:pt x="16461" y="36524"/>
                  </a:lnTo>
                  <a:lnTo>
                    <a:pt x="17129" y="38617"/>
                  </a:lnTo>
                  <a:lnTo>
                    <a:pt x="17797" y="204435"/>
                  </a:lnTo>
                  <a:lnTo>
                    <a:pt x="18465" y="216409"/>
                  </a:lnTo>
                  <a:lnTo>
                    <a:pt x="19133" y="252049"/>
                  </a:lnTo>
                  <a:lnTo>
                    <a:pt x="19801" y="289647"/>
                  </a:lnTo>
                  <a:lnTo>
                    <a:pt x="20469" y="324805"/>
                  </a:lnTo>
                  <a:lnTo>
                    <a:pt x="21137" y="324805"/>
                  </a:lnTo>
                  <a:lnTo>
                    <a:pt x="21805" y="320002"/>
                  </a:lnTo>
                  <a:lnTo>
                    <a:pt x="22473" y="289647"/>
                  </a:lnTo>
                  <a:lnTo>
                    <a:pt x="23141" y="374977"/>
                  </a:lnTo>
                  <a:lnTo>
                    <a:pt x="23809" y="396228"/>
                  </a:lnTo>
                  <a:lnTo>
                    <a:pt x="24477" y="429518"/>
                  </a:lnTo>
                  <a:lnTo>
                    <a:pt x="25145" y="483023"/>
                  </a:lnTo>
                  <a:lnTo>
                    <a:pt x="25813" y="489260"/>
                  </a:lnTo>
                  <a:lnTo>
                    <a:pt x="26481" y="489260"/>
                  </a:lnTo>
                  <a:lnTo>
                    <a:pt x="27149" y="495560"/>
                  </a:lnTo>
                  <a:lnTo>
                    <a:pt x="27817" y="536605"/>
                  </a:lnTo>
                  <a:lnTo>
                    <a:pt x="28360" y="61291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180856" y="3642422"/>
              <a:ext cx="22439" cy="381976"/>
            </a:xfrm>
            <a:custGeom>
              <a:avLst/>
              <a:pathLst>
                <a:path w="22439" h="381976">
                  <a:moveTo>
                    <a:pt x="0" y="381976"/>
                  </a:moveTo>
                  <a:lnTo>
                    <a:pt x="605" y="211477"/>
                  </a:lnTo>
                  <a:lnTo>
                    <a:pt x="1273" y="199612"/>
                  </a:lnTo>
                  <a:lnTo>
                    <a:pt x="1941" y="199612"/>
                  </a:lnTo>
                  <a:lnTo>
                    <a:pt x="2609" y="191826"/>
                  </a:lnTo>
                  <a:lnTo>
                    <a:pt x="3277" y="132787"/>
                  </a:lnTo>
                  <a:lnTo>
                    <a:pt x="3945" y="199612"/>
                  </a:lnTo>
                  <a:lnTo>
                    <a:pt x="4613" y="199612"/>
                  </a:lnTo>
                  <a:lnTo>
                    <a:pt x="5281" y="129276"/>
                  </a:lnTo>
                  <a:lnTo>
                    <a:pt x="5949" y="20268"/>
                  </a:lnTo>
                  <a:lnTo>
                    <a:pt x="6617" y="0"/>
                  </a:lnTo>
                  <a:lnTo>
                    <a:pt x="7285" y="0"/>
                  </a:lnTo>
                  <a:lnTo>
                    <a:pt x="7953" y="127962"/>
                  </a:lnTo>
                  <a:lnTo>
                    <a:pt x="8621" y="140611"/>
                  </a:lnTo>
                  <a:lnTo>
                    <a:pt x="9289" y="96285"/>
                  </a:lnTo>
                  <a:lnTo>
                    <a:pt x="9957" y="243967"/>
                  </a:lnTo>
                  <a:lnTo>
                    <a:pt x="10625" y="286352"/>
                  </a:lnTo>
                  <a:lnTo>
                    <a:pt x="11293" y="222636"/>
                  </a:lnTo>
                  <a:lnTo>
                    <a:pt x="11961" y="128787"/>
                  </a:lnTo>
                  <a:lnTo>
                    <a:pt x="12629" y="101012"/>
                  </a:lnTo>
                  <a:lnTo>
                    <a:pt x="13297" y="102955"/>
                  </a:lnTo>
                  <a:lnTo>
                    <a:pt x="13965" y="45340"/>
                  </a:lnTo>
                  <a:lnTo>
                    <a:pt x="14633" y="33032"/>
                  </a:lnTo>
                  <a:lnTo>
                    <a:pt x="15301" y="67019"/>
                  </a:lnTo>
                  <a:lnTo>
                    <a:pt x="15970" y="132857"/>
                  </a:lnTo>
                  <a:lnTo>
                    <a:pt x="16638" y="147315"/>
                  </a:lnTo>
                  <a:lnTo>
                    <a:pt x="17306" y="253591"/>
                  </a:lnTo>
                  <a:lnTo>
                    <a:pt x="17974" y="166407"/>
                  </a:lnTo>
                  <a:lnTo>
                    <a:pt x="18642" y="253591"/>
                  </a:lnTo>
                  <a:lnTo>
                    <a:pt x="19310" y="268390"/>
                  </a:lnTo>
                  <a:lnTo>
                    <a:pt x="19978" y="253591"/>
                  </a:lnTo>
                  <a:lnTo>
                    <a:pt x="20646" y="253591"/>
                  </a:lnTo>
                  <a:lnTo>
                    <a:pt x="21314" y="211040"/>
                  </a:lnTo>
                  <a:lnTo>
                    <a:pt x="21982" y="311143"/>
                  </a:lnTo>
                  <a:lnTo>
                    <a:pt x="22439" y="3819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210364" y="2355589"/>
              <a:ext cx="587863" cy="1668810"/>
            </a:xfrm>
            <a:custGeom>
              <a:avLst/>
              <a:pathLst>
                <a:path w="587863" h="1668810">
                  <a:moveTo>
                    <a:pt x="0" y="1668810"/>
                  </a:moveTo>
                  <a:lnTo>
                    <a:pt x="489" y="1545158"/>
                  </a:lnTo>
                  <a:lnTo>
                    <a:pt x="1157" y="1542032"/>
                  </a:lnTo>
                  <a:lnTo>
                    <a:pt x="1825" y="1485416"/>
                  </a:lnTo>
                  <a:lnTo>
                    <a:pt x="2493" y="1485416"/>
                  </a:lnTo>
                  <a:lnTo>
                    <a:pt x="3161" y="1517129"/>
                  </a:lnTo>
                  <a:lnTo>
                    <a:pt x="3829" y="1510294"/>
                  </a:lnTo>
                  <a:lnTo>
                    <a:pt x="4497" y="1346575"/>
                  </a:lnTo>
                  <a:lnTo>
                    <a:pt x="5166" y="1346575"/>
                  </a:lnTo>
                  <a:lnTo>
                    <a:pt x="5834" y="1512768"/>
                  </a:lnTo>
                  <a:lnTo>
                    <a:pt x="6502" y="1501877"/>
                  </a:lnTo>
                  <a:lnTo>
                    <a:pt x="7170" y="1435329"/>
                  </a:lnTo>
                  <a:lnTo>
                    <a:pt x="7838" y="1430876"/>
                  </a:lnTo>
                  <a:lnTo>
                    <a:pt x="8506" y="1412855"/>
                  </a:lnTo>
                  <a:lnTo>
                    <a:pt x="9174" y="1373512"/>
                  </a:lnTo>
                  <a:lnTo>
                    <a:pt x="9842" y="1347829"/>
                  </a:lnTo>
                  <a:lnTo>
                    <a:pt x="10510" y="1373512"/>
                  </a:lnTo>
                  <a:lnTo>
                    <a:pt x="11178" y="1336494"/>
                  </a:lnTo>
                  <a:lnTo>
                    <a:pt x="11846" y="1380704"/>
                  </a:lnTo>
                  <a:lnTo>
                    <a:pt x="12514" y="1380704"/>
                  </a:lnTo>
                  <a:lnTo>
                    <a:pt x="13182" y="1336494"/>
                  </a:lnTo>
                  <a:lnTo>
                    <a:pt x="13850" y="1334251"/>
                  </a:lnTo>
                  <a:lnTo>
                    <a:pt x="14518" y="1288919"/>
                  </a:lnTo>
                  <a:lnTo>
                    <a:pt x="15186" y="1212550"/>
                  </a:lnTo>
                  <a:lnTo>
                    <a:pt x="15854" y="1187378"/>
                  </a:lnTo>
                  <a:lnTo>
                    <a:pt x="16522" y="1151099"/>
                  </a:lnTo>
                  <a:lnTo>
                    <a:pt x="17190" y="1054286"/>
                  </a:lnTo>
                  <a:lnTo>
                    <a:pt x="17858" y="881515"/>
                  </a:lnTo>
                  <a:lnTo>
                    <a:pt x="18526" y="887513"/>
                  </a:lnTo>
                  <a:lnTo>
                    <a:pt x="19194" y="850932"/>
                  </a:lnTo>
                  <a:lnTo>
                    <a:pt x="19862" y="871154"/>
                  </a:lnTo>
                  <a:lnTo>
                    <a:pt x="20530" y="886008"/>
                  </a:lnTo>
                  <a:lnTo>
                    <a:pt x="21198" y="908971"/>
                  </a:lnTo>
                  <a:lnTo>
                    <a:pt x="21866" y="849512"/>
                  </a:lnTo>
                  <a:lnTo>
                    <a:pt x="22534" y="797815"/>
                  </a:lnTo>
                  <a:lnTo>
                    <a:pt x="23202" y="786170"/>
                  </a:lnTo>
                  <a:lnTo>
                    <a:pt x="23870" y="729817"/>
                  </a:lnTo>
                  <a:lnTo>
                    <a:pt x="24538" y="734521"/>
                  </a:lnTo>
                  <a:lnTo>
                    <a:pt x="25206" y="751269"/>
                  </a:lnTo>
                  <a:lnTo>
                    <a:pt x="25874" y="744036"/>
                  </a:lnTo>
                  <a:lnTo>
                    <a:pt x="26542" y="750058"/>
                  </a:lnTo>
                  <a:lnTo>
                    <a:pt x="27210" y="774739"/>
                  </a:lnTo>
                  <a:lnTo>
                    <a:pt x="27878" y="747642"/>
                  </a:lnTo>
                  <a:lnTo>
                    <a:pt x="28546" y="728646"/>
                  </a:lnTo>
                  <a:lnTo>
                    <a:pt x="29215" y="895738"/>
                  </a:lnTo>
                  <a:lnTo>
                    <a:pt x="29883" y="835744"/>
                  </a:lnTo>
                  <a:lnTo>
                    <a:pt x="30551" y="944985"/>
                  </a:lnTo>
                  <a:lnTo>
                    <a:pt x="31219" y="885415"/>
                  </a:lnTo>
                  <a:lnTo>
                    <a:pt x="31887" y="885415"/>
                  </a:lnTo>
                  <a:lnTo>
                    <a:pt x="32555" y="863152"/>
                  </a:lnTo>
                  <a:lnTo>
                    <a:pt x="33223" y="854805"/>
                  </a:lnTo>
                  <a:lnTo>
                    <a:pt x="33891" y="816999"/>
                  </a:lnTo>
                  <a:lnTo>
                    <a:pt x="34559" y="763175"/>
                  </a:lnTo>
                  <a:lnTo>
                    <a:pt x="35227" y="743431"/>
                  </a:lnTo>
                  <a:lnTo>
                    <a:pt x="35895" y="705716"/>
                  </a:lnTo>
                  <a:lnTo>
                    <a:pt x="36563" y="654891"/>
                  </a:lnTo>
                  <a:lnTo>
                    <a:pt x="37231" y="633560"/>
                  </a:lnTo>
                  <a:lnTo>
                    <a:pt x="37899" y="605089"/>
                  </a:lnTo>
                  <a:lnTo>
                    <a:pt x="38567" y="583746"/>
                  </a:lnTo>
                  <a:lnTo>
                    <a:pt x="39235" y="675136"/>
                  </a:lnTo>
                  <a:lnTo>
                    <a:pt x="39903" y="582681"/>
                  </a:lnTo>
                  <a:lnTo>
                    <a:pt x="40571" y="416847"/>
                  </a:lnTo>
                  <a:lnTo>
                    <a:pt x="41239" y="522967"/>
                  </a:lnTo>
                  <a:lnTo>
                    <a:pt x="41907" y="368031"/>
                  </a:lnTo>
                  <a:lnTo>
                    <a:pt x="42575" y="358519"/>
                  </a:lnTo>
                  <a:lnTo>
                    <a:pt x="43243" y="354754"/>
                  </a:lnTo>
                  <a:lnTo>
                    <a:pt x="43911" y="400486"/>
                  </a:lnTo>
                  <a:lnTo>
                    <a:pt x="44579" y="442759"/>
                  </a:lnTo>
                  <a:lnTo>
                    <a:pt x="45247" y="465295"/>
                  </a:lnTo>
                  <a:lnTo>
                    <a:pt x="45915" y="515374"/>
                  </a:lnTo>
                  <a:lnTo>
                    <a:pt x="46583" y="547079"/>
                  </a:lnTo>
                  <a:lnTo>
                    <a:pt x="47251" y="673585"/>
                  </a:lnTo>
                  <a:lnTo>
                    <a:pt x="47919" y="675725"/>
                  </a:lnTo>
                  <a:lnTo>
                    <a:pt x="48587" y="715274"/>
                  </a:lnTo>
                  <a:lnTo>
                    <a:pt x="49255" y="679353"/>
                  </a:lnTo>
                  <a:lnTo>
                    <a:pt x="49923" y="676714"/>
                  </a:lnTo>
                  <a:lnTo>
                    <a:pt x="50591" y="704721"/>
                  </a:lnTo>
                  <a:lnTo>
                    <a:pt x="51259" y="628339"/>
                  </a:lnTo>
                  <a:lnTo>
                    <a:pt x="51927" y="652484"/>
                  </a:lnTo>
                  <a:lnTo>
                    <a:pt x="52595" y="663997"/>
                  </a:lnTo>
                  <a:lnTo>
                    <a:pt x="53263" y="667062"/>
                  </a:lnTo>
                  <a:lnTo>
                    <a:pt x="53932" y="667062"/>
                  </a:lnTo>
                  <a:lnTo>
                    <a:pt x="54600" y="636480"/>
                  </a:lnTo>
                  <a:lnTo>
                    <a:pt x="55268" y="589150"/>
                  </a:lnTo>
                  <a:lnTo>
                    <a:pt x="55936" y="522294"/>
                  </a:lnTo>
                  <a:lnTo>
                    <a:pt x="56604" y="592093"/>
                  </a:lnTo>
                  <a:lnTo>
                    <a:pt x="57272" y="586594"/>
                  </a:lnTo>
                  <a:lnTo>
                    <a:pt x="57940" y="469912"/>
                  </a:lnTo>
                  <a:lnTo>
                    <a:pt x="58608" y="602300"/>
                  </a:lnTo>
                  <a:lnTo>
                    <a:pt x="59276" y="612201"/>
                  </a:lnTo>
                  <a:lnTo>
                    <a:pt x="59944" y="703815"/>
                  </a:lnTo>
                  <a:lnTo>
                    <a:pt x="60612" y="706652"/>
                  </a:lnTo>
                  <a:lnTo>
                    <a:pt x="61280" y="713222"/>
                  </a:lnTo>
                  <a:lnTo>
                    <a:pt x="61948" y="707936"/>
                  </a:lnTo>
                  <a:lnTo>
                    <a:pt x="62616" y="739656"/>
                  </a:lnTo>
                  <a:lnTo>
                    <a:pt x="63284" y="734854"/>
                  </a:lnTo>
                  <a:lnTo>
                    <a:pt x="63952" y="734168"/>
                  </a:lnTo>
                  <a:lnTo>
                    <a:pt x="64620" y="699739"/>
                  </a:lnTo>
                  <a:lnTo>
                    <a:pt x="65288" y="677510"/>
                  </a:lnTo>
                  <a:lnTo>
                    <a:pt x="65956" y="718370"/>
                  </a:lnTo>
                  <a:lnTo>
                    <a:pt x="66624" y="708291"/>
                  </a:lnTo>
                  <a:lnTo>
                    <a:pt x="67292" y="744041"/>
                  </a:lnTo>
                  <a:lnTo>
                    <a:pt x="67960" y="746758"/>
                  </a:lnTo>
                  <a:lnTo>
                    <a:pt x="68628" y="754704"/>
                  </a:lnTo>
                  <a:lnTo>
                    <a:pt x="69296" y="745941"/>
                  </a:lnTo>
                  <a:lnTo>
                    <a:pt x="69964" y="727453"/>
                  </a:lnTo>
                  <a:lnTo>
                    <a:pt x="70632" y="734356"/>
                  </a:lnTo>
                  <a:lnTo>
                    <a:pt x="71300" y="696189"/>
                  </a:lnTo>
                  <a:lnTo>
                    <a:pt x="71968" y="715554"/>
                  </a:lnTo>
                  <a:lnTo>
                    <a:pt x="72636" y="730624"/>
                  </a:lnTo>
                  <a:lnTo>
                    <a:pt x="73304" y="720047"/>
                  </a:lnTo>
                  <a:lnTo>
                    <a:pt x="73972" y="730454"/>
                  </a:lnTo>
                  <a:lnTo>
                    <a:pt x="74640" y="739468"/>
                  </a:lnTo>
                  <a:lnTo>
                    <a:pt x="75308" y="683048"/>
                  </a:lnTo>
                  <a:lnTo>
                    <a:pt x="75976" y="688667"/>
                  </a:lnTo>
                  <a:lnTo>
                    <a:pt x="76644" y="646877"/>
                  </a:lnTo>
                  <a:lnTo>
                    <a:pt x="77312" y="620529"/>
                  </a:lnTo>
                  <a:lnTo>
                    <a:pt x="77980" y="585699"/>
                  </a:lnTo>
                  <a:lnTo>
                    <a:pt x="78649" y="574167"/>
                  </a:lnTo>
                  <a:lnTo>
                    <a:pt x="79317" y="548979"/>
                  </a:lnTo>
                  <a:lnTo>
                    <a:pt x="79985" y="544208"/>
                  </a:lnTo>
                  <a:lnTo>
                    <a:pt x="80653" y="569781"/>
                  </a:lnTo>
                  <a:lnTo>
                    <a:pt x="81321" y="557420"/>
                  </a:lnTo>
                  <a:lnTo>
                    <a:pt x="81989" y="578701"/>
                  </a:lnTo>
                  <a:lnTo>
                    <a:pt x="82657" y="502416"/>
                  </a:lnTo>
                  <a:lnTo>
                    <a:pt x="83325" y="490970"/>
                  </a:lnTo>
                  <a:lnTo>
                    <a:pt x="83993" y="442778"/>
                  </a:lnTo>
                  <a:lnTo>
                    <a:pt x="84661" y="443784"/>
                  </a:lnTo>
                  <a:lnTo>
                    <a:pt x="85329" y="489746"/>
                  </a:lnTo>
                  <a:lnTo>
                    <a:pt x="85997" y="511806"/>
                  </a:lnTo>
                  <a:lnTo>
                    <a:pt x="86665" y="455915"/>
                  </a:lnTo>
                  <a:lnTo>
                    <a:pt x="87333" y="448734"/>
                  </a:lnTo>
                  <a:lnTo>
                    <a:pt x="88001" y="358402"/>
                  </a:lnTo>
                  <a:lnTo>
                    <a:pt x="88669" y="362169"/>
                  </a:lnTo>
                  <a:lnTo>
                    <a:pt x="89337" y="472235"/>
                  </a:lnTo>
                  <a:lnTo>
                    <a:pt x="90005" y="483357"/>
                  </a:lnTo>
                  <a:lnTo>
                    <a:pt x="90673" y="472616"/>
                  </a:lnTo>
                  <a:lnTo>
                    <a:pt x="91341" y="478347"/>
                  </a:lnTo>
                  <a:lnTo>
                    <a:pt x="92009" y="412090"/>
                  </a:lnTo>
                  <a:lnTo>
                    <a:pt x="92677" y="429071"/>
                  </a:lnTo>
                  <a:lnTo>
                    <a:pt x="93345" y="312573"/>
                  </a:lnTo>
                  <a:lnTo>
                    <a:pt x="94013" y="296977"/>
                  </a:lnTo>
                  <a:lnTo>
                    <a:pt x="94681" y="313451"/>
                  </a:lnTo>
                  <a:lnTo>
                    <a:pt x="95349" y="320963"/>
                  </a:lnTo>
                  <a:lnTo>
                    <a:pt x="96017" y="324977"/>
                  </a:lnTo>
                  <a:lnTo>
                    <a:pt x="96685" y="357576"/>
                  </a:lnTo>
                  <a:lnTo>
                    <a:pt x="97353" y="386018"/>
                  </a:lnTo>
                  <a:lnTo>
                    <a:pt x="98021" y="520965"/>
                  </a:lnTo>
                  <a:lnTo>
                    <a:pt x="98689" y="557499"/>
                  </a:lnTo>
                  <a:lnTo>
                    <a:pt x="99357" y="575288"/>
                  </a:lnTo>
                  <a:lnTo>
                    <a:pt x="100025" y="530224"/>
                  </a:lnTo>
                  <a:lnTo>
                    <a:pt x="100693" y="496457"/>
                  </a:lnTo>
                  <a:lnTo>
                    <a:pt x="101361" y="395960"/>
                  </a:lnTo>
                  <a:lnTo>
                    <a:pt x="102029" y="385525"/>
                  </a:lnTo>
                  <a:lnTo>
                    <a:pt x="102697" y="378664"/>
                  </a:lnTo>
                  <a:lnTo>
                    <a:pt x="103366" y="375746"/>
                  </a:lnTo>
                  <a:lnTo>
                    <a:pt x="104034" y="360410"/>
                  </a:lnTo>
                  <a:lnTo>
                    <a:pt x="104702" y="341294"/>
                  </a:lnTo>
                  <a:lnTo>
                    <a:pt x="105370" y="285530"/>
                  </a:lnTo>
                  <a:lnTo>
                    <a:pt x="106038" y="260817"/>
                  </a:lnTo>
                  <a:lnTo>
                    <a:pt x="106706" y="240550"/>
                  </a:lnTo>
                  <a:lnTo>
                    <a:pt x="107374" y="240550"/>
                  </a:lnTo>
                  <a:lnTo>
                    <a:pt x="108042" y="234777"/>
                  </a:lnTo>
                  <a:lnTo>
                    <a:pt x="108710" y="194063"/>
                  </a:lnTo>
                  <a:lnTo>
                    <a:pt x="109378" y="35354"/>
                  </a:lnTo>
                  <a:lnTo>
                    <a:pt x="110046" y="46283"/>
                  </a:lnTo>
                  <a:lnTo>
                    <a:pt x="110714" y="240506"/>
                  </a:lnTo>
                  <a:lnTo>
                    <a:pt x="111382" y="236090"/>
                  </a:lnTo>
                  <a:lnTo>
                    <a:pt x="112050" y="258398"/>
                  </a:lnTo>
                  <a:lnTo>
                    <a:pt x="112718" y="256390"/>
                  </a:lnTo>
                  <a:lnTo>
                    <a:pt x="113386" y="260413"/>
                  </a:lnTo>
                  <a:lnTo>
                    <a:pt x="114054" y="311696"/>
                  </a:lnTo>
                  <a:lnTo>
                    <a:pt x="114722" y="351479"/>
                  </a:lnTo>
                  <a:lnTo>
                    <a:pt x="115390" y="550078"/>
                  </a:lnTo>
                  <a:lnTo>
                    <a:pt x="116058" y="571102"/>
                  </a:lnTo>
                  <a:lnTo>
                    <a:pt x="116726" y="585902"/>
                  </a:lnTo>
                  <a:lnTo>
                    <a:pt x="117394" y="578389"/>
                  </a:lnTo>
                  <a:lnTo>
                    <a:pt x="118062" y="556375"/>
                  </a:lnTo>
                  <a:lnTo>
                    <a:pt x="118730" y="550734"/>
                  </a:lnTo>
                  <a:lnTo>
                    <a:pt x="119398" y="557405"/>
                  </a:lnTo>
                  <a:lnTo>
                    <a:pt x="120066" y="663682"/>
                  </a:lnTo>
                  <a:lnTo>
                    <a:pt x="120734" y="557405"/>
                  </a:lnTo>
                  <a:lnTo>
                    <a:pt x="121402" y="653448"/>
                  </a:lnTo>
                  <a:lnTo>
                    <a:pt x="122070" y="542117"/>
                  </a:lnTo>
                  <a:lnTo>
                    <a:pt x="122738" y="566761"/>
                  </a:lnTo>
                  <a:lnTo>
                    <a:pt x="123406" y="594601"/>
                  </a:lnTo>
                  <a:lnTo>
                    <a:pt x="124074" y="612368"/>
                  </a:lnTo>
                  <a:lnTo>
                    <a:pt x="124742" y="622588"/>
                  </a:lnTo>
                  <a:lnTo>
                    <a:pt x="125410" y="663051"/>
                  </a:lnTo>
                  <a:lnTo>
                    <a:pt x="126078" y="685170"/>
                  </a:lnTo>
                  <a:lnTo>
                    <a:pt x="126746" y="583170"/>
                  </a:lnTo>
                  <a:lnTo>
                    <a:pt x="127415" y="598209"/>
                  </a:lnTo>
                  <a:lnTo>
                    <a:pt x="128083" y="636729"/>
                  </a:lnTo>
                  <a:lnTo>
                    <a:pt x="128751" y="635259"/>
                  </a:lnTo>
                  <a:lnTo>
                    <a:pt x="129419" y="638469"/>
                  </a:lnTo>
                  <a:lnTo>
                    <a:pt x="130087" y="606369"/>
                  </a:lnTo>
                  <a:lnTo>
                    <a:pt x="130755" y="554008"/>
                  </a:lnTo>
                  <a:lnTo>
                    <a:pt x="131423" y="398243"/>
                  </a:lnTo>
                  <a:lnTo>
                    <a:pt x="132091" y="405883"/>
                  </a:lnTo>
                  <a:lnTo>
                    <a:pt x="132759" y="415034"/>
                  </a:lnTo>
                  <a:lnTo>
                    <a:pt x="133427" y="412204"/>
                  </a:lnTo>
                  <a:lnTo>
                    <a:pt x="134095" y="370560"/>
                  </a:lnTo>
                  <a:lnTo>
                    <a:pt x="134763" y="340261"/>
                  </a:lnTo>
                  <a:lnTo>
                    <a:pt x="135431" y="291834"/>
                  </a:lnTo>
                  <a:lnTo>
                    <a:pt x="136099" y="255617"/>
                  </a:lnTo>
                  <a:lnTo>
                    <a:pt x="136767" y="232939"/>
                  </a:lnTo>
                  <a:lnTo>
                    <a:pt x="137435" y="252874"/>
                  </a:lnTo>
                  <a:lnTo>
                    <a:pt x="138103" y="250688"/>
                  </a:lnTo>
                  <a:lnTo>
                    <a:pt x="138771" y="240408"/>
                  </a:lnTo>
                  <a:lnTo>
                    <a:pt x="139439" y="219301"/>
                  </a:lnTo>
                  <a:lnTo>
                    <a:pt x="140107" y="238800"/>
                  </a:lnTo>
                  <a:lnTo>
                    <a:pt x="140775" y="263363"/>
                  </a:lnTo>
                  <a:lnTo>
                    <a:pt x="141443" y="276868"/>
                  </a:lnTo>
                  <a:lnTo>
                    <a:pt x="142111" y="259478"/>
                  </a:lnTo>
                  <a:lnTo>
                    <a:pt x="142779" y="189905"/>
                  </a:lnTo>
                  <a:lnTo>
                    <a:pt x="143447" y="178620"/>
                  </a:lnTo>
                  <a:lnTo>
                    <a:pt x="144115" y="173776"/>
                  </a:lnTo>
                  <a:lnTo>
                    <a:pt x="144783" y="181544"/>
                  </a:lnTo>
                  <a:lnTo>
                    <a:pt x="145451" y="168012"/>
                  </a:lnTo>
                  <a:lnTo>
                    <a:pt x="146119" y="143170"/>
                  </a:lnTo>
                  <a:lnTo>
                    <a:pt x="146787" y="110490"/>
                  </a:lnTo>
                  <a:lnTo>
                    <a:pt x="147455" y="53012"/>
                  </a:lnTo>
                  <a:lnTo>
                    <a:pt x="148123" y="33808"/>
                  </a:lnTo>
                  <a:lnTo>
                    <a:pt x="148791" y="179958"/>
                  </a:lnTo>
                  <a:lnTo>
                    <a:pt x="149459" y="193938"/>
                  </a:lnTo>
                  <a:lnTo>
                    <a:pt x="150127" y="193483"/>
                  </a:lnTo>
                  <a:lnTo>
                    <a:pt x="150795" y="195664"/>
                  </a:lnTo>
                  <a:lnTo>
                    <a:pt x="151463" y="184480"/>
                  </a:lnTo>
                  <a:lnTo>
                    <a:pt x="152132" y="202987"/>
                  </a:lnTo>
                  <a:lnTo>
                    <a:pt x="152800" y="212262"/>
                  </a:lnTo>
                  <a:lnTo>
                    <a:pt x="153468" y="221297"/>
                  </a:lnTo>
                  <a:lnTo>
                    <a:pt x="154136" y="228160"/>
                  </a:lnTo>
                  <a:lnTo>
                    <a:pt x="154804" y="232778"/>
                  </a:lnTo>
                  <a:lnTo>
                    <a:pt x="155472" y="257192"/>
                  </a:lnTo>
                  <a:lnTo>
                    <a:pt x="156140" y="277598"/>
                  </a:lnTo>
                  <a:lnTo>
                    <a:pt x="156808" y="321853"/>
                  </a:lnTo>
                  <a:lnTo>
                    <a:pt x="157476" y="359937"/>
                  </a:lnTo>
                  <a:lnTo>
                    <a:pt x="158144" y="350080"/>
                  </a:lnTo>
                  <a:lnTo>
                    <a:pt x="158812" y="331921"/>
                  </a:lnTo>
                  <a:lnTo>
                    <a:pt x="159480" y="312892"/>
                  </a:lnTo>
                  <a:lnTo>
                    <a:pt x="160148" y="185465"/>
                  </a:lnTo>
                  <a:lnTo>
                    <a:pt x="160816" y="174258"/>
                  </a:lnTo>
                  <a:lnTo>
                    <a:pt x="161484" y="186942"/>
                  </a:lnTo>
                  <a:lnTo>
                    <a:pt x="162152" y="188422"/>
                  </a:lnTo>
                  <a:lnTo>
                    <a:pt x="162820" y="201398"/>
                  </a:lnTo>
                  <a:lnTo>
                    <a:pt x="163488" y="183012"/>
                  </a:lnTo>
                  <a:lnTo>
                    <a:pt x="164156" y="189905"/>
                  </a:lnTo>
                  <a:lnTo>
                    <a:pt x="164824" y="195375"/>
                  </a:lnTo>
                  <a:lnTo>
                    <a:pt x="165492" y="179593"/>
                  </a:lnTo>
                  <a:lnTo>
                    <a:pt x="166160" y="190896"/>
                  </a:lnTo>
                  <a:lnTo>
                    <a:pt x="166828" y="203418"/>
                  </a:lnTo>
                  <a:lnTo>
                    <a:pt x="167496" y="229766"/>
                  </a:lnTo>
                  <a:lnTo>
                    <a:pt x="168164" y="232939"/>
                  </a:lnTo>
                  <a:lnTo>
                    <a:pt x="168832" y="283156"/>
                  </a:lnTo>
                  <a:lnTo>
                    <a:pt x="169500" y="467907"/>
                  </a:lnTo>
                  <a:lnTo>
                    <a:pt x="170168" y="434954"/>
                  </a:lnTo>
                  <a:lnTo>
                    <a:pt x="170836" y="454630"/>
                  </a:lnTo>
                  <a:lnTo>
                    <a:pt x="171504" y="472613"/>
                  </a:lnTo>
                  <a:lnTo>
                    <a:pt x="172172" y="466415"/>
                  </a:lnTo>
                  <a:lnTo>
                    <a:pt x="172840" y="585121"/>
                  </a:lnTo>
                  <a:lnTo>
                    <a:pt x="173508" y="591777"/>
                  </a:lnTo>
                  <a:lnTo>
                    <a:pt x="174176" y="573191"/>
                  </a:lnTo>
                  <a:lnTo>
                    <a:pt x="174844" y="535622"/>
                  </a:lnTo>
                  <a:lnTo>
                    <a:pt x="175512" y="518404"/>
                  </a:lnTo>
                  <a:lnTo>
                    <a:pt x="176180" y="505925"/>
                  </a:lnTo>
                  <a:lnTo>
                    <a:pt x="176849" y="515020"/>
                  </a:lnTo>
                  <a:lnTo>
                    <a:pt x="177517" y="517920"/>
                  </a:lnTo>
                  <a:lnTo>
                    <a:pt x="178185" y="566761"/>
                  </a:lnTo>
                  <a:lnTo>
                    <a:pt x="178853" y="574136"/>
                  </a:lnTo>
                  <a:lnTo>
                    <a:pt x="179521" y="595561"/>
                  </a:lnTo>
                  <a:lnTo>
                    <a:pt x="180189" y="614273"/>
                  </a:lnTo>
                  <a:lnTo>
                    <a:pt x="180857" y="528508"/>
                  </a:lnTo>
                  <a:lnTo>
                    <a:pt x="181525" y="471485"/>
                  </a:lnTo>
                  <a:lnTo>
                    <a:pt x="182193" y="497389"/>
                  </a:lnTo>
                  <a:lnTo>
                    <a:pt x="182861" y="507202"/>
                  </a:lnTo>
                  <a:lnTo>
                    <a:pt x="183529" y="523422"/>
                  </a:lnTo>
                  <a:lnTo>
                    <a:pt x="184197" y="513354"/>
                  </a:lnTo>
                  <a:lnTo>
                    <a:pt x="184865" y="514995"/>
                  </a:lnTo>
                  <a:lnTo>
                    <a:pt x="185533" y="408613"/>
                  </a:lnTo>
                  <a:lnTo>
                    <a:pt x="186201" y="392462"/>
                  </a:lnTo>
                  <a:lnTo>
                    <a:pt x="186869" y="320074"/>
                  </a:lnTo>
                  <a:lnTo>
                    <a:pt x="187537" y="253189"/>
                  </a:lnTo>
                  <a:lnTo>
                    <a:pt x="188205" y="204092"/>
                  </a:lnTo>
                  <a:lnTo>
                    <a:pt x="188873" y="183051"/>
                  </a:lnTo>
                  <a:lnTo>
                    <a:pt x="189541" y="143646"/>
                  </a:lnTo>
                  <a:lnTo>
                    <a:pt x="190209" y="112601"/>
                  </a:lnTo>
                  <a:lnTo>
                    <a:pt x="190877" y="151399"/>
                  </a:lnTo>
                  <a:lnTo>
                    <a:pt x="191545" y="192597"/>
                  </a:lnTo>
                  <a:lnTo>
                    <a:pt x="192213" y="168731"/>
                  </a:lnTo>
                  <a:lnTo>
                    <a:pt x="192881" y="37292"/>
                  </a:lnTo>
                  <a:lnTo>
                    <a:pt x="193549" y="34581"/>
                  </a:lnTo>
                  <a:lnTo>
                    <a:pt x="194217" y="55805"/>
                  </a:lnTo>
                  <a:lnTo>
                    <a:pt x="194885" y="47860"/>
                  </a:lnTo>
                  <a:lnTo>
                    <a:pt x="195553" y="38069"/>
                  </a:lnTo>
                  <a:lnTo>
                    <a:pt x="196221" y="34195"/>
                  </a:lnTo>
                  <a:lnTo>
                    <a:pt x="196889" y="65067"/>
                  </a:lnTo>
                  <a:lnTo>
                    <a:pt x="197557" y="112238"/>
                  </a:lnTo>
                  <a:lnTo>
                    <a:pt x="198225" y="337937"/>
                  </a:lnTo>
                  <a:lnTo>
                    <a:pt x="198893" y="384068"/>
                  </a:lnTo>
                  <a:lnTo>
                    <a:pt x="199561" y="422049"/>
                  </a:lnTo>
                  <a:lnTo>
                    <a:pt x="200229" y="478301"/>
                  </a:lnTo>
                  <a:lnTo>
                    <a:pt x="200897" y="471482"/>
                  </a:lnTo>
                  <a:lnTo>
                    <a:pt x="201566" y="422571"/>
                  </a:lnTo>
                  <a:lnTo>
                    <a:pt x="202234" y="374292"/>
                  </a:lnTo>
                  <a:lnTo>
                    <a:pt x="202902" y="338088"/>
                  </a:lnTo>
                  <a:lnTo>
                    <a:pt x="203570" y="333989"/>
                  </a:lnTo>
                  <a:lnTo>
                    <a:pt x="204238" y="333082"/>
                  </a:lnTo>
                  <a:lnTo>
                    <a:pt x="204906" y="329467"/>
                  </a:lnTo>
                  <a:lnTo>
                    <a:pt x="205574" y="330820"/>
                  </a:lnTo>
                  <a:lnTo>
                    <a:pt x="206242" y="336263"/>
                  </a:lnTo>
                  <a:lnTo>
                    <a:pt x="206910" y="311696"/>
                  </a:lnTo>
                  <a:lnTo>
                    <a:pt x="207578" y="280092"/>
                  </a:lnTo>
                  <a:lnTo>
                    <a:pt x="208246" y="232898"/>
                  </a:lnTo>
                  <a:lnTo>
                    <a:pt x="208914" y="218286"/>
                  </a:lnTo>
                  <a:lnTo>
                    <a:pt x="209582" y="66692"/>
                  </a:lnTo>
                  <a:lnTo>
                    <a:pt x="210250" y="81509"/>
                  </a:lnTo>
                  <a:lnTo>
                    <a:pt x="210918" y="100966"/>
                  </a:lnTo>
                  <a:lnTo>
                    <a:pt x="211586" y="125499"/>
                  </a:lnTo>
                  <a:lnTo>
                    <a:pt x="212254" y="171849"/>
                  </a:lnTo>
                  <a:lnTo>
                    <a:pt x="212922" y="191393"/>
                  </a:lnTo>
                  <a:lnTo>
                    <a:pt x="213590" y="196375"/>
                  </a:lnTo>
                  <a:lnTo>
                    <a:pt x="214258" y="197377"/>
                  </a:lnTo>
                  <a:lnTo>
                    <a:pt x="214926" y="235597"/>
                  </a:lnTo>
                  <a:lnTo>
                    <a:pt x="215594" y="243636"/>
                  </a:lnTo>
                  <a:lnTo>
                    <a:pt x="216262" y="246881"/>
                  </a:lnTo>
                  <a:lnTo>
                    <a:pt x="216930" y="271205"/>
                  </a:lnTo>
                  <a:lnTo>
                    <a:pt x="217598" y="326566"/>
                  </a:lnTo>
                  <a:lnTo>
                    <a:pt x="218266" y="386616"/>
                  </a:lnTo>
                  <a:lnTo>
                    <a:pt x="218934" y="374536"/>
                  </a:lnTo>
                  <a:lnTo>
                    <a:pt x="219602" y="339003"/>
                  </a:lnTo>
                  <a:lnTo>
                    <a:pt x="220270" y="297099"/>
                  </a:lnTo>
                  <a:lnTo>
                    <a:pt x="220938" y="414960"/>
                  </a:lnTo>
                  <a:lnTo>
                    <a:pt x="221606" y="446598"/>
                  </a:lnTo>
                  <a:lnTo>
                    <a:pt x="222274" y="457508"/>
                  </a:lnTo>
                  <a:lnTo>
                    <a:pt x="222942" y="474882"/>
                  </a:lnTo>
                  <a:lnTo>
                    <a:pt x="223610" y="502771"/>
                  </a:lnTo>
                  <a:lnTo>
                    <a:pt x="224278" y="523919"/>
                  </a:lnTo>
                  <a:lnTo>
                    <a:pt x="224946" y="508141"/>
                  </a:lnTo>
                  <a:lnTo>
                    <a:pt x="225615" y="506944"/>
                  </a:lnTo>
                  <a:lnTo>
                    <a:pt x="226283" y="543899"/>
                  </a:lnTo>
                  <a:lnTo>
                    <a:pt x="226951" y="588597"/>
                  </a:lnTo>
                  <a:lnTo>
                    <a:pt x="227619" y="571791"/>
                  </a:lnTo>
                  <a:lnTo>
                    <a:pt x="228287" y="547717"/>
                  </a:lnTo>
                  <a:lnTo>
                    <a:pt x="228955" y="538844"/>
                  </a:lnTo>
                  <a:lnTo>
                    <a:pt x="229623" y="595447"/>
                  </a:lnTo>
                  <a:lnTo>
                    <a:pt x="230291" y="660724"/>
                  </a:lnTo>
                  <a:lnTo>
                    <a:pt x="230959" y="707402"/>
                  </a:lnTo>
                  <a:lnTo>
                    <a:pt x="231627" y="666110"/>
                  </a:lnTo>
                  <a:lnTo>
                    <a:pt x="232295" y="499951"/>
                  </a:lnTo>
                  <a:lnTo>
                    <a:pt x="232963" y="502392"/>
                  </a:lnTo>
                  <a:lnTo>
                    <a:pt x="233631" y="450029"/>
                  </a:lnTo>
                  <a:lnTo>
                    <a:pt x="234299" y="587771"/>
                  </a:lnTo>
                  <a:lnTo>
                    <a:pt x="234967" y="632921"/>
                  </a:lnTo>
                  <a:lnTo>
                    <a:pt x="235635" y="709179"/>
                  </a:lnTo>
                  <a:lnTo>
                    <a:pt x="236303" y="687269"/>
                  </a:lnTo>
                  <a:lnTo>
                    <a:pt x="236971" y="805493"/>
                  </a:lnTo>
                  <a:lnTo>
                    <a:pt x="237639" y="818563"/>
                  </a:lnTo>
                  <a:lnTo>
                    <a:pt x="238307" y="822487"/>
                  </a:lnTo>
                  <a:lnTo>
                    <a:pt x="238975" y="867306"/>
                  </a:lnTo>
                  <a:lnTo>
                    <a:pt x="239643" y="784499"/>
                  </a:lnTo>
                  <a:lnTo>
                    <a:pt x="240311" y="755594"/>
                  </a:lnTo>
                  <a:lnTo>
                    <a:pt x="240979" y="752561"/>
                  </a:lnTo>
                  <a:lnTo>
                    <a:pt x="241647" y="760477"/>
                  </a:lnTo>
                  <a:lnTo>
                    <a:pt x="242315" y="786116"/>
                  </a:lnTo>
                  <a:lnTo>
                    <a:pt x="242983" y="775357"/>
                  </a:lnTo>
                  <a:lnTo>
                    <a:pt x="243651" y="815519"/>
                  </a:lnTo>
                  <a:lnTo>
                    <a:pt x="244319" y="868020"/>
                  </a:lnTo>
                  <a:lnTo>
                    <a:pt x="244987" y="870168"/>
                  </a:lnTo>
                  <a:lnTo>
                    <a:pt x="245655" y="714934"/>
                  </a:lnTo>
                  <a:lnTo>
                    <a:pt x="246323" y="738694"/>
                  </a:lnTo>
                  <a:lnTo>
                    <a:pt x="246991" y="701014"/>
                  </a:lnTo>
                  <a:lnTo>
                    <a:pt x="247659" y="523305"/>
                  </a:lnTo>
                  <a:lnTo>
                    <a:pt x="248327" y="509523"/>
                  </a:lnTo>
                  <a:lnTo>
                    <a:pt x="248995" y="543222"/>
                  </a:lnTo>
                  <a:lnTo>
                    <a:pt x="249663" y="583494"/>
                  </a:lnTo>
                  <a:lnTo>
                    <a:pt x="250332" y="400318"/>
                  </a:lnTo>
                  <a:lnTo>
                    <a:pt x="251000" y="399626"/>
                  </a:lnTo>
                  <a:lnTo>
                    <a:pt x="251668" y="377868"/>
                  </a:lnTo>
                  <a:lnTo>
                    <a:pt x="252336" y="319220"/>
                  </a:lnTo>
                  <a:lnTo>
                    <a:pt x="253004" y="303001"/>
                  </a:lnTo>
                  <a:lnTo>
                    <a:pt x="253672" y="272898"/>
                  </a:lnTo>
                  <a:lnTo>
                    <a:pt x="254340" y="225559"/>
                  </a:lnTo>
                  <a:lnTo>
                    <a:pt x="255008" y="200894"/>
                  </a:lnTo>
                  <a:lnTo>
                    <a:pt x="255676" y="223988"/>
                  </a:lnTo>
                  <a:lnTo>
                    <a:pt x="256344" y="212591"/>
                  </a:lnTo>
                  <a:lnTo>
                    <a:pt x="257012" y="258373"/>
                  </a:lnTo>
                  <a:lnTo>
                    <a:pt x="257680" y="264477"/>
                  </a:lnTo>
                  <a:lnTo>
                    <a:pt x="258348" y="199384"/>
                  </a:lnTo>
                  <a:lnTo>
                    <a:pt x="259016" y="121491"/>
                  </a:lnTo>
                  <a:lnTo>
                    <a:pt x="259684" y="65067"/>
                  </a:lnTo>
                  <a:lnTo>
                    <a:pt x="260352" y="47465"/>
                  </a:lnTo>
                  <a:lnTo>
                    <a:pt x="261020" y="27281"/>
                  </a:lnTo>
                  <a:lnTo>
                    <a:pt x="261688" y="21199"/>
                  </a:lnTo>
                  <a:lnTo>
                    <a:pt x="262356" y="14053"/>
                  </a:lnTo>
                  <a:lnTo>
                    <a:pt x="263024" y="0"/>
                  </a:lnTo>
                  <a:lnTo>
                    <a:pt x="263024" y="0"/>
                  </a:lnTo>
                  <a:lnTo>
                    <a:pt x="263692" y="6987"/>
                  </a:lnTo>
                  <a:lnTo>
                    <a:pt x="264360" y="210703"/>
                  </a:lnTo>
                  <a:lnTo>
                    <a:pt x="265028" y="217894"/>
                  </a:lnTo>
                  <a:lnTo>
                    <a:pt x="265696" y="433185"/>
                  </a:lnTo>
                  <a:lnTo>
                    <a:pt x="266364" y="423615"/>
                  </a:lnTo>
                  <a:lnTo>
                    <a:pt x="267032" y="365840"/>
                  </a:lnTo>
                  <a:lnTo>
                    <a:pt x="267700" y="328454"/>
                  </a:lnTo>
                  <a:lnTo>
                    <a:pt x="268368" y="344340"/>
                  </a:lnTo>
                  <a:lnTo>
                    <a:pt x="269036" y="384394"/>
                  </a:lnTo>
                  <a:lnTo>
                    <a:pt x="269704" y="395933"/>
                  </a:lnTo>
                  <a:lnTo>
                    <a:pt x="270372" y="397648"/>
                  </a:lnTo>
                  <a:lnTo>
                    <a:pt x="271040" y="404903"/>
                  </a:lnTo>
                  <a:lnTo>
                    <a:pt x="271708" y="402821"/>
                  </a:lnTo>
                  <a:lnTo>
                    <a:pt x="272376" y="411540"/>
                  </a:lnTo>
                  <a:lnTo>
                    <a:pt x="273044" y="421450"/>
                  </a:lnTo>
                  <a:lnTo>
                    <a:pt x="273712" y="412946"/>
                  </a:lnTo>
                  <a:lnTo>
                    <a:pt x="274380" y="307566"/>
                  </a:lnTo>
                  <a:lnTo>
                    <a:pt x="275049" y="325701"/>
                  </a:lnTo>
                  <a:lnTo>
                    <a:pt x="275717" y="182818"/>
                  </a:lnTo>
                  <a:lnTo>
                    <a:pt x="276385" y="140035"/>
                  </a:lnTo>
                  <a:lnTo>
                    <a:pt x="277053" y="5878"/>
                  </a:lnTo>
                  <a:lnTo>
                    <a:pt x="277721" y="210790"/>
                  </a:lnTo>
                  <a:lnTo>
                    <a:pt x="278389" y="265155"/>
                  </a:lnTo>
                  <a:lnTo>
                    <a:pt x="279057" y="238093"/>
                  </a:lnTo>
                  <a:lnTo>
                    <a:pt x="279725" y="225864"/>
                  </a:lnTo>
                  <a:lnTo>
                    <a:pt x="280393" y="219404"/>
                  </a:lnTo>
                  <a:lnTo>
                    <a:pt x="281061" y="218649"/>
                  </a:lnTo>
                  <a:lnTo>
                    <a:pt x="281729" y="235099"/>
                  </a:lnTo>
                  <a:lnTo>
                    <a:pt x="282397" y="262029"/>
                  </a:lnTo>
                  <a:lnTo>
                    <a:pt x="283065" y="242901"/>
                  </a:lnTo>
                  <a:lnTo>
                    <a:pt x="283733" y="237041"/>
                  </a:lnTo>
                  <a:lnTo>
                    <a:pt x="284401" y="239378"/>
                  </a:lnTo>
                  <a:lnTo>
                    <a:pt x="285069" y="223957"/>
                  </a:lnTo>
                  <a:lnTo>
                    <a:pt x="285737" y="219404"/>
                  </a:lnTo>
                  <a:lnTo>
                    <a:pt x="286405" y="243293"/>
                  </a:lnTo>
                  <a:lnTo>
                    <a:pt x="287073" y="256390"/>
                  </a:lnTo>
                  <a:lnTo>
                    <a:pt x="287741" y="266833"/>
                  </a:lnTo>
                  <a:lnTo>
                    <a:pt x="288409" y="242119"/>
                  </a:lnTo>
                  <a:lnTo>
                    <a:pt x="289077" y="294603"/>
                  </a:lnTo>
                  <a:lnTo>
                    <a:pt x="289745" y="237730"/>
                  </a:lnTo>
                  <a:lnTo>
                    <a:pt x="290413" y="282008"/>
                  </a:lnTo>
                  <a:lnTo>
                    <a:pt x="291081" y="292416"/>
                  </a:lnTo>
                  <a:lnTo>
                    <a:pt x="291749" y="301224"/>
                  </a:lnTo>
                  <a:lnTo>
                    <a:pt x="292417" y="277437"/>
                  </a:lnTo>
                  <a:lnTo>
                    <a:pt x="293085" y="332754"/>
                  </a:lnTo>
                  <a:lnTo>
                    <a:pt x="293753" y="392745"/>
                  </a:lnTo>
                  <a:lnTo>
                    <a:pt x="294421" y="418590"/>
                  </a:lnTo>
                  <a:lnTo>
                    <a:pt x="295089" y="379876"/>
                  </a:lnTo>
                  <a:lnTo>
                    <a:pt x="295757" y="376533"/>
                  </a:lnTo>
                  <a:lnTo>
                    <a:pt x="296425" y="435209"/>
                  </a:lnTo>
                  <a:lnTo>
                    <a:pt x="297093" y="462906"/>
                  </a:lnTo>
                  <a:lnTo>
                    <a:pt x="297761" y="433016"/>
                  </a:lnTo>
                  <a:lnTo>
                    <a:pt x="298429" y="465206"/>
                  </a:lnTo>
                  <a:lnTo>
                    <a:pt x="299097" y="441835"/>
                  </a:lnTo>
                  <a:lnTo>
                    <a:pt x="299766" y="403791"/>
                  </a:lnTo>
                  <a:lnTo>
                    <a:pt x="300434" y="408685"/>
                  </a:lnTo>
                  <a:lnTo>
                    <a:pt x="301102" y="420017"/>
                  </a:lnTo>
                  <a:lnTo>
                    <a:pt x="301770" y="429378"/>
                  </a:lnTo>
                  <a:lnTo>
                    <a:pt x="302438" y="479974"/>
                  </a:lnTo>
                  <a:lnTo>
                    <a:pt x="303106" y="456813"/>
                  </a:lnTo>
                  <a:lnTo>
                    <a:pt x="303774" y="436676"/>
                  </a:lnTo>
                  <a:lnTo>
                    <a:pt x="304442" y="462906"/>
                  </a:lnTo>
                  <a:lnTo>
                    <a:pt x="305110" y="674904"/>
                  </a:lnTo>
                  <a:lnTo>
                    <a:pt x="305778" y="695457"/>
                  </a:lnTo>
                  <a:lnTo>
                    <a:pt x="306446" y="657505"/>
                  </a:lnTo>
                  <a:lnTo>
                    <a:pt x="307114" y="617296"/>
                  </a:lnTo>
                  <a:lnTo>
                    <a:pt x="307782" y="653127"/>
                  </a:lnTo>
                  <a:lnTo>
                    <a:pt x="308450" y="794226"/>
                  </a:lnTo>
                  <a:lnTo>
                    <a:pt x="309118" y="761591"/>
                  </a:lnTo>
                  <a:lnTo>
                    <a:pt x="309786" y="703585"/>
                  </a:lnTo>
                  <a:lnTo>
                    <a:pt x="310454" y="691463"/>
                  </a:lnTo>
                  <a:lnTo>
                    <a:pt x="311122" y="699732"/>
                  </a:lnTo>
                  <a:lnTo>
                    <a:pt x="311790" y="672175"/>
                  </a:lnTo>
                  <a:lnTo>
                    <a:pt x="312458" y="616890"/>
                  </a:lnTo>
                  <a:lnTo>
                    <a:pt x="313126" y="726009"/>
                  </a:lnTo>
                  <a:lnTo>
                    <a:pt x="313794" y="704170"/>
                  </a:lnTo>
                  <a:lnTo>
                    <a:pt x="314462" y="662017"/>
                  </a:lnTo>
                  <a:lnTo>
                    <a:pt x="315130" y="661493"/>
                  </a:lnTo>
                  <a:lnTo>
                    <a:pt x="315798" y="651927"/>
                  </a:lnTo>
                  <a:lnTo>
                    <a:pt x="316466" y="606524"/>
                  </a:lnTo>
                  <a:lnTo>
                    <a:pt x="317134" y="593936"/>
                  </a:lnTo>
                  <a:lnTo>
                    <a:pt x="317802" y="467673"/>
                  </a:lnTo>
                  <a:lnTo>
                    <a:pt x="318470" y="487271"/>
                  </a:lnTo>
                  <a:lnTo>
                    <a:pt x="319138" y="524389"/>
                  </a:lnTo>
                  <a:lnTo>
                    <a:pt x="319806" y="569539"/>
                  </a:lnTo>
                  <a:lnTo>
                    <a:pt x="320474" y="554633"/>
                  </a:lnTo>
                  <a:lnTo>
                    <a:pt x="321142" y="536115"/>
                  </a:lnTo>
                  <a:lnTo>
                    <a:pt x="321810" y="525843"/>
                  </a:lnTo>
                  <a:lnTo>
                    <a:pt x="322478" y="362307"/>
                  </a:lnTo>
                  <a:lnTo>
                    <a:pt x="323146" y="320762"/>
                  </a:lnTo>
                  <a:lnTo>
                    <a:pt x="323815" y="276079"/>
                  </a:lnTo>
                  <a:lnTo>
                    <a:pt x="324483" y="112238"/>
                  </a:lnTo>
                  <a:lnTo>
                    <a:pt x="325151" y="110927"/>
                  </a:lnTo>
                  <a:lnTo>
                    <a:pt x="325819" y="96685"/>
                  </a:lnTo>
                  <a:lnTo>
                    <a:pt x="326487" y="94130"/>
                  </a:lnTo>
                  <a:lnTo>
                    <a:pt x="327155" y="116187"/>
                  </a:lnTo>
                  <a:lnTo>
                    <a:pt x="327823" y="259977"/>
                  </a:lnTo>
                  <a:lnTo>
                    <a:pt x="328491" y="241312"/>
                  </a:lnTo>
                  <a:lnTo>
                    <a:pt x="329159" y="226247"/>
                  </a:lnTo>
                  <a:lnTo>
                    <a:pt x="329827" y="337275"/>
                  </a:lnTo>
                  <a:lnTo>
                    <a:pt x="330495" y="365356"/>
                  </a:lnTo>
                  <a:lnTo>
                    <a:pt x="331163" y="316284"/>
                  </a:lnTo>
                  <a:lnTo>
                    <a:pt x="331831" y="291160"/>
                  </a:lnTo>
                  <a:lnTo>
                    <a:pt x="332499" y="291497"/>
                  </a:lnTo>
                  <a:lnTo>
                    <a:pt x="333167" y="282782"/>
                  </a:lnTo>
                  <a:lnTo>
                    <a:pt x="333835" y="303424"/>
                  </a:lnTo>
                  <a:lnTo>
                    <a:pt x="334503" y="405244"/>
                  </a:lnTo>
                  <a:lnTo>
                    <a:pt x="335171" y="397099"/>
                  </a:lnTo>
                  <a:lnTo>
                    <a:pt x="335839" y="410837"/>
                  </a:lnTo>
                  <a:lnTo>
                    <a:pt x="336507" y="429348"/>
                  </a:lnTo>
                  <a:lnTo>
                    <a:pt x="337175" y="416475"/>
                  </a:lnTo>
                  <a:lnTo>
                    <a:pt x="337843" y="448368"/>
                  </a:lnTo>
                  <a:lnTo>
                    <a:pt x="338511" y="468446"/>
                  </a:lnTo>
                  <a:lnTo>
                    <a:pt x="339179" y="346130"/>
                  </a:lnTo>
                  <a:lnTo>
                    <a:pt x="339847" y="355667"/>
                  </a:lnTo>
                  <a:lnTo>
                    <a:pt x="340515" y="341766"/>
                  </a:lnTo>
                  <a:lnTo>
                    <a:pt x="341183" y="283014"/>
                  </a:lnTo>
                  <a:lnTo>
                    <a:pt x="341851" y="350080"/>
                  </a:lnTo>
                  <a:lnTo>
                    <a:pt x="342519" y="386018"/>
                  </a:lnTo>
                  <a:lnTo>
                    <a:pt x="343187" y="442759"/>
                  </a:lnTo>
                  <a:lnTo>
                    <a:pt x="343855" y="469225"/>
                  </a:lnTo>
                  <a:lnTo>
                    <a:pt x="344523" y="508920"/>
                  </a:lnTo>
                  <a:lnTo>
                    <a:pt x="345191" y="520350"/>
                  </a:lnTo>
                  <a:lnTo>
                    <a:pt x="345859" y="526248"/>
                  </a:lnTo>
                  <a:lnTo>
                    <a:pt x="346527" y="586468"/>
                  </a:lnTo>
                  <a:lnTo>
                    <a:pt x="347195" y="784181"/>
                  </a:lnTo>
                  <a:lnTo>
                    <a:pt x="347863" y="833391"/>
                  </a:lnTo>
                  <a:lnTo>
                    <a:pt x="348532" y="877601"/>
                  </a:lnTo>
                  <a:lnTo>
                    <a:pt x="349200" y="988283"/>
                  </a:lnTo>
                  <a:lnTo>
                    <a:pt x="349868" y="1144731"/>
                  </a:lnTo>
                  <a:lnTo>
                    <a:pt x="350536" y="1193238"/>
                  </a:lnTo>
                  <a:lnTo>
                    <a:pt x="351204" y="1220229"/>
                  </a:lnTo>
                  <a:lnTo>
                    <a:pt x="351872" y="1224001"/>
                  </a:lnTo>
                  <a:lnTo>
                    <a:pt x="352540" y="1199259"/>
                  </a:lnTo>
                  <a:lnTo>
                    <a:pt x="353208" y="1159808"/>
                  </a:lnTo>
                  <a:lnTo>
                    <a:pt x="353876" y="1169146"/>
                  </a:lnTo>
                  <a:lnTo>
                    <a:pt x="354544" y="1111868"/>
                  </a:lnTo>
                  <a:lnTo>
                    <a:pt x="355212" y="1119426"/>
                  </a:lnTo>
                  <a:lnTo>
                    <a:pt x="355880" y="1170829"/>
                  </a:lnTo>
                  <a:lnTo>
                    <a:pt x="356548" y="1157077"/>
                  </a:lnTo>
                  <a:lnTo>
                    <a:pt x="357216" y="989111"/>
                  </a:lnTo>
                  <a:lnTo>
                    <a:pt x="357884" y="950464"/>
                  </a:lnTo>
                  <a:lnTo>
                    <a:pt x="358552" y="821977"/>
                  </a:lnTo>
                  <a:lnTo>
                    <a:pt x="359220" y="830939"/>
                  </a:lnTo>
                  <a:lnTo>
                    <a:pt x="359888" y="788295"/>
                  </a:lnTo>
                  <a:lnTo>
                    <a:pt x="360556" y="743116"/>
                  </a:lnTo>
                  <a:lnTo>
                    <a:pt x="361224" y="875167"/>
                  </a:lnTo>
                  <a:lnTo>
                    <a:pt x="361892" y="830750"/>
                  </a:lnTo>
                  <a:lnTo>
                    <a:pt x="362560" y="688866"/>
                  </a:lnTo>
                  <a:lnTo>
                    <a:pt x="363228" y="664558"/>
                  </a:lnTo>
                  <a:lnTo>
                    <a:pt x="363896" y="769412"/>
                  </a:lnTo>
                  <a:lnTo>
                    <a:pt x="364564" y="866592"/>
                  </a:lnTo>
                  <a:lnTo>
                    <a:pt x="365232" y="776613"/>
                  </a:lnTo>
                  <a:lnTo>
                    <a:pt x="365900" y="746978"/>
                  </a:lnTo>
                  <a:lnTo>
                    <a:pt x="366568" y="719801"/>
                  </a:lnTo>
                  <a:lnTo>
                    <a:pt x="367236" y="721891"/>
                  </a:lnTo>
                  <a:lnTo>
                    <a:pt x="367904" y="700798"/>
                  </a:lnTo>
                  <a:lnTo>
                    <a:pt x="368572" y="679413"/>
                  </a:lnTo>
                  <a:lnTo>
                    <a:pt x="369240" y="673088"/>
                  </a:lnTo>
                  <a:lnTo>
                    <a:pt x="369908" y="679413"/>
                  </a:lnTo>
                  <a:lnTo>
                    <a:pt x="370576" y="622447"/>
                  </a:lnTo>
                  <a:lnTo>
                    <a:pt x="371244" y="622939"/>
                  </a:lnTo>
                  <a:lnTo>
                    <a:pt x="371912" y="620974"/>
                  </a:lnTo>
                  <a:lnTo>
                    <a:pt x="372580" y="611724"/>
                  </a:lnTo>
                  <a:lnTo>
                    <a:pt x="373249" y="685307"/>
                  </a:lnTo>
                  <a:lnTo>
                    <a:pt x="373917" y="639389"/>
                  </a:lnTo>
                  <a:lnTo>
                    <a:pt x="374585" y="628871"/>
                  </a:lnTo>
                  <a:lnTo>
                    <a:pt x="375253" y="673037"/>
                  </a:lnTo>
                  <a:lnTo>
                    <a:pt x="375921" y="615756"/>
                  </a:lnTo>
                  <a:lnTo>
                    <a:pt x="376589" y="628339"/>
                  </a:lnTo>
                  <a:lnTo>
                    <a:pt x="377257" y="624882"/>
                  </a:lnTo>
                  <a:lnTo>
                    <a:pt x="377925" y="605089"/>
                  </a:lnTo>
                  <a:lnTo>
                    <a:pt x="378593" y="591869"/>
                  </a:lnTo>
                  <a:lnTo>
                    <a:pt x="379261" y="552779"/>
                  </a:lnTo>
                  <a:lnTo>
                    <a:pt x="379929" y="564670"/>
                  </a:lnTo>
                  <a:lnTo>
                    <a:pt x="380597" y="644878"/>
                  </a:lnTo>
                  <a:lnTo>
                    <a:pt x="381265" y="634452"/>
                  </a:lnTo>
                  <a:lnTo>
                    <a:pt x="381933" y="591747"/>
                  </a:lnTo>
                  <a:lnTo>
                    <a:pt x="382601" y="588879"/>
                  </a:lnTo>
                  <a:lnTo>
                    <a:pt x="383269" y="471260"/>
                  </a:lnTo>
                  <a:lnTo>
                    <a:pt x="383937" y="443983"/>
                  </a:lnTo>
                  <a:lnTo>
                    <a:pt x="384605" y="437310"/>
                  </a:lnTo>
                  <a:lnTo>
                    <a:pt x="385273" y="436468"/>
                  </a:lnTo>
                  <a:lnTo>
                    <a:pt x="385941" y="443661"/>
                  </a:lnTo>
                  <a:lnTo>
                    <a:pt x="386609" y="465307"/>
                  </a:lnTo>
                  <a:lnTo>
                    <a:pt x="387277" y="448359"/>
                  </a:lnTo>
                  <a:lnTo>
                    <a:pt x="387945" y="315210"/>
                  </a:lnTo>
                  <a:lnTo>
                    <a:pt x="388613" y="315651"/>
                  </a:lnTo>
                  <a:lnTo>
                    <a:pt x="389281" y="299550"/>
                  </a:lnTo>
                  <a:lnTo>
                    <a:pt x="389949" y="253589"/>
                  </a:lnTo>
                  <a:lnTo>
                    <a:pt x="390617" y="229696"/>
                  </a:lnTo>
                  <a:lnTo>
                    <a:pt x="391285" y="188786"/>
                  </a:lnTo>
                  <a:lnTo>
                    <a:pt x="391953" y="311702"/>
                  </a:lnTo>
                  <a:lnTo>
                    <a:pt x="392621" y="352347"/>
                  </a:lnTo>
                  <a:lnTo>
                    <a:pt x="393289" y="370636"/>
                  </a:lnTo>
                  <a:lnTo>
                    <a:pt x="393957" y="401692"/>
                  </a:lnTo>
                  <a:lnTo>
                    <a:pt x="394625" y="440689"/>
                  </a:lnTo>
                  <a:lnTo>
                    <a:pt x="395293" y="446572"/>
                  </a:lnTo>
                  <a:lnTo>
                    <a:pt x="395961" y="434159"/>
                  </a:lnTo>
                  <a:lnTo>
                    <a:pt x="396629" y="399934"/>
                  </a:lnTo>
                  <a:lnTo>
                    <a:pt x="397297" y="385652"/>
                  </a:lnTo>
                  <a:lnTo>
                    <a:pt x="397966" y="417019"/>
                  </a:lnTo>
                  <a:lnTo>
                    <a:pt x="398634" y="452653"/>
                  </a:lnTo>
                  <a:lnTo>
                    <a:pt x="399302" y="500248"/>
                  </a:lnTo>
                  <a:lnTo>
                    <a:pt x="399970" y="563328"/>
                  </a:lnTo>
                  <a:lnTo>
                    <a:pt x="400638" y="645191"/>
                  </a:lnTo>
                  <a:lnTo>
                    <a:pt x="401306" y="665471"/>
                  </a:lnTo>
                  <a:lnTo>
                    <a:pt x="401974" y="526664"/>
                  </a:lnTo>
                  <a:lnTo>
                    <a:pt x="402642" y="468813"/>
                  </a:lnTo>
                  <a:lnTo>
                    <a:pt x="403310" y="437155"/>
                  </a:lnTo>
                  <a:lnTo>
                    <a:pt x="403978" y="416015"/>
                  </a:lnTo>
                  <a:lnTo>
                    <a:pt x="404646" y="377639"/>
                  </a:lnTo>
                  <a:lnTo>
                    <a:pt x="405314" y="194876"/>
                  </a:lnTo>
                  <a:lnTo>
                    <a:pt x="405982" y="211565"/>
                  </a:lnTo>
                  <a:lnTo>
                    <a:pt x="406650" y="268393"/>
                  </a:lnTo>
                  <a:lnTo>
                    <a:pt x="407318" y="266712"/>
                  </a:lnTo>
                  <a:lnTo>
                    <a:pt x="407986" y="222422"/>
                  </a:lnTo>
                  <a:lnTo>
                    <a:pt x="408654" y="171368"/>
                  </a:lnTo>
                  <a:lnTo>
                    <a:pt x="409322" y="123715"/>
                  </a:lnTo>
                  <a:lnTo>
                    <a:pt x="409990" y="111800"/>
                  </a:lnTo>
                  <a:lnTo>
                    <a:pt x="410658" y="111363"/>
                  </a:lnTo>
                  <a:lnTo>
                    <a:pt x="411326" y="138136"/>
                  </a:lnTo>
                  <a:lnTo>
                    <a:pt x="411994" y="168969"/>
                  </a:lnTo>
                  <a:lnTo>
                    <a:pt x="412662" y="199887"/>
                  </a:lnTo>
                  <a:lnTo>
                    <a:pt x="413330" y="208498"/>
                  </a:lnTo>
                  <a:lnTo>
                    <a:pt x="413998" y="210030"/>
                  </a:lnTo>
                  <a:lnTo>
                    <a:pt x="414666" y="170887"/>
                  </a:lnTo>
                  <a:lnTo>
                    <a:pt x="415334" y="179593"/>
                  </a:lnTo>
                  <a:lnTo>
                    <a:pt x="416002" y="179593"/>
                  </a:lnTo>
                  <a:lnTo>
                    <a:pt x="416670" y="151497"/>
                  </a:lnTo>
                  <a:lnTo>
                    <a:pt x="417338" y="193381"/>
                  </a:lnTo>
                  <a:lnTo>
                    <a:pt x="418006" y="254519"/>
                  </a:lnTo>
                  <a:lnTo>
                    <a:pt x="418674" y="283156"/>
                  </a:lnTo>
                  <a:lnTo>
                    <a:pt x="419342" y="323495"/>
                  </a:lnTo>
                  <a:lnTo>
                    <a:pt x="420010" y="324108"/>
                  </a:lnTo>
                  <a:lnTo>
                    <a:pt x="420678" y="265035"/>
                  </a:lnTo>
                  <a:lnTo>
                    <a:pt x="421346" y="248510"/>
                  </a:lnTo>
                  <a:lnTo>
                    <a:pt x="422015" y="240945"/>
                  </a:lnTo>
                  <a:lnTo>
                    <a:pt x="422683" y="267832"/>
                  </a:lnTo>
                  <a:lnTo>
                    <a:pt x="423351" y="308959"/>
                  </a:lnTo>
                  <a:lnTo>
                    <a:pt x="424019" y="327799"/>
                  </a:lnTo>
                  <a:lnTo>
                    <a:pt x="424687" y="403094"/>
                  </a:lnTo>
                  <a:lnTo>
                    <a:pt x="425355" y="573510"/>
                  </a:lnTo>
                  <a:lnTo>
                    <a:pt x="426023" y="632168"/>
                  </a:lnTo>
                  <a:lnTo>
                    <a:pt x="426691" y="681463"/>
                  </a:lnTo>
                  <a:lnTo>
                    <a:pt x="427359" y="636729"/>
                  </a:lnTo>
                  <a:lnTo>
                    <a:pt x="428027" y="628688"/>
                  </a:lnTo>
                  <a:lnTo>
                    <a:pt x="428695" y="617173"/>
                  </a:lnTo>
                  <a:lnTo>
                    <a:pt x="429363" y="778784"/>
                  </a:lnTo>
                  <a:lnTo>
                    <a:pt x="430031" y="802469"/>
                  </a:lnTo>
                  <a:lnTo>
                    <a:pt x="430699" y="880186"/>
                  </a:lnTo>
                  <a:lnTo>
                    <a:pt x="431367" y="949498"/>
                  </a:lnTo>
                  <a:lnTo>
                    <a:pt x="432035" y="981142"/>
                  </a:lnTo>
                  <a:lnTo>
                    <a:pt x="432703" y="950463"/>
                  </a:lnTo>
                  <a:lnTo>
                    <a:pt x="433371" y="866522"/>
                  </a:lnTo>
                  <a:lnTo>
                    <a:pt x="434039" y="820130"/>
                  </a:lnTo>
                  <a:lnTo>
                    <a:pt x="434707" y="753225"/>
                  </a:lnTo>
                  <a:lnTo>
                    <a:pt x="435375" y="746233"/>
                  </a:lnTo>
                  <a:lnTo>
                    <a:pt x="436043" y="722552"/>
                  </a:lnTo>
                  <a:lnTo>
                    <a:pt x="436711" y="721888"/>
                  </a:lnTo>
                  <a:lnTo>
                    <a:pt x="437379" y="639678"/>
                  </a:lnTo>
                  <a:lnTo>
                    <a:pt x="438047" y="658436"/>
                  </a:lnTo>
                  <a:lnTo>
                    <a:pt x="438715" y="688641"/>
                  </a:lnTo>
                  <a:lnTo>
                    <a:pt x="439383" y="694625"/>
                  </a:lnTo>
                  <a:lnTo>
                    <a:pt x="440051" y="658222"/>
                  </a:lnTo>
                  <a:lnTo>
                    <a:pt x="440719" y="472158"/>
                  </a:lnTo>
                  <a:lnTo>
                    <a:pt x="441387" y="438882"/>
                  </a:lnTo>
                  <a:lnTo>
                    <a:pt x="442055" y="441835"/>
                  </a:lnTo>
                  <a:lnTo>
                    <a:pt x="442723" y="484711"/>
                  </a:lnTo>
                  <a:lnTo>
                    <a:pt x="443391" y="563113"/>
                  </a:lnTo>
                  <a:lnTo>
                    <a:pt x="444059" y="646556"/>
                  </a:lnTo>
                  <a:lnTo>
                    <a:pt x="444727" y="727478"/>
                  </a:lnTo>
                  <a:lnTo>
                    <a:pt x="445395" y="815025"/>
                  </a:lnTo>
                  <a:lnTo>
                    <a:pt x="446063" y="887513"/>
                  </a:lnTo>
                  <a:lnTo>
                    <a:pt x="446732" y="893569"/>
                  </a:lnTo>
                  <a:lnTo>
                    <a:pt x="447400" y="845272"/>
                  </a:lnTo>
                  <a:lnTo>
                    <a:pt x="448068" y="788739"/>
                  </a:lnTo>
                  <a:lnTo>
                    <a:pt x="448736" y="799122"/>
                  </a:lnTo>
                  <a:lnTo>
                    <a:pt x="449404" y="813684"/>
                  </a:lnTo>
                  <a:lnTo>
                    <a:pt x="450072" y="863856"/>
                  </a:lnTo>
                  <a:lnTo>
                    <a:pt x="450740" y="937685"/>
                  </a:lnTo>
                  <a:lnTo>
                    <a:pt x="451408" y="985143"/>
                  </a:lnTo>
                  <a:lnTo>
                    <a:pt x="452076" y="835489"/>
                  </a:lnTo>
                  <a:lnTo>
                    <a:pt x="452744" y="753698"/>
                  </a:lnTo>
                  <a:lnTo>
                    <a:pt x="453412" y="677036"/>
                  </a:lnTo>
                  <a:lnTo>
                    <a:pt x="454080" y="621420"/>
                  </a:lnTo>
                  <a:lnTo>
                    <a:pt x="454748" y="614558"/>
                  </a:lnTo>
                  <a:lnTo>
                    <a:pt x="455416" y="585045"/>
                  </a:lnTo>
                  <a:lnTo>
                    <a:pt x="456084" y="561319"/>
                  </a:lnTo>
                  <a:lnTo>
                    <a:pt x="456752" y="567619"/>
                  </a:lnTo>
                  <a:lnTo>
                    <a:pt x="457420" y="573983"/>
                  </a:lnTo>
                  <a:lnTo>
                    <a:pt x="458088" y="575813"/>
                  </a:lnTo>
                  <a:lnTo>
                    <a:pt x="458756" y="574897"/>
                  </a:lnTo>
                  <a:lnTo>
                    <a:pt x="459424" y="574897"/>
                  </a:lnTo>
                  <a:lnTo>
                    <a:pt x="460092" y="591589"/>
                  </a:lnTo>
                  <a:lnTo>
                    <a:pt x="460760" y="598202"/>
                  </a:lnTo>
                  <a:lnTo>
                    <a:pt x="461428" y="605846"/>
                  </a:lnTo>
                  <a:lnTo>
                    <a:pt x="462096" y="856018"/>
                  </a:lnTo>
                  <a:lnTo>
                    <a:pt x="462764" y="945875"/>
                  </a:lnTo>
                  <a:lnTo>
                    <a:pt x="463432" y="970810"/>
                  </a:lnTo>
                  <a:lnTo>
                    <a:pt x="464100" y="1013608"/>
                  </a:lnTo>
                  <a:lnTo>
                    <a:pt x="464768" y="951066"/>
                  </a:lnTo>
                  <a:lnTo>
                    <a:pt x="465436" y="1055492"/>
                  </a:lnTo>
                  <a:lnTo>
                    <a:pt x="466104" y="1027874"/>
                  </a:lnTo>
                  <a:lnTo>
                    <a:pt x="466772" y="990338"/>
                  </a:lnTo>
                  <a:lnTo>
                    <a:pt x="467440" y="990338"/>
                  </a:lnTo>
                  <a:lnTo>
                    <a:pt x="468108" y="1040682"/>
                  </a:lnTo>
                  <a:lnTo>
                    <a:pt x="468776" y="1062240"/>
                  </a:lnTo>
                  <a:lnTo>
                    <a:pt x="469444" y="1044037"/>
                  </a:lnTo>
                  <a:lnTo>
                    <a:pt x="470112" y="990338"/>
                  </a:lnTo>
                  <a:lnTo>
                    <a:pt x="470780" y="927702"/>
                  </a:lnTo>
                  <a:lnTo>
                    <a:pt x="471449" y="863992"/>
                  </a:lnTo>
                  <a:lnTo>
                    <a:pt x="472117" y="818512"/>
                  </a:lnTo>
                  <a:lnTo>
                    <a:pt x="472785" y="771563"/>
                  </a:lnTo>
                  <a:lnTo>
                    <a:pt x="473453" y="651618"/>
                  </a:lnTo>
                  <a:lnTo>
                    <a:pt x="474121" y="669190"/>
                  </a:lnTo>
                  <a:lnTo>
                    <a:pt x="474789" y="738772"/>
                  </a:lnTo>
                  <a:lnTo>
                    <a:pt x="475457" y="754783"/>
                  </a:lnTo>
                  <a:lnTo>
                    <a:pt x="476125" y="797376"/>
                  </a:lnTo>
                  <a:lnTo>
                    <a:pt x="476793" y="651707"/>
                  </a:lnTo>
                  <a:lnTo>
                    <a:pt x="477461" y="679194"/>
                  </a:lnTo>
                  <a:lnTo>
                    <a:pt x="478129" y="641448"/>
                  </a:lnTo>
                  <a:lnTo>
                    <a:pt x="478797" y="590649"/>
                  </a:lnTo>
                  <a:lnTo>
                    <a:pt x="479465" y="593471"/>
                  </a:lnTo>
                  <a:lnTo>
                    <a:pt x="480133" y="609703"/>
                  </a:lnTo>
                  <a:lnTo>
                    <a:pt x="480801" y="630353"/>
                  </a:lnTo>
                  <a:lnTo>
                    <a:pt x="481469" y="687900"/>
                  </a:lnTo>
                  <a:lnTo>
                    <a:pt x="482137" y="784890"/>
                  </a:lnTo>
                  <a:lnTo>
                    <a:pt x="482805" y="871154"/>
                  </a:lnTo>
                  <a:lnTo>
                    <a:pt x="483473" y="872623"/>
                  </a:lnTo>
                  <a:lnTo>
                    <a:pt x="484141" y="769724"/>
                  </a:lnTo>
                  <a:lnTo>
                    <a:pt x="484809" y="671674"/>
                  </a:lnTo>
                  <a:lnTo>
                    <a:pt x="485477" y="592529"/>
                  </a:lnTo>
                  <a:lnTo>
                    <a:pt x="486145" y="539323"/>
                  </a:lnTo>
                  <a:lnTo>
                    <a:pt x="486813" y="501577"/>
                  </a:lnTo>
                  <a:lnTo>
                    <a:pt x="487481" y="615997"/>
                  </a:lnTo>
                  <a:lnTo>
                    <a:pt x="488149" y="615095"/>
                  </a:lnTo>
                  <a:lnTo>
                    <a:pt x="488817" y="639678"/>
                  </a:lnTo>
                  <a:lnTo>
                    <a:pt x="489485" y="626512"/>
                  </a:lnTo>
                  <a:lnTo>
                    <a:pt x="490153" y="614327"/>
                  </a:lnTo>
                  <a:lnTo>
                    <a:pt x="490821" y="614327"/>
                  </a:lnTo>
                  <a:lnTo>
                    <a:pt x="491489" y="610787"/>
                  </a:lnTo>
                  <a:lnTo>
                    <a:pt x="492157" y="570466"/>
                  </a:lnTo>
                  <a:lnTo>
                    <a:pt x="492825" y="556718"/>
                  </a:lnTo>
                  <a:lnTo>
                    <a:pt x="493493" y="549635"/>
                  </a:lnTo>
                  <a:lnTo>
                    <a:pt x="494161" y="558014"/>
                  </a:lnTo>
                  <a:lnTo>
                    <a:pt x="494829" y="583846"/>
                  </a:lnTo>
                  <a:lnTo>
                    <a:pt x="495498" y="660725"/>
                  </a:lnTo>
                  <a:lnTo>
                    <a:pt x="496166" y="712491"/>
                  </a:lnTo>
                  <a:lnTo>
                    <a:pt x="496834" y="742244"/>
                  </a:lnTo>
                  <a:lnTo>
                    <a:pt x="497502" y="779267"/>
                  </a:lnTo>
                  <a:lnTo>
                    <a:pt x="498170" y="829527"/>
                  </a:lnTo>
                  <a:lnTo>
                    <a:pt x="498838" y="680276"/>
                  </a:lnTo>
                  <a:lnTo>
                    <a:pt x="499506" y="730990"/>
                  </a:lnTo>
                  <a:lnTo>
                    <a:pt x="500174" y="783612"/>
                  </a:lnTo>
                  <a:lnTo>
                    <a:pt x="500842" y="804378"/>
                  </a:lnTo>
                  <a:lnTo>
                    <a:pt x="501510" y="858079"/>
                  </a:lnTo>
                  <a:lnTo>
                    <a:pt x="502178" y="955903"/>
                  </a:lnTo>
                  <a:lnTo>
                    <a:pt x="502846" y="966068"/>
                  </a:lnTo>
                  <a:lnTo>
                    <a:pt x="503514" y="893569"/>
                  </a:lnTo>
                  <a:lnTo>
                    <a:pt x="504182" y="1117944"/>
                  </a:lnTo>
                  <a:lnTo>
                    <a:pt x="504850" y="1182888"/>
                  </a:lnTo>
                  <a:lnTo>
                    <a:pt x="505518" y="1193853"/>
                  </a:lnTo>
                  <a:lnTo>
                    <a:pt x="506186" y="1209119"/>
                  </a:lnTo>
                  <a:lnTo>
                    <a:pt x="506854" y="1231263"/>
                  </a:lnTo>
                  <a:lnTo>
                    <a:pt x="507522" y="1227475"/>
                  </a:lnTo>
                  <a:lnTo>
                    <a:pt x="508190" y="1162945"/>
                  </a:lnTo>
                  <a:lnTo>
                    <a:pt x="508858" y="1196243"/>
                  </a:lnTo>
                  <a:lnTo>
                    <a:pt x="509526" y="1080844"/>
                  </a:lnTo>
                  <a:lnTo>
                    <a:pt x="510194" y="1078497"/>
                  </a:lnTo>
                  <a:lnTo>
                    <a:pt x="510862" y="1069204"/>
                  </a:lnTo>
                  <a:lnTo>
                    <a:pt x="511530" y="1065712"/>
                  </a:lnTo>
                  <a:lnTo>
                    <a:pt x="512198" y="1027439"/>
                  </a:lnTo>
                  <a:lnTo>
                    <a:pt x="512866" y="1034025"/>
                  </a:lnTo>
                  <a:lnTo>
                    <a:pt x="513534" y="1088164"/>
                  </a:lnTo>
                  <a:lnTo>
                    <a:pt x="514202" y="1098738"/>
                  </a:lnTo>
                  <a:lnTo>
                    <a:pt x="514870" y="1096322"/>
                  </a:lnTo>
                  <a:lnTo>
                    <a:pt x="515538" y="1096322"/>
                  </a:lnTo>
                  <a:lnTo>
                    <a:pt x="516206" y="1052567"/>
                  </a:lnTo>
                  <a:lnTo>
                    <a:pt x="516874" y="920252"/>
                  </a:lnTo>
                  <a:lnTo>
                    <a:pt x="517542" y="891986"/>
                  </a:lnTo>
                  <a:lnTo>
                    <a:pt x="518210" y="908792"/>
                  </a:lnTo>
                  <a:lnTo>
                    <a:pt x="518878" y="977489"/>
                  </a:lnTo>
                  <a:lnTo>
                    <a:pt x="519546" y="1101456"/>
                  </a:lnTo>
                  <a:lnTo>
                    <a:pt x="520215" y="1085290"/>
                  </a:lnTo>
                  <a:lnTo>
                    <a:pt x="520883" y="955903"/>
                  </a:lnTo>
                  <a:lnTo>
                    <a:pt x="521551" y="944249"/>
                  </a:lnTo>
                  <a:lnTo>
                    <a:pt x="522219" y="1003002"/>
                  </a:lnTo>
                  <a:lnTo>
                    <a:pt x="522887" y="1019523"/>
                  </a:lnTo>
                  <a:lnTo>
                    <a:pt x="523555" y="1075926"/>
                  </a:lnTo>
                  <a:lnTo>
                    <a:pt x="524223" y="1135668"/>
                  </a:lnTo>
                  <a:lnTo>
                    <a:pt x="524891" y="1182120"/>
                  </a:lnTo>
                  <a:lnTo>
                    <a:pt x="525559" y="1182120"/>
                  </a:lnTo>
                  <a:lnTo>
                    <a:pt x="526227" y="1224506"/>
                  </a:lnTo>
                  <a:lnTo>
                    <a:pt x="526895" y="1237538"/>
                  </a:lnTo>
                  <a:lnTo>
                    <a:pt x="527563" y="1343449"/>
                  </a:lnTo>
                  <a:lnTo>
                    <a:pt x="528231" y="1412617"/>
                  </a:lnTo>
                  <a:lnTo>
                    <a:pt x="528899" y="1474802"/>
                  </a:lnTo>
                  <a:lnTo>
                    <a:pt x="529567" y="1514487"/>
                  </a:lnTo>
                  <a:lnTo>
                    <a:pt x="530235" y="1570146"/>
                  </a:lnTo>
                  <a:lnTo>
                    <a:pt x="530903" y="1607028"/>
                  </a:lnTo>
                  <a:lnTo>
                    <a:pt x="531571" y="1666771"/>
                  </a:lnTo>
                  <a:lnTo>
                    <a:pt x="532239" y="1666771"/>
                  </a:lnTo>
                  <a:lnTo>
                    <a:pt x="532907" y="1666771"/>
                  </a:lnTo>
                  <a:lnTo>
                    <a:pt x="533575" y="1666771"/>
                  </a:lnTo>
                  <a:lnTo>
                    <a:pt x="534243" y="1666771"/>
                  </a:lnTo>
                  <a:lnTo>
                    <a:pt x="534911" y="1666771"/>
                  </a:lnTo>
                  <a:lnTo>
                    <a:pt x="535579" y="1666771"/>
                  </a:lnTo>
                  <a:lnTo>
                    <a:pt x="536247" y="1666771"/>
                  </a:lnTo>
                  <a:lnTo>
                    <a:pt x="536915" y="1666771"/>
                  </a:lnTo>
                  <a:lnTo>
                    <a:pt x="537583" y="1666771"/>
                  </a:lnTo>
                  <a:lnTo>
                    <a:pt x="538251" y="1602298"/>
                  </a:lnTo>
                  <a:lnTo>
                    <a:pt x="538919" y="1570146"/>
                  </a:lnTo>
                  <a:lnTo>
                    <a:pt x="539587" y="1570146"/>
                  </a:lnTo>
                  <a:lnTo>
                    <a:pt x="540255" y="1570146"/>
                  </a:lnTo>
                  <a:lnTo>
                    <a:pt x="540923" y="1570146"/>
                  </a:lnTo>
                  <a:lnTo>
                    <a:pt x="541591" y="1570146"/>
                  </a:lnTo>
                  <a:lnTo>
                    <a:pt x="542259" y="1570146"/>
                  </a:lnTo>
                  <a:lnTo>
                    <a:pt x="542927" y="1570146"/>
                  </a:lnTo>
                  <a:lnTo>
                    <a:pt x="543595" y="1494331"/>
                  </a:lnTo>
                  <a:lnTo>
                    <a:pt x="544263" y="1486446"/>
                  </a:lnTo>
                  <a:lnTo>
                    <a:pt x="544932" y="1486446"/>
                  </a:lnTo>
                  <a:lnTo>
                    <a:pt x="545600" y="1486446"/>
                  </a:lnTo>
                  <a:lnTo>
                    <a:pt x="546268" y="1486446"/>
                  </a:lnTo>
                  <a:lnTo>
                    <a:pt x="546936" y="1486446"/>
                  </a:lnTo>
                  <a:lnTo>
                    <a:pt x="547604" y="1486446"/>
                  </a:lnTo>
                  <a:lnTo>
                    <a:pt x="548272" y="1539563"/>
                  </a:lnTo>
                  <a:lnTo>
                    <a:pt x="548940" y="1570146"/>
                  </a:lnTo>
                  <a:lnTo>
                    <a:pt x="549608" y="1570146"/>
                  </a:lnTo>
                  <a:lnTo>
                    <a:pt x="550276" y="1570146"/>
                  </a:lnTo>
                  <a:lnTo>
                    <a:pt x="550944" y="1570146"/>
                  </a:lnTo>
                  <a:lnTo>
                    <a:pt x="551612" y="1570146"/>
                  </a:lnTo>
                  <a:lnTo>
                    <a:pt x="552280" y="1570146"/>
                  </a:lnTo>
                  <a:lnTo>
                    <a:pt x="552948" y="1570146"/>
                  </a:lnTo>
                  <a:lnTo>
                    <a:pt x="553616" y="1656410"/>
                  </a:lnTo>
                  <a:lnTo>
                    <a:pt x="554284" y="1607028"/>
                  </a:lnTo>
                  <a:lnTo>
                    <a:pt x="554952" y="1570146"/>
                  </a:lnTo>
                  <a:lnTo>
                    <a:pt x="555620" y="1561255"/>
                  </a:lnTo>
                  <a:lnTo>
                    <a:pt x="556288" y="1597586"/>
                  </a:lnTo>
                  <a:lnTo>
                    <a:pt x="556956" y="1535935"/>
                  </a:lnTo>
                  <a:lnTo>
                    <a:pt x="557624" y="1485416"/>
                  </a:lnTo>
                  <a:lnTo>
                    <a:pt x="558292" y="1441411"/>
                  </a:lnTo>
                  <a:lnTo>
                    <a:pt x="558960" y="1524317"/>
                  </a:lnTo>
                  <a:lnTo>
                    <a:pt x="559628" y="1521230"/>
                  </a:lnTo>
                  <a:lnTo>
                    <a:pt x="560296" y="1430741"/>
                  </a:lnTo>
                  <a:lnTo>
                    <a:pt x="560964" y="1400648"/>
                  </a:lnTo>
                  <a:lnTo>
                    <a:pt x="561632" y="1382050"/>
                  </a:lnTo>
                  <a:lnTo>
                    <a:pt x="562300" y="1337524"/>
                  </a:lnTo>
                  <a:lnTo>
                    <a:pt x="562968" y="1319866"/>
                  </a:lnTo>
                  <a:lnTo>
                    <a:pt x="563636" y="1299312"/>
                  </a:lnTo>
                  <a:lnTo>
                    <a:pt x="564304" y="1277782"/>
                  </a:lnTo>
                  <a:lnTo>
                    <a:pt x="564972" y="1285975"/>
                  </a:lnTo>
                  <a:lnTo>
                    <a:pt x="565640" y="1289283"/>
                  </a:lnTo>
                  <a:lnTo>
                    <a:pt x="566308" y="1351682"/>
                  </a:lnTo>
                  <a:lnTo>
                    <a:pt x="566976" y="1394799"/>
                  </a:lnTo>
                  <a:lnTo>
                    <a:pt x="567644" y="1291005"/>
                  </a:lnTo>
                  <a:lnTo>
                    <a:pt x="568312" y="1303668"/>
                  </a:lnTo>
                  <a:lnTo>
                    <a:pt x="568980" y="1300076"/>
                  </a:lnTo>
                  <a:lnTo>
                    <a:pt x="569649" y="1302264"/>
                  </a:lnTo>
                  <a:lnTo>
                    <a:pt x="570317" y="1374178"/>
                  </a:lnTo>
                  <a:lnTo>
                    <a:pt x="570985" y="1389959"/>
                  </a:lnTo>
                  <a:lnTo>
                    <a:pt x="571653" y="1248162"/>
                  </a:lnTo>
                  <a:lnTo>
                    <a:pt x="572321" y="1315993"/>
                  </a:lnTo>
                  <a:lnTo>
                    <a:pt x="572989" y="1346575"/>
                  </a:lnTo>
                  <a:lnTo>
                    <a:pt x="573657" y="1385360"/>
                  </a:lnTo>
                  <a:lnTo>
                    <a:pt x="574325" y="1474802"/>
                  </a:lnTo>
                  <a:lnTo>
                    <a:pt x="574993" y="1486446"/>
                  </a:lnTo>
                  <a:lnTo>
                    <a:pt x="575661" y="1437480"/>
                  </a:lnTo>
                  <a:lnTo>
                    <a:pt x="576329" y="1372163"/>
                  </a:lnTo>
                  <a:lnTo>
                    <a:pt x="576997" y="1346575"/>
                  </a:lnTo>
                  <a:lnTo>
                    <a:pt x="577665" y="1346575"/>
                  </a:lnTo>
                  <a:lnTo>
                    <a:pt x="578333" y="1321991"/>
                  </a:lnTo>
                  <a:lnTo>
                    <a:pt x="579001" y="1346575"/>
                  </a:lnTo>
                  <a:lnTo>
                    <a:pt x="579669" y="1378727"/>
                  </a:lnTo>
                  <a:lnTo>
                    <a:pt x="580337" y="1412617"/>
                  </a:lnTo>
                  <a:lnTo>
                    <a:pt x="581005" y="1412617"/>
                  </a:lnTo>
                  <a:lnTo>
                    <a:pt x="581673" y="1412617"/>
                  </a:lnTo>
                  <a:lnTo>
                    <a:pt x="582341" y="1570283"/>
                  </a:lnTo>
                  <a:lnTo>
                    <a:pt x="583009" y="1558613"/>
                  </a:lnTo>
                  <a:lnTo>
                    <a:pt x="583677" y="1526461"/>
                  </a:lnTo>
                  <a:lnTo>
                    <a:pt x="584345" y="1523199"/>
                  </a:lnTo>
                  <a:lnTo>
                    <a:pt x="585013" y="1485416"/>
                  </a:lnTo>
                  <a:lnTo>
                    <a:pt x="585681" y="1523595"/>
                  </a:lnTo>
                  <a:lnTo>
                    <a:pt x="586349" y="1583943"/>
                  </a:lnTo>
                  <a:lnTo>
                    <a:pt x="587017" y="1611201"/>
                  </a:lnTo>
                  <a:lnTo>
                    <a:pt x="587685" y="1611201"/>
                  </a:lnTo>
                  <a:lnTo>
                    <a:pt x="587863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811162" y="3299838"/>
              <a:ext cx="75100" cy="724560"/>
            </a:xfrm>
            <a:custGeom>
              <a:avLst/>
              <a:pathLst>
                <a:path w="75100" h="724560">
                  <a:moveTo>
                    <a:pt x="0" y="724560"/>
                  </a:moveTo>
                  <a:lnTo>
                    <a:pt x="248" y="702089"/>
                  </a:lnTo>
                  <a:lnTo>
                    <a:pt x="916" y="542197"/>
                  </a:lnTo>
                  <a:lnTo>
                    <a:pt x="1584" y="542197"/>
                  </a:lnTo>
                  <a:lnTo>
                    <a:pt x="2252" y="542197"/>
                  </a:lnTo>
                  <a:lnTo>
                    <a:pt x="2920" y="542197"/>
                  </a:lnTo>
                  <a:lnTo>
                    <a:pt x="3588" y="504196"/>
                  </a:lnTo>
                  <a:lnTo>
                    <a:pt x="4256" y="468368"/>
                  </a:lnTo>
                  <a:lnTo>
                    <a:pt x="4924" y="468368"/>
                  </a:lnTo>
                  <a:lnTo>
                    <a:pt x="5592" y="468368"/>
                  </a:lnTo>
                  <a:lnTo>
                    <a:pt x="6260" y="468368"/>
                  </a:lnTo>
                  <a:lnTo>
                    <a:pt x="6928" y="468368"/>
                  </a:lnTo>
                  <a:lnTo>
                    <a:pt x="7596" y="468368"/>
                  </a:lnTo>
                  <a:lnTo>
                    <a:pt x="8264" y="468368"/>
                  </a:lnTo>
                  <a:lnTo>
                    <a:pt x="8932" y="493231"/>
                  </a:lnTo>
                  <a:lnTo>
                    <a:pt x="9600" y="582651"/>
                  </a:lnTo>
                  <a:lnTo>
                    <a:pt x="10268" y="625897"/>
                  </a:lnTo>
                  <a:lnTo>
                    <a:pt x="10936" y="625897"/>
                  </a:lnTo>
                  <a:lnTo>
                    <a:pt x="11604" y="617005"/>
                  </a:lnTo>
                  <a:lnTo>
                    <a:pt x="12272" y="542197"/>
                  </a:lnTo>
                  <a:lnTo>
                    <a:pt x="12940" y="464895"/>
                  </a:lnTo>
                  <a:lnTo>
                    <a:pt x="13608" y="434477"/>
                  </a:lnTo>
                  <a:lnTo>
                    <a:pt x="14276" y="468368"/>
                  </a:lnTo>
                  <a:lnTo>
                    <a:pt x="14944" y="468368"/>
                  </a:lnTo>
                  <a:lnTo>
                    <a:pt x="15612" y="468368"/>
                  </a:lnTo>
                  <a:lnTo>
                    <a:pt x="16280" y="468368"/>
                  </a:lnTo>
                  <a:lnTo>
                    <a:pt x="16949" y="402326"/>
                  </a:lnTo>
                  <a:lnTo>
                    <a:pt x="17617" y="402326"/>
                  </a:lnTo>
                  <a:lnTo>
                    <a:pt x="18285" y="288043"/>
                  </a:lnTo>
                  <a:lnTo>
                    <a:pt x="18953" y="237871"/>
                  </a:lnTo>
                  <a:lnTo>
                    <a:pt x="19621" y="237871"/>
                  </a:lnTo>
                  <a:lnTo>
                    <a:pt x="20289" y="237871"/>
                  </a:lnTo>
                  <a:lnTo>
                    <a:pt x="20957" y="237871"/>
                  </a:lnTo>
                  <a:lnTo>
                    <a:pt x="21625" y="400377"/>
                  </a:lnTo>
                  <a:lnTo>
                    <a:pt x="22293" y="467929"/>
                  </a:lnTo>
                  <a:lnTo>
                    <a:pt x="22961" y="540591"/>
                  </a:lnTo>
                  <a:lnTo>
                    <a:pt x="23629" y="600909"/>
                  </a:lnTo>
                  <a:lnTo>
                    <a:pt x="24297" y="588496"/>
                  </a:lnTo>
                  <a:lnTo>
                    <a:pt x="24965" y="502496"/>
                  </a:lnTo>
                  <a:lnTo>
                    <a:pt x="25633" y="368006"/>
                  </a:lnTo>
                  <a:lnTo>
                    <a:pt x="26301" y="346756"/>
                  </a:lnTo>
                  <a:lnTo>
                    <a:pt x="26969" y="390002"/>
                  </a:lnTo>
                  <a:lnTo>
                    <a:pt x="27637" y="390002"/>
                  </a:lnTo>
                  <a:lnTo>
                    <a:pt x="28305" y="451088"/>
                  </a:lnTo>
                  <a:lnTo>
                    <a:pt x="28973" y="399021"/>
                  </a:lnTo>
                  <a:lnTo>
                    <a:pt x="29641" y="370171"/>
                  </a:lnTo>
                  <a:lnTo>
                    <a:pt x="30309" y="326202"/>
                  </a:lnTo>
                  <a:lnTo>
                    <a:pt x="30977" y="275719"/>
                  </a:lnTo>
                  <a:lnTo>
                    <a:pt x="31645" y="232534"/>
                  </a:lnTo>
                  <a:lnTo>
                    <a:pt x="32313" y="179885"/>
                  </a:lnTo>
                  <a:lnTo>
                    <a:pt x="32981" y="104665"/>
                  </a:lnTo>
                  <a:lnTo>
                    <a:pt x="33649" y="87991"/>
                  </a:lnTo>
                  <a:lnTo>
                    <a:pt x="34317" y="112413"/>
                  </a:lnTo>
                  <a:lnTo>
                    <a:pt x="34985" y="143355"/>
                  </a:lnTo>
                  <a:lnTo>
                    <a:pt x="35653" y="183910"/>
                  </a:lnTo>
                  <a:lnTo>
                    <a:pt x="36321" y="188763"/>
                  </a:lnTo>
                  <a:lnTo>
                    <a:pt x="36989" y="113852"/>
                  </a:lnTo>
                  <a:lnTo>
                    <a:pt x="37657" y="64013"/>
                  </a:lnTo>
                  <a:lnTo>
                    <a:pt x="38325" y="39224"/>
                  </a:lnTo>
                  <a:lnTo>
                    <a:pt x="38993" y="17846"/>
                  </a:lnTo>
                  <a:lnTo>
                    <a:pt x="39661" y="12920"/>
                  </a:lnTo>
                  <a:lnTo>
                    <a:pt x="40329" y="39224"/>
                  </a:lnTo>
                  <a:lnTo>
                    <a:pt x="40997" y="48243"/>
                  </a:lnTo>
                  <a:lnTo>
                    <a:pt x="41666" y="76106"/>
                  </a:lnTo>
                  <a:lnTo>
                    <a:pt x="42334" y="106689"/>
                  </a:lnTo>
                  <a:lnTo>
                    <a:pt x="43002" y="118190"/>
                  </a:lnTo>
                  <a:lnTo>
                    <a:pt x="43670" y="43073"/>
                  </a:lnTo>
                  <a:lnTo>
                    <a:pt x="44338" y="3183"/>
                  </a:lnTo>
                  <a:lnTo>
                    <a:pt x="45006" y="156913"/>
                  </a:lnTo>
                  <a:lnTo>
                    <a:pt x="45674" y="168451"/>
                  </a:lnTo>
                  <a:lnTo>
                    <a:pt x="46342" y="177271"/>
                  </a:lnTo>
                  <a:lnTo>
                    <a:pt x="47010" y="223333"/>
                  </a:lnTo>
                  <a:lnTo>
                    <a:pt x="47678" y="265702"/>
                  </a:lnTo>
                  <a:lnTo>
                    <a:pt x="48346" y="303337"/>
                  </a:lnTo>
                  <a:lnTo>
                    <a:pt x="49014" y="366970"/>
                  </a:lnTo>
                  <a:lnTo>
                    <a:pt x="49682" y="323839"/>
                  </a:lnTo>
                  <a:lnTo>
                    <a:pt x="50350" y="278991"/>
                  </a:lnTo>
                  <a:lnTo>
                    <a:pt x="51018" y="277501"/>
                  </a:lnTo>
                  <a:lnTo>
                    <a:pt x="51686" y="265702"/>
                  </a:lnTo>
                  <a:lnTo>
                    <a:pt x="52354" y="249832"/>
                  </a:lnTo>
                  <a:lnTo>
                    <a:pt x="53022" y="296480"/>
                  </a:lnTo>
                  <a:lnTo>
                    <a:pt x="53690" y="407847"/>
                  </a:lnTo>
                  <a:lnTo>
                    <a:pt x="54358" y="277587"/>
                  </a:lnTo>
                  <a:lnTo>
                    <a:pt x="55026" y="177055"/>
                  </a:lnTo>
                  <a:lnTo>
                    <a:pt x="55694" y="33890"/>
                  </a:lnTo>
                  <a:lnTo>
                    <a:pt x="56362" y="33890"/>
                  </a:lnTo>
                  <a:lnTo>
                    <a:pt x="57030" y="28688"/>
                  </a:lnTo>
                  <a:lnTo>
                    <a:pt x="57698" y="0"/>
                  </a:lnTo>
                  <a:lnTo>
                    <a:pt x="58366" y="0"/>
                  </a:lnTo>
                  <a:lnTo>
                    <a:pt x="59034" y="13336"/>
                  </a:lnTo>
                  <a:lnTo>
                    <a:pt x="59702" y="90332"/>
                  </a:lnTo>
                  <a:lnTo>
                    <a:pt x="60370" y="148173"/>
                  </a:lnTo>
                  <a:lnTo>
                    <a:pt x="61038" y="191418"/>
                  </a:lnTo>
                  <a:lnTo>
                    <a:pt x="61706" y="191418"/>
                  </a:lnTo>
                  <a:lnTo>
                    <a:pt x="62374" y="191418"/>
                  </a:lnTo>
                  <a:lnTo>
                    <a:pt x="63042" y="349085"/>
                  </a:lnTo>
                  <a:lnTo>
                    <a:pt x="63710" y="371304"/>
                  </a:lnTo>
                  <a:lnTo>
                    <a:pt x="64378" y="427475"/>
                  </a:lnTo>
                  <a:lnTo>
                    <a:pt x="65046" y="460142"/>
                  </a:lnTo>
                  <a:lnTo>
                    <a:pt x="65715" y="425031"/>
                  </a:lnTo>
                  <a:lnTo>
                    <a:pt x="66383" y="436454"/>
                  </a:lnTo>
                  <a:lnTo>
                    <a:pt x="67051" y="478840"/>
                  </a:lnTo>
                  <a:lnTo>
                    <a:pt x="67719" y="516035"/>
                  </a:lnTo>
                  <a:lnTo>
                    <a:pt x="68387" y="507876"/>
                  </a:lnTo>
                  <a:lnTo>
                    <a:pt x="69055" y="541167"/>
                  </a:lnTo>
                  <a:lnTo>
                    <a:pt x="69723" y="541167"/>
                  </a:lnTo>
                  <a:lnTo>
                    <a:pt x="70391" y="541167"/>
                  </a:lnTo>
                  <a:lnTo>
                    <a:pt x="71059" y="541167"/>
                  </a:lnTo>
                  <a:lnTo>
                    <a:pt x="71727" y="567349"/>
                  </a:lnTo>
                  <a:lnTo>
                    <a:pt x="72395" y="600909"/>
                  </a:lnTo>
                  <a:lnTo>
                    <a:pt x="73063" y="597478"/>
                  </a:lnTo>
                  <a:lnTo>
                    <a:pt x="73731" y="582212"/>
                  </a:lnTo>
                  <a:lnTo>
                    <a:pt x="74399" y="614363"/>
                  </a:lnTo>
                  <a:lnTo>
                    <a:pt x="75067" y="722082"/>
                  </a:lnTo>
                  <a:lnTo>
                    <a:pt x="75100" y="7245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887116" y="3789456"/>
              <a:ext cx="18574" cy="234942"/>
            </a:xfrm>
            <a:custGeom>
              <a:avLst/>
              <a:pathLst>
                <a:path w="18574" h="234942">
                  <a:moveTo>
                    <a:pt x="0" y="234942"/>
                  </a:moveTo>
                  <a:lnTo>
                    <a:pt x="449" y="136278"/>
                  </a:lnTo>
                  <a:lnTo>
                    <a:pt x="1117" y="0"/>
                  </a:lnTo>
                  <a:lnTo>
                    <a:pt x="1785" y="168567"/>
                  </a:lnTo>
                  <a:lnTo>
                    <a:pt x="2453" y="220820"/>
                  </a:lnTo>
                  <a:lnTo>
                    <a:pt x="3121" y="173901"/>
                  </a:lnTo>
                  <a:lnTo>
                    <a:pt x="3789" y="177333"/>
                  </a:lnTo>
                  <a:lnTo>
                    <a:pt x="4457" y="177333"/>
                  </a:lnTo>
                  <a:lnTo>
                    <a:pt x="5125" y="177333"/>
                  </a:lnTo>
                  <a:lnTo>
                    <a:pt x="5793" y="177333"/>
                  </a:lnTo>
                  <a:lnTo>
                    <a:pt x="6461" y="177333"/>
                  </a:lnTo>
                  <a:lnTo>
                    <a:pt x="7129" y="160158"/>
                  </a:lnTo>
                  <a:lnTo>
                    <a:pt x="7797" y="111291"/>
                  </a:lnTo>
                  <a:lnTo>
                    <a:pt x="8465" y="111291"/>
                  </a:lnTo>
                  <a:lnTo>
                    <a:pt x="9133" y="111291"/>
                  </a:lnTo>
                  <a:lnTo>
                    <a:pt x="9801" y="111291"/>
                  </a:lnTo>
                  <a:lnTo>
                    <a:pt x="10469" y="111291"/>
                  </a:lnTo>
                  <a:lnTo>
                    <a:pt x="11138" y="228086"/>
                  </a:lnTo>
                  <a:lnTo>
                    <a:pt x="11806" y="213428"/>
                  </a:lnTo>
                  <a:lnTo>
                    <a:pt x="12474" y="169170"/>
                  </a:lnTo>
                  <a:lnTo>
                    <a:pt x="13142" y="210244"/>
                  </a:lnTo>
                  <a:lnTo>
                    <a:pt x="13810" y="52578"/>
                  </a:lnTo>
                  <a:lnTo>
                    <a:pt x="14478" y="52578"/>
                  </a:lnTo>
                  <a:lnTo>
                    <a:pt x="15146" y="52578"/>
                  </a:lnTo>
                  <a:lnTo>
                    <a:pt x="15814" y="52578"/>
                  </a:lnTo>
                  <a:lnTo>
                    <a:pt x="16482" y="52578"/>
                  </a:lnTo>
                  <a:lnTo>
                    <a:pt x="17150" y="60463"/>
                  </a:lnTo>
                  <a:lnTo>
                    <a:pt x="17818" y="212471"/>
                  </a:lnTo>
                  <a:lnTo>
                    <a:pt x="18486" y="232464"/>
                  </a:lnTo>
                  <a:lnTo>
                    <a:pt x="18574" y="23494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915888" y="3642422"/>
              <a:ext cx="35148" cy="381976"/>
            </a:xfrm>
            <a:custGeom>
              <a:avLst/>
              <a:pathLst>
                <a:path w="35148" h="381976">
                  <a:moveTo>
                    <a:pt x="0" y="381976"/>
                  </a:moveTo>
                  <a:lnTo>
                    <a:pt x="402" y="283313"/>
                  </a:lnTo>
                  <a:lnTo>
                    <a:pt x="1070" y="283313"/>
                  </a:lnTo>
                  <a:lnTo>
                    <a:pt x="1738" y="265655"/>
                  </a:lnTo>
                  <a:lnTo>
                    <a:pt x="2406" y="199612"/>
                  </a:lnTo>
                  <a:lnTo>
                    <a:pt x="3074" y="199612"/>
                  </a:lnTo>
                  <a:lnTo>
                    <a:pt x="3742" y="199612"/>
                  </a:lnTo>
                  <a:lnTo>
                    <a:pt x="4410" y="199612"/>
                  </a:lnTo>
                  <a:lnTo>
                    <a:pt x="5078" y="199612"/>
                  </a:lnTo>
                  <a:lnTo>
                    <a:pt x="5746" y="199612"/>
                  </a:lnTo>
                  <a:lnTo>
                    <a:pt x="6414" y="265655"/>
                  </a:lnTo>
                  <a:lnTo>
                    <a:pt x="7082" y="223570"/>
                  </a:lnTo>
                  <a:lnTo>
                    <a:pt x="7750" y="199612"/>
                  </a:lnTo>
                  <a:lnTo>
                    <a:pt x="8418" y="139870"/>
                  </a:lnTo>
                  <a:lnTo>
                    <a:pt x="9086" y="125784"/>
                  </a:lnTo>
                  <a:lnTo>
                    <a:pt x="9754" y="56616"/>
                  </a:lnTo>
                  <a:lnTo>
                    <a:pt x="10422" y="0"/>
                  </a:lnTo>
                  <a:lnTo>
                    <a:pt x="11091" y="0"/>
                  </a:lnTo>
                  <a:lnTo>
                    <a:pt x="11759" y="11501"/>
                  </a:lnTo>
                  <a:lnTo>
                    <a:pt x="12427" y="59742"/>
                  </a:lnTo>
                  <a:lnTo>
                    <a:pt x="13095" y="59742"/>
                  </a:lnTo>
                  <a:lnTo>
                    <a:pt x="13763" y="59742"/>
                  </a:lnTo>
                  <a:lnTo>
                    <a:pt x="14431" y="59742"/>
                  </a:lnTo>
                  <a:lnTo>
                    <a:pt x="15099" y="59742"/>
                  </a:lnTo>
                  <a:lnTo>
                    <a:pt x="15767" y="59742"/>
                  </a:lnTo>
                  <a:lnTo>
                    <a:pt x="16435" y="59742"/>
                  </a:lnTo>
                  <a:lnTo>
                    <a:pt x="17103" y="105230"/>
                  </a:lnTo>
                  <a:lnTo>
                    <a:pt x="17771" y="125784"/>
                  </a:lnTo>
                  <a:lnTo>
                    <a:pt x="18439" y="184135"/>
                  </a:lnTo>
                  <a:lnTo>
                    <a:pt x="19107" y="199612"/>
                  </a:lnTo>
                  <a:lnTo>
                    <a:pt x="19775" y="287806"/>
                  </a:lnTo>
                  <a:lnTo>
                    <a:pt x="20443" y="379937"/>
                  </a:lnTo>
                  <a:lnTo>
                    <a:pt x="21111" y="379937"/>
                  </a:lnTo>
                  <a:lnTo>
                    <a:pt x="21779" y="379937"/>
                  </a:lnTo>
                  <a:lnTo>
                    <a:pt x="22447" y="379937"/>
                  </a:lnTo>
                  <a:lnTo>
                    <a:pt x="23115" y="379937"/>
                  </a:lnTo>
                  <a:lnTo>
                    <a:pt x="23783" y="379937"/>
                  </a:lnTo>
                  <a:lnTo>
                    <a:pt x="24451" y="379937"/>
                  </a:lnTo>
                  <a:lnTo>
                    <a:pt x="25119" y="379937"/>
                  </a:lnTo>
                  <a:lnTo>
                    <a:pt x="25787" y="379937"/>
                  </a:lnTo>
                  <a:lnTo>
                    <a:pt x="26455" y="379937"/>
                  </a:lnTo>
                  <a:lnTo>
                    <a:pt x="27123" y="379937"/>
                  </a:lnTo>
                  <a:lnTo>
                    <a:pt x="27791" y="379937"/>
                  </a:lnTo>
                  <a:lnTo>
                    <a:pt x="28459" y="379937"/>
                  </a:lnTo>
                  <a:lnTo>
                    <a:pt x="29127" y="379937"/>
                  </a:lnTo>
                  <a:lnTo>
                    <a:pt x="29795" y="379937"/>
                  </a:lnTo>
                  <a:lnTo>
                    <a:pt x="30463" y="379937"/>
                  </a:lnTo>
                  <a:lnTo>
                    <a:pt x="31131" y="379937"/>
                  </a:lnTo>
                  <a:lnTo>
                    <a:pt x="31799" y="379937"/>
                  </a:lnTo>
                  <a:lnTo>
                    <a:pt x="32467" y="379937"/>
                  </a:lnTo>
                  <a:lnTo>
                    <a:pt x="33135" y="379937"/>
                  </a:lnTo>
                  <a:lnTo>
                    <a:pt x="33803" y="379937"/>
                  </a:lnTo>
                  <a:lnTo>
                    <a:pt x="34471" y="379937"/>
                  </a:lnTo>
                  <a:lnTo>
                    <a:pt x="35139" y="379937"/>
                  </a:lnTo>
                  <a:lnTo>
                    <a:pt x="35148" y="3819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961628" y="3842035"/>
              <a:ext cx="1953" cy="182363"/>
            </a:xfrm>
            <a:custGeom>
              <a:avLst/>
              <a:pathLst>
                <a:path w="1953" h="182363">
                  <a:moveTo>
                    <a:pt x="0" y="182363"/>
                  </a:moveTo>
                  <a:lnTo>
                    <a:pt x="88" y="179885"/>
                  </a:lnTo>
                  <a:lnTo>
                    <a:pt x="756" y="157665"/>
                  </a:lnTo>
                  <a:lnTo>
                    <a:pt x="1424" y="0"/>
                  </a:lnTo>
                  <a:lnTo>
                    <a:pt x="1953" y="1823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973334" y="3150797"/>
              <a:ext cx="105870" cy="873601"/>
            </a:xfrm>
            <a:custGeom>
              <a:avLst/>
              <a:pathLst>
                <a:path w="105870" h="873601">
                  <a:moveTo>
                    <a:pt x="0" y="873601"/>
                  </a:moveTo>
                  <a:lnTo>
                    <a:pt x="407" y="843160"/>
                  </a:lnTo>
                  <a:lnTo>
                    <a:pt x="1075" y="605085"/>
                  </a:lnTo>
                  <a:lnTo>
                    <a:pt x="1743" y="492365"/>
                  </a:lnTo>
                  <a:lnTo>
                    <a:pt x="2411" y="477099"/>
                  </a:lnTo>
                  <a:lnTo>
                    <a:pt x="3079" y="457106"/>
                  </a:lnTo>
                  <a:lnTo>
                    <a:pt x="3747" y="297213"/>
                  </a:lnTo>
                  <a:lnTo>
                    <a:pt x="4415" y="307748"/>
                  </a:lnTo>
                  <a:lnTo>
                    <a:pt x="5083" y="377342"/>
                  </a:lnTo>
                  <a:lnTo>
                    <a:pt x="5751" y="411496"/>
                  </a:lnTo>
                  <a:lnTo>
                    <a:pt x="6419" y="340459"/>
                  </a:lnTo>
                  <a:lnTo>
                    <a:pt x="7087" y="270623"/>
                  </a:lnTo>
                  <a:lnTo>
                    <a:pt x="7755" y="237471"/>
                  </a:lnTo>
                  <a:lnTo>
                    <a:pt x="8423" y="207794"/>
                  </a:lnTo>
                  <a:lnTo>
                    <a:pt x="9091" y="218759"/>
                  </a:lnTo>
                  <a:lnTo>
                    <a:pt x="9759" y="218759"/>
                  </a:lnTo>
                  <a:lnTo>
                    <a:pt x="10427" y="254804"/>
                  </a:lnTo>
                  <a:lnTo>
                    <a:pt x="11095" y="322801"/>
                  </a:lnTo>
                  <a:lnTo>
                    <a:pt x="11763" y="437084"/>
                  </a:lnTo>
                  <a:lnTo>
                    <a:pt x="12431" y="437084"/>
                  </a:lnTo>
                  <a:lnTo>
                    <a:pt x="13099" y="416531"/>
                  </a:lnTo>
                  <a:lnTo>
                    <a:pt x="13767" y="386912"/>
                  </a:lnTo>
                  <a:lnTo>
                    <a:pt x="14435" y="386912"/>
                  </a:lnTo>
                  <a:lnTo>
                    <a:pt x="15103" y="386912"/>
                  </a:lnTo>
                  <a:lnTo>
                    <a:pt x="15771" y="406501"/>
                  </a:lnTo>
                  <a:lnTo>
                    <a:pt x="16439" y="491624"/>
                  </a:lnTo>
                  <a:lnTo>
                    <a:pt x="17107" y="593494"/>
                  </a:lnTo>
                  <a:lnTo>
                    <a:pt x="17775" y="653237"/>
                  </a:lnTo>
                  <a:lnTo>
                    <a:pt x="18443" y="735884"/>
                  </a:lnTo>
                  <a:lnTo>
                    <a:pt x="19112" y="699122"/>
                  </a:lnTo>
                  <a:lnTo>
                    <a:pt x="19780" y="691237"/>
                  </a:lnTo>
                  <a:lnTo>
                    <a:pt x="20448" y="691237"/>
                  </a:lnTo>
                  <a:lnTo>
                    <a:pt x="21116" y="691237"/>
                  </a:lnTo>
                  <a:lnTo>
                    <a:pt x="21784" y="691237"/>
                  </a:lnTo>
                  <a:lnTo>
                    <a:pt x="22452" y="691237"/>
                  </a:lnTo>
                  <a:lnTo>
                    <a:pt x="23120" y="723389"/>
                  </a:lnTo>
                  <a:lnTo>
                    <a:pt x="23788" y="774937"/>
                  </a:lnTo>
                  <a:lnTo>
                    <a:pt x="24456" y="774937"/>
                  </a:lnTo>
                  <a:lnTo>
                    <a:pt x="25124" y="774937"/>
                  </a:lnTo>
                  <a:lnTo>
                    <a:pt x="25792" y="774937"/>
                  </a:lnTo>
                  <a:lnTo>
                    <a:pt x="26460" y="774937"/>
                  </a:lnTo>
                  <a:lnTo>
                    <a:pt x="27128" y="774937"/>
                  </a:lnTo>
                  <a:lnTo>
                    <a:pt x="27796" y="774937"/>
                  </a:lnTo>
                  <a:lnTo>
                    <a:pt x="28464" y="691237"/>
                  </a:lnTo>
                  <a:lnTo>
                    <a:pt x="29132" y="683451"/>
                  </a:lnTo>
                  <a:lnTo>
                    <a:pt x="29800" y="691237"/>
                  </a:lnTo>
                  <a:lnTo>
                    <a:pt x="30468" y="691237"/>
                  </a:lnTo>
                  <a:lnTo>
                    <a:pt x="31136" y="691237"/>
                  </a:lnTo>
                  <a:lnTo>
                    <a:pt x="31804" y="691237"/>
                  </a:lnTo>
                  <a:lnTo>
                    <a:pt x="32472" y="668162"/>
                  </a:lnTo>
                  <a:lnTo>
                    <a:pt x="33140" y="542034"/>
                  </a:lnTo>
                  <a:lnTo>
                    <a:pt x="33808" y="442329"/>
                  </a:lnTo>
                  <a:lnTo>
                    <a:pt x="34476" y="437084"/>
                  </a:lnTo>
                  <a:lnTo>
                    <a:pt x="35144" y="379721"/>
                  </a:lnTo>
                  <a:lnTo>
                    <a:pt x="35812" y="167453"/>
                  </a:lnTo>
                  <a:lnTo>
                    <a:pt x="36480" y="0"/>
                  </a:lnTo>
                  <a:lnTo>
                    <a:pt x="37148" y="96672"/>
                  </a:lnTo>
                  <a:lnTo>
                    <a:pt x="37816" y="189852"/>
                  </a:lnTo>
                  <a:lnTo>
                    <a:pt x="38484" y="172885"/>
                  </a:lnTo>
                  <a:lnTo>
                    <a:pt x="39152" y="278168"/>
                  </a:lnTo>
                  <a:lnTo>
                    <a:pt x="39820" y="239975"/>
                  </a:lnTo>
                  <a:lnTo>
                    <a:pt x="40488" y="239975"/>
                  </a:lnTo>
                  <a:lnTo>
                    <a:pt x="41156" y="239975"/>
                  </a:lnTo>
                  <a:lnTo>
                    <a:pt x="41824" y="277984"/>
                  </a:lnTo>
                  <a:lnTo>
                    <a:pt x="42492" y="215249"/>
                  </a:lnTo>
                  <a:lnTo>
                    <a:pt x="43160" y="214421"/>
                  </a:lnTo>
                  <a:lnTo>
                    <a:pt x="43829" y="267281"/>
                  </a:lnTo>
                  <a:lnTo>
                    <a:pt x="44497" y="221659"/>
                  </a:lnTo>
                  <a:lnTo>
                    <a:pt x="45165" y="223205"/>
                  </a:lnTo>
                  <a:lnTo>
                    <a:pt x="45833" y="304919"/>
                  </a:lnTo>
                  <a:lnTo>
                    <a:pt x="46501" y="413410"/>
                  </a:lnTo>
                  <a:lnTo>
                    <a:pt x="47169" y="454653"/>
                  </a:lnTo>
                  <a:lnTo>
                    <a:pt x="47837" y="444833"/>
                  </a:lnTo>
                  <a:lnTo>
                    <a:pt x="48505" y="465140"/>
                  </a:lnTo>
                  <a:lnTo>
                    <a:pt x="49173" y="387578"/>
                  </a:lnTo>
                  <a:lnTo>
                    <a:pt x="49841" y="407479"/>
                  </a:lnTo>
                  <a:lnTo>
                    <a:pt x="50509" y="398873"/>
                  </a:lnTo>
                  <a:lnTo>
                    <a:pt x="51177" y="405826"/>
                  </a:lnTo>
                  <a:lnTo>
                    <a:pt x="51845" y="411396"/>
                  </a:lnTo>
                  <a:lnTo>
                    <a:pt x="52513" y="362648"/>
                  </a:lnTo>
                  <a:lnTo>
                    <a:pt x="53181" y="417342"/>
                  </a:lnTo>
                  <a:lnTo>
                    <a:pt x="53849" y="462641"/>
                  </a:lnTo>
                  <a:lnTo>
                    <a:pt x="54517" y="596417"/>
                  </a:lnTo>
                  <a:lnTo>
                    <a:pt x="55185" y="629657"/>
                  </a:lnTo>
                  <a:lnTo>
                    <a:pt x="55853" y="491624"/>
                  </a:lnTo>
                  <a:lnTo>
                    <a:pt x="56521" y="491624"/>
                  </a:lnTo>
                  <a:lnTo>
                    <a:pt x="57189" y="367916"/>
                  </a:lnTo>
                  <a:lnTo>
                    <a:pt x="57857" y="379721"/>
                  </a:lnTo>
                  <a:lnTo>
                    <a:pt x="58525" y="596977"/>
                  </a:lnTo>
                  <a:lnTo>
                    <a:pt x="59193" y="616970"/>
                  </a:lnTo>
                  <a:lnTo>
                    <a:pt x="59861" y="673342"/>
                  </a:lnTo>
                  <a:lnTo>
                    <a:pt x="60529" y="638284"/>
                  </a:lnTo>
                  <a:lnTo>
                    <a:pt x="61197" y="585495"/>
                  </a:lnTo>
                  <a:lnTo>
                    <a:pt x="61865" y="534581"/>
                  </a:lnTo>
                  <a:lnTo>
                    <a:pt x="62533" y="568842"/>
                  </a:lnTo>
                  <a:lnTo>
                    <a:pt x="63201" y="566499"/>
                  </a:lnTo>
                  <a:lnTo>
                    <a:pt x="63869" y="502096"/>
                  </a:lnTo>
                  <a:lnTo>
                    <a:pt x="64537" y="495796"/>
                  </a:lnTo>
                  <a:lnTo>
                    <a:pt x="65205" y="485436"/>
                  </a:lnTo>
                  <a:lnTo>
                    <a:pt x="65873" y="455342"/>
                  </a:lnTo>
                  <a:lnTo>
                    <a:pt x="66541" y="415501"/>
                  </a:lnTo>
                  <a:lnTo>
                    <a:pt x="67209" y="413665"/>
                  </a:lnTo>
                  <a:lnTo>
                    <a:pt x="67878" y="381514"/>
                  </a:lnTo>
                  <a:lnTo>
                    <a:pt x="68546" y="326305"/>
                  </a:lnTo>
                  <a:lnTo>
                    <a:pt x="69214" y="276727"/>
                  </a:lnTo>
                  <a:lnTo>
                    <a:pt x="69882" y="65753"/>
                  </a:lnTo>
                  <a:lnTo>
                    <a:pt x="70550" y="84815"/>
                  </a:lnTo>
                  <a:lnTo>
                    <a:pt x="71218" y="116889"/>
                  </a:lnTo>
                  <a:lnTo>
                    <a:pt x="71886" y="95325"/>
                  </a:lnTo>
                  <a:lnTo>
                    <a:pt x="72554" y="266192"/>
                  </a:lnTo>
                  <a:lnTo>
                    <a:pt x="73222" y="254365"/>
                  </a:lnTo>
                  <a:lnTo>
                    <a:pt x="73890" y="263214"/>
                  </a:lnTo>
                  <a:lnTo>
                    <a:pt x="74558" y="206966"/>
                  </a:lnTo>
                  <a:lnTo>
                    <a:pt x="75226" y="171851"/>
                  </a:lnTo>
                  <a:lnTo>
                    <a:pt x="75894" y="142635"/>
                  </a:lnTo>
                  <a:lnTo>
                    <a:pt x="76562" y="112449"/>
                  </a:lnTo>
                  <a:lnTo>
                    <a:pt x="77230" y="146213"/>
                  </a:lnTo>
                  <a:lnTo>
                    <a:pt x="77898" y="143826"/>
                  </a:lnTo>
                  <a:lnTo>
                    <a:pt x="78566" y="164419"/>
                  </a:lnTo>
                  <a:lnTo>
                    <a:pt x="79234" y="192114"/>
                  </a:lnTo>
                  <a:lnTo>
                    <a:pt x="79902" y="171851"/>
                  </a:lnTo>
                  <a:lnTo>
                    <a:pt x="80570" y="151017"/>
                  </a:lnTo>
                  <a:lnTo>
                    <a:pt x="81238" y="113584"/>
                  </a:lnTo>
                  <a:lnTo>
                    <a:pt x="81906" y="149813"/>
                  </a:lnTo>
                  <a:lnTo>
                    <a:pt x="82574" y="132319"/>
                  </a:lnTo>
                  <a:lnTo>
                    <a:pt x="83242" y="135946"/>
                  </a:lnTo>
                  <a:lnTo>
                    <a:pt x="83910" y="155651"/>
                  </a:lnTo>
                  <a:lnTo>
                    <a:pt x="84578" y="200726"/>
                  </a:lnTo>
                  <a:lnTo>
                    <a:pt x="85246" y="38895"/>
                  </a:lnTo>
                  <a:lnTo>
                    <a:pt x="85914" y="10491"/>
                  </a:lnTo>
                  <a:lnTo>
                    <a:pt x="86582" y="23856"/>
                  </a:lnTo>
                  <a:lnTo>
                    <a:pt x="87250" y="48656"/>
                  </a:lnTo>
                  <a:lnTo>
                    <a:pt x="87918" y="95325"/>
                  </a:lnTo>
                  <a:lnTo>
                    <a:pt x="88586" y="116889"/>
                  </a:lnTo>
                  <a:lnTo>
                    <a:pt x="89254" y="98361"/>
                  </a:lnTo>
                  <a:lnTo>
                    <a:pt x="89922" y="307830"/>
                  </a:lnTo>
                  <a:lnTo>
                    <a:pt x="90590" y="362816"/>
                  </a:lnTo>
                  <a:lnTo>
                    <a:pt x="91258" y="399172"/>
                  </a:lnTo>
                  <a:lnTo>
                    <a:pt x="91926" y="349275"/>
                  </a:lnTo>
                  <a:lnTo>
                    <a:pt x="92595" y="341060"/>
                  </a:lnTo>
                  <a:lnTo>
                    <a:pt x="93263" y="336182"/>
                  </a:lnTo>
                  <a:lnTo>
                    <a:pt x="93931" y="347623"/>
                  </a:lnTo>
                  <a:lnTo>
                    <a:pt x="94599" y="332951"/>
                  </a:lnTo>
                  <a:lnTo>
                    <a:pt x="95267" y="349275"/>
                  </a:lnTo>
                  <a:lnTo>
                    <a:pt x="95935" y="422897"/>
                  </a:lnTo>
                  <a:lnTo>
                    <a:pt x="96603" y="437956"/>
                  </a:lnTo>
                  <a:lnTo>
                    <a:pt x="97271" y="417342"/>
                  </a:lnTo>
                  <a:lnTo>
                    <a:pt x="97939" y="567439"/>
                  </a:lnTo>
                  <a:lnTo>
                    <a:pt x="98607" y="560485"/>
                  </a:lnTo>
                  <a:lnTo>
                    <a:pt x="99275" y="583008"/>
                  </a:lnTo>
                  <a:lnTo>
                    <a:pt x="99943" y="605439"/>
                  </a:lnTo>
                  <a:lnTo>
                    <a:pt x="100611" y="581849"/>
                  </a:lnTo>
                  <a:lnTo>
                    <a:pt x="101279" y="499989"/>
                  </a:lnTo>
                  <a:lnTo>
                    <a:pt x="101947" y="585495"/>
                  </a:lnTo>
                  <a:lnTo>
                    <a:pt x="102615" y="646202"/>
                  </a:lnTo>
                  <a:lnTo>
                    <a:pt x="103283" y="690208"/>
                  </a:lnTo>
                  <a:lnTo>
                    <a:pt x="103951" y="690208"/>
                  </a:lnTo>
                  <a:lnTo>
                    <a:pt x="104619" y="725366"/>
                  </a:lnTo>
                  <a:lnTo>
                    <a:pt x="105287" y="815992"/>
                  </a:lnTo>
                  <a:lnTo>
                    <a:pt x="105870" y="87360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8081953" y="3421421"/>
              <a:ext cx="14753" cy="602977"/>
            </a:xfrm>
            <a:custGeom>
              <a:avLst/>
              <a:pathLst>
                <a:path w="14753" h="602977">
                  <a:moveTo>
                    <a:pt x="0" y="602977"/>
                  </a:moveTo>
                  <a:lnTo>
                    <a:pt x="8" y="600938"/>
                  </a:lnTo>
                  <a:lnTo>
                    <a:pt x="676" y="600938"/>
                  </a:lnTo>
                  <a:lnTo>
                    <a:pt x="1344" y="456903"/>
                  </a:lnTo>
                  <a:lnTo>
                    <a:pt x="2012" y="296613"/>
                  </a:lnTo>
                  <a:lnTo>
                    <a:pt x="2680" y="244219"/>
                  </a:lnTo>
                  <a:lnTo>
                    <a:pt x="3348" y="176995"/>
                  </a:lnTo>
                  <a:lnTo>
                    <a:pt x="4016" y="63155"/>
                  </a:lnTo>
                  <a:lnTo>
                    <a:pt x="4684" y="0"/>
                  </a:lnTo>
                  <a:lnTo>
                    <a:pt x="5352" y="146028"/>
                  </a:lnTo>
                  <a:lnTo>
                    <a:pt x="6020" y="166021"/>
                  </a:lnTo>
                  <a:lnTo>
                    <a:pt x="6688" y="284385"/>
                  </a:lnTo>
                  <a:lnTo>
                    <a:pt x="7356" y="296815"/>
                  </a:lnTo>
                  <a:lnTo>
                    <a:pt x="8024" y="247210"/>
                  </a:lnTo>
                  <a:lnTo>
                    <a:pt x="8692" y="220143"/>
                  </a:lnTo>
                  <a:lnTo>
                    <a:pt x="9360" y="220143"/>
                  </a:lnTo>
                  <a:lnTo>
                    <a:pt x="10028" y="220143"/>
                  </a:lnTo>
                  <a:lnTo>
                    <a:pt x="10696" y="220143"/>
                  </a:lnTo>
                  <a:lnTo>
                    <a:pt x="11364" y="273485"/>
                  </a:lnTo>
                  <a:lnTo>
                    <a:pt x="12032" y="357955"/>
                  </a:lnTo>
                  <a:lnTo>
                    <a:pt x="12700" y="393904"/>
                  </a:lnTo>
                  <a:lnTo>
                    <a:pt x="13368" y="448444"/>
                  </a:lnTo>
                  <a:lnTo>
                    <a:pt x="14036" y="565583"/>
                  </a:lnTo>
                  <a:lnTo>
                    <a:pt x="14704" y="600906"/>
                  </a:lnTo>
                  <a:lnTo>
                    <a:pt x="14753" y="60297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8098158" y="3498009"/>
              <a:ext cx="22542" cy="526389"/>
            </a:xfrm>
            <a:custGeom>
              <a:avLst/>
              <a:pathLst>
                <a:path w="22542" h="526389">
                  <a:moveTo>
                    <a:pt x="0" y="526389"/>
                  </a:moveTo>
                  <a:lnTo>
                    <a:pt x="504" y="444795"/>
                  </a:lnTo>
                  <a:lnTo>
                    <a:pt x="1172" y="390340"/>
                  </a:lnTo>
                  <a:lnTo>
                    <a:pt x="1840" y="462412"/>
                  </a:lnTo>
                  <a:lnTo>
                    <a:pt x="2508" y="317185"/>
                  </a:lnTo>
                  <a:lnTo>
                    <a:pt x="3176" y="270197"/>
                  </a:lnTo>
                  <a:lnTo>
                    <a:pt x="3844" y="270197"/>
                  </a:lnTo>
                  <a:lnTo>
                    <a:pt x="4512" y="270197"/>
                  </a:lnTo>
                  <a:lnTo>
                    <a:pt x="5180" y="270197"/>
                  </a:lnTo>
                  <a:lnTo>
                    <a:pt x="5848" y="270197"/>
                  </a:lnTo>
                  <a:lnTo>
                    <a:pt x="6516" y="229743"/>
                  </a:lnTo>
                  <a:lnTo>
                    <a:pt x="7184" y="204155"/>
                  </a:lnTo>
                  <a:lnTo>
                    <a:pt x="7852" y="210454"/>
                  </a:lnTo>
                  <a:lnTo>
                    <a:pt x="8520" y="233016"/>
                  </a:lnTo>
                  <a:lnTo>
                    <a:pt x="9188" y="150137"/>
                  </a:lnTo>
                  <a:lnTo>
                    <a:pt x="9856" y="89872"/>
                  </a:lnTo>
                  <a:lnTo>
                    <a:pt x="10524" y="46974"/>
                  </a:lnTo>
                  <a:lnTo>
                    <a:pt x="11192" y="34896"/>
                  </a:lnTo>
                  <a:lnTo>
                    <a:pt x="11860" y="0"/>
                  </a:lnTo>
                  <a:lnTo>
                    <a:pt x="12528" y="9117"/>
                  </a:lnTo>
                  <a:lnTo>
                    <a:pt x="13197" y="39700"/>
                  </a:lnTo>
                  <a:lnTo>
                    <a:pt x="13865" y="165985"/>
                  </a:lnTo>
                  <a:lnTo>
                    <a:pt x="14533" y="173133"/>
                  </a:lnTo>
                  <a:lnTo>
                    <a:pt x="15201" y="191830"/>
                  </a:lnTo>
                  <a:lnTo>
                    <a:pt x="15869" y="150677"/>
                  </a:lnTo>
                  <a:lnTo>
                    <a:pt x="16537" y="294183"/>
                  </a:lnTo>
                  <a:lnTo>
                    <a:pt x="17205" y="298681"/>
                  </a:lnTo>
                  <a:lnTo>
                    <a:pt x="17873" y="285491"/>
                  </a:lnTo>
                  <a:lnTo>
                    <a:pt x="18541" y="233888"/>
                  </a:lnTo>
                  <a:lnTo>
                    <a:pt x="19209" y="257178"/>
                  </a:lnTo>
                  <a:lnTo>
                    <a:pt x="19877" y="291728"/>
                  </a:lnTo>
                  <a:lnTo>
                    <a:pt x="20545" y="328294"/>
                  </a:lnTo>
                  <a:lnTo>
                    <a:pt x="21213" y="381426"/>
                  </a:lnTo>
                  <a:lnTo>
                    <a:pt x="21881" y="423812"/>
                  </a:lnTo>
                  <a:lnTo>
                    <a:pt x="22542" y="52638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8120716" y="3768206"/>
              <a:ext cx="22172" cy="256192"/>
            </a:xfrm>
            <a:custGeom>
              <a:avLst/>
              <a:pathLst>
                <a:path w="22172" h="256192">
                  <a:moveTo>
                    <a:pt x="0" y="256192"/>
                  </a:moveTo>
                  <a:lnTo>
                    <a:pt x="659" y="173610"/>
                  </a:lnTo>
                  <a:lnTo>
                    <a:pt x="1327" y="207935"/>
                  </a:lnTo>
                  <a:lnTo>
                    <a:pt x="1995" y="217505"/>
                  </a:lnTo>
                  <a:lnTo>
                    <a:pt x="2663" y="111229"/>
                  </a:lnTo>
                  <a:lnTo>
                    <a:pt x="3331" y="158795"/>
                  </a:lnTo>
                  <a:lnTo>
                    <a:pt x="3999" y="176239"/>
                  </a:lnTo>
                  <a:lnTo>
                    <a:pt x="4667" y="199305"/>
                  </a:lnTo>
                  <a:lnTo>
                    <a:pt x="5335" y="81405"/>
                  </a:lnTo>
                  <a:lnTo>
                    <a:pt x="6003" y="184806"/>
                  </a:lnTo>
                  <a:lnTo>
                    <a:pt x="6671" y="181408"/>
                  </a:lnTo>
                  <a:lnTo>
                    <a:pt x="7339" y="198583"/>
                  </a:lnTo>
                  <a:lnTo>
                    <a:pt x="8007" y="198583"/>
                  </a:lnTo>
                  <a:lnTo>
                    <a:pt x="8675" y="198583"/>
                  </a:lnTo>
                  <a:lnTo>
                    <a:pt x="9343" y="195151"/>
                  </a:lnTo>
                  <a:lnTo>
                    <a:pt x="10011" y="177805"/>
                  </a:lnTo>
                  <a:lnTo>
                    <a:pt x="10679" y="131224"/>
                  </a:lnTo>
                  <a:lnTo>
                    <a:pt x="11347" y="148637"/>
                  </a:lnTo>
                  <a:lnTo>
                    <a:pt x="12015" y="73828"/>
                  </a:lnTo>
                  <a:lnTo>
                    <a:pt x="12683" y="7003"/>
                  </a:lnTo>
                  <a:lnTo>
                    <a:pt x="13351" y="0"/>
                  </a:lnTo>
                  <a:lnTo>
                    <a:pt x="14019" y="0"/>
                  </a:lnTo>
                  <a:lnTo>
                    <a:pt x="14687" y="0"/>
                  </a:lnTo>
                  <a:lnTo>
                    <a:pt x="15355" y="0"/>
                  </a:lnTo>
                  <a:lnTo>
                    <a:pt x="16023" y="14086"/>
                  </a:lnTo>
                  <a:lnTo>
                    <a:pt x="16691" y="69923"/>
                  </a:lnTo>
                  <a:lnTo>
                    <a:pt x="17359" y="0"/>
                  </a:lnTo>
                  <a:lnTo>
                    <a:pt x="18027" y="0"/>
                  </a:lnTo>
                  <a:lnTo>
                    <a:pt x="18695" y="0"/>
                  </a:lnTo>
                  <a:lnTo>
                    <a:pt x="19363" y="0"/>
                  </a:lnTo>
                  <a:lnTo>
                    <a:pt x="20031" y="0"/>
                  </a:lnTo>
                  <a:lnTo>
                    <a:pt x="20699" y="0"/>
                  </a:lnTo>
                  <a:lnTo>
                    <a:pt x="21367" y="7003"/>
                  </a:lnTo>
                  <a:lnTo>
                    <a:pt x="22035" y="237547"/>
                  </a:lnTo>
                  <a:lnTo>
                    <a:pt x="22172" y="25619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8144735" y="3966790"/>
              <a:ext cx="3206" cy="57609"/>
            </a:xfrm>
            <a:custGeom>
              <a:avLst/>
              <a:pathLst>
                <a:path w="3206" h="57609">
                  <a:moveTo>
                    <a:pt x="0" y="57609"/>
                  </a:moveTo>
                  <a:lnTo>
                    <a:pt x="20" y="55131"/>
                  </a:lnTo>
                  <a:lnTo>
                    <a:pt x="688" y="35827"/>
                  </a:lnTo>
                  <a:lnTo>
                    <a:pt x="1356" y="0"/>
                  </a:lnTo>
                  <a:lnTo>
                    <a:pt x="2024" y="0"/>
                  </a:lnTo>
                  <a:lnTo>
                    <a:pt x="2692" y="3491"/>
                  </a:lnTo>
                  <a:lnTo>
                    <a:pt x="3206" y="576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8148382" y="3019833"/>
              <a:ext cx="34290" cy="1004566"/>
            </a:xfrm>
            <a:custGeom>
              <a:avLst/>
              <a:pathLst>
                <a:path w="34290" h="1004566">
                  <a:moveTo>
                    <a:pt x="0" y="1004566"/>
                  </a:moveTo>
                  <a:lnTo>
                    <a:pt x="382" y="982784"/>
                  </a:lnTo>
                  <a:lnTo>
                    <a:pt x="1050" y="946957"/>
                  </a:lnTo>
                  <a:lnTo>
                    <a:pt x="1718" y="946957"/>
                  </a:lnTo>
                  <a:lnTo>
                    <a:pt x="2386" y="838505"/>
                  </a:lnTo>
                  <a:lnTo>
                    <a:pt x="3055" y="690486"/>
                  </a:lnTo>
                  <a:lnTo>
                    <a:pt x="3723" y="610265"/>
                  </a:lnTo>
                  <a:lnTo>
                    <a:pt x="4391" y="525933"/>
                  </a:lnTo>
                  <a:lnTo>
                    <a:pt x="5059" y="440403"/>
                  </a:lnTo>
                  <a:lnTo>
                    <a:pt x="5727" y="360914"/>
                  </a:lnTo>
                  <a:lnTo>
                    <a:pt x="6395" y="332011"/>
                  </a:lnTo>
                  <a:lnTo>
                    <a:pt x="7063" y="120646"/>
                  </a:lnTo>
                  <a:lnTo>
                    <a:pt x="7731" y="133571"/>
                  </a:lnTo>
                  <a:lnTo>
                    <a:pt x="8399" y="115550"/>
                  </a:lnTo>
                  <a:lnTo>
                    <a:pt x="9067" y="91894"/>
                  </a:lnTo>
                  <a:lnTo>
                    <a:pt x="9735" y="65573"/>
                  </a:lnTo>
                  <a:lnTo>
                    <a:pt x="10403" y="71458"/>
                  </a:lnTo>
                  <a:lnTo>
                    <a:pt x="11071" y="56269"/>
                  </a:lnTo>
                  <a:lnTo>
                    <a:pt x="11739" y="0"/>
                  </a:lnTo>
                  <a:lnTo>
                    <a:pt x="12407" y="12792"/>
                  </a:lnTo>
                  <a:lnTo>
                    <a:pt x="13075" y="72642"/>
                  </a:lnTo>
                  <a:lnTo>
                    <a:pt x="13743" y="118093"/>
                  </a:lnTo>
                  <a:lnTo>
                    <a:pt x="14411" y="162979"/>
                  </a:lnTo>
                  <a:lnTo>
                    <a:pt x="15079" y="235441"/>
                  </a:lnTo>
                  <a:lnTo>
                    <a:pt x="15747" y="306969"/>
                  </a:lnTo>
                  <a:lnTo>
                    <a:pt x="16415" y="518550"/>
                  </a:lnTo>
                  <a:lnTo>
                    <a:pt x="17083" y="561761"/>
                  </a:lnTo>
                  <a:lnTo>
                    <a:pt x="17751" y="548306"/>
                  </a:lnTo>
                  <a:lnTo>
                    <a:pt x="18419" y="568921"/>
                  </a:lnTo>
                  <a:lnTo>
                    <a:pt x="19087" y="572743"/>
                  </a:lnTo>
                  <a:lnTo>
                    <a:pt x="19755" y="616400"/>
                  </a:lnTo>
                  <a:lnTo>
                    <a:pt x="20423" y="626761"/>
                  </a:lnTo>
                  <a:lnTo>
                    <a:pt x="21091" y="676759"/>
                  </a:lnTo>
                  <a:lnTo>
                    <a:pt x="21759" y="779828"/>
                  </a:lnTo>
                  <a:lnTo>
                    <a:pt x="22427" y="809878"/>
                  </a:lnTo>
                  <a:lnTo>
                    <a:pt x="23095" y="821172"/>
                  </a:lnTo>
                  <a:lnTo>
                    <a:pt x="23763" y="815500"/>
                  </a:lnTo>
                  <a:lnTo>
                    <a:pt x="24431" y="766632"/>
                  </a:lnTo>
                  <a:lnTo>
                    <a:pt x="25099" y="723734"/>
                  </a:lnTo>
                  <a:lnTo>
                    <a:pt x="25767" y="891141"/>
                  </a:lnTo>
                  <a:lnTo>
                    <a:pt x="26435" y="916729"/>
                  </a:lnTo>
                  <a:lnTo>
                    <a:pt x="27103" y="956285"/>
                  </a:lnTo>
                  <a:lnTo>
                    <a:pt x="27772" y="880914"/>
                  </a:lnTo>
                  <a:lnTo>
                    <a:pt x="28440" y="890388"/>
                  </a:lnTo>
                  <a:lnTo>
                    <a:pt x="29108" y="946957"/>
                  </a:lnTo>
                  <a:lnTo>
                    <a:pt x="29776" y="946957"/>
                  </a:lnTo>
                  <a:lnTo>
                    <a:pt x="30444" y="946957"/>
                  </a:lnTo>
                  <a:lnTo>
                    <a:pt x="31112" y="926403"/>
                  </a:lnTo>
                  <a:lnTo>
                    <a:pt x="31780" y="909776"/>
                  </a:lnTo>
                  <a:lnTo>
                    <a:pt x="32448" y="946957"/>
                  </a:lnTo>
                  <a:lnTo>
                    <a:pt x="33116" y="946957"/>
                  </a:lnTo>
                  <a:lnTo>
                    <a:pt x="33784" y="953960"/>
                  </a:lnTo>
                  <a:lnTo>
                    <a:pt x="34290" y="100456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8185088" y="2732789"/>
              <a:ext cx="238071" cy="1291609"/>
            </a:xfrm>
            <a:custGeom>
              <a:avLst/>
              <a:pathLst>
                <a:path w="238071" h="1291609">
                  <a:moveTo>
                    <a:pt x="0" y="1291609"/>
                  </a:moveTo>
                  <a:lnTo>
                    <a:pt x="418" y="1192945"/>
                  </a:lnTo>
                  <a:lnTo>
                    <a:pt x="1086" y="1179655"/>
                  </a:lnTo>
                  <a:lnTo>
                    <a:pt x="1754" y="1109245"/>
                  </a:lnTo>
                  <a:lnTo>
                    <a:pt x="2422" y="1109245"/>
                  </a:lnTo>
                  <a:lnTo>
                    <a:pt x="3090" y="1109245"/>
                  </a:lnTo>
                  <a:lnTo>
                    <a:pt x="3758" y="1109245"/>
                  </a:lnTo>
                  <a:lnTo>
                    <a:pt x="4426" y="1133203"/>
                  </a:lnTo>
                  <a:lnTo>
                    <a:pt x="5094" y="1192945"/>
                  </a:lnTo>
                  <a:lnTo>
                    <a:pt x="5762" y="1192945"/>
                  </a:lnTo>
                  <a:lnTo>
                    <a:pt x="6430" y="1192945"/>
                  </a:lnTo>
                  <a:lnTo>
                    <a:pt x="7098" y="1117130"/>
                  </a:lnTo>
                  <a:lnTo>
                    <a:pt x="7766" y="1056667"/>
                  </a:lnTo>
                  <a:lnTo>
                    <a:pt x="8434" y="1035417"/>
                  </a:lnTo>
                  <a:lnTo>
                    <a:pt x="9102" y="1008159"/>
                  </a:lnTo>
                  <a:lnTo>
                    <a:pt x="9770" y="938792"/>
                  </a:lnTo>
                  <a:lnTo>
                    <a:pt x="10438" y="909632"/>
                  </a:lnTo>
                  <a:lnTo>
                    <a:pt x="11106" y="834539"/>
                  </a:lnTo>
                  <a:lnTo>
                    <a:pt x="11774" y="758467"/>
                  </a:lnTo>
                  <a:lnTo>
                    <a:pt x="12442" y="725756"/>
                  </a:lnTo>
                  <a:lnTo>
                    <a:pt x="13110" y="694668"/>
                  </a:lnTo>
                  <a:lnTo>
                    <a:pt x="13778" y="622189"/>
                  </a:lnTo>
                  <a:lnTo>
                    <a:pt x="14446" y="544370"/>
                  </a:lnTo>
                  <a:lnTo>
                    <a:pt x="15114" y="485207"/>
                  </a:lnTo>
                  <a:lnTo>
                    <a:pt x="15782" y="459676"/>
                  </a:lnTo>
                  <a:lnTo>
                    <a:pt x="16450" y="447291"/>
                  </a:lnTo>
                  <a:lnTo>
                    <a:pt x="17118" y="402593"/>
                  </a:lnTo>
                  <a:lnTo>
                    <a:pt x="17786" y="376498"/>
                  </a:lnTo>
                  <a:lnTo>
                    <a:pt x="18454" y="368035"/>
                  </a:lnTo>
                  <a:lnTo>
                    <a:pt x="19122" y="331874"/>
                  </a:lnTo>
                  <a:lnTo>
                    <a:pt x="19790" y="328483"/>
                  </a:lnTo>
                  <a:lnTo>
                    <a:pt x="20458" y="271411"/>
                  </a:lnTo>
                  <a:lnTo>
                    <a:pt x="21126" y="242251"/>
                  </a:lnTo>
                  <a:lnTo>
                    <a:pt x="21794" y="262215"/>
                  </a:lnTo>
                  <a:lnTo>
                    <a:pt x="22462" y="185014"/>
                  </a:lnTo>
                  <a:lnTo>
                    <a:pt x="23130" y="116288"/>
                  </a:lnTo>
                  <a:lnTo>
                    <a:pt x="23798" y="101202"/>
                  </a:lnTo>
                  <a:lnTo>
                    <a:pt x="24467" y="103560"/>
                  </a:lnTo>
                  <a:lnTo>
                    <a:pt x="25135" y="116288"/>
                  </a:lnTo>
                  <a:lnTo>
                    <a:pt x="25803" y="98853"/>
                  </a:lnTo>
                  <a:lnTo>
                    <a:pt x="26471" y="69090"/>
                  </a:lnTo>
                  <a:lnTo>
                    <a:pt x="27139" y="58741"/>
                  </a:lnTo>
                  <a:lnTo>
                    <a:pt x="27807" y="42817"/>
                  </a:lnTo>
                  <a:lnTo>
                    <a:pt x="28475" y="10772"/>
                  </a:lnTo>
                  <a:lnTo>
                    <a:pt x="29143" y="13494"/>
                  </a:lnTo>
                  <a:lnTo>
                    <a:pt x="29811" y="12813"/>
                  </a:lnTo>
                  <a:lnTo>
                    <a:pt x="30479" y="32889"/>
                  </a:lnTo>
                  <a:lnTo>
                    <a:pt x="31147" y="27287"/>
                  </a:lnTo>
                  <a:lnTo>
                    <a:pt x="31815" y="0"/>
                  </a:lnTo>
                  <a:lnTo>
                    <a:pt x="32483" y="169798"/>
                  </a:lnTo>
                  <a:lnTo>
                    <a:pt x="33151" y="195430"/>
                  </a:lnTo>
                  <a:lnTo>
                    <a:pt x="33819" y="202601"/>
                  </a:lnTo>
                  <a:lnTo>
                    <a:pt x="34487" y="187992"/>
                  </a:lnTo>
                  <a:lnTo>
                    <a:pt x="35155" y="180813"/>
                  </a:lnTo>
                  <a:lnTo>
                    <a:pt x="35823" y="206645"/>
                  </a:lnTo>
                  <a:lnTo>
                    <a:pt x="36491" y="234293"/>
                  </a:lnTo>
                  <a:lnTo>
                    <a:pt x="37159" y="243548"/>
                  </a:lnTo>
                  <a:lnTo>
                    <a:pt x="37827" y="243548"/>
                  </a:lnTo>
                  <a:lnTo>
                    <a:pt x="38495" y="269913"/>
                  </a:lnTo>
                  <a:lnTo>
                    <a:pt x="39163" y="259528"/>
                  </a:lnTo>
                  <a:lnTo>
                    <a:pt x="39831" y="266928"/>
                  </a:lnTo>
                  <a:lnTo>
                    <a:pt x="40499" y="278196"/>
                  </a:lnTo>
                  <a:lnTo>
                    <a:pt x="41167" y="306886"/>
                  </a:lnTo>
                  <a:lnTo>
                    <a:pt x="41835" y="331153"/>
                  </a:lnTo>
                  <a:lnTo>
                    <a:pt x="42503" y="367736"/>
                  </a:lnTo>
                  <a:lnTo>
                    <a:pt x="43171" y="390526"/>
                  </a:lnTo>
                  <a:lnTo>
                    <a:pt x="43839" y="280743"/>
                  </a:lnTo>
                  <a:lnTo>
                    <a:pt x="44507" y="315098"/>
                  </a:lnTo>
                  <a:lnTo>
                    <a:pt x="45175" y="345625"/>
                  </a:lnTo>
                  <a:lnTo>
                    <a:pt x="45843" y="497195"/>
                  </a:lnTo>
                  <a:lnTo>
                    <a:pt x="46511" y="458382"/>
                  </a:lnTo>
                  <a:lnTo>
                    <a:pt x="47179" y="549901"/>
                  </a:lnTo>
                  <a:lnTo>
                    <a:pt x="47847" y="532798"/>
                  </a:lnTo>
                  <a:lnTo>
                    <a:pt x="48515" y="528537"/>
                  </a:lnTo>
                  <a:lnTo>
                    <a:pt x="49184" y="544015"/>
                  </a:lnTo>
                  <a:lnTo>
                    <a:pt x="49852" y="516071"/>
                  </a:lnTo>
                  <a:lnTo>
                    <a:pt x="50520" y="526741"/>
                  </a:lnTo>
                  <a:lnTo>
                    <a:pt x="51188" y="542174"/>
                  </a:lnTo>
                  <a:lnTo>
                    <a:pt x="51856" y="559885"/>
                  </a:lnTo>
                  <a:lnTo>
                    <a:pt x="52524" y="531241"/>
                  </a:lnTo>
                  <a:lnTo>
                    <a:pt x="53192" y="534864"/>
                  </a:lnTo>
                  <a:lnTo>
                    <a:pt x="53860" y="477604"/>
                  </a:lnTo>
                  <a:lnTo>
                    <a:pt x="54528" y="485111"/>
                  </a:lnTo>
                  <a:lnTo>
                    <a:pt x="55196" y="480097"/>
                  </a:lnTo>
                  <a:lnTo>
                    <a:pt x="55864" y="486218"/>
                  </a:lnTo>
                  <a:lnTo>
                    <a:pt x="56532" y="513701"/>
                  </a:lnTo>
                  <a:lnTo>
                    <a:pt x="57200" y="459399"/>
                  </a:lnTo>
                  <a:lnTo>
                    <a:pt x="57868" y="485022"/>
                  </a:lnTo>
                  <a:lnTo>
                    <a:pt x="58536" y="305244"/>
                  </a:lnTo>
                  <a:lnTo>
                    <a:pt x="59204" y="284936"/>
                  </a:lnTo>
                  <a:lnTo>
                    <a:pt x="59872" y="293407"/>
                  </a:lnTo>
                  <a:lnTo>
                    <a:pt x="60540" y="258171"/>
                  </a:lnTo>
                  <a:lnTo>
                    <a:pt x="61208" y="243234"/>
                  </a:lnTo>
                  <a:lnTo>
                    <a:pt x="61876" y="240289"/>
                  </a:lnTo>
                  <a:lnTo>
                    <a:pt x="62544" y="297685"/>
                  </a:lnTo>
                  <a:lnTo>
                    <a:pt x="63212" y="315098"/>
                  </a:lnTo>
                  <a:lnTo>
                    <a:pt x="63880" y="356141"/>
                  </a:lnTo>
                  <a:lnTo>
                    <a:pt x="64548" y="281789"/>
                  </a:lnTo>
                  <a:lnTo>
                    <a:pt x="65216" y="255155"/>
                  </a:lnTo>
                  <a:lnTo>
                    <a:pt x="65884" y="236384"/>
                  </a:lnTo>
                  <a:lnTo>
                    <a:pt x="66552" y="170829"/>
                  </a:lnTo>
                  <a:lnTo>
                    <a:pt x="67220" y="140037"/>
                  </a:lnTo>
                  <a:lnTo>
                    <a:pt x="67888" y="138370"/>
                  </a:lnTo>
                  <a:lnTo>
                    <a:pt x="68556" y="145907"/>
                  </a:lnTo>
                  <a:lnTo>
                    <a:pt x="69224" y="162123"/>
                  </a:lnTo>
                  <a:lnTo>
                    <a:pt x="69892" y="130923"/>
                  </a:lnTo>
                  <a:lnTo>
                    <a:pt x="70560" y="140037"/>
                  </a:lnTo>
                  <a:lnTo>
                    <a:pt x="71228" y="148440"/>
                  </a:lnTo>
                  <a:lnTo>
                    <a:pt x="71896" y="110688"/>
                  </a:lnTo>
                  <a:lnTo>
                    <a:pt x="72564" y="105137"/>
                  </a:lnTo>
                  <a:lnTo>
                    <a:pt x="73233" y="103560"/>
                  </a:lnTo>
                  <a:lnTo>
                    <a:pt x="73901" y="90314"/>
                  </a:lnTo>
                  <a:lnTo>
                    <a:pt x="74569" y="131746"/>
                  </a:lnTo>
                  <a:lnTo>
                    <a:pt x="75237" y="164722"/>
                  </a:lnTo>
                  <a:lnTo>
                    <a:pt x="75905" y="186810"/>
                  </a:lnTo>
                  <a:lnTo>
                    <a:pt x="76573" y="216270"/>
                  </a:lnTo>
                  <a:lnTo>
                    <a:pt x="77241" y="244219"/>
                  </a:lnTo>
                  <a:lnTo>
                    <a:pt x="77909" y="291278"/>
                  </a:lnTo>
                  <a:lnTo>
                    <a:pt x="78577" y="312895"/>
                  </a:lnTo>
                  <a:lnTo>
                    <a:pt x="79245" y="502431"/>
                  </a:lnTo>
                  <a:lnTo>
                    <a:pt x="79913" y="612364"/>
                  </a:lnTo>
                  <a:lnTo>
                    <a:pt x="80581" y="638174"/>
                  </a:lnTo>
                  <a:lnTo>
                    <a:pt x="81249" y="643155"/>
                  </a:lnTo>
                  <a:lnTo>
                    <a:pt x="81917" y="652725"/>
                  </a:lnTo>
                  <a:lnTo>
                    <a:pt x="82585" y="756238"/>
                  </a:lnTo>
                  <a:lnTo>
                    <a:pt x="83253" y="783825"/>
                  </a:lnTo>
                  <a:lnTo>
                    <a:pt x="83921" y="854488"/>
                  </a:lnTo>
                  <a:lnTo>
                    <a:pt x="84589" y="908775"/>
                  </a:lnTo>
                  <a:lnTo>
                    <a:pt x="85257" y="908775"/>
                  </a:lnTo>
                  <a:lnTo>
                    <a:pt x="85925" y="944408"/>
                  </a:lnTo>
                  <a:lnTo>
                    <a:pt x="86593" y="1016494"/>
                  </a:lnTo>
                  <a:lnTo>
                    <a:pt x="87261" y="1056948"/>
                  </a:lnTo>
                  <a:lnTo>
                    <a:pt x="87929" y="1036394"/>
                  </a:lnTo>
                  <a:lnTo>
                    <a:pt x="88597" y="1038420"/>
                  </a:lnTo>
                  <a:lnTo>
                    <a:pt x="89265" y="1031332"/>
                  </a:lnTo>
                  <a:lnTo>
                    <a:pt x="89933" y="963705"/>
                  </a:lnTo>
                  <a:lnTo>
                    <a:pt x="90601" y="941898"/>
                  </a:lnTo>
                  <a:lnTo>
                    <a:pt x="91269" y="835350"/>
                  </a:lnTo>
                  <a:lnTo>
                    <a:pt x="91937" y="961544"/>
                  </a:lnTo>
                  <a:lnTo>
                    <a:pt x="92605" y="1014424"/>
                  </a:lnTo>
                  <a:lnTo>
                    <a:pt x="93273" y="1089518"/>
                  </a:lnTo>
                  <a:lnTo>
                    <a:pt x="93941" y="1056228"/>
                  </a:lnTo>
                  <a:lnTo>
                    <a:pt x="94609" y="814638"/>
                  </a:lnTo>
                  <a:lnTo>
                    <a:pt x="95277" y="804920"/>
                  </a:lnTo>
                  <a:lnTo>
                    <a:pt x="95945" y="788267"/>
                  </a:lnTo>
                  <a:lnTo>
                    <a:pt x="96613" y="723635"/>
                  </a:lnTo>
                  <a:lnTo>
                    <a:pt x="97281" y="700763"/>
                  </a:lnTo>
                  <a:lnTo>
                    <a:pt x="97950" y="674767"/>
                  </a:lnTo>
                  <a:lnTo>
                    <a:pt x="98618" y="674767"/>
                  </a:lnTo>
                  <a:lnTo>
                    <a:pt x="99286" y="706919"/>
                  </a:lnTo>
                  <a:lnTo>
                    <a:pt x="99954" y="785924"/>
                  </a:lnTo>
                  <a:lnTo>
                    <a:pt x="100622" y="809760"/>
                  </a:lnTo>
                  <a:lnTo>
                    <a:pt x="101290" y="855092"/>
                  </a:lnTo>
                  <a:lnTo>
                    <a:pt x="101958" y="855092"/>
                  </a:lnTo>
                  <a:lnTo>
                    <a:pt x="102626" y="855092"/>
                  </a:lnTo>
                  <a:lnTo>
                    <a:pt x="103294" y="855092"/>
                  </a:lnTo>
                  <a:lnTo>
                    <a:pt x="103962" y="876342"/>
                  </a:lnTo>
                  <a:lnTo>
                    <a:pt x="104630" y="898338"/>
                  </a:lnTo>
                  <a:lnTo>
                    <a:pt x="105298" y="909632"/>
                  </a:lnTo>
                  <a:lnTo>
                    <a:pt x="105966" y="929901"/>
                  </a:lnTo>
                  <a:lnTo>
                    <a:pt x="106634" y="1021640"/>
                  </a:lnTo>
                  <a:lnTo>
                    <a:pt x="107302" y="1060280"/>
                  </a:lnTo>
                  <a:lnTo>
                    <a:pt x="107970" y="1109245"/>
                  </a:lnTo>
                  <a:lnTo>
                    <a:pt x="108638" y="1109245"/>
                  </a:lnTo>
                  <a:lnTo>
                    <a:pt x="109306" y="1109245"/>
                  </a:lnTo>
                  <a:lnTo>
                    <a:pt x="109974" y="1109245"/>
                  </a:lnTo>
                  <a:lnTo>
                    <a:pt x="110642" y="1109245"/>
                  </a:lnTo>
                  <a:lnTo>
                    <a:pt x="111310" y="1109245"/>
                  </a:lnTo>
                  <a:lnTo>
                    <a:pt x="111978" y="1109245"/>
                  </a:lnTo>
                  <a:lnTo>
                    <a:pt x="112646" y="985244"/>
                  </a:lnTo>
                  <a:lnTo>
                    <a:pt x="113314" y="909632"/>
                  </a:lnTo>
                  <a:lnTo>
                    <a:pt x="113982" y="921134"/>
                  </a:lnTo>
                  <a:lnTo>
                    <a:pt x="114650" y="969375"/>
                  </a:lnTo>
                  <a:lnTo>
                    <a:pt x="115318" y="969375"/>
                  </a:lnTo>
                  <a:lnTo>
                    <a:pt x="115986" y="956962"/>
                  </a:lnTo>
                  <a:lnTo>
                    <a:pt x="116654" y="909632"/>
                  </a:lnTo>
                  <a:lnTo>
                    <a:pt x="117322" y="909632"/>
                  </a:lnTo>
                  <a:lnTo>
                    <a:pt x="117990" y="938792"/>
                  </a:lnTo>
                  <a:lnTo>
                    <a:pt x="118658" y="969375"/>
                  </a:lnTo>
                  <a:lnTo>
                    <a:pt x="119326" y="969375"/>
                  </a:lnTo>
                  <a:lnTo>
                    <a:pt x="119994" y="918239"/>
                  </a:lnTo>
                  <a:lnTo>
                    <a:pt x="120662" y="909632"/>
                  </a:lnTo>
                  <a:lnTo>
                    <a:pt x="121330" y="906790"/>
                  </a:lnTo>
                  <a:lnTo>
                    <a:pt x="121998" y="855092"/>
                  </a:lnTo>
                  <a:lnTo>
                    <a:pt x="122667" y="953897"/>
                  </a:lnTo>
                  <a:lnTo>
                    <a:pt x="123335" y="1035417"/>
                  </a:lnTo>
                  <a:lnTo>
                    <a:pt x="124003" y="1035417"/>
                  </a:lnTo>
                  <a:lnTo>
                    <a:pt x="124671" y="975674"/>
                  </a:lnTo>
                  <a:lnTo>
                    <a:pt x="125339" y="960042"/>
                  </a:lnTo>
                  <a:lnTo>
                    <a:pt x="126007" y="921134"/>
                  </a:lnTo>
                  <a:lnTo>
                    <a:pt x="126675" y="969375"/>
                  </a:lnTo>
                  <a:lnTo>
                    <a:pt x="127343" y="969375"/>
                  </a:lnTo>
                  <a:lnTo>
                    <a:pt x="128011" y="969375"/>
                  </a:lnTo>
                  <a:lnTo>
                    <a:pt x="128679" y="969375"/>
                  </a:lnTo>
                  <a:lnTo>
                    <a:pt x="129347" y="969375"/>
                  </a:lnTo>
                  <a:lnTo>
                    <a:pt x="130015" y="1004834"/>
                  </a:lnTo>
                  <a:lnTo>
                    <a:pt x="130683" y="969375"/>
                  </a:lnTo>
                  <a:lnTo>
                    <a:pt x="131351" y="1130183"/>
                  </a:lnTo>
                  <a:lnTo>
                    <a:pt x="132019" y="1210086"/>
                  </a:lnTo>
                  <a:lnTo>
                    <a:pt x="132687" y="1243328"/>
                  </a:lnTo>
                  <a:lnTo>
                    <a:pt x="133355" y="1196818"/>
                  </a:lnTo>
                  <a:lnTo>
                    <a:pt x="134023" y="1189032"/>
                  </a:lnTo>
                  <a:lnTo>
                    <a:pt x="134691" y="1111488"/>
                  </a:lnTo>
                  <a:lnTo>
                    <a:pt x="135359" y="1063247"/>
                  </a:lnTo>
                  <a:lnTo>
                    <a:pt x="136027" y="1100194"/>
                  </a:lnTo>
                  <a:lnTo>
                    <a:pt x="136695" y="1100194"/>
                  </a:lnTo>
                  <a:lnTo>
                    <a:pt x="137363" y="1100194"/>
                  </a:lnTo>
                  <a:lnTo>
                    <a:pt x="138031" y="1100194"/>
                  </a:lnTo>
                  <a:lnTo>
                    <a:pt x="138699" y="1061140"/>
                  </a:lnTo>
                  <a:lnTo>
                    <a:pt x="139367" y="978493"/>
                  </a:lnTo>
                  <a:lnTo>
                    <a:pt x="140035" y="828382"/>
                  </a:lnTo>
                  <a:lnTo>
                    <a:pt x="140703" y="816881"/>
                  </a:lnTo>
                  <a:lnTo>
                    <a:pt x="141371" y="816881"/>
                  </a:lnTo>
                  <a:lnTo>
                    <a:pt x="142039" y="683790"/>
                  </a:lnTo>
                  <a:lnTo>
                    <a:pt x="142707" y="725365"/>
                  </a:lnTo>
                  <a:lnTo>
                    <a:pt x="143375" y="565401"/>
                  </a:lnTo>
                  <a:lnTo>
                    <a:pt x="144043" y="539615"/>
                  </a:lnTo>
                  <a:lnTo>
                    <a:pt x="144711" y="606184"/>
                  </a:lnTo>
                  <a:lnTo>
                    <a:pt x="145379" y="557228"/>
                  </a:lnTo>
                  <a:lnTo>
                    <a:pt x="146047" y="531770"/>
                  </a:lnTo>
                  <a:lnTo>
                    <a:pt x="146715" y="504314"/>
                  </a:lnTo>
                  <a:lnTo>
                    <a:pt x="147384" y="479442"/>
                  </a:lnTo>
                  <a:lnTo>
                    <a:pt x="148052" y="475154"/>
                  </a:lnTo>
                  <a:lnTo>
                    <a:pt x="148720" y="501336"/>
                  </a:lnTo>
                  <a:lnTo>
                    <a:pt x="149388" y="563758"/>
                  </a:lnTo>
                  <a:lnTo>
                    <a:pt x="150056" y="702809"/>
                  </a:lnTo>
                  <a:lnTo>
                    <a:pt x="150724" y="674767"/>
                  </a:lnTo>
                  <a:lnTo>
                    <a:pt x="151392" y="674767"/>
                  </a:lnTo>
                  <a:lnTo>
                    <a:pt x="152060" y="674767"/>
                  </a:lnTo>
                  <a:lnTo>
                    <a:pt x="152728" y="674767"/>
                  </a:lnTo>
                  <a:lnTo>
                    <a:pt x="153396" y="676729"/>
                  </a:lnTo>
                  <a:lnTo>
                    <a:pt x="154064" y="651691"/>
                  </a:lnTo>
                  <a:lnTo>
                    <a:pt x="154732" y="636766"/>
                  </a:lnTo>
                  <a:lnTo>
                    <a:pt x="155400" y="727885"/>
                  </a:lnTo>
                  <a:lnTo>
                    <a:pt x="156068" y="749576"/>
                  </a:lnTo>
                  <a:lnTo>
                    <a:pt x="156736" y="758467"/>
                  </a:lnTo>
                  <a:lnTo>
                    <a:pt x="157404" y="797728"/>
                  </a:lnTo>
                  <a:lnTo>
                    <a:pt x="158072" y="804920"/>
                  </a:lnTo>
                  <a:lnTo>
                    <a:pt x="158740" y="804920"/>
                  </a:lnTo>
                  <a:lnTo>
                    <a:pt x="159408" y="809760"/>
                  </a:lnTo>
                  <a:lnTo>
                    <a:pt x="160076" y="852485"/>
                  </a:lnTo>
                  <a:lnTo>
                    <a:pt x="160744" y="909632"/>
                  </a:lnTo>
                  <a:lnTo>
                    <a:pt x="161412" y="909632"/>
                  </a:lnTo>
                  <a:lnTo>
                    <a:pt x="162080" y="909632"/>
                  </a:lnTo>
                  <a:lnTo>
                    <a:pt x="162748" y="881769"/>
                  </a:lnTo>
                  <a:lnTo>
                    <a:pt x="163416" y="1002487"/>
                  </a:lnTo>
                  <a:lnTo>
                    <a:pt x="164084" y="1010777"/>
                  </a:lnTo>
                  <a:lnTo>
                    <a:pt x="164752" y="1146408"/>
                  </a:lnTo>
                  <a:lnTo>
                    <a:pt x="165420" y="1031332"/>
                  </a:lnTo>
                  <a:lnTo>
                    <a:pt x="166088" y="961927"/>
                  </a:lnTo>
                  <a:lnTo>
                    <a:pt x="166756" y="942692"/>
                  </a:lnTo>
                  <a:lnTo>
                    <a:pt x="167424" y="898955"/>
                  </a:lnTo>
                  <a:lnTo>
                    <a:pt x="168092" y="870386"/>
                  </a:lnTo>
                  <a:lnTo>
                    <a:pt x="168760" y="846040"/>
                  </a:lnTo>
                  <a:lnTo>
                    <a:pt x="169428" y="816881"/>
                  </a:lnTo>
                  <a:lnTo>
                    <a:pt x="170096" y="758435"/>
                  </a:lnTo>
                  <a:lnTo>
                    <a:pt x="170764" y="758435"/>
                  </a:lnTo>
                  <a:lnTo>
                    <a:pt x="171433" y="736752"/>
                  </a:lnTo>
                  <a:lnTo>
                    <a:pt x="172101" y="736752"/>
                  </a:lnTo>
                  <a:lnTo>
                    <a:pt x="172769" y="740524"/>
                  </a:lnTo>
                  <a:lnTo>
                    <a:pt x="173437" y="744399"/>
                  </a:lnTo>
                  <a:lnTo>
                    <a:pt x="174105" y="639724"/>
                  </a:lnTo>
                  <a:lnTo>
                    <a:pt x="174773" y="638174"/>
                  </a:lnTo>
                  <a:lnTo>
                    <a:pt x="175441" y="697777"/>
                  </a:lnTo>
                  <a:lnTo>
                    <a:pt x="176109" y="711656"/>
                  </a:lnTo>
                  <a:lnTo>
                    <a:pt x="176777" y="721082"/>
                  </a:lnTo>
                  <a:lnTo>
                    <a:pt x="177445" y="577024"/>
                  </a:lnTo>
                  <a:lnTo>
                    <a:pt x="178113" y="607942"/>
                  </a:lnTo>
                  <a:lnTo>
                    <a:pt x="178781" y="636766"/>
                  </a:lnTo>
                  <a:lnTo>
                    <a:pt x="179449" y="674767"/>
                  </a:lnTo>
                  <a:lnTo>
                    <a:pt x="180117" y="776637"/>
                  </a:lnTo>
                  <a:lnTo>
                    <a:pt x="180785" y="812194"/>
                  </a:lnTo>
                  <a:lnTo>
                    <a:pt x="181453" y="855092"/>
                  </a:lnTo>
                  <a:lnTo>
                    <a:pt x="182121" y="852486"/>
                  </a:lnTo>
                  <a:lnTo>
                    <a:pt x="182789" y="767486"/>
                  </a:lnTo>
                  <a:lnTo>
                    <a:pt x="183457" y="754006"/>
                  </a:lnTo>
                  <a:lnTo>
                    <a:pt x="184125" y="682652"/>
                  </a:lnTo>
                  <a:lnTo>
                    <a:pt x="184793" y="615025"/>
                  </a:lnTo>
                  <a:lnTo>
                    <a:pt x="185461" y="638613"/>
                  </a:lnTo>
                  <a:lnTo>
                    <a:pt x="186129" y="676729"/>
                  </a:lnTo>
                  <a:lnTo>
                    <a:pt x="186797" y="715221"/>
                  </a:lnTo>
                  <a:lnTo>
                    <a:pt x="187465" y="715221"/>
                  </a:lnTo>
                  <a:lnTo>
                    <a:pt x="188133" y="680671"/>
                  </a:lnTo>
                  <a:lnTo>
                    <a:pt x="188801" y="653582"/>
                  </a:lnTo>
                  <a:lnTo>
                    <a:pt x="189469" y="567048"/>
                  </a:lnTo>
                  <a:lnTo>
                    <a:pt x="190137" y="513333"/>
                  </a:lnTo>
                  <a:lnTo>
                    <a:pt x="190805" y="462462"/>
                  </a:lnTo>
                  <a:lnTo>
                    <a:pt x="191473" y="431149"/>
                  </a:lnTo>
                  <a:lnTo>
                    <a:pt x="192141" y="356141"/>
                  </a:lnTo>
                  <a:lnTo>
                    <a:pt x="192809" y="383843"/>
                  </a:lnTo>
                  <a:lnTo>
                    <a:pt x="193477" y="500900"/>
                  </a:lnTo>
                  <a:lnTo>
                    <a:pt x="194145" y="471164"/>
                  </a:lnTo>
                  <a:lnTo>
                    <a:pt x="194813" y="475428"/>
                  </a:lnTo>
                  <a:lnTo>
                    <a:pt x="195481" y="405792"/>
                  </a:lnTo>
                  <a:lnTo>
                    <a:pt x="196150" y="497966"/>
                  </a:lnTo>
                  <a:lnTo>
                    <a:pt x="196818" y="537546"/>
                  </a:lnTo>
                  <a:lnTo>
                    <a:pt x="197486" y="469871"/>
                  </a:lnTo>
                  <a:lnTo>
                    <a:pt x="198154" y="420511"/>
                  </a:lnTo>
                  <a:lnTo>
                    <a:pt x="198822" y="416622"/>
                  </a:lnTo>
                  <a:lnTo>
                    <a:pt x="199490" y="424425"/>
                  </a:lnTo>
                  <a:lnTo>
                    <a:pt x="200158" y="413399"/>
                  </a:lnTo>
                  <a:lnTo>
                    <a:pt x="200826" y="429022"/>
                  </a:lnTo>
                  <a:lnTo>
                    <a:pt x="201494" y="429022"/>
                  </a:lnTo>
                  <a:lnTo>
                    <a:pt x="202162" y="408277"/>
                  </a:lnTo>
                  <a:lnTo>
                    <a:pt x="202830" y="379610"/>
                  </a:lnTo>
                  <a:lnTo>
                    <a:pt x="203498" y="377968"/>
                  </a:lnTo>
                  <a:lnTo>
                    <a:pt x="204166" y="394910"/>
                  </a:lnTo>
                  <a:lnTo>
                    <a:pt x="204834" y="374990"/>
                  </a:lnTo>
                  <a:lnTo>
                    <a:pt x="205502" y="303529"/>
                  </a:lnTo>
                  <a:lnTo>
                    <a:pt x="206170" y="337902"/>
                  </a:lnTo>
                  <a:lnTo>
                    <a:pt x="206838" y="245260"/>
                  </a:lnTo>
                  <a:lnTo>
                    <a:pt x="207506" y="295371"/>
                  </a:lnTo>
                  <a:lnTo>
                    <a:pt x="208174" y="451913"/>
                  </a:lnTo>
                  <a:lnTo>
                    <a:pt x="208842" y="432094"/>
                  </a:lnTo>
                  <a:lnTo>
                    <a:pt x="209510" y="402671"/>
                  </a:lnTo>
                  <a:lnTo>
                    <a:pt x="210178" y="396084"/>
                  </a:lnTo>
                  <a:lnTo>
                    <a:pt x="210846" y="345073"/>
                  </a:lnTo>
                  <a:lnTo>
                    <a:pt x="211514" y="311112"/>
                  </a:lnTo>
                  <a:lnTo>
                    <a:pt x="212182" y="347763"/>
                  </a:lnTo>
                  <a:lnTo>
                    <a:pt x="212850" y="330479"/>
                  </a:lnTo>
                  <a:lnTo>
                    <a:pt x="213518" y="378851"/>
                  </a:lnTo>
                  <a:lnTo>
                    <a:pt x="214186" y="401936"/>
                  </a:lnTo>
                  <a:lnTo>
                    <a:pt x="214854" y="423617"/>
                  </a:lnTo>
                  <a:lnTo>
                    <a:pt x="215522" y="393904"/>
                  </a:lnTo>
                  <a:lnTo>
                    <a:pt x="216190" y="383115"/>
                  </a:lnTo>
                  <a:lnTo>
                    <a:pt x="216858" y="364224"/>
                  </a:lnTo>
                  <a:lnTo>
                    <a:pt x="217526" y="324422"/>
                  </a:lnTo>
                  <a:lnTo>
                    <a:pt x="218194" y="222439"/>
                  </a:lnTo>
                  <a:lnTo>
                    <a:pt x="218862" y="226874"/>
                  </a:lnTo>
                  <a:lnTo>
                    <a:pt x="219530" y="92632"/>
                  </a:lnTo>
                  <a:lnTo>
                    <a:pt x="220198" y="140872"/>
                  </a:lnTo>
                  <a:lnTo>
                    <a:pt x="220867" y="215328"/>
                  </a:lnTo>
                  <a:lnTo>
                    <a:pt x="221535" y="267307"/>
                  </a:lnTo>
                  <a:lnTo>
                    <a:pt x="222203" y="429154"/>
                  </a:lnTo>
                  <a:lnTo>
                    <a:pt x="222871" y="623849"/>
                  </a:lnTo>
                  <a:lnTo>
                    <a:pt x="223539" y="652838"/>
                  </a:lnTo>
                  <a:lnTo>
                    <a:pt x="224207" y="662675"/>
                  </a:lnTo>
                  <a:lnTo>
                    <a:pt x="224875" y="673789"/>
                  </a:lnTo>
                  <a:lnTo>
                    <a:pt x="225543" y="735500"/>
                  </a:lnTo>
                  <a:lnTo>
                    <a:pt x="226211" y="723112"/>
                  </a:lnTo>
                  <a:lnTo>
                    <a:pt x="226879" y="702598"/>
                  </a:lnTo>
                  <a:lnTo>
                    <a:pt x="227547" y="808874"/>
                  </a:lnTo>
                  <a:lnTo>
                    <a:pt x="228215" y="789010"/>
                  </a:lnTo>
                  <a:lnTo>
                    <a:pt x="228883" y="808874"/>
                  </a:lnTo>
                  <a:lnTo>
                    <a:pt x="229551" y="832008"/>
                  </a:lnTo>
                  <a:lnTo>
                    <a:pt x="230219" y="813480"/>
                  </a:lnTo>
                  <a:lnTo>
                    <a:pt x="230887" y="807423"/>
                  </a:lnTo>
                  <a:lnTo>
                    <a:pt x="231555" y="834520"/>
                  </a:lnTo>
                  <a:lnTo>
                    <a:pt x="232223" y="840099"/>
                  </a:lnTo>
                  <a:lnTo>
                    <a:pt x="232891" y="883576"/>
                  </a:lnTo>
                  <a:lnTo>
                    <a:pt x="233559" y="883576"/>
                  </a:lnTo>
                  <a:lnTo>
                    <a:pt x="234227" y="917380"/>
                  </a:lnTo>
                  <a:lnTo>
                    <a:pt x="234895" y="963702"/>
                  </a:lnTo>
                  <a:lnTo>
                    <a:pt x="235563" y="873350"/>
                  </a:lnTo>
                  <a:lnTo>
                    <a:pt x="236231" y="935055"/>
                  </a:lnTo>
                  <a:lnTo>
                    <a:pt x="236899" y="1060779"/>
                  </a:lnTo>
                  <a:lnTo>
                    <a:pt x="237567" y="1149260"/>
                  </a:lnTo>
                  <a:lnTo>
                    <a:pt x="238071" y="12916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8424242" y="2902742"/>
              <a:ext cx="231299" cy="1121656"/>
            </a:xfrm>
            <a:custGeom>
              <a:avLst/>
              <a:pathLst>
                <a:path w="231299" h="1121656">
                  <a:moveTo>
                    <a:pt x="0" y="1121656"/>
                  </a:moveTo>
                  <a:lnTo>
                    <a:pt x="418" y="1022992"/>
                  </a:lnTo>
                  <a:lnTo>
                    <a:pt x="1086" y="1094029"/>
                  </a:lnTo>
                  <a:lnTo>
                    <a:pt x="1754" y="1119617"/>
                  </a:lnTo>
                  <a:lnTo>
                    <a:pt x="2422" y="1119617"/>
                  </a:lnTo>
                  <a:lnTo>
                    <a:pt x="3090" y="1119617"/>
                  </a:lnTo>
                  <a:lnTo>
                    <a:pt x="3758" y="1119617"/>
                  </a:lnTo>
                  <a:lnTo>
                    <a:pt x="4426" y="1059875"/>
                  </a:lnTo>
                  <a:lnTo>
                    <a:pt x="5094" y="1022992"/>
                  </a:lnTo>
                  <a:lnTo>
                    <a:pt x="5762" y="927648"/>
                  </a:lnTo>
                  <a:lnTo>
                    <a:pt x="6430" y="865464"/>
                  </a:lnTo>
                  <a:lnTo>
                    <a:pt x="7098" y="865464"/>
                  </a:lnTo>
                  <a:lnTo>
                    <a:pt x="7766" y="777858"/>
                  </a:lnTo>
                  <a:lnTo>
                    <a:pt x="8434" y="630163"/>
                  </a:lnTo>
                  <a:lnTo>
                    <a:pt x="9102" y="562210"/>
                  </a:lnTo>
                  <a:lnTo>
                    <a:pt x="9770" y="516679"/>
                  </a:lnTo>
                  <a:lnTo>
                    <a:pt x="10438" y="468660"/>
                  </a:lnTo>
                  <a:lnTo>
                    <a:pt x="11106" y="427513"/>
                  </a:lnTo>
                  <a:lnTo>
                    <a:pt x="11774" y="379208"/>
                  </a:lnTo>
                  <a:lnTo>
                    <a:pt x="12442" y="295308"/>
                  </a:lnTo>
                  <a:lnTo>
                    <a:pt x="13110" y="265193"/>
                  </a:lnTo>
                  <a:lnTo>
                    <a:pt x="13778" y="200489"/>
                  </a:lnTo>
                  <a:lnTo>
                    <a:pt x="14446" y="120264"/>
                  </a:lnTo>
                  <a:lnTo>
                    <a:pt x="15114" y="83199"/>
                  </a:lnTo>
                  <a:lnTo>
                    <a:pt x="15782" y="93277"/>
                  </a:lnTo>
                  <a:lnTo>
                    <a:pt x="16450" y="110790"/>
                  </a:lnTo>
                  <a:lnTo>
                    <a:pt x="17118" y="96332"/>
                  </a:lnTo>
                  <a:lnTo>
                    <a:pt x="17786" y="97354"/>
                  </a:lnTo>
                  <a:lnTo>
                    <a:pt x="18454" y="125589"/>
                  </a:lnTo>
                  <a:lnTo>
                    <a:pt x="19122" y="92262"/>
                  </a:lnTo>
                  <a:lnTo>
                    <a:pt x="19790" y="61583"/>
                  </a:lnTo>
                  <a:lnTo>
                    <a:pt x="20458" y="15062"/>
                  </a:lnTo>
                  <a:lnTo>
                    <a:pt x="21126" y="0"/>
                  </a:lnTo>
                  <a:lnTo>
                    <a:pt x="21794" y="0"/>
                  </a:lnTo>
                  <a:lnTo>
                    <a:pt x="22462" y="153304"/>
                  </a:lnTo>
                  <a:lnTo>
                    <a:pt x="23130" y="135124"/>
                  </a:lnTo>
                  <a:lnTo>
                    <a:pt x="23798" y="277580"/>
                  </a:lnTo>
                  <a:lnTo>
                    <a:pt x="24467" y="296150"/>
                  </a:lnTo>
                  <a:lnTo>
                    <a:pt x="25135" y="411445"/>
                  </a:lnTo>
                  <a:lnTo>
                    <a:pt x="25803" y="352734"/>
                  </a:lnTo>
                  <a:lnTo>
                    <a:pt x="26471" y="336865"/>
                  </a:lnTo>
                  <a:lnTo>
                    <a:pt x="27139" y="336119"/>
                  </a:lnTo>
                  <a:lnTo>
                    <a:pt x="27807" y="351969"/>
                  </a:lnTo>
                  <a:lnTo>
                    <a:pt x="28475" y="345884"/>
                  </a:lnTo>
                  <a:lnTo>
                    <a:pt x="29143" y="315590"/>
                  </a:lnTo>
                  <a:lnTo>
                    <a:pt x="29811" y="277122"/>
                  </a:lnTo>
                  <a:lnTo>
                    <a:pt x="30479" y="273740"/>
                  </a:lnTo>
                  <a:lnTo>
                    <a:pt x="31147" y="292227"/>
                  </a:lnTo>
                  <a:lnTo>
                    <a:pt x="31815" y="279842"/>
                  </a:lnTo>
                  <a:lnTo>
                    <a:pt x="32483" y="359613"/>
                  </a:lnTo>
                  <a:lnTo>
                    <a:pt x="33151" y="404015"/>
                  </a:lnTo>
                  <a:lnTo>
                    <a:pt x="33819" y="372166"/>
                  </a:lnTo>
                  <a:lnTo>
                    <a:pt x="34487" y="374539"/>
                  </a:lnTo>
                  <a:lnTo>
                    <a:pt x="35155" y="377685"/>
                  </a:lnTo>
                  <a:lnTo>
                    <a:pt x="35823" y="262859"/>
                  </a:lnTo>
                  <a:lnTo>
                    <a:pt x="36491" y="212450"/>
                  </a:lnTo>
                  <a:lnTo>
                    <a:pt x="37159" y="200456"/>
                  </a:lnTo>
                  <a:lnTo>
                    <a:pt x="37827" y="184586"/>
                  </a:lnTo>
                  <a:lnTo>
                    <a:pt x="38495" y="181867"/>
                  </a:lnTo>
                  <a:lnTo>
                    <a:pt x="39163" y="234191"/>
                  </a:lnTo>
                  <a:lnTo>
                    <a:pt x="39831" y="293712"/>
                  </a:lnTo>
                  <a:lnTo>
                    <a:pt x="40499" y="325309"/>
                  </a:lnTo>
                  <a:lnTo>
                    <a:pt x="41167" y="321060"/>
                  </a:lnTo>
                  <a:lnTo>
                    <a:pt x="41835" y="362192"/>
                  </a:lnTo>
                  <a:lnTo>
                    <a:pt x="42503" y="376137"/>
                  </a:lnTo>
                  <a:lnTo>
                    <a:pt x="43171" y="258237"/>
                  </a:lnTo>
                  <a:lnTo>
                    <a:pt x="43839" y="264291"/>
                  </a:lnTo>
                  <a:lnTo>
                    <a:pt x="44507" y="158530"/>
                  </a:lnTo>
                  <a:lnTo>
                    <a:pt x="45175" y="185011"/>
                  </a:lnTo>
                  <a:lnTo>
                    <a:pt x="45843" y="288335"/>
                  </a:lnTo>
                  <a:lnTo>
                    <a:pt x="46511" y="397095"/>
                  </a:lnTo>
                  <a:lnTo>
                    <a:pt x="47179" y="422340"/>
                  </a:lnTo>
                  <a:lnTo>
                    <a:pt x="47847" y="418914"/>
                  </a:lnTo>
                  <a:lnTo>
                    <a:pt x="48515" y="466814"/>
                  </a:lnTo>
                  <a:lnTo>
                    <a:pt x="49184" y="495096"/>
                  </a:lnTo>
                  <a:lnTo>
                    <a:pt x="49852" y="545268"/>
                  </a:lnTo>
                  <a:lnTo>
                    <a:pt x="50520" y="745553"/>
                  </a:lnTo>
                  <a:lnTo>
                    <a:pt x="51188" y="768400"/>
                  </a:lnTo>
                  <a:lnTo>
                    <a:pt x="51856" y="714793"/>
                  </a:lnTo>
                  <a:lnTo>
                    <a:pt x="52524" y="602226"/>
                  </a:lnTo>
                  <a:lnTo>
                    <a:pt x="53192" y="541568"/>
                  </a:lnTo>
                  <a:lnTo>
                    <a:pt x="53860" y="532944"/>
                  </a:lnTo>
                  <a:lnTo>
                    <a:pt x="54528" y="532944"/>
                  </a:lnTo>
                  <a:lnTo>
                    <a:pt x="55196" y="563527"/>
                  </a:lnTo>
                  <a:lnTo>
                    <a:pt x="55864" y="535936"/>
                  </a:lnTo>
                  <a:lnTo>
                    <a:pt x="56532" y="532944"/>
                  </a:lnTo>
                  <a:lnTo>
                    <a:pt x="57200" y="492490"/>
                  </a:lnTo>
                  <a:lnTo>
                    <a:pt x="57868" y="485533"/>
                  </a:lnTo>
                  <a:lnTo>
                    <a:pt x="58536" y="503784"/>
                  </a:lnTo>
                  <a:lnTo>
                    <a:pt x="59204" y="524053"/>
                  </a:lnTo>
                  <a:lnTo>
                    <a:pt x="59872" y="524053"/>
                  </a:lnTo>
                  <a:lnTo>
                    <a:pt x="60540" y="521754"/>
                  </a:lnTo>
                  <a:lnTo>
                    <a:pt x="61208" y="529352"/>
                  </a:lnTo>
                  <a:lnTo>
                    <a:pt x="61876" y="511269"/>
                  </a:lnTo>
                  <a:lnTo>
                    <a:pt x="62544" y="547971"/>
                  </a:lnTo>
                  <a:lnTo>
                    <a:pt x="63212" y="580928"/>
                  </a:lnTo>
                  <a:lnTo>
                    <a:pt x="63880" y="581949"/>
                  </a:lnTo>
                  <a:lnTo>
                    <a:pt x="64548" y="585683"/>
                  </a:lnTo>
                  <a:lnTo>
                    <a:pt x="65216" y="563527"/>
                  </a:lnTo>
                  <a:lnTo>
                    <a:pt x="65884" y="597330"/>
                  </a:lnTo>
                  <a:lnTo>
                    <a:pt x="66552" y="629569"/>
                  </a:lnTo>
                  <a:lnTo>
                    <a:pt x="67220" y="713269"/>
                  </a:lnTo>
                  <a:lnTo>
                    <a:pt x="67888" y="787097"/>
                  </a:lnTo>
                  <a:lnTo>
                    <a:pt x="68556" y="787097"/>
                  </a:lnTo>
                  <a:lnTo>
                    <a:pt x="69224" y="787097"/>
                  </a:lnTo>
                  <a:lnTo>
                    <a:pt x="69892" y="800675"/>
                  </a:lnTo>
                  <a:lnTo>
                    <a:pt x="70560" y="833550"/>
                  </a:lnTo>
                  <a:lnTo>
                    <a:pt x="71228" y="858134"/>
                  </a:lnTo>
                  <a:lnTo>
                    <a:pt x="71896" y="958531"/>
                  </a:lnTo>
                  <a:lnTo>
                    <a:pt x="72564" y="1023593"/>
                  </a:lnTo>
                  <a:lnTo>
                    <a:pt x="73233" y="1060616"/>
                  </a:lnTo>
                  <a:lnTo>
                    <a:pt x="73901" y="1034989"/>
                  </a:lnTo>
                  <a:lnTo>
                    <a:pt x="74569" y="1037216"/>
                  </a:lnTo>
                  <a:lnTo>
                    <a:pt x="75237" y="939292"/>
                  </a:lnTo>
                  <a:lnTo>
                    <a:pt x="75905" y="939292"/>
                  </a:lnTo>
                  <a:lnTo>
                    <a:pt x="76573" y="939292"/>
                  </a:lnTo>
                  <a:lnTo>
                    <a:pt x="77241" y="939292"/>
                  </a:lnTo>
                  <a:lnTo>
                    <a:pt x="77909" y="939292"/>
                  </a:lnTo>
                  <a:lnTo>
                    <a:pt x="78577" y="939292"/>
                  </a:lnTo>
                  <a:lnTo>
                    <a:pt x="79245" y="960014"/>
                  </a:lnTo>
                  <a:lnTo>
                    <a:pt x="79913" y="917965"/>
                  </a:lnTo>
                  <a:lnTo>
                    <a:pt x="80581" y="840824"/>
                  </a:lnTo>
                  <a:lnTo>
                    <a:pt x="81249" y="807576"/>
                  </a:lnTo>
                  <a:lnTo>
                    <a:pt x="81917" y="743851"/>
                  </a:lnTo>
                  <a:lnTo>
                    <a:pt x="82585" y="743851"/>
                  </a:lnTo>
                  <a:lnTo>
                    <a:pt x="83253" y="743851"/>
                  </a:lnTo>
                  <a:lnTo>
                    <a:pt x="83921" y="787097"/>
                  </a:lnTo>
                  <a:lnTo>
                    <a:pt x="84589" y="787097"/>
                  </a:lnTo>
                  <a:lnTo>
                    <a:pt x="85257" y="915198"/>
                  </a:lnTo>
                  <a:lnTo>
                    <a:pt x="85925" y="846541"/>
                  </a:lnTo>
                  <a:lnTo>
                    <a:pt x="86593" y="903795"/>
                  </a:lnTo>
                  <a:lnTo>
                    <a:pt x="87261" y="926626"/>
                  </a:lnTo>
                  <a:lnTo>
                    <a:pt x="87929" y="824322"/>
                  </a:lnTo>
                  <a:lnTo>
                    <a:pt x="88597" y="751970"/>
                  </a:lnTo>
                  <a:lnTo>
                    <a:pt x="89265" y="700283"/>
                  </a:lnTo>
                  <a:lnTo>
                    <a:pt x="89933" y="633865"/>
                  </a:lnTo>
                  <a:lnTo>
                    <a:pt x="90601" y="658305"/>
                  </a:lnTo>
                  <a:lnTo>
                    <a:pt x="91269" y="670892"/>
                  </a:lnTo>
                  <a:lnTo>
                    <a:pt x="91937" y="667089"/>
                  </a:lnTo>
                  <a:lnTo>
                    <a:pt x="92605" y="643527"/>
                  </a:lnTo>
                  <a:lnTo>
                    <a:pt x="93273" y="613814"/>
                  </a:lnTo>
                  <a:lnTo>
                    <a:pt x="93941" y="594385"/>
                  </a:lnTo>
                  <a:lnTo>
                    <a:pt x="94609" y="546728"/>
                  </a:lnTo>
                  <a:lnTo>
                    <a:pt x="95277" y="543315"/>
                  </a:lnTo>
                  <a:lnTo>
                    <a:pt x="95945" y="427932"/>
                  </a:lnTo>
                  <a:lnTo>
                    <a:pt x="96613" y="275359"/>
                  </a:lnTo>
                  <a:lnTo>
                    <a:pt x="97281" y="271134"/>
                  </a:lnTo>
                  <a:lnTo>
                    <a:pt x="97950" y="158530"/>
                  </a:lnTo>
                  <a:lnTo>
                    <a:pt x="98618" y="196883"/>
                  </a:lnTo>
                  <a:lnTo>
                    <a:pt x="99286" y="281439"/>
                  </a:lnTo>
                  <a:lnTo>
                    <a:pt x="99954" y="318155"/>
                  </a:lnTo>
                  <a:lnTo>
                    <a:pt x="100622" y="315254"/>
                  </a:lnTo>
                  <a:lnTo>
                    <a:pt x="101290" y="296711"/>
                  </a:lnTo>
                  <a:lnTo>
                    <a:pt x="101958" y="302359"/>
                  </a:lnTo>
                  <a:lnTo>
                    <a:pt x="102626" y="319612"/>
                  </a:lnTo>
                  <a:lnTo>
                    <a:pt x="103294" y="313808"/>
                  </a:lnTo>
                  <a:lnTo>
                    <a:pt x="103962" y="275977"/>
                  </a:lnTo>
                  <a:lnTo>
                    <a:pt x="104630" y="278702"/>
                  </a:lnTo>
                  <a:lnTo>
                    <a:pt x="105298" y="300942"/>
                  </a:lnTo>
                  <a:lnTo>
                    <a:pt x="105966" y="340359"/>
                  </a:lnTo>
                  <a:lnTo>
                    <a:pt x="106634" y="380813"/>
                  </a:lnTo>
                  <a:lnTo>
                    <a:pt x="107302" y="397095"/>
                  </a:lnTo>
                  <a:lnTo>
                    <a:pt x="107970" y="338854"/>
                  </a:lnTo>
                  <a:lnTo>
                    <a:pt x="108638" y="363379"/>
                  </a:lnTo>
                  <a:lnTo>
                    <a:pt x="109306" y="306627"/>
                  </a:lnTo>
                  <a:lnTo>
                    <a:pt x="109974" y="250661"/>
                  </a:lnTo>
                  <a:lnTo>
                    <a:pt x="110642" y="267871"/>
                  </a:lnTo>
                  <a:lnTo>
                    <a:pt x="111310" y="291115"/>
                  </a:lnTo>
                  <a:lnTo>
                    <a:pt x="111978" y="331383"/>
                  </a:lnTo>
                  <a:lnTo>
                    <a:pt x="112646" y="337353"/>
                  </a:lnTo>
                  <a:lnTo>
                    <a:pt x="113314" y="387275"/>
                  </a:lnTo>
                  <a:lnTo>
                    <a:pt x="113982" y="454039"/>
                  </a:lnTo>
                  <a:lnTo>
                    <a:pt x="114650" y="504814"/>
                  </a:lnTo>
                  <a:lnTo>
                    <a:pt x="115318" y="518678"/>
                  </a:lnTo>
                  <a:lnTo>
                    <a:pt x="115986" y="489336"/>
                  </a:lnTo>
                  <a:lnTo>
                    <a:pt x="116654" y="436231"/>
                  </a:lnTo>
                  <a:lnTo>
                    <a:pt x="117322" y="430986"/>
                  </a:lnTo>
                  <a:lnTo>
                    <a:pt x="117990" y="474232"/>
                  </a:lnTo>
                  <a:lnTo>
                    <a:pt x="118658" y="468660"/>
                  </a:lnTo>
                  <a:lnTo>
                    <a:pt x="119326" y="573036"/>
                  </a:lnTo>
                  <a:lnTo>
                    <a:pt x="119994" y="597533"/>
                  </a:lnTo>
                  <a:lnTo>
                    <a:pt x="120662" y="588514"/>
                  </a:lnTo>
                  <a:lnTo>
                    <a:pt x="121330" y="532856"/>
                  </a:lnTo>
                  <a:lnTo>
                    <a:pt x="121998" y="347939"/>
                  </a:lnTo>
                  <a:lnTo>
                    <a:pt x="122667" y="270562"/>
                  </a:lnTo>
                  <a:lnTo>
                    <a:pt x="123335" y="212660"/>
                  </a:lnTo>
                  <a:lnTo>
                    <a:pt x="124003" y="179158"/>
                  </a:lnTo>
                  <a:lnTo>
                    <a:pt x="124671" y="100429"/>
                  </a:lnTo>
                  <a:lnTo>
                    <a:pt x="125339" y="41622"/>
                  </a:lnTo>
                  <a:lnTo>
                    <a:pt x="126007" y="50099"/>
                  </a:lnTo>
                  <a:lnTo>
                    <a:pt x="126675" y="42558"/>
                  </a:lnTo>
                  <a:lnTo>
                    <a:pt x="127343" y="16858"/>
                  </a:lnTo>
                  <a:lnTo>
                    <a:pt x="128011" y="137151"/>
                  </a:lnTo>
                  <a:lnTo>
                    <a:pt x="128679" y="127973"/>
                  </a:lnTo>
                  <a:lnTo>
                    <a:pt x="129347" y="110521"/>
                  </a:lnTo>
                  <a:lnTo>
                    <a:pt x="130015" y="105218"/>
                  </a:lnTo>
                  <a:lnTo>
                    <a:pt x="130683" y="91048"/>
                  </a:lnTo>
                  <a:lnTo>
                    <a:pt x="131351" y="102208"/>
                  </a:lnTo>
                  <a:lnTo>
                    <a:pt x="132019" y="156271"/>
                  </a:lnTo>
                  <a:lnTo>
                    <a:pt x="132687" y="215441"/>
                  </a:lnTo>
                  <a:lnTo>
                    <a:pt x="133355" y="243959"/>
                  </a:lnTo>
                  <a:lnTo>
                    <a:pt x="134023" y="252487"/>
                  </a:lnTo>
                  <a:lnTo>
                    <a:pt x="134691" y="341525"/>
                  </a:lnTo>
                  <a:lnTo>
                    <a:pt x="135359" y="412474"/>
                  </a:lnTo>
                  <a:lnTo>
                    <a:pt x="136027" y="435042"/>
                  </a:lnTo>
                  <a:lnTo>
                    <a:pt x="136695" y="484151"/>
                  </a:lnTo>
                  <a:lnTo>
                    <a:pt x="137363" y="528483"/>
                  </a:lnTo>
                  <a:lnTo>
                    <a:pt x="138031" y="612615"/>
                  </a:lnTo>
                  <a:lnTo>
                    <a:pt x="138699" y="696697"/>
                  </a:lnTo>
                  <a:lnTo>
                    <a:pt x="139367" y="602092"/>
                  </a:lnTo>
                  <a:lnTo>
                    <a:pt x="140035" y="703693"/>
                  </a:lnTo>
                  <a:lnTo>
                    <a:pt x="140703" y="768839"/>
                  </a:lnTo>
                  <a:lnTo>
                    <a:pt x="141371" y="759948"/>
                  </a:lnTo>
                  <a:lnTo>
                    <a:pt x="142039" y="855103"/>
                  </a:lnTo>
                  <a:lnTo>
                    <a:pt x="142707" y="844910"/>
                  </a:lnTo>
                  <a:lnTo>
                    <a:pt x="143375" y="851687"/>
                  </a:lnTo>
                  <a:lnTo>
                    <a:pt x="144043" y="939292"/>
                  </a:lnTo>
                  <a:lnTo>
                    <a:pt x="144711" y="908710"/>
                  </a:lnTo>
                  <a:lnTo>
                    <a:pt x="145379" y="865464"/>
                  </a:lnTo>
                  <a:lnTo>
                    <a:pt x="146047" y="865464"/>
                  </a:lnTo>
                  <a:lnTo>
                    <a:pt x="146715" y="861991"/>
                  </a:lnTo>
                  <a:lnTo>
                    <a:pt x="147384" y="799422"/>
                  </a:lnTo>
                  <a:lnTo>
                    <a:pt x="148052" y="799422"/>
                  </a:lnTo>
                  <a:lnTo>
                    <a:pt x="148720" y="799422"/>
                  </a:lnTo>
                  <a:lnTo>
                    <a:pt x="149388" y="799422"/>
                  </a:lnTo>
                  <a:lnTo>
                    <a:pt x="150056" y="799422"/>
                  </a:lnTo>
                  <a:lnTo>
                    <a:pt x="150724" y="799422"/>
                  </a:lnTo>
                  <a:lnTo>
                    <a:pt x="151392" y="844910"/>
                  </a:lnTo>
                  <a:lnTo>
                    <a:pt x="152060" y="865464"/>
                  </a:lnTo>
                  <a:lnTo>
                    <a:pt x="152728" y="879550"/>
                  </a:lnTo>
                  <a:lnTo>
                    <a:pt x="153396" y="865464"/>
                  </a:lnTo>
                  <a:lnTo>
                    <a:pt x="154064" y="865464"/>
                  </a:lnTo>
                  <a:lnTo>
                    <a:pt x="154732" y="893960"/>
                  </a:lnTo>
                  <a:lnTo>
                    <a:pt x="155400" y="939292"/>
                  </a:lnTo>
                  <a:lnTo>
                    <a:pt x="156068" y="939292"/>
                  </a:lnTo>
                  <a:lnTo>
                    <a:pt x="156736" y="943222"/>
                  </a:lnTo>
                  <a:lnTo>
                    <a:pt x="157404" y="1022992"/>
                  </a:lnTo>
                  <a:lnTo>
                    <a:pt x="158072" y="1022992"/>
                  </a:lnTo>
                  <a:lnTo>
                    <a:pt x="158740" y="996688"/>
                  </a:lnTo>
                  <a:lnTo>
                    <a:pt x="159408" y="939292"/>
                  </a:lnTo>
                  <a:lnTo>
                    <a:pt x="160076" y="893960"/>
                  </a:lnTo>
                  <a:lnTo>
                    <a:pt x="160744" y="865464"/>
                  </a:lnTo>
                  <a:lnTo>
                    <a:pt x="161412" y="865464"/>
                  </a:lnTo>
                  <a:lnTo>
                    <a:pt x="162080" y="855103"/>
                  </a:lnTo>
                  <a:lnTo>
                    <a:pt x="162748" y="796295"/>
                  </a:lnTo>
                  <a:lnTo>
                    <a:pt x="163416" y="799422"/>
                  </a:lnTo>
                  <a:lnTo>
                    <a:pt x="164084" y="939834"/>
                  </a:lnTo>
                  <a:lnTo>
                    <a:pt x="164752" y="916722"/>
                  </a:lnTo>
                  <a:lnTo>
                    <a:pt x="165420" y="880291"/>
                  </a:lnTo>
                  <a:lnTo>
                    <a:pt x="166088" y="863169"/>
                  </a:lnTo>
                  <a:lnTo>
                    <a:pt x="166756" y="833550"/>
                  </a:lnTo>
                  <a:lnTo>
                    <a:pt x="167424" y="833550"/>
                  </a:lnTo>
                  <a:lnTo>
                    <a:pt x="168092" y="833550"/>
                  </a:lnTo>
                  <a:lnTo>
                    <a:pt x="168760" y="848184"/>
                  </a:lnTo>
                  <a:lnTo>
                    <a:pt x="169428" y="883722"/>
                  </a:lnTo>
                  <a:lnTo>
                    <a:pt x="170096" y="915874"/>
                  </a:lnTo>
                  <a:lnTo>
                    <a:pt x="170764" y="938262"/>
                  </a:lnTo>
                  <a:lnTo>
                    <a:pt x="171433" y="938262"/>
                  </a:lnTo>
                  <a:lnTo>
                    <a:pt x="172101" y="946869"/>
                  </a:lnTo>
                  <a:lnTo>
                    <a:pt x="172769" y="1007478"/>
                  </a:lnTo>
                  <a:lnTo>
                    <a:pt x="173437" y="1064047"/>
                  </a:lnTo>
                  <a:lnTo>
                    <a:pt x="174105" y="1092338"/>
                  </a:lnTo>
                  <a:lnTo>
                    <a:pt x="174773" y="1048841"/>
                  </a:lnTo>
                  <a:lnTo>
                    <a:pt x="175441" y="1099185"/>
                  </a:lnTo>
                  <a:lnTo>
                    <a:pt x="176109" y="971444"/>
                  </a:lnTo>
                  <a:lnTo>
                    <a:pt x="176777" y="959193"/>
                  </a:lnTo>
                  <a:lnTo>
                    <a:pt x="177445" y="939292"/>
                  </a:lnTo>
                  <a:lnTo>
                    <a:pt x="178113" y="872467"/>
                  </a:lnTo>
                  <a:lnTo>
                    <a:pt x="178781" y="834881"/>
                  </a:lnTo>
                  <a:lnTo>
                    <a:pt x="179449" y="759948"/>
                  </a:lnTo>
                  <a:lnTo>
                    <a:pt x="180117" y="685139"/>
                  </a:lnTo>
                  <a:lnTo>
                    <a:pt x="180785" y="685139"/>
                  </a:lnTo>
                  <a:lnTo>
                    <a:pt x="181453" y="685139"/>
                  </a:lnTo>
                  <a:lnTo>
                    <a:pt x="182121" y="685139"/>
                  </a:lnTo>
                  <a:lnTo>
                    <a:pt x="182789" y="620666"/>
                  </a:lnTo>
                  <a:lnTo>
                    <a:pt x="183457" y="545268"/>
                  </a:lnTo>
                  <a:lnTo>
                    <a:pt x="184125" y="495096"/>
                  </a:lnTo>
                  <a:lnTo>
                    <a:pt x="184793" y="504814"/>
                  </a:lnTo>
                  <a:lnTo>
                    <a:pt x="185461" y="491250"/>
                  </a:lnTo>
                  <a:lnTo>
                    <a:pt x="186129" y="430986"/>
                  </a:lnTo>
                  <a:lnTo>
                    <a:pt x="186797" y="457663"/>
                  </a:lnTo>
                  <a:lnTo>
                    <a:pt x="187465" y="466814"/>
                  </a:lnTo>
                  <a:lnTo>
                    <a:pt x="188133" y="479853"/>
                  </a:lnTo>
                  <a:lnTo>
                    <a:pt x="188801" y="483629"/>
                  </a:lnTo>
                  <a:lnTo>
                    <a:pt x="189469" y="530810"/>
                  </a:lnTo>
                  <a:lnTo>
                    <a:pt x="190137" y="588514"/>
                  </a:lnTo>
                  <a:lnTo>
                    <a:pt x="190805" y="581834"/>
                  </a:lnTo>
                  <a:lnTo>
                    <a:pt x="191473" y="476100"/>
                  </a:lnTo>
                  <a:lnTo>
                    <a:pt x="192141" y="430986"/>
                  </a:lnTo>
                  <a:lnTo>
                    <a:pt x="192809" y="461307"/>
                  </a:lnTo>
                  <a:lnTo>
                    <a:pt x="193477" y="500909"/>
                  </a:lnTo>
                  <a:lnTo>
                    <a:pt x="194145" y="476100"/>
                  </a:lnTo>
                  <a:lnTo>
                    <a:pt x="194813" y="466814"/>
                  </a:lnTo>
                  <a:lnTo>
                    <a:pt x="195481" y="479853"/>
                  </a:lnTo>
                  <a:lnTo>
                    <a:pt x="196150" y="510718"/>
                  </a:lnTo>
                  <a:lnTo>
                    <a:pt x="196818" y="466814"/>
                  </a:lnTo>
                  <a:lnTo>
                    <a:pt x="197486" y="417209"/>
                  </a:lnTo>
                  <a:lnTo>
                    <a:pt x="198154" y="360260"/>
                  </a:lnTo>
                  <a:lnTo>
                    <a:pt x="198822" y="364944"/>
                  </a:lnTo>
                  <a:lnTo>
                    <a:pt x="199490" y="364944"/>
                  </a:lnTo>
                  <a:lnTo>
                    <a:pt x="200158" y="364944"/>
                  </a:lnTo>
                  <a:lnTo>
                    <a:pt x="200826" y="347939"/>
                  </a:lnTo>
                  <a:lnTo>
                    <a:pt x="201494" y="397095"/>
                  </a:lnTo>
                  <a:lnTo>
                    <a:pt x="202162" y="397095"/>
                  </a:lnTo>
                  <a:lnTo>
                    <a:pt x="202830" y="347939"/>
                  </a:lnTo>
                  <a:lnTo>
                    <a:pt x="203498" y="368086"/>
                  </a:lnTo>
                  <a:lnTo>
                    <a:pt x="204166" y="418914"/>
                  </a:lnTo>
                  <a:lnTo>
                    <a:pt x="204834" y="403728"/>
                  </a:lnTo>
                  <a:lnTo>
                    <a:pt x="205502" y="397095"/>
                  </a:lnTo>
                  <a:lnTo>
                    <a:pt x="206170" y="425784"/>
                  </a:lnTo>
                  <a:lnTo>
                    <a:pt x="206838" y="466814"/>
                  </a:lnTo>
                  <a:lnTo>
                    <a:pt x="207506" y="514686"/>
                  </a:lnTo>
                  <a:lnTo>
                    <a:pt x="208174" y="539031"/>
                  </a:lnTo>
                  <a:lnTo>
                    <a:pt x="208842" y="524715"/>
                  </a:lnTo>
                  <a:lnTo>
                    <a:pt x="209510" y="504814"/>
                  </a:lnTo>
                  <a:lnTo>
                    <a:pt x="210178" y="481738"/>
                  </a:lnTo>
                  <a:lnTo>
                    <a:pt x="210846" y="493170"/>
                  </a:lnTo>
                  <a:lnTo>
                    <a:pt x="211514" y="534907"/>
                  </a:lnTo>
                  <a:lnTo>
                    <a:pt x="212182" y="588514"/>
                  </a:lnTo>
                  <a:lnTo>
                    <a:pt x="212850" y="685139"/>
                  </a:lnTo>
                  <a:lnTo>
                    <a:pt x="213518" y="685139"/>
                  </a:lnTo>
                  <a:lnTo>
                    <a:pt x="214186" y="703693"/>
                  </a:lnTo>
                  <a:lnTo>
                    <a:pt x="214854" y="787009"/>
                  </a:lnTo>
                  <a:lnTo>
                    <a:pt x="215522" y="799422"/>
                  </a:lnTo>
                  <a:lnTo>
                    <a:pt x="216190" y="799422"/>
                  </a:lnTo>
                  <a:lnTo>
                    <a:pt x="216858" y="799422"/>
                  </a:lnTo>
                  <a:lnTo>
                    <a:pt x="217526" y="808895"/>
                  </a:lnTo>
                  <a:lnTo>
                    <a:pt x="218194" y="927648"/>
                  </a:lnTo>
                  <a:lnTo>
                    <a:pt x="218862" y="979746"/>
                  </a:lnTo>
                  <a:lnTo>
                    <a:pt x="219530" y="1022992"/>
                  </a:lnTo>
                  <a:lnTo>
                    <a:pt x="220198" y="1079163"/>
                  </a:lnTo>
                  <a:lnTo>
                    <a:pt x="220867" y="1119617"/>
                  </a:lnTo>
                  <a:lnTo>
                    <a:pt x="221535" y="1119617"/>
                  </a:lnTo>
                  <a:lnTo>
                    <a:pt x="222203" y="1119617"/>
                  </a:lnTo>
                  <a:lnTo>
                    <a:pt x="222871" y="1119617"/>
                  </a:lnTo>
                  <a:lnTo>
                    <a:pt x="223539" y="1119617"/>
                  </a:lnTo>
                  <a:lnTo>
                    <a:pt x="224207" y="1119617"/>
                  </a:lnTo>
                  <a:lnTo>
                    <a:pt x="224875" y="1119617"/>
                  </a:lnTo>
                  <a:lnTo>
                    <a:pt x="225543" y="1119617"/>
                  </a:lnTo>
                  <a:lnTo>
                    <a:pt x="226211" y="1119617"/>
                  </a:lnTo>
                  <a:lnTo>
                    <a:pt x="226879" y="1119617"/>
                  </a:lnTo>
                  <a:lnTo>
                    <a:pt x="227547" y="1119617"/>
                  </a:lnTo>
                  <a:lnTo>
                    <a:pt x="228215" y="1119617"/>
                  </a:lnTo>
                  <a:lnTo>
                    <a:pt x="228883" y="1119617"/>
                  </a:lnTo>
                  <a:lnTo>
                    <a:pt x="229551" y="1119617"/>
                  </a:lnTo>
                  <a:lnTo>
                    <a:pt x="230219" y="1059875"/>
                  </a:lnTo>
                  <a:lnTo>
                    <a:pt x="230887" y="1022992"/>
                  </a:lnTo>
                  <a:lnTo>
                    <a:pt x="231299" y="112165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8656482" y="2653864"/>
              <a:ext cx="342013" cy="1370534"/>
            </a:xfrm>
            <a:custGeom>
              <a:avLst/>
              <a:pathLst>
                <a:path w="342013" h="1370534">
                  <a:moveTo>
                    <a:pt x="0" y="1370534"/>
                  </a:moveTo>
                  <a:lnTo>
                    <a:pt x="651" y="1312925"/>
                  </a:lnTo>
                  <a:lnTo>
                    <a:pt x="1319" y="1275744"/>
                  </a:lnTo>
                  <a:lnTo>
                    <a:pt x="1987" y="1246883"/>
                  </a:lnTo>
                  <a:lnTo>
                    <a:pt x="2655" y="1246883"/>
                  </a:lnTo>
                  <a:lnTo>
                    <a:pt x="3323" y="1187141"/>
                  </a:lnTo>
                  <a:lnTo>
                    <a:pt x="3991" y="1187141"/>
                  </a:lnTo>
                  <a:lnTo>
                    <a:pt x="4659" y="1187141"/>
                  </a:lnTo>
                  <a:lnTo>
                    <a:pt x="5327" y="1143136"/>
                  </a:lnTo>
                  <a:lnTo>
                    <a:pt x="5995" y="1132601"/>
                  </a:lnTo>
                  <a:lnTo>
                    <a:pt x="6663" y="1132601"/>
                  </a:lnTo>
                  <a:lnTo>
                    <a:pt x="7331" y="1132601"/>
                  </a:lnTo>
                  <a:lnTo>
                    <a:pt x="7999" y="1164752"/>
                  </a:lnTo>
                  <a:lnTo>
                    <a:pt x="8667" y="1187141"/>
                  </a:lnTo>
                  <a:lnTo>
                    <a:pt x="9335" y="1111149"/>
                  </a:lnTo>
                  <a:lnTo>
                    <a:pt x="10003" y="1049979"/>
                  </a:lnTo>
                  <a:lnTo>
                    <a:pt x="10672" y="926231"/>
                  </a:lnTo>
                  <a:lnTo>
                    <a:pt x="11340" y="874275"/>
                  </a:lnTo>
                  <a:lnTo>
                    <a:pt x="12008" y="883845"/>
                  </a:lnTo>
                  <a:lnTo>
                    <a:pt x="12676" y="883845"/>
                  </a:lnTo>
                  <a:lnTo>
                    <a:pt x="13344" y="934017"/>
                  </a:lnTo>
                  <a:lnTo>
                    <a:pt x="14012" y="934017"/>
                  </a:lnTo>
                  <a:lnTo>
                    <a:pt x="14680" y="931411"/>
                  </a:lnTo>
                  <a:lnTo>
                    <a:pt x="15348" y="923657"/>
                  </a:lnTo>
                  <a:lnTo>
                    <a:pt x="16016" y="934017"/>
                  </a:lnTo>
                  <a:lnTo>
                    <a:pt x="16684" y="934017"/>
                  </a:lnTo>
                  <a:lnTo>
                    <a:pt x="17352" y="905927"/>
                  </a:lnTo>
                  <a:lnTo>
                    <a:pt x="18020" y="841886"/>
                  </a:lnTo>
                  <a:lnTo>
                    <a:pt x="18688" y="837393"/>
                  </a:lnTo>
                  <a:lnTo>
                    <a:pt x="19356" y="900952"/>
                  </a:lnTo>
                  <a:lnTo>
                    <a:pt x="20024" y="982885"/>
                  </a:lnTo>
                  <a:lnTo>
                    <a:pt x="20692" y="997164"/>
                  </a:lnTo>
                  <a:lnTo>
                    <a:pt x="21360" y="1097168"/>
                  </a:lnTo>
                  <a:lnTo>
                    <a:pt x="22028" y="1114342"/>
                  </a:lnTo>
                  <a:lnTo>
                    <a:pt x="22696" y="1100565"/>
                  </a:lnTo>
                  <a:lnTo>
                    <a:pt x="23364" y="1048300"/>
                  </a:lnTo>
                  <a:lnTo>
                    <a:pt x="24032" y="1048300"/>
                  </a:lnTo>
                  <a:lnTo>
                    <a:pt x="24700" y="1051442"/>
                  </a:lnTo>
                  <a:lnTo>
                    <a:pt x="25368" y="1114342"/>
                  </a:lnTo>
                  <a:lnTo>
                    <a:pt x="26036" y="1114342"/>
                  </a:lnTo>
                  <a:lnTo>
                    <a:pt x="26704" y="1114342"/>
                  </a:lnTo>
                  <a:lnTo>
                    <a:pt x="27372" y="1153868"/>
                  </a:lnTo>
                  <a:lnTo>
                    <a:pt x="28040" y="1262980"/>
                  </a:lnTo>
                  <a:lnTo>
                    <a:pt x="28708" y="1271871"/>
                  </a:lnTo>
                  <a:lnTo>
                    <a:pt x="29376" y="1271871"/>
                  </a:lnTo>
                  <a:lnTo>
                    <a:pt x="30044" y="1271871"/>
                  </a:lnTo>
                  <a:lnTo>
                    <a:pt x="30712" y="1271871"/>
                  </a:lnTo>
                  <a:lnTo>
                    <a:pt x="31380" y="1271871"/>
                  </a:lnTo>
                  <a:lnTo>
                    <a:pt x="32048" y="1271871"/>
                  </a:lnTo>
                  <a:lnTo>
                    <a:pt x="32716" y="1290041"/>
                  </a:lnTo>
                  <a:lnTo>
                    <a:pt x="33384" y="1368495"/>
                  </a:lnTo>
                  <a:lnTo>
                    <a:pt x="34052" y="1323163"/>
                  </a:lnTo>
                  <a:lnTo>
                    <a:pt x="34720" y="1271871"/>
                  </a:lnTo>
                  <a:lnTo>
                    <a:pt x="35389" y="1224460"/>
                  </a:lnTo>
                  <a:lnTo>
                    <a:pt x="36057" y="1153868"/>
                  </a:lnTo>
                  <a:lnTo>
                    <a:pt x="36725" y="1114342"/>
                  </a:lnTo>
                  <a:lnTo>
                    <a:pt x="37393" y="1114342"/>
                  </a:lnTo>
                  <a:lnTo>
                    <a:pt x="38061" y="1051442"/>
                  </a:lnTo>
                  <a:lnTo>
                    <a:pt x="38729" y="1048300"/>
                  </a:lnTo>
                  <a:lnTo>
                    <a:pt x="39397" y="985715"/>
                  </a:lnTo>
                  <a:lnTo>
                    <a:pt x="40065" y="781734"/>
                  </a:lnTo>
                  <a:lnTo>
                    <a:pt x="40733" y="708361"/>
                  </a:lnTo>
                  <a:lnTo>
                    <a:pt x="41401" y="654276"/>
                  </a:lnTo>
                  <a:lnTo>
                    <a:pt x="42069" y="613822"/>
                  </a:lnTo>
                  <a:lnTo>
                    <a:pt x="42737" y="564132"/>
                  </a:lnTo>
                  <a:lnTo>
                    <a:pt x="43405" y="480251"/>
                  </a:lnTo>
                  <a:lnTo>
                    <a:pt x="44073" y="438611"/>
                  </a:lnTo>
                  <a:lnTo>
                    <a:pt x="44741" y="605597"/>
                  </a:lnTo>
                  <a:lnTo>
                    <a:pt x="45409" y="597523"/>
                  </a:lnTo>
                  <a:lnTo>
                    <a:pt x="46077" y="590404"/>
                  </a:lnTo>
                  <a:lnTo>
                    <a:pt x="46745" y="536688"/>
                  </a:lnTo>
                  <a:lnTo>
                    <a:pt x="47413" y="479797"/>
                  </a:lnTo>
                  <a:lnTo>
                    <a:pt x="48081" y="392191"/>
                  </a:lnTo>
                  <a:lnTo>
                    <a:pt x="48749" y="280855"/>
                  </a:lnTo>
                  <a:lnTo>
                    <a:pt x="49417" y="226259"/>
                  </a:lnTo>
                  <a:lnTo>
                    <a:pt x="50085" y="225644"/>
                  </a:lnTo>
                  <a:lnTo>
                    <a:pt x="50753" y="215888"/>
                  </a:lnTo>
                  <a:lnTo>
                    <a:pt x="51421" y="230579"/>
                  </a:lnTo>
                  <a:lnTo>
                    <a:pt x="52089" y="229342"/>
                  </a:lnTo>
                  <a:lnTo>
                    <a:pt x="52757" y="225030"/>
                  </a:lnTo>
                  <a:lnTo>
                    <a:pt x="53425" y="228107"/>
                  </a:lnTo>
                  <a:lnTo>
                    <a:pt x="54093" y="230579"/>
                  </a:lnTo>
                  <a:lnTo>
                    <a:pt x="54761" y="219359"/>
                  </a:lnTo>
                  <a:lnTo>
                    <a:pt x="55429" y="169381"/>
                  </a:lnTo>
                  <a:lnTo>
                    <a:pt x="56097" y="0"/>
                  </a:lnTo>
                  <a:lnTo>
                    <a:pt x="56765" y="27675"/>
                  </a:lnTo>
                  <a:lnTo>
                    <a:pt x="57433" y="65061"/>
                  </a:lnTo>
                  <a:lnTo>
                    <a:pt x="58101" y="138400"/>
                  </a:lnTo>
                  <a:lnTo>
                    <a:pt x="58769" y="257694"/>
                  </a:lnTo>
                  <a:lnTo>
                    <a:pt x="59437" y="359669"/>
                  </a:lnTo>
                  <a:lnTo>
                    <a:pt x="60106" y="449367"/>
                  </a:lnTo>
                  <a:lnTo>
                    <a:pt x="60774" y="481519"/>
                  </a:lnTo>
                  <a:lnTo>
                    <a:pt x="61442" y="482789"/>
                  </a:lnTo>
                  <a:lnTo>
                    <a:pt x="62110" y="512736"/>
                  </a:lnTo>
                  <a:lnTo>
                    <a:pt x="62778" y="544186"/>
                  </a:lnTo>
                  <a:lnTo>
                    <a:pt x="63446" y="555506"/>
                  </a:lnTo>
                  <a:lnTo>
                    <a:pt x="64114" y="590746"/>
                  </a:lnTo>
                  <a:lnTo>
                    <a:pt x="64782" y="580262"/>
                  </a:lnTo>
                  <a:lnTo>
                    <a:pt x="65450" y="629692"/>
                  </a:lnTo>
                  <a:lnTo>
                    <a:pt x="66118" y="595294"/>
                  </a:lnTo>
                  <a:lnTo>
                    <a:pt x="66786" y="526216"/>
                  </a:lnTo>
                  <a:lnTo>
                    <a:pt x="67454" y="470202"/>
                  </a:lnTo>
                  <a:lnTo>
                    <a:pt x="68122" y="455423"/>
                  </a:lnTo>
                  <a:lnTo>
                    <a:pt x="68790" y="588422"/>
                  </a:lnTo>
                  <a:lnTo>
                    <a:pt x="69458" y="529233"/>
                  </a:lnTo>
                  <a:lnTo>
                    <a:pt x="70126" y="500412"/>
                  </a:lnTo>
                  <a:lnTo>
                    <a:pt x="70794" y="488149"/>
                  </a:lnTo>
                  <a:lnTo>
                    <a:pt x="71462" y="466121"/>
                  </a:lnTo>
                  <a:lnTo>
                    <a:pt x="72130" y="457166"/>
                  </a:lnTo>
                  <a:lnTo>
                    <a:pt x="72798" y="554149"/>
                  </a:lnTo>
                  <a:lnTo>
                    <a:pt x="73466" y="536940"/>
                  </a:lnTo>
                  <a:lnTo>
                    <a:pt x="74134" y="596764"/>
                  </a:lnTo>
                  <a:lnTo>
                    <a:pt x="74802" y="524645"/>
                  </a:lnTo>
                  <a:lnTo>
                    <a:pt x="75470" y="511914"/>
                  </a:lnTo>
                  <a:lnTo>
                    <a:pt x="76138" y="542497"/>
                  </a:lnTo>
                  <a:lnTo>
                    <a:pt x="76806" y="560155"/>
                  </a:lnTo>
                  <a:lnTo>
                    <a:pt x="77474" y="556583"/>
                  </a:lnTo>
                  <a:lnTo>
                    <a:pt x="78142" y="563747"/>
                  </a:lnTo>
                  <a:lnTo>
                    <a:pt x="78810" y="572610"/>
                  </a:lnTo>
                  <a:lnTo>
                    <a:pt x="79478" y="502061"/>
                  </a:lnTo>
                  <a:lnTo>
                    <a:pt x="80146" y="456893"/>
                  </a:lnTo>
                  <a:lnTo>
                    <a:pt x="80814" y="437496"/>
                  </a:lnTo>
                  <a:lnTo>
                    <a:pt x="81482" y="359566"/>
                  </a:lnTo>
                  <a:lnTo>
                    <a:pt x="82150" y="345500"/>
                  </a:lnTo>
                  <a:lnTo>
                    <a:pt x="82818" y="325498"/>
                  </a:lnTo>
                  <a:lnTo>
                    <a:pt x="83486" y="321929"/>
                  </a:lnTo>
                  <a:lnTo>
                    <a:pt x="84155" y="218137"/>
                  </a:lnTo>
                  <a:lnTo>
                    <a:pt x="84823" y="274397"/>
                  </a:lnTo>
                  <a:lnTo>
                    <a:pt x="85491" y="304115"/>
                  </a:lnTo>
                  <a:lnTo>
                    <a:pt x="86159" y="359966"/>
                  </a:lnTo>
                  <a:lnTo>
                    <a:pt x="86827" y="353882"/>
                  </a:lnTo>
                  <a:lnTo>
                    <a:pt x="87495" y="340083"/>
                  </a:lnTo>
                  <a:lnTo>
                    <a:pt x="88163" y="289307"/>
                  </a:lnTo>
                  <a:lnTo>
                    <a:pt x="88831" y="358005"/>
                  </a:lnTo>
                  <a:lnTo>
                    <a:pt x="89499" y="359794"/>
                  </a:lnTo>
                  <a:lnTo>
                    <a:pt x="90167" y="366322"/>
                  </a:lnTo>
                  <a:lnTo>
                    <a:pt x="90835" y="334101"/>
                  </a:lnTo>
                  <a:lnTo>
                    <a:pt x="91503" y="327798"/>
                  </a:lnTo>
                  <a:lnTo>
                    <a:pt x="92171" y="377545"/>
                  </a:lnTo>
                  <a:lnTo>
                    <a:pt x="92839" y="371509"/>
                  </a:lnTo>
                  <a:lnTo>
                    <a:pt x="93507" y="370465"/>
                  </a:lnTo>
                  <a:lnTo>
                    <a:pt x="94175" y="383107"/>
                  </a:lnTo>
                  <a:lnTo>
                    <a:pt x="94843" y="383640"/>
                  </a:lnTo>
                  <a:lnTo>
                    <a:pt x="95511" y="339934"/>
                  </a:lnTo>
                  <a:lnTo>
                    <a:pt x="96179" y="361340"/>
                  </a:lnTo>
                  <a:lnTo>
                    <a:pt x="96847" y="313192"/>
                  </a:lnTo>
                  <a:lnTo>
                    <a:pt x="97515" y="301383"/>
                  </a:lnTo>
                  <a:lnTo>
                    <a:pt x="98183" y="329766"/>
                  </a:lnTo>
                  <a:lnTo>
                    <a:pt x="98851" y="269180"/>
                  </a:lnTo>
                  <a:lnTo>
                    <a:pt x="99519" y="280479"/>
                  </a:lnTo>
                  <a:lnTo>
                    <a:pt x="100187" y="261002"/>
                  </a:lnTo>
                  <a:lnTo>
                    <a:pt x="100855" y="326837"/>
                  </a:lnTo>
                  <a:lnTo>
                    <a:pt x="101523" y="284640"/>
                  </a:lnTo>
                  <a:lnTo>
                    <a:pt x="102191" y="255017"/>
                  </a:lnTo>
                  <a:lnTo>
                    <a:pt x="102859" y="307674"/>
                  </a:lnTo>
                  <a:lnTo>
                    <a:pt x="103527" y="152088"/>
                  </a:lnTo>
                  <a:lnTo>
                    <a:pt x="104195" y="161368"/>
                  </a:lnTo>
                  <a:lnTo>
                    <a:pt x="104863" y="60507"/>
                  </a:lnTo>
                  <a:lnTo>
                    <a:pt x="105531" y="123173"/>
                  </a:lnTo>
                  <a:lnTo>
                    <a:pt x="106199" y="155513"/>
                  </a:lnTo>
                  <a:lnTo>
                    <a:pt x="106867" y="274794"/>
                  </a:lnTo>
                  <a:lnTo>
                    <a:pt x="107535" y="539666"/>
                  </a:lnTo>
                  <a:lnTo>
                    <a:pt x="108203" y="611427"/>
                  </a:lnTo>
                  <a:lnTo>
                    <a:pt x="108872" y="568416"/>
                  </a:lnTo>
                  <a:lnTo>
                    <a:pt x="109540" y="544460"/>
                  </a:lnTo>
                  <a:lnTo>
                    <a:pt x="110208" y="573051"/>
                  </a:lnTo>
                  <a:lnTo>
                    <a:pt x="110876" y="504234"/>
                  </a:lnTo>
                  <a:lnTo>
                    <a:pt x="111544" y="513892"/>
                  </a:lnTo>
                  <a:lnTo>
                    <a:pt x="112212" y="479797"/>
                  </a:lnTo>
                  <a:lnTo>
                    <a:pt x="112880" y="496613"/>
                  </a:lnTo>
                  <a:lnTo>
                    <a:pt x="113548" y="612792"/>
                  </a:lnTo>
                  <a:lnTo>
                    <a:pt x="114216" y="672534"/>
                  </a:lnTo>
                  <a:lnTo>
                    <a:pt x="114884" y="628954"/>
                  </a:lnTo>
                  <a:lnTo>
                    <a:pt x="115552" y="577344"/>
                  </a:lnTo>
                  <a:lnTo>
                    <a:pt x="116220" y="579502"/>
                  </a:lnTo>
                  <a:lnTo>
                    <a:pt x="116888" y="556166"/>
                  </a:lnTo>
                  <a:lnTo>
                    <a:pt x="117556" y="557963"/>
                  </a:lnTo>
                  <a:lnTo>
                    <a:pt x="118224" y="559725"/>
                  </a:lnTo>
                  <a:lnTo>
                    <a:pt x="118892" y="609088"/>
                  </a:lnTo>
                  <a:lnTo>
                    <a:pt x="119560" y="649419"/>
                  </a:lnTo>
                  <a:lnTo>
                    <a:pt x="120228" y="500846"/>
                  </a:lnTo>
                  <a:lnTo>
                    <a:pt x="120896" y="636154"/>
                  </a:lnTo>
                  <a:lnTo>
                    <a:pt x="121564" y="624888"/>
                  </a:lnTo>
                  <a:lnTo>
                    <a:pt x="122232" y="690399"/>
                  </a:lnTo>
                  <a:lnTo>
                    <a:pt x="122900" y="715692"/>
                  </a:lnTo>
                  <a:lnTo>
                    <a:pt x="123568" y="715692"/>
                  </a:lnTo>
                  <a:lnTo>
                    <a:pt x="124236" y="715692"/>
                  </a:lnTo>
                  <a:lnTo>
                    <a:pt x="124904" y="804682"/>
                  </a:lnTo>
                  <a:lnTo>
                    <a:pt x="125572" y="947214"/>
                  </a:lnTo>
                  <a:lnTo>
                    <a:pt x="126240" y="949887"/>
                  </a:lnTo>
                  <a:lnTo>
                    <a:pt x="126908" y="955268"/>
                  </a:lnTo>
                  <a:lnTo>
                    <a:pt x="127576" y="974471"/>
                  </a:lnTo>
                  <a:lnTo>
                    <a:pt x="128244" y="908429"/>
                  </a:lnTo>
                  <a:lnTo>
                    <a:pt x="128912" y="934017"/>
                  </a:lnTo>
                  <a:lnTo>
                    <a:pt x="129580" y="921093"/>
                  </a:lnTo>
                  <a:lnTo>
                    <a:pt x="130248" y="934017"/>
                  </a:lnTo>
                  <a:lnTo>
                    <a:pt x="130916" y="934017"/>
                  </a:lnTo>
                  <a:lnTo>
                    <a:pt x="131584" y="947214"/>
                  </a:lnTo>
                  <a:lnTo>
                    <a:pt x="132252" y="905927"/>
                  </a:lnTo>
                  <a:lnTo>
                    <a:pt x="132920" y="821915"/>
                  </a:lnTo>
                  <a:lnTo>
                    <a:pt x="133589" y="777650"/>
                  </a:lnTo>
                  <a:lnTo>
                    <a:pt x="134257" y="704727"/>
                  </a:lnTo>
                  <a:lnTo>
                    <a:pt x="134925" y="652607"/>
                  </a:lnTo>
                  <a:lnTo>
                    <a:pt x="135593" y="612257"/>
                  </a:lnTo>
                  <a:lnTo>
                    <a:pt x="136261" y="586231"/>
                  </a:lnTo>
                  <a:lnTo>
                    <a:pt x="136929" y="604490"/>
                  </a:lnTo>
                  <a:lnTo>
                    <a:pt x="137597" y="586231"/>
                  </a:lnTo>
                  <a:lnTo>
                    <a:pt x="138265" y="613822"/>
                  </a:lnTo>
                  <a:lnTo>
                    <a:pt x="138933" y="610696"/>
                  </a:lnTo>
                  <a:lnTo>
                    <a:pt x="139601" y="534446"/>
                  </a:lnTo>
                  <a:lnTo>
                    <a:pt x="140269" y="428037"/>
                  </a:lnTo>
                  <a:lnTo>
                    <a:pt x="140937" y="320195"/>
                  </a:lnTo>
                  <a:lnTo>
                    <a:pt x="141605" y="238460"/>
                  </a:lnTo>
                  <a:lnTo>
                    <a:pt x="142273" y="218129"/>
                  </a:lnTo>
                  <a:lnTo>
                    <a:pt x="142941" y="234169"/>
                  </a:lnTo>
                  <a:lnTo>
                    <a:pt x="143609" y="245386"/>
                  </a:lnTo>
                  <a:lnTo>
                    <a:pt x="144277" y="386412"/>
                  </a:lnTo>
                  <a:lnTo>
                    <a:pt x="144945" y="382374"/>
                  </a:lnTo>
                  <a:lnTo>
                    <a:pt x="145613" y="318286"/>
                  </a:lnTo>
                  <a:lnTo>
                    <a:pt x="146281" y="304860"/>
                  </a:lnTo>
                  <a:lnTo>
                    <a:pt x="146949" y="264952"/>
                  </a:lnTo>
                  <a:lnTo>
                    <a:pt x="147617" y="278845"/>
                  </a:lnTo>
                  <a:lnTo>
                    <a:pt x="148285" y="275509"/>
                  </a:lnTo>
                  <a:lnTo>
                    <a:pt x="148953" y="232440"/>
                  </a:lnTo>
                  <a:lnTo>
                    <a:pt x="149621" y="264952"/>
                  </a:lnTo>
                  <a:lnTo>
                    <a:pt x="150289" y="311807"/>
                  </a:lnTo>
                  <a:lnTo>
                    <a:pt x="150957" y="366283"/>
                  </a:lnTo>
                  <a:lnTo>
                    <a:pt x="151625" y="414216"/>
                  </a:lnTo>
                  <a:lnTo>
                    <a:pt x="152293" y="441363"/>
                  </a:lnTo>
                  <a:lnTo>
                    <a:pt x="152961" y="406788"/>
                  </a:lnTo>
                  <a:lnTo>
                    <a:pt x="153629" y="392994"/>
                  </a:lnTo>
                  <a:lnTo>
                    <a:pt x="154297" y="414950"/>
                  </a:lnTo>
                  <a:lnTo>
                    <a:pt x="154965" y="431396"/>
                  </a:lnTo>
                  <a:lnTo>
                    <a:pt x="155633" y="520013"/>
                  </a:lnTo>
                  <a:lnTo>
                    <a:pt x="156301" y="552794"/>
                  </a:lnTo>
                  <a:lnTo>
                    <a:pt x="156969" y="429203"/>
                  </a:lnTo>
                  <a:lnTo>
                    <a:pt x="157637" y="425711"/>
                  </a:lnTo>
                  <a:lnTo>
                    <a:pt x="158306" y="435066"/>
                  </a:lnTo>
                  <a:lnTo>
                    <a:pt x="158974" y="475206"/>
                  </a:lnTo>
                  <a:lnTo>
                    <a:pt x="159642" y="473951"/>
                  </a:lnTo>
                  <a:lnTo>
                    <a:pt x="160310" y="487895"/>
                  </a:lnTo>
                  <a:lnTo>
                    <a:pt x="160978" y="518094"/>
                  </a:lnTo>
                  <a:lnTo>
                    <a:pt x="161646" y="571412"/>
                  </a:lnTo>
                  <a:lnTo>
                    <a:pt x="162314" y="545590"/>
                  </a:lnTo>
                  <a:lnTo>
                    <a:pt x="162982" y="589238"/>
                  </a:lnTo>
                  <a:lnTo>
                    <a:pt x="163650" y="596817"/>
                  </a:lnTo>
                  <a:lnTo>
                    <a:pt x="164318" y="641044"/>
                  </a:lnTo>
                  <a:lnTo>
                    <a:pt x="164986" y="606035"/>
                  </a:lnTo>
                  <a:lnTo>
                    <a:pt x="165654" y="524855"/>
                  </a:lnTo>
                  <a:lnTo>
                    <a:pt x="166322" y="516750"/>
                  </a:lnTo>
                  <a:lnTo>
                    <a:pt x="166990" y="574348"/>
                  </a:lnTo>
                  <a:lnTo>
                    <a:pt x="167658" y="526216"/>
                  </a:lnTo>
                  <a:lnTo>
                    <a:pt x="168326" y="512736"/>
                  </a:lnTo>
                  <a:lnTo>
                    <a:pt x="168994" y="495634"/>
                  </a:lnTo>
                  <a:lnTo>
                    <a:pt x="169662" y="455423"/>
                  </a:lnTo>
                  <a:lnTo>
                    <a:pt x="170330" y="382000"/>
                  </a:lnTo>
                  <a:lnTo>
                    <a:pt x="170998" y="327099"/>
                  </a:lnTo>
                  <a:lnTo>
                    <a:pt x="171666" y="263044"/>
                  </a:lnTo>
                  <a:lnTo>
                    <a:pt x="172334" y="286769"/>
                  </a:lnTo>
                  <a:lnTo>
                    <a:pt x="173002" y="441141"/>
                  </a:lnTo>
                  <a:lnTo>
                    <a:pt x="173670" y="442930"/>
                  </a:lnTo>
                  <a:lnTo>
                    <a:pt x="174338" y="433608"/>
                  </a:lnTo>
                  <a:lnTo>
                    <a:pt x="175006" y="466121"/>
                  </a:lnTo>
                  <a:lnTo>
                    <a:pt x="175674" y="532664"/>
                  </a:lnTo>
                  <a:lnTo>
                    <a:pt x="176342" y="540739"/>
                  </a:lnTo>
                  <a:lnTo>
                    <a:pt x="177010" y="513892"/>
                  </a:lnTo>
                  <a:lnTo>
                    <a:pt x="177678" y="494722"/>
                  </a:lnTo>
                  <a:lnTo>
                    <a:pt x="178346" y="502320"/>
                  </a:lnTo>
                  <a:lnTo>
                    <a:pt x="179014" y="550981"/>
                  </a:lnTo>
                  <a:lnTo>
                    <a:pt x="179682" y="586020"/>
                  </a:lnTo>
                  <a:lnTo>
                    <a:pt x="180350" y="650366"/>
                  </a:lnTo>
                  <a:lnTo>
                    <a:pt x="181018" y="687762"/>
                  </a:lnTo>
                  <a:lnTo>
                    <a:pt x="181686" y="737185"/>
                  </a:lnTo>
                  <a:lnTo>
                    <a:pt x="182355" y="700740"/>
                  </a:lnTo>
                  <a:lnTo>
                    <a:pt x="183023" y="689960"/>
                  </a:lnTo>
                  <a:lnTo>
                    <a:pt x="183691" y="626488"/>
                  </a:lnTo>
                  <a:lnTo>
                    <a:pt x="184359" y="460311"/>
                  </a:lnTo>
                  <a:lnTo>
                    <a:pt x="185027" y="428037"/>
                  </a:lnTo>
                  <a:lnTo>
                    <a:pt x="185695" y="424551"/>
                  </a:lnTo>
                  <a:lnTo>
                    <a:pt x="186363" y="409667"/>
                  </a:lnTo>
                  <a:lnTo>
                    <a:pt x="187031" y="426872"/>
                  </a:lnTo>
                  <a:lnTo>
                    <a:pt x="187699" y="478986"/>
                  </a:lnTo>
                  <a:lnTo>
                    <a:pt x="188367" y="490464"/>
                  </a:lnTo>
                  <a:lnTo>
                    <a:pt x="189035" y="473951"/>
                  </a:lnTo>
                  <a:lnTo>
                    <a:pt x="189703" y="468957"/>
                  </a:lnTo>
                  <a:lnTo>
                    <a:pt x="190371" y="471449"/>
                  </a:lnTo>
                  <a:lnTo>
                    <a:pt x="191039" y="450573"/>
                  </a:lnTo>
                  <a:lnTo>
                    <a:pt x="191707" y="487895"/>
                  </a:lnTo>
                  <a:lnTo>
                    <a:pt x="192375" y="531691"/>
                  </a:lnTo>
                  <a:lnTo>
                    <a:pt x="193043" y="590746"/>
                  </a:lnTo>
                  <a:lnTo>
                    <a:pt x="193711" y="660998"/>
                  </a:lnTo>
                  <a:lnTo>
                    <a:pt x="194379" y="723110"/>
                  </a:lnTo>
                  <a:lnTo>
                    <a:pt x="195047" y="789982"/>
                  </a:lnTo>
                  <a:lnTo>
                    <a:pt x="195715" y="796240"/>
                  </a:lnTo>
                  <a:lnTo>
                    <a:pt x="196383" y="862515"/>
                  </a:lnTo>
                  <a:lnTo>
                    <a:pt x="197051" y="893563"/>
                  </a:lnTo>
                  <a:lnTo>
                    <a:pt x="197719" y="934017"/>
                  </a:lnTo>
                  <a:lnTo>
                    <a:pt x="198387" y="952571"/>
                  </a:lnTo>
                  <a:lnTo>
                    <a:pt x="199055" y="988558"/>
                  </a:lnTo>
                  <a:lnTo>
                    <a:pt x="199723" y="1026737"/>
                  </a:lnTo>
                  <a:lnTo>
                    <a:pt x="200391" y="1097168"/>
                  </a:lnTo>
                  <a:lnTo>
                    <a:pt x="201059" y="1267409"/>
                  </a:lnTo>
                  <a:lnTo>
                    <a:pt x="201727" y="1271871"/>
                  </a:lnTo>
                  <a:lnTo>
                    <a:pt x="202395" y="1271871"/>
                  </a:lnTo>
                  <a:lnTo>
                    <a:pt x="203063" y="1313520"/>
                  </a:lnTo>
                  <a:lnTo>
                    <a:pt x="203731" y="1358135"/>
                  </a:lnTo>
                  <a:lnTo>
                    <a:pt x="204399" y="1271871"/>
                  </a:lnTo>
                  <a:lnTo>
                    <a:pt x="205067" y="1271871"/>
                  </a:lnTo>
                  <a:lnTo>
                    <a:pt x="205735" y="1271871"/>
                  </a:lnTo>
                  <a:lnTo>
                    <a:pt x="206403" y="1271871"/>
                  </a:lnTo>
                  <a:lnTo>
                    <a:pt x="207072" y="1271871"/>
                  </a:lnTo>
                  <a:lnTo>
                    <a:pt x="207740" y="1271871"/>
                  </a:lnTo>
                  <a:lnTo>
                    <a:pt x="208408" y="1271871"/>
                  </a:lnTo>
                  <a:lnTo>
                    <a:pt x="209076" y="1204040"/>
                  </a:lnTo>
                  <a:lnTo>
                    <a:pt x="209744" y="1188171"/>
                  </a:lnTo>
                  <a:lnTo>
                    <a:pt x="210412" y="1188171"/>
                  </a:lnTo>
                  <a:lnTo>
                    <a:pt x="211080" y="1188171"/>
                  </a:lnTo>
                  <a:lnTo>
                    <a:pt x="211748" y="1188171"/>
                  </a:lnTo>
                  <a:lnTo>
                    <a:pt x="212416" y="1188171"/>
                  </a:lnTo>
                  <a:lnTo>
                    <a:pt x="213084" y="1188171"/>
                  </a:lnTo>
                  <a:lnTo>
                    <a:pt x="213752" y="1196055"/>
                  </a:lnTo>
                  <a:lnTo>
                    <a:pt x="214420" y="1271871"/>
                  </a:lnTo>
                  <a:lnTo>
                    <a:pt x="215088" y="1271871"/>
                  </a:lnTo>
                  <a:lnTo>
                    <a:pt x="215756" y="1271871"/>
                  </a:lnTo>
                  <a:lnTo>
                    <a:pt x="216424" y="1271871"/>
                  </a:lnTo>
                  <a:lnTo>
                    <a:pt x="217092" y="1271871"/>
                  </a:lnTo>
                  <a:lnTo>
                    <a:pt x="217760" y="1271871"/>
                  </a:lnTo>
                  <a:lnTo>
                    <a:pt x="218428" y="1271871"/>
                  </a:lnTo>
                  <a:lnTo>
                    <a:pt x="219096" y="1347942"/>
                  </a:lnTo>
                  <a:lnTo>
                    <a:pt x="219764" y="1280890"/>
                  </a:lnTo>
                  <a:lnTo>
                    <a:pt x="220432" y="1271871"/>
                  </a:lnTo>
                  <a:lnTo>
                    <a:pt x="221100" y="1271871"/>
                  </a:lnTo>
                  <a:lnTo>
                    <a:pt x="221768" y="1271871"/>
                  </a:lnTo>
                  <a:lnTo>
                    <a:pt x="222436" y="1271871"/>
                  </a:lnTo>
                  <a:lnTo>
                    <a:pt x="223104" y="1271871"/>
                  </a:lnTo>
                  <a:lnTo>
                    <a:pt x="223772" y="1271871"/>
                  </a:lnTo>
                  <a:lnTo>
                    <a:pt x="224440" y="1271871"/>
                  </a:lnTo>
                  <a:lnTo>
                    <a:pt x="225108" y="1271871"/>
                  </a:lnTo>
                  <a:lnTo>
                    <a:pt x="225776" y="1271871"/>
                  </a:lnTo>
                  <a:lnTo>
                    <a:pt x="226444" y="1216212"/>
                  </a:lnTo>
                  <a:lnTo>
                    <a:pt x="227112" y="1188171"/>
                  </a:lnTo>
                  <a:lnTo>
                    <a:pt x="227780" y="1188171"/>
                  </a:lnTo>
                  <a:lnTo>
                    <a:pt x="228448" y="1188171"/>
                  </a:lnTo>
                  <a:lnTo>
                    <a:pt x="229116" y="1188171"/>
                  </a:lnTo>
                  <a:lnTo>
                    <a:pt x="229784" y="1262980"/>
                  </a:lnTo>
                  <a:lnTo>
                    <a:pt x="230452" y="1271871"/>
                  </a:lnTo>
                  <a:lnTo>
                    <a:pt x="231120" y="1271871"/>
                  </a:lnTo>
                  <a:lnTo>
                    <a:pt x="231789" y="1271871"/>
                  </a:lnTo>
                  <a:lnTo>
                    <a:pt x="232457" y="1271871"/>
                  </a:lnTo>
                  <a:lnTo>
                    <a:pt x="233125" y="1271871"/>
                  </a:lnTo>
                  <a:lnTo>
                    <a:pt x="233793" y="1271871"/>
                  </a:lnTo>
                  <a:lnTo>
                    <a:pt x="234461" y="1271871"/>
                  </a:lnTo>
                  <a:lnTo>
                    <a:pt x="235129" y="1271871"/>
                  </a:lnTo>
                  <a:lnTo>
                    <a:pt x="235797" y="1271871"/>
                  </a:lnTo>
                  <a:lnTo>
                    <a:pt x="236465" y="1332958"/>
                  </a:lnTo>
                  <a:lnTo>
                    <a:pt x="237133" y="1271871"/>
                  </a:lnTo>
                  <a:lnTo>
                    <a:pt x="237801" y="1271871"/>
                  </a:lnTo>
                  <a:lnTo>
                    <a:pt x="238469" y="1271871"/>
                  </a:lnTo>
                  <a:lnTo>
                    <a:pt x="239137" y="1271871"/>
                  </a:lnTo>
                  <a:lnTo>
                    <a:pt x="239805" y="1271871"/>
                  </a:lnTo>
                  <a:lnTo>
                    <a:pt x="240473" y="1271871"/>
                  </a:lnTo>
                  <a:lnTo>
                    <a:pt x="241141" y="1271871"/>
                  </a:lnTo>
                  <a:lnTo>
                    <a:pt x="241809" y="1271871"/>
                  </a:lnTo>
                  <a:lnTo>
                    <a:pt x="242477" y="1208071"/>
                  </a:lnTo>
                  <a:lnTo>
                    <a:pt x="243145" y="1188171"/>
                  </a:lnTo>
                  <a:lnTo>
                    <a:pt x="243813" y="1188171"/>
                  </a:lnTo>
                  <a:lnTo>
                    <a:pt x="244481" y="1188171"/>
                  </a:lnTo>
                  <a:lnTo>
                    <a:pt x="245149" y="1188171"/>
                  </a:lnTo>
                  <a:lnTo>
                    <a:pt x="245817" y="1188171"/>
                  </a:lnTo>
                  <a:lnTo>
                    <a:pt x="246485" y="1188171"/>
                  </a:lnTo>
                  <a:lnTo>
                    <a:pt x="247153" y="1271871"/>
                  </a:lnTo>
                  <a:lnTo>
                    <a:pt x="247821" y="1271871"/>
                  </a:lnTo>
                  <a:lnTo>
                    <a:pt x="248489" y="1271871"/>
                  </a:lnTo>
                  <a:lnTo>
                    <a:pt x="249157" y="1271871"/>
                  </a:lnTo>
                  <a:lnTo>
                    <a:pt x="249825" y="1271871"/>
                  </a:lnTo>
                  <a:lnTo>
                    <a:pt x="250493" y="1271871"/>
                  </a:lnTo>
                  <a:lnTo>
                    <a:pt x="251161" y="1271871"/>
                  </a:lnTo>
                  <a:lnTo>
                    <a:pt x="251829" y="1271871"/>
                  </a:lnTo>
                  <a:lnTo>
                    <a:pt x="252497" y="1342907"/>
                  </a:lnTo>
                  <a:lnTo>
                    <a:pt x="253165" y="1347942"/>
                  </a:lnTo>
                  <a:lnTo>
                    <a:pt x="253833" y="1271871"/>
                  </a:lnTo>
                  <a:lnTo>
                    <a:pt x="254501" y="1254213"/>
                  </a:lnTo>
                  <a:lnTo>
                    <a:pt x="255169" y="1188171"/>
                  </a:lnTo>
                  <a:lnTo>
                    <a:pt x="255837" y="1188171"/>
                  </a:lnTo>
                  <a:lnTo>
                    <a:pt x="256506" y="1188171"/>
                  </a:lnTo>
                  <a:lnTo>
                    <a:pt x="257174" y="1188171"/>
                  </a:lnTo>
                  <a:lnTo>
                    <a:pt x="257842" y="1188171"/>
                  </a:lnTo>
                  <a:lnTo>
                    <a:pt x="258510" y="1188171"/>
                  </a:lnTo>
                  <a:lnTo>
                    <a:pt x="259178" y="1180384"/>
                  </a:lnTo>
                  <a:lnTo>
                    <a:pt x="259846" y="1114342"/>
                  </a:lnTo>
                  <a:lnTo>
                    <a:pt x="260514" y="1114342"/>
                  </a:lnTo>
                  <a:lnTo>
                    <a:pt x="261182" y="1045174"/>
                  </a:lnTo>
                  <a:lnTo>
                    <a:pt x="261850" y="848687"/>
                  </a:lnTo>
                  <a:lnTo>
                    <a:pt x="262518" y="773593"/>
                  </a:lnTo>
                  <a:lnTo>
                    <a:pt x="263186" y="681607"/>
                  </a:lnTo>
                  <a:lnTo>
                    <a:pt x="263854" y="679864"/>
                  </a:lnTo>
                  <a:lnTo>
                    <a:pt x="264522" y="686868"/>
                  </a:lnTo>
                  <a:lnTo>
                    <a:pt x="265190" y="715692"/>
                  </a:lnTo>
                  <a:lnTo>
                    <a:pt x="265858" y="715692"/>
                  </a:lnTo>
                  <a:lnTo>
                    <a:pt x="266526" y="715692"/>
                  </a:lnTo>
                  <a:lnTo>
                    <a:pt x="267194" y="715692"/>
                  </a:lnTo>
                  <a:lnTo>
                    <a:pt x="267862" y="715692"/>
                  </a:lnTo>
                  <a:lnTo>
                    <a:pt x="268530" y="715692"/>
                  </a:lnTo>
                  <a:lnTo>
                    <a:pt x="269198" y="719390"/>
                  </a:lnTo>
                  <a:lnTo>
                    <a:pt x="269866" y="753693"/>
                  </a:lnTo>
                  <a:lnTo>
                    <a:pt x="270534" y="753693"/>
                  </a:lnTo>
                  <a:lnTo>
                    <a:pt x="271202" y="796240"/>
                  </a:lnTo>
                  <a:lnTo>
                    <a:pt x="271870" y="974471"/>
                  </a:lnTo>
                  <a:lnTo>
                    <a:pt x="272538" y="1080452"/>
                  </a:lnTo>
                  <a:lnTo>
                    <a:pt x="273206" y="1285449"/>
                  </a:lnTo>
                  <a:lnTo>
                    <a:pt x="273874" y="1368495"/>
                  </a:lnTo>
                  <a:lnTo>
                    <a:pt x="274542" y="1368495"/>
                  </a:lnTo>
                  <a:lnTo>
                    <a:pt x="275210" y="1368495"/>
                  </a:lnTo>
                  <a:lnTo>
                    <a:pt x="275878" y="1368495"/>
                  </a:lnTo>
                  <a:lnTo>
                    <a:pt x="276546" y="1368495"/>
                  </a:lnTo>
                  <a:lnTo>
                    <a:pt x="277214" y="1368495"/>
                  </a:lnTo>
                  <a:lnTo>
                    <a:pt x="277882" y="1368495"/>
                  </a:lnTo>
                  <a:lnTo>
                    <a:pt x="278550" y="1368495"/>
                  </a:lnTo>
                  <a:lnTo>
                    <a:pt x="279218" y="1368495"/>
                  </a:lnTo>
                  <a:lnTo>
                    <a:pt x="279886" y="1368495"/>
                  </a:lnTo>
                  <a:lnTo>
                    <a:pt x="280555" y="1368495"/>
                  </a:lnTo>
                  <a:lnTo>
                    <a:pt x="281223" y="1276364"/>
                  </a:lnTo>
                  <a:lnTo>
                    <a:pt x="281891" y="1271871"/>
                  </a:lnTo>
                  <a:lnTo>
                    <a:pt x="282559" y="1271871"/>
                  </a:lnTo>
                  <a:lnTo>
                    <a:pt x="283227" y="1271871"/>
                  </a:lnTo>
                  <a:lnTo>
                    <a:pt x="283895" y="1271871"/>
                  </a:lnTo>
                  <a:lnTo>
                    <a:pt x="284563" y="1200035"/>
                  </a:lnTo>
                  <a:lnTo>
                    <a:pt x="285231" y="1097168"/>
                  </a:lnTo>
                  <a:lnTo>
                    <a:pt x="285899" y="974471"/>
                  </a:lnTo>
                  <a:lnTo>
                    <a:pt x="286567" y="934017"/>
                  </a:lnTo>
                  <a:lnTo>
                    <a:pt x="287235" y="934017"/>
                  </a:lnTo>
                  <a:lnTo>
                    <a:pt x="287903" y="931411"/>
                  </a:lnTo>
                  <a:lnTo>
                    <a:pt x="288571" y="883845"/>
                  </a:lnTo>
                  <a:lnTo>
                    <a:pt x="289239" y="824103"/>
                  </a:lnTo>
                  <a:lnTo>
                    <a:pt x="289907" y="957866"/>
                  </a:lnTo>
                  <a:lnTo>
                    <a:pt x="290575" y="895578"/>
                  </a:lnTo>
                  <a:lnTo>
                    <a:pt x="291243" y="876708"/>
                  </a:lnTo>
                  <a:lnTo>
                    <a:pt x="291911" y="878447"/>
                  </a:lnTo>
                  <a:lnTo>
                    <a:pt x="292579" y="864670"/>
                  </a:lnTo>
                  <a:lnTo>
                    <a:pt x="293247" y="825069"/>
                  </a:lnTo>
                  <a:lnTo>
                    <a:pt x="293915" y="812405"/>
                  </a:lnTo>
                  <a:lnTo>
                    <a:pt x="294583" y="839628"/>
                  </a:lnTo>
                  <a:lnTo>
                    <a:pt x="295251" y="857894"/>
                  </a:lnTo>
                  <a:lnTo>
                    <a:pt x="295919" y="923561"/>
                  </a:lnTo>
                  <a:lnTo>
                    <a:pt x="296587" y="919830"/>
                  </a:lnTo>
                  <a:lnTo>
                    <a:pt x="297255" y="914275"/>
                  </a:lnTo>
                  <a:lnTo>
                    <a:pt x="297923" y="890755"/>
                  </a:lnTo>
                  <a:lnTo>
                    <a:pt x="298591" y="914275"/>
                  </a:lnTo>
                  <a:lnTo>
                    <a:pt x="299259" y="964140"/>
                  </a:lnTo>
                  <a:lnTo>
                    <a:pt x="299927" y="969868"/>
                  </a:lnTo>
                  <a:lnTo>
                    <a:pt x="300595" y="1001112"/>
                  </a:lnTo>
                  <a:lnTo>
                    <a:pt x="301263" y="934017"/>
                  </a:lnTo>
                  <a:lnTo>
                    <a:pt x="301931" y="934017"/>
                  </a:lnTo>
                  <a:lnTo>
                    <a:pt x="302599" y="941902"/>
                  </a:lnTo>
                  <a:lnTo>
                    <a:pt x="303267" y="928815"/>
                  </a:lnTo>
                  <a:lnTo>
                    <a:pt x="303935" y="785844"/>
                  </a:lnTo>
                  <a:lnTo>
                    <a:pt x="304603" y="753693"/>
                  </a:lnTo>
                  <a:lnTo>
                    <a:pt x="305272" y="787910"/>
                  </a:lnTo>
                  <a:lnTo>
                    <a:pt x="305940" y="794147"/>
                  </a:lnTo>
                  <a:lnTo>
                    <a:pt x="306608" y="830713"/>
                  </a:lnTo>
                  <a:lnTo>
                    <a:pt x="307276" y="837393"/>
                  </a:lnTo>
                  <a:lnTo>
                    <a:pt x="307944" y="869544"/>
                  </a:lnTo>
                  <a:lnTo>
                    <a:pt x="308612" y="883845"/>
                  </a:lnTo>
                  <a:lnTo>
                    <a:pt x="309280" y="883845"/>
                  </a:lnTo>
                  <a:lnTo>
                    <a:pt x="309948" y="857871"/>
                  </a:lnTo>
                  <a:lnTo>
                    <a:pt x="310616" y="853262"/>
                  </a:lnTo>
                  <a:lnTo>
                    <a:pt x="311284" y="837393"/>
                  </a:lnTo>
                  <a:lnTo>
                    <a:pt x="311952" y="837393"/>
                  </a:lnTo>
                  <a:lnTo>
                    <a:pt x="312620" y="848687"/>
                  </a:lnTo>
                  <a:lnTo>
                    <a:pt x="313288" y="918540"/>
                  </a:lnTo>
                  <a:lnTo>
                    <a:pt x="313956" y="1128428"/>
                  </a:lnTo>
                  <a:lnTo>
                    <a:pt x="314624" y="1188171"/>
                  </a:lnTo>
                  <a:lnTo>
                    <a:pt x="315292" y="1188171"/>
                  </a:lnTo>
                  <a:lnTo>
                    <a:pt x="315960" y="1188171"/>
                  </a:lnTo>
                  <a:lnTo>
                    <a:pt x="316628" y="1172693"/>
                  </a:lnTo>
                  <a:lnTo>
                    <a:pt x="317296" y="1114342"/>
                  </a:lnTo>
                  <a:lnTo>
                    <a:pt x="317964" y="1114342"/>
                  </a:lnTo>
                  <a:lnTo>
                    <a:pt x="318632" y="1114342"/>
                  </a:lnTo>
                  <a:lnTo>
                    <a:pt x="319300" y="1114342"/>
                  </a:lnTo>
                  <a:lnTo>
                    <a:pt x="319968" y="1161330"/>
                  </a:lnTo>
                  <a:lnTo>
                    <a:pt x="320636" y="1241288"/>
                  </a:lnTo>
                  <a:lnTo>
                    <a:pt x="321304" y="1271871"/>
                  </a:lnTo>
                  <a:lnTo>
                    <a:pt x="321972" y="1271871"/>
                  </a:lnTo>
                  <a:lnTo>
                    <a:pt x="322640" y="1258581"/>
                  </a:lnTo>
                  <a:lnTo>
                    <a:pt x="323308" y="1188171"/>
                  </a:lnTo>
                  <a:lnTo>
                    <a:pt x="323976" y="1188171"/>
                  </a:lnTo>
                  <a:lnTo>
                    <a:pt x="324644" y="1188171"/>
                  </a:lnTo>
                  <a:lnTo>
                    <a:pt x="325312" y="1188171"/>
                  </a:lnTo>
                  <a:lnTo>
                    <a:pt x="325980" y="1188171"/>
                  </a:lnTo>
                  <a:lnTo>
                    <a:pt x="326648" y="1135592"/>
                  </a:lnTo>
                  <a:lnTo>
                    <a:pt x="327316" y="1114342"/>
                  </a:lnTo>
                  <a:lnTo>
                    <a:pt x="327984" y="1064170"/>
                  </a:lnTo>
                  <a:lnTo>
                    <a:pt x="328652" y="1048300"/>
                  </a:lnTo>
                  <a:lnTo>
                    <a:pt x="329320" y="1048300"/>
                  </a:lnTo>
                  <a:lnTo>
                    <a:pt x="329989" y="1048300"/>
                  </a:lnTo>
                  <a:lnTo>
                    <a:pt x="330657" y="1048300"/>
                  </a:lnTo>
                  <a:lnTo>
                    <a:pt x="331325" y="1048300"/>
                  </a:lnTo>
                  <a:lnTo>
                    <a:pt x="331993" y="997164"/>
                  </a:lnTo>
                  <a:lnTo>
                    <a:pt x="332661" y="955268"/>
                  </a:lnTo>
                  <a:lnTo>
                    <a:pt x="333329" y="934017"/>
                  </a:lnTo>
                  <a:lnTo>
                    <a:pt x="333997" y="934017"/>
                  </a:lnTo>
                  <a:lnTo>
                    <a:pt x="334665" y="934017"/>
                  </a:lnTo>
                  <a:lnTo>
                    <a:pt x="335333" y="934017"/>
                  </a:lnTo>
                  <a:lnTo>
                    <a:pt x="336001" y="934017"/>
                  </a:lnTo>
                  <a:lnTo>
                    <a:pt x="336669" y="931411"/>
                  </a:lnTo>
                  <a:lnTo>
                    <a:pt x="337337" y="934017"/>
                  </a:lnTo>
                  <a:lnTo>
                    <a:pt x="338005" y="974471"/>
                  </a:lnTo>
                  <a:lnTo>
                    <a:pt x="338673" y="988558"/>
                  </a:lnTo>
                  <a:lnTo>
                    <a:pt x="339341" y="960695"/>
                  </a:lnTo>
                  <a:lnTo>
                    <a:pt x="340009" y="934017"/>
                  </a:lnTo>
                  <a:lnTo>
                    <a:pt x="340677" y="934017"/>
                  </a:lnTo>
                  <a:lnTo>
                    <a:pt x="341345" y="903435"/>
                  </a:lnTo>
                  <a:lnTo>
                    <a:pt x="342013" y="918540"/>
                  </a:lnTo>
                  <a:lnTo>
                    <a:pt x="342013" y="91854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100" y="1666771"/>
                  </a:moveTo>
                  <a:lnTo>
                    <a:pt x="768" y="1666771"/>
                  </a:lnTo>
                  <a:lnTo>
                    <a:pt x="1436" y="1666771"/>
                  </a:lnTo>
                  <a:lnTo>
                    <a:pt x="2104" y="1666771"/>
                  </a:lnTo>
                  <a:lnTo>
                    <a:pt x="2772" y="1666771"/>
                  </a:lnTo>
                  <a:lnTo>
                    <a:pt x="3440" y="1666771"/>
                  </a:lnTo>
                  <a:lnTo>
                    <a:pt x="4108" y="1666771"/>
                  </a:lnTo>
                  <a:lnTo>
                    <a:pt x="4776" y="1666771"/>
                  </a:lnTo>
                  <a:lnTo>
                    <a:pt x="5444" y="1666771"/>
                  </a:lnTo>
                  <a:lnTo>
                    <a:pt x="6112" y="1666771"/>
                  </a:lnTo>
                  <a:lnTo>
                    <a:pt x="6780" y="1666771"/>
                  </a:lnTo>
                  <a:lnTo>
                    <a:pt x="7448" y="1666771"/>
                  </a:lnTo>
                  <a:lnTo>
                    <a:pt x="8116" y="1666771"/>
                  </a:lnTo>
                  <a:lnTo>
                    <a:pt x="8784" y="1666771"/>
                  </a:lnTo>
                  <a:lnTo>
                    <a:pt x="9452" y="1666771"/>
                  </a:lnTo>
                  <a:lnTo>
                    <a:pt x="10120" y="1668810"/>
                  </a:lnTo>
                  <a:lnTo>
                    <a:pt x="10788" y="1668810"/>
                  </a:lnTo>
                  <a:lnTo>
                    <a:pt x="11456" y="1668810"/>
                  </a:lnTo>
                  <a:lnTo>
                    <a:pt x="12124" y="1668810"/>
                  </a:lnTo>
                  <a:lnTo>
                    <a:pt x="12792" y="1668810"/>
                  </a:lnTo>
                  <a:lnTo>
                    <a:pt x="13460" y="1668810"/>
                  </a:lnTo>
                  <a:lnTo>
                    <a:pt x="14128" y="1668810"/>
                  </a:lnTo>
                  <a:lnTo>
                    <a:pt x="14796" y="1668810"/>
                  </a:lnTo>
                  <a:lnTo>
                    <a:pt x="15464" y="1668810"/>
                  </a:lnTo>
                  <a:lnTo>
                    <a:pt x="16132" y="1668810"/>
                  </a:lnTo>
                  <a:lnTo>
                    <a:pt x="16800" y="1668810"/>
                  </a:lnTo>
                  <a:lnTo>
                    <a:pt x="17468" y="1668810"/>
                  </a:lnTo>
                  <a:lnTo>
                    <a:pt x="18136" y="1668810"/>
                  </a:lnTo>
                  <a:lnTo>
                    <a:pt x="18804" y="1668810"/>
                  </a:lnTo>
                  <a:lnTo>
                    <a:pt x="19472" y="1668810"/>
                  </a:lnTo>
                  <a:lnTo>
                    <a:pt x="20141" y="1668810"/>
                  </a:lnTo>
                  <a:lnTo>
                    <a:pt x="20809" y="1668810"/>
                  </a:lnTo>
                  <a:lnTo>
                    <a:pt x="21477" y="1570146"/>
                  </a:lnTo>
                  <a:lnTo>
                    <a:pt x="22145" y="1570146"/>
                  </a:lnTo>
                  <a:lnTo>
                    <a:pt x="22813" y="1570146"/>
                  </a:lnTo>
                  <a:lnTo>
                    <a:pt x="23481" y="1570146"/>
                  </a:lnTo>
                  <a:lnTo>
                    <a:pt x="24149" y="1478659"/>
                  </a:lnTo>
                  <a:lnTo>
                    <a:pt x="24817" y="1313015"/>
                  </a:lnTo>
                  <a:lnTo>
                    <a:pt x="25485" y="1286833"/>
                  </a:lnTo>
                  <a:lnTo>
                    <a:pt x="26153" y="1286833"/>
                  </a:lnTo>
                  <a:lnTo>
                    <a:pt x="26821" y="1286833"/>
                  </a:lnTo>
                  <a:lnTo>
                    <a:pt x="27489" y="1286833"/>
                  </a:lnTo>
                  <a:lnTo>
                    <a:pt x="28157" y="1206705"/>
                  </a:lnTo>
                  <a:lnTo>
                    <a:pt x="28825" y="1232293"/>
                  </a:lnTo>
                  <a:lnTo>
                    <a:pt x="29493" y="1232293"/>
                  </a:lnTo>
                  <a:lnTo>
                    <a:pt x="30161" y="1232293"/>
                  </a:lnTo>
                  <a:lnTo>
                    <a:pt x="30829" y="1194292"/>
                  </a:lnTo>
                  <a:lnTo>
                    <a:pt x="31497" y="1142420"/>
                  </a:lnTo>
                  <a:lnTo>
                    <a:pt x="32165" y="1135668"/>
                  </a:lnTo>
                  <a:lnTo>
                    <a:pt x="32833" y="1135668"/>
                  </a:lnTo>
                  <a:lnTo>
                    <a:pt x="33501" y="1135668"/>
                  </a:lnTo>
                  <a:lnTo>
                    <a:pt x="34169" y="1156147"/>
                  </a:lnTo>
                  <a:lnTo>
                    <a:pt x="34837" y="1261701"/>
                  </a:lnTo>
                  <a:lnTo>
                    <a:pt x="35505" y="1286833"/>
                  </a:lnTo>
                  <a:lnTo>
                    <a:pt x="36173" y="1286833"/>
                  </a:lnTo>
                  <a:lnTo>
                    <a:pt x="36841" y="1286833"/>
                  </a:lnTo>
                  <a:lnTo>
                    <a:pt x="37509" y="1242828"/>
                  </a:lnTo>
                  <a:lnTo>
                    <a:pt x="38177" y="1331097"/>
                  </a:lnTo>
                  <a:lnTo>
                    <a:pt x="38845" y="1346575"/>
                  </a:lnTo>
                  <a:lnTo>
                    <a:pt x="39513" y="1346575"/>
                  </a:lnTo>
                  <a:lnTo>
                    <a:pt x="40181" y="1286833"/>
                  </a:lnTo>
                  <a:lnTo>
                    <a:pt x="40849" y="1331097"/>
                  </a:lnTo>
                  <a:lnTo>
                    <a:pt x="41517" y="1402256"/>
                  </a:lnTo>
                  <a:lnTo>
                    <a:pt x="42185" y="1412617"/>
                  </a:lnTo>
                  <a:lnTo>
                    <a:pt x="42853" y="1412617"/>
                  </a:lnTo>
                  <a:lnTo>
                    <a:pt x="43521" y="1412617"/>
                  </a:lnTo>
                  <a:lnTo>
                    <a:pt x="44190" y="1459606"/>
                  </a:lnTo>
                  <a:lnTo>
                    <a:pt x="44858" y="1486446"/>
                  </a:lnTo>
                  <a:lnTo>
                    <a:pt x="45526" y="1444769"/>
                  </a:lnTo>
                  <a:lnTo>
                    <a:pt x="46194" y="1412617"/>
                  </a:lnTo>
                  <a:lnTo>
                    <a:pt x="46862" y="1412617"/>
                  </a:lnTo>
                  <a:lnTo>
                    <a:pt x="47530" y="1470968"/>
                  </a:lnTo>
                  <a:lnTo>
                    <a:pt x="48198" y="1486446"/>
                  </a:lnTo>
                  <a:lnTo>
                    <a:pt x="48866" y="1416109"/>
                  </a:lnTo>
                  <a:lnTo>
                    <a:pt x="49534" y="1346575"/>
                  </a:lnTo>
                  <a:lnTo>
                    <a:pt x="50202" y="1368907"/>
                  </a:lnTo>
                  <a:lnTo>
                    <a:pt x="50870" y="1346575"/>
                  </a:lnTo>
                  <a:lnTo>
                    <a:pt x="51538" y="1346575"/>
                  </a:lnTo>
                  <a:lnTo>
                    <a:pt x="52206" y="1346575"/>
                  </a:lnTo>
                  <a:lnTo>
                    <a:pt x="52874" y="1346575"/>
                  </a:lnTo>
                  <a:lnTo>
                    <a:pt x="53542" y="1346575"/>
                  </a:lnTo>
                  <a:lnTo>
                    <a:pt x="54210" y="1301243"/>
                  </a:lnTo>
                  <a:lnTo>
                    <a:pt x="54878" y="1245489"/>
                  </a:lnTo>
                  <a:lnTo>
                    <a:pt x="55546" y="1261701"/>
                  </a:lnTo>
                  <a:lnTo>
                    <a:pt x="56214" y="1286833"/>
                  </a:lnTo>
                  <a:lnTo>
                    <a:pt x="56882" y="1286833"/>
                  </a:lnTo>
                  <a:lnTo>
                    <a:pt x="57550" y="1286833"/>
                  </a:lnTo>
                  <a:lnTo>
                    <a:pt x="58218" y="1286833"/>
                  </a:lnTo>
                  <a:lnTo>
                    <a:pt x="58886" y="1343449"/>
                  </a:lnTo>
                  <a:lnTo>
                    <a:pt x="59554" y="1412617"/>
                  </a:lnTo>
                  <a:lnTo>
                    <a:pt x="60222" y="1459606"/>
                  </a:lnTo>
                  <a:lnTo>
                    <a:pt x="60890" y="1486446"/>
                  </a:lnTo>
                  <a:lnTo>
                    <a:pt x="61558" y="1486446"/>
                  </a:lnTo>
                  <a:lnTo>
                    <a:pt x="62226" y="1486446"/>
                  </a:lnTo>
                  <a:lnTo>
                    <a:pt x="62894" y="1486446"/>
                  </a:lnTo>
                  <a:lnTo>
                    <a:pt x="63562" y="1486446"/>
                  </a:lnTo>
                  <a:lnTo>
                    <a:pt x="64230" y="1548150"/>
                  </a:lnTo>
                  <a:lnTo>
                    <a:pt x="64898" y="1641183"/>
                  </a:lnTo>
                  <a:lnTo>
                    <a:pt x="65566" y="1666771"/>
                  </a:lnTo>
                  <a:lnTo>
                    <a:pt x="66234" y="1666771"/>
                  </a:lnTo>
                  <a:lnTo>
                    <a:pt x="66902" y="1666771"/>
                  </a:lnTo>
                  <a:lnTo>
                    <a:pt x="67570" y="1666771"/>
                  </a:lnTo>
                  <a:lnTo>
                    <a:pt x="68238" y="1666771"/>
                  </a:lnTo>
                  <a:lnTo>
                    <a:pt x="68907" y="1666771"/>
                  </a:lnTo>
                  <a:lnTo>
                    <a:pt x="69575" y="1668810"/>
                  </a:lnTo>
                  <a:lnTo>
                    <a:pt x="70243" y="1668810"/>
                  </a:lnTo>
                  <a:lnTo>
                    <a:pt x="70911" y="1668810"/>
                  </a:lnTo>
                  <a:lnTo>
                    <a:pt x="71579" y="1668810"/>
                  </a:lnTo>
                  <a:lnTo>
                    <a:pt x="72247" y="1668810"/>
                  </a:lnTo>
                  <a:lnTo>
                    <a:pt x="72915" y="1668810"/>
                  </a:lnTo>
                  <a:lnTo>
                    <a:pt x="73583" y="1668810"/>
                  </a:lnTo>
                  <a:lnTo>
                    <a:pt x="74251" y="1668810"/>
                  </a:lnTo>
                  <a:lnTo>
                    <a:pt x="74919" y="1668810"/>
                  </a:lnTo>
                  <a:lnTo>
                    <a:pt x="75587" y="1668810"/>
                  </a:lnTo>
                  <a:lnTo>
                    <a:pt x="76255" y="1668810"/>
                  </a:lnTo>
                  <a:lnTo>
                    <a:pt x="76923" y="1668810"/>
                  </a:lnTo>
                  <a:lnTo>
                    <a:pt x="77591" y="1668810"/>
                  </a:lnTo>
                  <a:lnTo>
                    <a:pt x="78259" y="1668810"/>
                  </a:lnTo>
                  <a:lnTo>
                    <a:pt x="78927" y="1668810"/>
                  </a:lnTo>
                  <a:lnTo>
                    <a:pt x="79595" y="1668810"/>
                  </a:lnTo>
                  <a:lnTo>
                    <a:pt x="80263" y="1668810"/>
                  </a:lnTo>
                  <a:lnTo>
                    <a:pt x="80931" y="1668810"/>
                  </a:lnTo>
                  <a:lnTo>
                    <a:pt x="81599" y="1668810"/>
                  </a:lnTo>
                  <a:lnTo>
                    <a:pt x="82267" y="1668810"/>
                  </a:lnTo>
                  <a:lnTo>
                    <a:pt x="82935" y="1668810"/>
                  </a:lnTo>
                  <a:lnTo>
                    <a:pt x="83603" y="1668810"/>
                  </a:lnTo>
                  <a:lnTo>
                    <a:pt x="84271" y="1668810"/>
                  </a:lnTo>
                  <a:lnTo>
                    <a:pt x="84939" y="1637166"/>
                  </a:lnTo>
                  <a:lnTo>
                    <a:pt x="85607" y="1574019"/>
                  </a:lnTo>
                  <a:lnTo>
                    <a:pt x="86275" y="1538481"/>
                  </a:lnTo>
                  <a:lnTo>
                    <a:pt x="86943" y="1514277"/>
                  </a:lnTo>
                  <a:lnTo>
                    <a:pt x="87611" y="1523847"/>
                  </a:lnTo>
                  <a:lnTo>
                    <a:pt x="88279" y="1523847"/>
                  </a:lnTo>
                  <a:lnTo>
                    <a:pt x="88947" y="1491100"/>
                  </a:lnTo>
                  <a:lnTo>
                    <a:pt x="89615" y="1516500"/>
                  </a:lnTo>
                  <a:lnTo>
                    <a:pt x="90283" y="1490557"/>
                  </a:lnTo>
                  <a:lnTo>
                    <a:pt x="90951" y="1324140"/>
                  </a:lnTo>
                  <a:lnTo>
                    <a:pt x="91619" y="1317796"/>
                  </a:lnTo>
                  <a:lnTo>
                    <a:pt x="92287" y="1315554"/>
                  </a:lnTo>
                  <a:lnTo>
                    <a:pt x="92955" y="1293334"/>
                  </a:lnTo>
                  <a:lnTo>
                    <a:pt x="93624" y="1131207"/>
                  </a:lnTo>
                  <a:lnTo>
                    <a:pt x="94292" y="1067838"/>
                  </a:lnTo>
                  <a:lnTo>
                    <a:pt x="94960" y="1086185"/>
                  </a:lnTo>
                  <a:lnTo>
                    <a:pt x="95628" y="1034582"/>
                  </a:lnTo>
                  <a:lnTo>
                    <a:pt x="96296" y="1040324"/>
                  </a:lnTo>
                  <a:lnTo>
                    <a:pt x="96964" y="1053930"/>
                  </a:lnTo>
                  <a:lnTo>
                    <a:pt x="97632" y="1034582"/>
                  </a:lnTo>
                  <a:lnTo>
                    <a:pt x="98300" y="1013967"/>
                  </a:lnTo>
                  <a:lnTo>
                    <a:pt x="98968" y="1046119"/>
                  </a:lnTo>
                  <a:lnTo>
                    <a:pt x="99636" y="1051968"/>
                  </a:lnTo>
                  <a:lnTo>
                    <a:pt x="100304" y="1065832"/>
                  </a:lnTo>
                  <a:lnTo>
                    <a:pt x="100972" y="1086185"/>
                  </a:lnTo>
                  <a:lnTo>
                    <a:pt x="101640" y="1063832"/>
                  </a:lnTo>
                  <a:lnTo>
                    <a:pt x="102308" y="1092422"/>
                  </a:lnTo>
                  <a:lnTo>
                    <a:pt x="102976" y="1092422"/>
                  </a:lnTo>
                  <a:lnTo>
                    <a:pt x="103644" y="1096615"/>
                  </a:lnTo>
                  <a:lnTo>
                    <a:pt x="104312" y="1163124"/>
                  </a:lnTo>
                  <a:lnTo>
                    <a:pt x="104980" y="1182120"/>
                  </a:lnTo>
                  <a:lnTo>
                    <a:pt x="105648" y="1313015"/>
                  </a:lnTo>
                  <a:lnTo>
                    <a:pt x="106316" y="1331097"/>
                  </a:lnTo>
                  <a:lnTo>
                    <a:pt x="106984" y="1343449"/>
                  </a:lnTo>
                  <a:lnTo>
                    <a:pt x="107652" y="1375436"/>
                  </a:lnTo>
                  <a:lnTo>
                    <a:pt x="108320" y="1412617"/>
                  </a:lnTo>
                  <a:lnTo>
                    <a:pt x="108988" y="1592503"/>
                  </a:lnTo>
                  <a:lnTo>
                    <a:pt x="109656" y="1611201"/>
                  </a:lnTo>
                  <a:lnTo>
                    <a:pt x="110324" y="1611201"/>
                  </a:lnTo>
                  <a:lnTo>
                    <a:pt x="110992" y="1632451"/>
                  </a:lnTo>
                  <a:lnTo>
                    <a:pt x="111660" y="1668810"/>
                  </a:lnTo>
                  <a:lnTo>
                    <a:pt x="112328" y="1668810"/>
                  </a:lnTo>
                  <a:lnTo>
                    <a:pt x="112996" y="1668810"/>
                  </a:lnTo>
                  <a:lnTo>
                    <a:pt x="113664" y="1611201"/>
                  </a:lnTo>
                  <a:lnTo>
                    <a:pt x="114332" y="1611201"/>
                  </a:lnTo>
                  <a:lnTo>
                    <a:pt x="115000" y="1611201"/>
                  </a:lnTo>
                  <a:lnTo>
                    <a:pt x="115668" y="1611201"/>
                  </a:lnTo>
                  <a:lnTo>
                    <a:pt x="116336" y="1628858"/>
                  </a:lnTo>
                  <a:lnTo>
                    <a:pt x="117004" y="1668810"/>
                  </a:lnTo>
                  <a:lnTo>
                    <a:pt x="117672" y="1668810"/>
                  </a:lnTo>
                  <a:lnTo>
                    <a:pt x="118341" y="1668810"/>
                  </a:lnTo>
                  <a:lnTo>
                    <a:pt x="119009" y="1668810"/>
                  </a:lnTo>
                  <a:lnTo>
                    <a:pt x="119677" y="1668810"/>
                  </a:lnTo>
                  <a:lnTo>
                    <a:pt x="120345" y="1668810"/>
                  </a:lnTo>
                  <a:lnTo>
                    <a:pt x="121013" y="1668810"/>
                  </a:lnTo>
                  <a:lnTo>
                    <a:pt x="121681" y="1611201"/>
                  </a:lnTo>
                  <a:lnTo>
                    <a:pt x="122349" y="1665741"/>
                  </a:lnTo>
                  <a:lnTo>
                    <a:pt x="123017" y="1632451"/>
                  </a:lnTo>
                  <a:lnTo>
                    <a:pt x="123685" y="1668810"/>
                  </a:lnTo>
                  <a:lnTo>
                    <a:pt x="124353" y="1668810"/>
                  </a:lnTo>
                  <a:lnTo>
                    <a:pt x="125021" y="1668810"/>
                  </a:lnTo>
                  <a:lnTo>
                    <a:pt x="125689" y="1668810"/>
                  </a:lnTo>
                  <a:lnTo>
                    <a:pt x="126357" y="1668810"/>
                  </a:lnTo>
                  <a:lnTo>
                    <a:pt x="127025" y="1668810"/>
                  </a:lnTo>
                  <a:lnTo>
                    <a:pt x="127693" y="1607769"/>
                  </a:lnTo>
                  <a:lnTo>
                    <a:pt x="128361" y="1592503"/>
                  </a:lnTo>
                  <a:lnTo>
                    <a:pt x="129029" y="1551957"/>
                  </a:lnTo>
                  <a:lnTo>
                    <a:pt x="129697" y="1346575"/>
                  </a:lnTo>
                  <a:lnTo>
                    <a:pt x="130365" y="1346575"/>
                  </a:lnTo>
                  <a:lnTo>
                    <a:pt x="131033" y="1315993"/>
                  </a:lnTo>
                  <a:lnTo>
                    <a:pt x="131701" y="1346575"/>
                  </a:lnTo>
                  <a:lnTo>
                    <a:pt x="132369" y="1346575"/>
                  </a:lnTo>
                  <a:lnTo>
                    <a:pt x="133037" y="1372163"/>
                  </a:lnTo>
                  <a:lnTo>
                    <a:pt x="133705" y="1269967"/>
                  </a:lnTo>
                  <a:lnTo>
                    <a:pt x="134373" y="1232293"/>
                  </a:lnTo>
                  <a:lnTo>
                    <a:pt x="135041" y="1227091"/>
                  </a:lnTo>
                  <a:lnTo>
                    <a:pt x="135709" y="1182120"/>
                  </a:lnTo>
                  <a:lnTo>
                    <a:pt x="136377" y="1170180"/>
                  </a:lnTo>
                  <a:lnTo>
                    <a:pt x="137045" y="1135668"/>
                  </a:lnTo>
                  <a:lnTo>
                    <a:pt x="137713" y="1182120"/>
                  </a:lnTo>
                  <a:lnTo>
                    <a:pt x="138381" y="1153838"/>
                  </a:lnTo>
                  <a:lnTo>
                    <a:pt x="139049" y="1105085"/>
                  </a:lnTo>
                  <a:lnTo>
                    <a:pt x="139717" y="1135668"/>
                  </a:lnTo>
                  <a:lnTo>
                    <a:pt x="140385" y="1109364"/>
                  </a:lnTo>
                  <a:lnTo>
                    <a:pt x="141053" y="1113672"/>
                  </a:lnTo>
                  <a:lnTo>
                    <a:pt x="141721" y="1135668"/>
                  </a:lnTo>
                  <a:lnTo>
                    <a:pt x="142390" y="1135668"/>
                  </a:lnTo>
                  <a:lnTo>
                    <a:pt x="143058" y="1151538"/>
                  </a:lnTo>
                  <a:lnTo>
                    <a:pt x="143726" y="1248162"/>
                  </a:lnTo>
                  <a:lnTo>
                    <a:pt x="144394" y="1286833"/>
                  </a:lnTo>
                  <a:lnTo>
                    <a:pt x="145062" y="1292557"/>
                  </a:lnTo>
                  <a:lnTo>
                    <a:pt x="145730" y="1346575"/>
                  </a:lnTo>
                  <a:lnTo>
                    <a:pt x="146398" y="1362445"/>
                  </a:lnTo>
                  <a:lnTo>
                    <a:pt x="147066" y="1412617"/>
                  </a:lnTo>
                  <a:lnTo>
                    <a:pt x="147734" y="1412617"/>
                  </a:lnTo>
                  <a:lnTo>
                    <a:pt x="148402" y="1455863"/>
                  </a:lnTo>
                  <a:lnTo>
                    <a:pt x="149070" y="1570146"/>
                  </a:lnTo>
                  <a:lnTo>
                    <a:pt x="149738" y="1570146"/>
                  </a:lnTo>
                  <a:lnTo>
                    <a:pt x="150406" y="1621439"/>
                  </a:lnTo>
                  <a:lnTo>
                    <a:pt x="151074" y="1552488"/>
                  </a:lnTo>
                  <a:lnTo>
                    <a:pt x="151742" y="1463370"/>
                  </a:lnTo>
                  <a:lnTo>
                    <a:pt x="152410" y="1412617"/>
                  </a:lnTo>
                  <a:lnTo>
                    <a:pt x="153078" y="1412617"/>
                  </a:lnTo>
                  <a:lnTo>
                    <a:pt x="153746" y="1385360"/>
                  </a:lnTo>
                  <a:lnTo>
                    <a:pt x="154414" y="1346575"/>
                  </a:lnTo>
                  <a:lnTo>
                    <a:pt x="155082" y="1346575"/>
                  </a:lnTo>
                  <a:lnTo>
                    <a:pt x="155750" y="1334163"/>
                  </a:lnTo>
                  <a:lnTo>
                    <a:pt x="156418" y="1286833"/>
                  </a:lnTo>
                  <a:lnTo>
                    <a:pt x="157086" y="1264444"/>
                  </a:lnTo>
                  <a:lnTo>
                    <a:pt x="157754" y="1172550"/>
                  </a:lnTo>
                  <a:lnTo>
                    <a:pt x="158422" y="1135668"/>
                  </a:lnTo>
                  <a:lnTo>
                    <a:pt x="159090" y="1131207"/>
                  </a:lnTo>
                  <a:lnTo>
                    <a:pt x="159758" y="1092422"/>
                  </a:lnTo>
                  <a:lnTo>
                    <a:pt x="160426" y="1094515"/>
                  </a:lnTo>
                  <a:lnTo>
                    <a:pt x="161094" y="1144687"/>
                  </a:lnTo>
                  <a:lnTo>
                    <a:pt x="161762" y="1196755"/>
                  </a:lnTo>
                  <a:lnTo>
                    <a:pt x="162430" y="1165468"/>
                  </a:lnTo>
                  <a:lnTo>
                    <a:pt x="163098" y="1107221"/>
                  </a:lnTo>
                  <a:lnTo>
                    <a:pt x="163766" y="981631"/>
                  </a:lnTo>
                  <a:lnTo>
                    <a:pt x="164434" y="939320"/>
                  </a:lnTo>
                  <a:lnTo>
                    <a:pt x="165102" y="912097"/>
                  </a:lnTo>
                  <a:lnTo>
                    <a:pt x="165770" y="918397"/>
                  </a:lnTo>
                  <a:lnTo>
                    <a:pt x="166438" y="944249"/>
                  </a:lnTo>
                  <a:lnTo>
                    <a:pt x="167107" y="932807"/>
                  </a:lnTo>
                  <a:lnTo>
                    <a:pt x="167775" y="985143"/>
                  </a:lnTo>
                  <a:lnTo>
                    <a:pt x="168443" y="1003002"/>
                  </a:lnTo>
                  <a:lnTo>
                    <a:pt x="169111" y="912097"/>
                  </a:lnTo>
                  <a:lnTo>
                    <a:pt x="169779" y="881515"/>
                  </a:lnTo>
                  <a:lnTo>
                    <a:pt x="170447" y="848096"/>
                  </a:lnTo>
                  <a:lnTo>
                    <a:pt x="171115" y="797815"/>
                  </a:lnTo>
                  <a:lnTo>
                    <a:pt x="171783" y="797815"/>
                  </a:lnTo>
                  <a:lnTo>
                    <a:pt x="172451" y="834104"/>
                  </a:lnTo>
                  <a:lnTo>
                    <a:pt x="173119" y="871154"/>
                  </a:lnTo>
                  <a:lnTo>
                    <a:pt x="173787" y="939320"/>
                  </a:lnTo>
                  <a:lnTo>
                    <a:pt x="174455" y="978139"/>
                  </a:lnTo>
                  <a:lnTo>
                    <a:pt x="175123" y="957586"/>
                  </a:lnTo>
                  <a:lnTo>
                    <a:pt x="175791" y="901223"/>
                  </a:lnTo>
                  <a:lnTo>
                    <a:pt x="176459" y="816369"/>
                  </a:lnTo>
                  <a:lnTo>
                    <a:pt x="177127" y="713625"/>
                  </a:lnTo>
                  <a:lnTo>
                    <a:pt x="177795" y="690095"/>
                  </a:lnTo>
                  <a:lnTo>
                    <a:pt x="178463" y="667417"/>
                  </a:lnTo>
                  <a:lnTo>
                    <a:pt x="179131" y="726312"/>
                  </a:lnTo>
                  <a:lnTo>
                    <a:pt x="179799" y="756138"/>
                  </a:lnTo>
                  <a:lnTo>
                    <a:pt x="180467" y="747642"/>
                  </a:lnTo>
                  <a:lnTo>
                    <a:pt x="181135" y="772227"/>
                  </a:lnTo>
                  <a:lnTo>
                    <a:pt x="181803" y="772227"/>
                  </a:lnTo>
                  <a:lnTo>
                    <a:pt x="182471" y="747642"/>
                  </a:lnTo>
                  <a:lnTo>
                    <a:pt x="183139" y="709075"/>
                  </a:lnTo>
                  <a:lnTo>
                    <a:pt x="183807" y="734521"/>
                  </a:lnTo>
                  <a:lnTo>
                    <a:pt x="184475" y="712484"/>
                  </a:lnTo>
                  <a:lnTo>
                    <a:pt x="185143" y="738072"/>
                  </a:lnTo>
                  <a:lnTo>
                    <a:pt x="185811" y="781064"/>
                  </a:lnTo>
                  <a:lnTo>
                    <a:pt x="186479" y="860961"/>
                  </a:lnTo>
                  <a:lnTo>
                    <a:pt x="187147" y="1021385"/>
                  </a:lnTo>
                  <a:lnTo>
                    <a:pt x="187815" y="1071869"/>
                  </a:lnTo>
                  <a:lnTo>
                    <a:pt x="188483" y="1115837"/>
                  </a:lnTo>
                  <a:lnTo>
                    <a:pt x="189151" y="1051968"/>
                  </a:lnTo>
                  <a:lnTo>
                    <a:pt x="189819" y="1077964"/>
                  </a:lnTo>
                  <a:lnTo>
                    <a:pt x="190487" y="1107221"/>
                  </a:lnTo>
                  <a:lnTo>
                    <a:pt x="191155" y="1135668"/>
                  </a:lnTo>
                  <a:lnTo>
                    <a:pt x="191824" y="1135668"/>
                  </a:lnTo>
                  <a:lnTo>
                    <a:pt x="192492" y="1182120"/>
                  </a:lnTo>
                  <a:lnTo>
                    <a:pt x="193160" y="1240177"/>
                  </a:lnTo>
                  <a:lnTo>
                    <a:pt x="193828" y="1232293"/>
                  </a:lnTo>
                  <a:lnTo>
                    <a:pt x="194496" y="1325012"/>
                  </a:lnTo>
                  <a:lnTo>
                    <a:pt x="195164" y="1346575"/>
                  </a:lnTo>
                  <a:lnTo>
                    <a:pt x="195832" y="1346575"/>
                  </a:lnTo>
                  <a:lnTo>
                    <a:pt x="196500" y="1346575"/>
                  </a:lnTo>
                  <a:lnTo>
                    <a:pt x="197168" y="1346575"/>
                  </a:lnTo>
                  <a:lnTo>
                    <a:pt x="197836" y="1346575"/>
                  </a:lnTo>
                  <a:lnTo>
                    <a:pt x="198504" y="1365668"/>
                  </a:lnTo>
                  <a:lnTo>
                    <a:pt x="199172" y="1486446"/>
                  </a:lnTo>
                  <a:lnTo>
                    <a:pt x="199840" y="1486446"/>
                  </a:lnTo>
                  <a:lnTo>
                    <a:pt x="200508" y="1552488"/>
                  </a:lnTo>
                  <a:lnTo>
                    <a:pt x="201176" y="1570146"/>
                  </a:lnTo>
                  <a:lnTo>
                    <a:pt x="201844" y="1570146"/>
                  </a:lnTo>
                  <a:lnTo>
                    <a:pt x="202512" y="1419621"/>
                  </a:lnTo>
                  <a:lnTo>
                    <a:pt x="203180" y="1409145"/>
                  </a:lnTo>
                  <a:lnTo>
                    <a:pt x="203848" y="1304165"/>
                  </a:lnTo>
                  <a:lnTo>
                    <a:pt x="204516" y="1286833"/>
                  </a:lnTo>
                  <a:lnTo>
                    <a:pt x="205184" y="1286833"/>
                  </a:lnTo>
                  <a:lnTo>
                    <a:pt x="205852" y="1286833"/>
                  </a:lnTo>
                  <a:lnTo>
                    <a:pt x="206520" y="1286833"/>
                  </a:lnTo>
                  <a:lnTo>
                    <a:pt x="207188" y="1242828"/>
                  </a:lnTo>
                  <a:lnTo>
                    <a:pt x="207856" y="1209217"/>
                  </a:lnTo>
                  <a:lnTo>
                    <a:pt x="208524" y="1165468"/>
                  </a:lnTo>
                  <a:lnTo>
                    <a:pt x="209192" y="1092422"/>
                  </a:lnTo>
                  <a:lnTo>
                    <a:pt x="209860" y="1055898"/>
                  </a:lnTo>
                  <a:lnTo>
                    <a:pt x="210528" y="1051968"/>
                  </a:lnTo>
                  <a:lnTo>
                    <a:pt x="211196" y="1051968"/>
                  </a:lnTo>
                  <a:lnTo>
                    <a:pt x="211864" y="1051968"/>
                  </a:lnTo>
                  <a:lnTo>
                    <a:pt x="212532" y="1098722"/>
                  </a:lnTo>
                  <a:lnTo>
                    <a:pt x="213200" y="1050012"/>
                  </a:lnTo>
                  <a:lnTo>
                    <a:pt x="213868" y="1122378"/>
                  </a:lnTo>
                  <a:lnTo>
                    <a:pt x="214536" y="1135668"/>
                  </a:lnTo>
                  <a:lnTo>
                    <a:pt x="215204" y="1135668"/>
                  </a:lnTo>
                  <a:lnTo>
                    <a:pt x="215872" y="1135668"/>
                  </a:lnTo>
                  <a:lnTo>
                    <a:pt x="216541" y="1135668"/>
                  </a:lnTo>
                  <a:lnTo>
                    <a:pt x="217209" y="1153838"/>
                  </a:lnTo>
                  <a:lnTo>
                    <a:pt x="217877" y="1156147"/>
                  </a:lnTo>
                  <a:lnTo>
                    <a:pt x="218545" y="1199227"/>
                  </a:lnTo>
                  <a:lnTo>
                    <a:pt x="219213" y="1286833"/>
                  </a:lnTo>
                  <a:lnTo>
                    <a:pt x="219881" y="1340338"/>
                  </a:lnTo>
                  <a:lnTo>
                    <a:pt x="220549" y="1328047"/>
                  </a:lnTo>
                  <a:lnTo>
                    <a:pt x="221217" y="1232293"/>
                  </a:lnTo>
                  <a:lnTo>
                    <a:pt x="221885" y="1196755"/>
                  </a:lnTo>
                  <a:lnTo>
                    <a:pt x="222553" y="1219368"/>
                  </a:lnTo>
                  <a:lnTo>
                    <a:pt x="223221" y="1267199"/>
                  </a:lnTo>
                  <a:lnTo>
                    <a:pt x="223889" y="1286833"/>
                  </a:lnTo>
                  <a:lnTo>
                    <a:pt x="224557" y="1234910"/>
                  </a:lnTo>
                  <a:lnTo>
                    <a:pt x="225225" y="1182120"/>
                  </a:lnTo>
                  <a:lnTo>
                    <a:pt x="225893" y="1182120"/>
                  </a:lnTo>
                  <a:lnTo>
                    <a:pt x="226561" y="1179714"/>
                  </a:lnTo>
                  <a:lnTo>
                    <a:pt x="227229" y="1153838"/>
                  </a:lnTo>
                  <a:lnTo>
                    <a:pt x="227897" y="1149246"/>
                  </a:lnTo>
                  <a:lnTo>
                    <a:pt x="228565" y="1135668"/>
                  </a:lnTo>
                  <a:lnTo>
                    <a:pt x="229233" y="1135668"/>
                  </a:lnTo>
                  <a:lnTo>
                    <a:pt x="229901" y="1115837"/>
                  </a:lnTo>
                  <a:lnTo>
                    <a:pt x="230569" y="1086185"/>
                  </a:lnTo>
                  <a:lnTo>
                    <a:pt x="231237" y="1135668"/>
                  </a:lnTo>
                  <a:lnTo>
                    <a:pt x="231905" y="1167820"/>
                  </a:lnTo>
                  <a:lnTo>
                    <a:pt x="232573" y="1182120"/>
                  </a:lnTo>
                  <a:lnTo>
                    <a:pt x="233241" y="1224506"/>
                  </a:lnTo>
                  <a:lnTo>
                    <a:pt x="233909" y="1135668"/>
                  </a:lnTo>
                  <a:lnTo>
                    <a:pt x="234577" y="1179714"/>
                  </a:lnTo>
                  <a:lnTo>
                    <a:pt x="235245" y="1232293"/>
                  </a:lnTo>
                  <a:lnTo>
                    <a:pt x="235913" y="1156147"/>
                  </a:lnTo>
                  <a:lnTo>
                    <a:pt x="236581" y="1133433"/>
                  </a:lnTo>
                  <a:lnTo>
                    <a:pt x="237249" y="1135668"/>
                  </a:lnTo>
                  <a:lnTo>
                    <a:pt x="237917" y="1137911"/>
                  </a:lnTo>
                  <a:lnTo>
                    <a:pt x="238585" y="1113672"/>
                  </a:lnTo>
                  <a:lnTo>
                    <a:pt x="239253" y="1092422"/>
                  </a:lnTo>
                  <a:lnTo>
                    <a:pt x="239921" y="1111514"/>
                  </a:lnTo>
                  <a:lnTo>
                    <a:pt x="240590" y="1122378"/>
                  </a:lnTo>
                  <a:lnTo>
                    <a:pt x="241258" y="1096615"/>
                  </a:lnTo>
                  <a:lnTo>
                    <a:pt x="241926" y="1067838"/>
                  </a:lnTo>
                  <a:lnTo>
                    <a:pt x="242594" y="1023254"/>
                  </a:lnTo>
                  <a:lnTo>
                    <a:pt x="243262" y="983385"/>
                  </a:lnTo>
                  <a:lnTo>
                    <a:pt x="243930" y="1019523"/>
                  </a:lnTo>
                  <a:lnTo>
                    <a:pt x="244598" y="1004816"/>
                  </a:lnTo>
                  <a:lnTo>
                    <a:pt x="245266" y="978139"/>
                  </a:lnTo>
                  <a:lnTo>
                    <a:pt x="245934" y="986906"/>
                  </a:lnTo>
                  <a:lnTo>
                    <a:pt x="246602" y="981631"/>
                  </a:lnTo>
                  <a:lnTo>
                    <a:pt x="247270" y="1013967"/>
                  </a:lnTo>
                  <a:lnTo>
                    <a:pt x="247938" y="1038404"/>
                  </a:lnTo>
                  <a:lnTo>
                    <a:pt x="248606" y="1071869"/>
                  </a:lnTo>
                  <a:lnTo>
                    <a:pt x="249274" y="1071869"/>
                  </a:lnTo>
                  <a:lnTo>
                    <a:pt x="249942" y="1023254"/>
                  </a:lnTo>
                  <a:lnTo>
                    <a:pt x="250610" y="1015814"/>
                  </a:lnTo>
                  <a:lnTo>
                    <a:pt x="251278" y="940958"/>
                  </a:lnTo>
                  <a:lnTo>
                    <a:pt x="251946" y="924761"/>
                  </a:lnTo>
                  <a:lnTo>
                    <a:pt x="252614" y="927967"/>
                  </a:lnTo>
                  <a:lnTo>
                    <a:pt x="253282" y="942602"/>
                  </a:lnTo>
                  <a:lnTo>
                    <a:pt x="253950" y="972937"/>
                  </a:lnTo>
                  <a:lnTo>
                    <a:pt x="254618" y="962661"/>
                  </a:lnTo>
                  <a:lnTo>
                    <a:pt x="255286" y="949217"/>
                  </a:lnTo>
                  <a:lnTo>
                    <a:pt x="255954" y="1165029"/>
                  </a:lnTo>
                  <a:lnTo>
                    <a:pt x="256622" y="1130768"/>
                  </a:lnTo>
                  <a:lnTo>
                    <a:pt x="257290" y="1076505"/>
                  </a:lnTo>
                  <a:lnTo>
                    <a:pt x="257958" y="1042448"/>
                  </a:lnTo>
                  <a:lnTo>
                    <a:pt x="258626" y="972065"/>
                  </a:lnTo>
                  <a:lnTo>
                    <a:pt x="259294" y="930748"/>
                  </a:lnTo>
                  <a:lnTo>
                    <a:pt x="259962" y="924895"/>
                  </a:lnTo>
                  <a:lnTo>
                    <a:pt x="260630" y="915643"/>
                  </a:lnTo>
                  <a:lnTo>
                    <a:pt x="261298" y="996398"/>
                  </a:lnTo>
                  <a:lnTo>
                    <a:pt x="261966" y="1028549"/>
                  </a:lnTo>
                  <a:lnTo>
                    <a:pt x="262634" y="1055227"/>
                  </a:lnTo>
                  <a:lnTo>
                    <a:pt x="263302" y="1028549"/>
                  </a:lnTo>
                  <a:lnTo>
                    <a:pt x="263970" y="1023075"/>
                  </a:lnTo>
                  <a:lnTo>
                    <a:pt x="264638" y="1012267"/>
                  </a:lnTo>
                  <a:lnTo>
                    <a:pt x="265307" y="968307"/>
                  </a:lnTo>
                  <a:lnTo>
                    <a:pt x="265975" y="905034"/>
                  </a:lnTo>
                  <a:lnTo>
                    <a:pt x="266643" y="922725"/>
                  </a:lnTo>
                  <a:lnTo>
                    <a:pt x="267311" y="938472"/>
                  </a:lnTo>
                  <a:lnTo>
                    <a:pt x="267979" y="779794"/>
                  </a:lnTo>
                  <a:lnTo>
                    <a:pt x="268647" y="850932"/>
                  </a:lnTo>
                  <a:lnTo>
                    <a:pt x="269315" y="916816"/>
                  </a:lnTo>
                  <a:lnTo>
                    <a:pt x="269983" y="932807"/>
                  </a:lnTo>
                  <a:lnTo>
                    <a:pt x="270651" y="942602"/>
                  </a:lnTo>
                  <a:lnTo>
                    <a:pt x="271319" y="912097"/>
                  </a:lnTo>
                  <a:lnTo>
                    <a:pt x="271987" y="912097"/>
                  </a:lnTo>
                  <a:lnTo>
                    <a:pt x="272655" y="915239"/>
                  </a:lnTo>
                  <a:lnTo>
                    <a:pt x="273323" y="971213"/>
                  </a:lnTo>
                  <a:lnTo>
                    <a:pt x="273991" y="978139"/>
                  </a:lnTo>
                  <a:lnTo>
                    <a:pt x="274659" y="983385"/>
                  </a:lnTo>
                  <a:lnTo>
                    <a:pt x="275327" y="1090336"/>
                  </a:lnTo>
                  <a:lnTo>
                    <a:pt x="275995" y="1167820"/>
                  </a:lnTo>
                  <a:lnTo>
                    <a:pt x="276663" y="1120190"/>
                  </a:lnTo>
                  <a:lnTo>
                    <a:pt x="277331" y="1137911"/>
                  </a:lnTo>
                  <a:lnTo>
                    <a:pt x="277999" y="1182120"/>
                  </a:lnTo>
                  <a:lnTo>
                    <a:pt x="278667" y="1177317"/>
                  </a:lnTo>
                  <a:lnTo>
                    <a:pt x="279335" y="1135668"/>
                  </a:lnTo>
                  <a:lnTo>
                    <a:pt x="280003" y="1182120"/>
                  </a:lnTo>
                  <a:lnTo>
                    <a:pt x="280671" y="1204202"/>
                  </a:lnTo>
                  <a:lnTo>
                    <a:pt x="281339" y="1392185"/>
                  </a:lnTo>
                  <a:lnTo>
                    <a:pt x="282007" y="1412178"/>
                  </a:lnTo>
                  <a:lnTo>
                    <a:pt x="282675" y="1367702"/>
                  </a:lnTo>
                  <a:lnTo>
                    <a:pt x="283343" y="1334251"/>
                  </a:lnTo>
                  <a:lnTo>
                    <a:pt x="284011" y="1334251"/>
                  </a:lnTo>
                  <a:lnTo>
                    <a:pt x="284679" y="1378297"/>
                  </a:lnTo>
                  <a:lnTo>
                    <a:pt x="285347" y="1380704"/>
                  </a:lnTo>
                  <a:lnTo>
                    <a:pt x="286015" y="1397811"/>
                  </a:lnTo>
                  <a:lnTo>
                    <a:pt x="286683" y="1505685"/>
                  </a:lnTo>
                  <a:lnTo>
                    <a:pt x="287351" y="1545158"/>
                  </a:lnTo>
                  <a:lnTo>
                    <a:pt x="288019" y="1545158"/>
                  </a:lnTo>
                  <a:lnTo>
                    <a:pt x="288687" y="1551458"/>
                  </a:lnTo>
                  <a:lnTo>
                    <a:pt x="289355" y="1611201"/>
                  </a:lnTo>
                  <a:lnTo>
                    <a:pt x="290024" y="1548300"/>
                  </a:lnTo>
                  <a:lnTo>
                    <a:pt x="290692" y="1583943"/>
                  </a:lnTo>
                  <a:lnTo>
                    <a:pt x="291360" y="1607769"/>
                  </a:lnTo>
                  <a:lnTo>
                    <a:pt x="292028" y="1592503"/>
                  </a:lnTo>
                  <a:lnTo>
                    <a:pt x="292696" y="1591534"/>
                  </a:lnTo>
                  <a:lnTo>
                    <a:pt x="293364" y="1448445"/>
                  </a:lnTo>
                  <a:lnTo>
                    <a:pt x="294032" y="1356049"/>
                  </a:lnTo>
                  <a:lnTo>
                    <a:pt x="294700" y="1346575"/>
                  </a:lnTo>
                  <a:lnTo>
                    <a:pt x="295368" y="1328047"/>
                  </a:lnTo>
                  <a:lnTo>
                    <a:pt x="296036" y="1214272"/>
                  </a:lnTo>
                  <a:lnTo>
                    <a:pt x="296704" y="1149246"/>
                  </a:lnTo>
                  <a:lnTo>
                    <a:pt x="297372" y="1071869"/>
                  </a:lnTo>
                  <a:lnTo>
                    <a:pt x="298040" y="1034582"/>
                  </a:lnTo>
                  <a:lnTo>
                    <a:pt x="298708" y="960965"/>
                  </a:lnTo>
                  <a:lnTo>
                    <a:pt x="299376" y="944249"/>
                  </a:lnTo>
                  <a:lnTo>
                    <a:pt x="300044" y="939320"/>
                  </a:lnTo>
                  <a:lnTo>
                    <a:pt x="300712" y="893569"/>
                  </a:lnTo>
                  <a:lnTo>
                    <a:pt x="301380" y="838268"/>
                  </a:lnTo>
                  <a:lnTo>
                    <a:pt x="302048" y="767232"/>
                  </a:lnTo>
                  <a:lnTo>
                    <a:pt x="302716" y="769724"/>
                  </a:lnTo>
                  <a:lnTo>
                    <a:pt x="303384" y="762277"/>
                  </a:lnTo>
                  <a:lnTo>
                    <a:pt x="304052" y="747642"/>
                  </a:lnTo>
                  <a:lnTo>
                    <a:pt x="304720" y="747642"/>
                  </a:lnTo>
                  <a:lnTo>
                    <a:pt x="305388" y="754917"/>
                  </a:lnTo>
                  <a:lnTo>
                    <a:pt x="306056" y="945120"/>
                  </a:lnTo>
                  <a:lnTo>
                    <a:pt x="306724" y="969914"/>
                  </a:lnTo>
                  <a:lnTo>
                    <a:pt x="307392" y="1033421"/>
                  </a:lnTo>
                  <a:lnTo>
                    <a:pt x="308060" y="1053794"/>
                  </a:lnTo>
                  <a:lnTo>
                    <a:pt x="308728" y="1221709"/>
                  </a:lnTo>
                  <a:lnTo>
                    <a:pt x="309396" y="1260777"/>
                  </a:lnTo>
                  <a:lnTo>
                    <a:pt x="310064" y="1296236"/>
                  </a:lnTo>
                  <a:lnTo>
                    <a:pt x="310732" y="1341116"/>
                  </a:lnTo>
                  <a:lnTo>
                    <a:pt x="311400" y="1413595"/>
                  </a:lnTo>
                  <a:lnTo>
                    <a:pt x="312068" y="1497873"/>
                  </a:lnTo>
                  <a:lnTo>
                    <a:pt x="312736" y="1523847"/>
                  </a:lnTo>
                  <a:lnTo>
                    <a:pt x="313404" y="1519044"/>
                  </a:lnTo>
                  <a:lnTo>
                    <a:pt x="314072" y="1620070"/>
                  </a:lnTo>
                  <a:lnTo>
                    <a:pt x="314741" y="1628560"/>
                  </a:lnTo>
                  <a:lnTo>
                    <a:pt x="315409" y="1628560"/>
                  </a:lnTo>
                  <a:lnTo>
                    <a:pt x="316077" y="1661695"/>
                  </a:lnTo>
                  <a:lnTo>
                    <a:pt x="316745" y="1641237"/>
                  </a:lnTo>
                  <a:lnTo>
                    <a:pt x="317413" y="1357047"/>
                  </a:lnTo>
                  <a:lnTo>
                    <a:pt x="318081" y="1350121"/>
                  </a:lnTo>
                  <a:lnTo>
                    <a:pt x="318749" y="1295723"/>
                  </a:lnTo>
                  <a:lnTo>
                    <a:pt x="319417" y="1264005"/>
                  </a:lnTo>
                  <a:lnTo>
                    <a:pt x="320085" y="1211861"/>
                  </a:lnTo>
                  <a:lnTo>
                    <a:pt x="320753" y="1051968"/>
                  </a:lnTo>
                  <a:lnTo>
                    <a:pt x="321421" y="1051968"/>
                  </a:lnTo>
                  <a:lnTo>
                    <a:pt x="322089" y="1082061"/>
                  </a:lnTo>
                  <a:lnTo>
                    <a:pt x="322757" y="1059853"/>
                  </a:lnTo>
                  <a:lnTo>
                    <a:pt x="323425" y="1092422"/>
                  </a:lnTo>
                  <a:lnTo>
                    <a:pt x="324093" y="1030783"/>
                  </a:lnTo>
                  <a:lnTo>
                    <a:pt x="324761" y="936055"/>
                  </a:lnTo>
                  <a:lnTo>
                    <a:pt x="325429" y="912097"/>
                  </a:lnTo>
                  <a:lnTo>
                    <a:pt x="326097" y="913666"/>
                  </a:lnTo>
                  <a:lnTo>
                    <a:pt x="326765" y="940958"/>
                  </a:lnTo>
                  <a:lnTo>
                    <a:pt x="327433" y="1032680"/>
                  </a:lnTo>
                  <a:lnTo>
                    <a:pt x="328101" y="1030783"/>
                  </a:lnTo>
                  <a:lnTo>
                    <a:pt x="328769" y="1069850"/>
                  </a:lnTo>
                  <a:lnTo>
                    <a:pt x="329437" y="1100836"/>
                  </a:lnTo>
                  <a:lnTo>
                    <a:pt x="330105" y="1061839"/>
                  </a:lnTo>
                  <a:lnTo>
                    <a:pt x="330773" y="1021385"/>
                  </a:lnTo>
                  <a:lnTo>
                    <a:pt x="331441" y="985143"/>
                  </a:lnTo>
                  <a:lnTo>
                    <a:pt x="332109" y="978139"/>
                  </a:lnTo>
                  <a:lnTo>
                    <a:pt x="332777" y="1134559"/>
                  </a:lnTo>
                  <a:lnTo>
                    <a:pt x="333445" y="1158025"/>
                  </a:lnTo>
                  <a:lnTo>
                    <a:pt x="334113" y="1233165"/>
                  </a:lnTo>
                  <a:lnTo>
                    <a:pt x="334781" y="1345545"/>
                  </a:lnTo>
                  <a:lnTo>
                    <a:pt x="335449" y="1347829"/>
                  </a:lnTo>
                  <a:lnTo>
                    <a:pt x="336117" y="1260422"/>
                  </a:lnTo>
                  <a:lnTo>
                    <a:pt x="336785" y="1373152"/>
                  </a:lnTo>
                  <a:lnTo>
                    <a:pt x="337453" y="1230748"/>
                  </a:lnTo>
                  <a:lnTo>
                    <a:pt x="338121" y="1253702"/>
                  </a:lnTo>
                  <a:lnTo>
                    <a:pt x="338790" y="1214243"/>
                  </a:lnTo>
                  <a:lnTo>
                    <a:pt x="339458" y="1164460"/>
                  </a:lnTo>
                  <a:lnTo>
                    <a:pt x="340126" y="1142665"/>
                  </a:lnTo>
                  <a:lnTo>
                    <a:pt x="340794" y="1156342"/>
                  </a:lnTo>
                  <a:lnTo>
                    <a:pt x="341462" y="1158650"/>
                  </a:lnTo>
                  <a:lnTo>
                    <a:pt x="342130" y="1138172"/>
                  </a:lnTo>
                  <a:lnTo>
                    <a:pt x="342798" y="1135902"/>
                  </a:lnTo>
                  <a:lnTo>
                    <a:pt x="343466" y="1105946"/>
                  </a:lnTo>
                  <a:lnTo>
                    <a:pt x="344134" y="986234"/>
                  </a:lnTo>
                  <a:lnTo>
                    <a:pt x="344802" y="975086"/>
                  </a:lnTo>
                  <a:lnTo>
                    <a:pt x="345470" y="954338"/>
                  </a:lnTo>
                  <a:lnTo>
                    <a:pt x="346138" y="999670"/>
                  </a:lnTo>
                  <a:lnTo>
                    <a:pt x="346806" y="1030039"/>
                  </a:lnTo>
                  <a:lnTo>
                    <a:pt x="347474" y="987323"/>
                  </a:lnTo>
                  <a:lnTo>
                    <a:pt x="348142" y="1019411"/>
                  </a:lnTo>
                  <a:lnTo>
                    <a:pt x="348810" y="889021"/>
                  </a:lnTo>
                  <a:lnTo>
                    <a:pt x="349478" y="939320"/>
                  </a:lnTo>
                  <a:lnTo>
                    <a:pt x="350146" y="1034582"/>
                  </a:lnTo>
                  <a:lnTo>
                    <a:pt x="350814" y="1051968"/>
                  </a:lnTo>
                  <a:lnTo>
                    <a:pt x="351482" y="1088257"/>
                  </a:lnTo>
                  <a:lnTo>
                    <a:pt x="352150" y="1135668"/>
                  </a:lnTo>
                  <a:lnTo>
                    <a:pt x="352818" y="1206705"/>
                  </a:lnTo>
                  <a:lnTo>
                    <a:pt x="353486" y="1286833"/>
                  </a:lnTo>
                  <a:lnTo>
                    <a:pt x="354154" y="1325012"/>
                  </a:lnTo>
                  <a:lnTo>
                    <a:pt x="354822" y="1267199"/>
                  </a:lnTo>
                  <a:lnTo>
                    <a:pt x="355490" y="1224506"/>
                  </a:lnTo>
                  <a:lnTo>
                    <a:pt x="356158" y="1096615"/>
                  </a:lnTo>
                  <a:lnTo>
                    <a:pt x="356826" y="1015814"/>
                  </a:lnTo>
                  <a:lnTo>
                    <a:pt x="357494" y="1177558"/>
                  </a:lnTo>
                  <a:lnTo>
                    <a:pt x="358162" y="1231854"/>
                  </a:lnTo>
                  <a:lnTo>
                    <a:pt x="358830" y="1231854"/>
                  </a:lnTo>
                  <a:lnTo>
                    <a:pt x="359498" y="1207278"/>
                  </a:lnTo>
                  <a:lnTo>
                    <a:pt x="360166" y="1154486"/>
                  </a:lnTo>
                  <a:lnTo>
                    <a:pt x="360834" y="1096733"/>
                  </a:lnTo>
                  <a:lnTo>
                    <a:pt x="361502" y="1036852"/>
                  </a:lnTo>
                  <a:lnTo>
                    <a:pt x="362170" y="996398"/>
                  </a:lnTo>
                  <a:lnTo>
                    <a:pt x="362838" y="964573"/>
                  </a:lnTo>
                  <a:lnTo>
                    <a:pt x="363507" y="946225"/>
                  </a:lnTo>
                  <a:lnTo>
                    <a:pt x="364175" y="946225"/>
                  </a:lnTo>
                  <a:lnTo>
                    <a:pt x="364843" y="970810"/>
                  </a:lnTo>
                  <a:lnTo>
                    <a:pt x="365511" y="1025806"/>
                  </a:lnTo>
                  <a:lnTo>
                    <a:pt x="366179" y="1107554"/>
                  </a:lnTo>
                  <a:lnTo>
                    <a:pt x="366847" y="1151134"/>
                  </a:lnTo>
                  <a:lnTo>
                    <a:pt x="367515" y="1098283"/>
                  </a:lnTo>
                  <a:lnTo>
                    <a:pt x="368183" y="1091983"/>
                  </a:lnTo>
                  <a:lnTo>
                    <a:pt x="368851" y="1109462"/>
                  </a:lnTo>
                  <a:lnTo>
                    <a:pt x="369519" y="1137549"/>
                  </a:lnTo>
                  <a:lnTo>
                    <a:pt x="370187" y="1038404"/>
                  </a:lnTo>
                  <a:lnTo>
                    <a:pt x="370855" y="1111514"/>
                  </a:lnTo>
                  <a:lnTo>
                    <a:pt x="371523" y="1206705"/>
                  </a:lnTo>
                  <a:lnTo>
                    <a:pt x="372191" y="1234910"/>
                  </a:lnTo>
                  <a:lnTo>
                    <a:pt x="372859" y="1301243"/>
                  </a:lnTo>
                  <a:lnTo>
                    <a:pt x="373527" y="1331097"/>
                  </a:lnTo>
                  <a:lnTo>
                    <a:pt x="374195" y="1286833"/>
                  </a:lnTo>
                  <a:lnTo>
                    <a:pt x="374863" y="1318985"/>
                  </a:lnTo>
                  <a:lnTo>
                    <a:pt x="375531" y="1346575"/>
                  </a:lnTo>
                  <a:lnTo>
                    <a:pt x="376199" y="1346575"/>
                  </a:lnTo>
                  <a:lnTo>
                    <a:pt x="376867" y="1392064"/>
                  </a:lnTo>
                  <a:lnTo>
                    <a:pt x="377535" y="1448445"/>
                  </a:lnTo>
                  <a:lnTo>
                    <a:pt x="378203" y="1412617"/>
                  </a:lnTo>
                  <a:lnTo>
                    <a:pt x="378871" y="1412617"/>
                  </a:lnTo>
                  <a:lnTo>
                    <a:pt x="379539" y="1412617"/>
                  </a:lnTo>
                  <a:lnTo>
                    <a:pt x="380207" y="1412617"/>
                  </a:lnTo>
                  <a:lnTo>
                    <a:pt x="380875" y="1412617"/>
                  </a:lnTo>
                  <a:lnTo>
                    <a:pt x="381543" y="1412617"/>
                  </a:lnTo>
                  <a:lnTo>
                    <a:pt x="382211" y="1482541"/>
                  </a:lnTo>
                  <a:lnTo>
                    <a:pt x="382879" y="1486446"/>
                  </a:lnTo>
                  <a:lnTo>
                    <a:pt x="383547" y="1506347"/>
                  </a:lnTo>
                  <a:lnTo>
                    <a:pt x="384215" y="1570146"/>
                  </a:lnTo>
                  <a:lnTo>
                    <a:pt x="384883" y="1570146"/>
                  </a:lnTo>
                  <a:lnTo>
                    <a:pt x="385551" y="1570146"/>
                  </a:lnTo>
                  <a:lnTo>
                    <a:pt x="386219" y="1570146"/>
                  </a:lnTo>
                  <a:lnTo>
                    <a:pt x="386887" y="1539563"/>
                  </a:lnTo>
                  <a:lnTo>
                    <a:pt x="387555" y="1510404"/>
                  </a:lnTo>
                  <a:lnTo>
                    <a:pt x="388224" y="1565685"/>
                  </a:lnTo>
                  <a:lnTo>
                    <a:pt x="388892" y="1486446"/>
                  </a:lnTo>
                  <a:lnTo>
                    <a:pt x="389560" y="1486446"/>
                  </a:lnTo>
                  <a:lnTo>
                    <a:pt x="390228" y="1486446"/>
                  </a:lnTo>
                  <a:lnTo>
                    <a:pt x="390896" y="1474802"/>
                  </a:lnTo>
                  <a:lnTo>
                    <a:pt x="391564" y="1412617"/>
                  </a:lnTo>
                  <a:lnTo>
                    <a:pt x="392232" y="1385360"/>
                  </a:lnTo>
                  <a:lnTo>
                    <a:pt x="392900" y="1346575"/>
                  </a:lnTo>
                  <a:lnTo>
                    <a:pt x="393568" y="1346575"/>
                  </a:lnTo>
                  <a:lnTo>
                    <a:pt x="394236" y="1346575"/>
                  </a:lnTo>
                  <a:lnTo>
                    <a:pt x="394904" y="1310051"/>
                  </a:lnTo>
                  <a:lnTo>
                    <a:pt x="395572" y="1286833"/>
                  </a:lnTo>
                  <a:lnTo>
                    <a:pt x="396240" y="1286833"/>
                  </a:lnTo>
                  <a:lnTo>
                    <a:pt x="396908" y="1307101"/>
                  </a:lnTo>
                  <a:lnTo>
                    <a:pt x="397576" y="1346575"/>
                  </a:lnTo>
                  <a:lnTo>
                    <a:pt x="398244" y="1349717"/>
                  </a:lnTo>
                  <a:lnTo>
                    <a:pt x="398912" y="1412617"/>
                  </a:lnTo>
                  <a:lnTo>
                    <a:pt x="399580" y="1412617"/>
                  </a:lnTo>
                  <a:lnTo>
                    <a:pt x="400248" y="1362445"/>
                  </a:lnTo>
                  <a:lnTo>
                    <a:pt x="400916" y="1356049"/>
                  </a:lnTo>
                  <a:lnTo>
                    <a:pt x="401584" y="1395443"/>
                  </a:lnTo>
                  <a:lnTo>
                    <a:pt x="402252" y="1372163"/>
                  </a:lnTo>
                  <a:lnTo>
                    <a:pt x="402920" y="1412617"/>
                  </a:lnTo>
                  <a:lnTo>
                    <a:pt x="403588" y="1412617"/>
                  </a:lnTo>
                  <a:lnTo>
                    <a:pt x="404256" y="1412617"/>
                  </a:lnTo>
                  <a:lnTo>
                    <a:pt x="404924" y="1455863"/>
                  </a:lnTo>
                  <a:lnTo>
                    <a:pt x="405592" y="1486446"/>
                  </a:lnTo>
                  <a:lnTo>
                    <a:pt x="406260" y="1486446"/>
                  </a:lnTo>
                  <a:lnTo>
                    <a:pt x="406928" y="1426704"/>
                  </a:lnTo>
                  <a:lnTo>
                    <a:pt x="407596" y="1388703"/>
                  </a:lnTo>
                  <a:lnTo>
                    <a:pt x="408264" y="1318985"/>
                  </a:lnTo>
                  <a:lnTo>
                    <a:pt x="408932" y="1398629"/>
                  </a:lnTo>
                  <a:lnTo>
                    <a:pt x="409600" y="1391907"/>
                  </a:lnTo>
                  <a:lnTo>
                    <a:pt x="410268" y="1428689"/>
                  </a:lnTo>
                  <a:lnTo>
                    <a:pt x="410936" y="1461970"/>
                  </a:lnTo>
                  <a:lnTo>
                    <a:pt x="411604" y="1366558"/>
                  </a:lnTo>
                  <a:lnTo>
                    <a:pt x="412272" y="1364145"/>
                  </a:lnTo>
                  <a:lnTo>
                    <a:pt x="412941" y="1349735"/>
                  </a:lnTo>
                  <a:lnTo>
                    <a:pt x="413609" y="1349735"/>
                  </a:lnTo>
                  <a:lnTo>
                    <a:pt x="414277" y="1349735"/>
                  </a:lnTo>
                  <a:lnTo>
                    <a:pt x="414945" y="1349735"/>
                  </a:lnTo>
                  <a:lnTo>
                    <a:pt x="415613" y="1349735"/>
                  </a:lnTo>
                  <a:lnTo>
                    <a:pt x="416281" y="1349735"/>
                  </a:lnTo>
                  <a:lnTo>
                    <a:pt x="416949" y="1372953"/>
                  </a:lnTo>
                  <a:lnTo>
                    <a:pt x="417617" y="1389429"/>
                  </a:lnTo>
                  <a:lnTo>
                    <a:pt x="418285" y="1423741"/>
                  </a:lnTo>
                  <a:lnTo>
                    <a:pt x="418953" y="1473780"/>
                  </a:lnTo>
                  <a:lnTo>
                    <a:pt x="419621" y="1439984"/>
                  </a:lnTo>
                  <a:lnTo>
                    <a:pt x="420289" y="1479637"/>
                  </a:lnTo>
                  <a:lnTo>
                    <a:pt x="420957" y="1580973"/>
                  </a:lnTo>
                  <a:lnTo>
                    <a:pt x="421625" y="1590647"/>
                  </a:lnTo>
                  <a:lnTo>
                    <a:pt x="422293" y="1668810"/>
                  </a:lnTo>
                  <a:lnTo>
                    <a:pt x="422961" y="1666771"/>
                  </a:lnTo>
                  <a:lnTo>
                    <a:pt x="423629" y="1666771"/>
                  </a:lnTo>
                  <a:lnTo>
                    <a:pt x="424297" y="1666771"/>
                  </a:lnTo>
                  <a:lnTo>
                    <a:pt x="424965" y="1666771"/>
                  </a:lnTo>
                  <a:lnTo>
                    <a:pt x="425633" y="1666771"/>
                  </a:lnTo>
                  <a:lnTo>
                    <a:pt x="426301" y="1666771"/>
                  </a:lnTo>
                  <a:lnTo>
                    <a:pt x="426969" y="1666771"/>
                  </a:lnTo>
                  <a:lnTo>
                    <a:pt x="427637" y="1666771"/>
                  </a:lnTo>
                  <a:lnTo>
                    <a:pt x="428305" y="1666771"/>
                  </a:lnTo>
                  <a:lnTo>
                    <a:pt x="428973" y="1666771"/>
                  </a:lnTo>
                  <a:lnTo>
                    <a:pt x="429641" y="1666771"/>
                  </a:lnTo>
                  <a:lnTo>
                    <a:pt x="430309" y="1666771"/>
                  </a:lnTo>
                  <a:lnTo>
                    <a:pt x="430977" y="1666771"/>
                  </a:lnTo>
                  <a:lnTo>
                    <a:pt x="431645" y="1666771"/>
                  </a:lnTo>
                  <a:lnTo>
                    <a:pt x="432313" y="1666771"/>
                  </a:lnTo>
                  <a:lnTo>
                    <a:pt x="432981" y="1666771"/>
                  </a:lnTo>
                  <a:lnTo>
                    <a:pt x="433649" y="1666771"/>
                  </a:lnTo>
                  <a:lnTo>
                    <a:pt x="434317" y="1611795"/>
                  </a:lnTo>
                  <a:lnTo>
                    <a:pt x="434985" y="1570146"/>
                  </a:lnTo>
                  <a:lnTo>
                    <a:pt x="435653" y="1570146"/>
                  </a:lnTo>
                  <a:lnTo>
                    <a:pt x="436321" y="1570146"/>
                  </a:lnTo>
                  <a:lnTo>
                    <a:pt x="436990" y="1570146"/>
                  </a:lnTo>
                  <a:lnTo>
                    <a:pt x="437658" y="1570146"/>
                  </a:lnTo>
                  <a:lnTo>
                    <a:pt x="438326" y="1514487"/>
                  </a:lnTo>
                  <a:lnTo>
                    <a:pt x="438994" y="1486446"/>
                  </a:lnTo>
                  <a:lnTo>
                    <a:pt x="439662" y="1486446"/>
                  </a:lnTo>
                  <a:lnTo>
                    <a:pt x="440330" y="1486446"/>
                  </a:lnTo>
                  <a:lnTo>
                    <a:pt x="440998" y="1486446"/>
                  </a:lnTo>
                  <a:lnTo>
                    <a:pt x="441666" y="1486446"/>
                  </a:lnTo>
                  <a:lnTo>
                    <a:pt x="442334" y="1486446"/>
                  </a:lnTo>
                  <a:lnTo>
                    <a:pt x="443002" y="1486446"/>
                  </a:lnTo>
                  <a:lnTo>
                    <a:pt x="443670" y="1486446"/>
                  </a:lnTo>
                  <a:lnTo>
                    <a:pt x="444338" y="1531093"/>
                  </a:lnTo>
                  <a:lnTo>
                    <a:pt x="445006" y="1570146"/>
                  </a:lnTo>
                  <a:lnTo>
                    <a:pt x="445674" y="1570146"/>
                  </a:lnTo>
                  <a:lnTo>
                    <a:pt x="446342" y="1570146"/>
                  </a:lnTo>
                  <a:lnTo>
                    <a:pt x="447010" y="1570146"/>
                  </a:lnTo>
                  <a:lnTo>
                    <a:pt x="447678" y="1570146"/>
                  </a:lnTo>
                  <a:lnTo>
                    <a:pt x="448346" y="1631233"/>
                  </a:lnTo>
                  <a:lnTo>
                    <a:pt x="449014" y="1651293"/>
                  </a:lnTo>
                  <a:lnTo>
                    <a:pt x="449682" y="1570146"/>
                  </a:lnTo>
                  <a:lnTo>
                    <a:pt x="450350" y="1570146"/>
                  </a:lnTo>
                  <a:lnTo>
                    <a:pt x="451018" y="1570146"/>
                  </a:lnTo>
                  <a:lnTo>
                    <a:pt x="451686" y="1570146"/>
                  </a:lnTo>
                  <a:lnTo>
                    <a:pt x="452354" y="1570146"/>
                  </a:lnTo>
                  <a:lnTo>
                    <a:pt x="453022" y="1518598"/>
                  </a:lnTo>
                  <a:lnTo>
                    <a:pt x="453690" y="1459606"/>
                  </a:lnTo>
                  <a:lnTo>
                    <a:pt x="454358" y="1372163"/>
                  </a:lnTo>
                  <a:lnTo>
                    <a:pt x="455026" y="1346575"/>
                  </a:lnTo>
                  <a:lnTo>
                    <a:pt x="455694" y="1292557"/>
                  </a:lnTo>
                  <a:lnTo>
                    <a:pt x="456362" y="1232293"/>
                  </a:lnTo>
                  <a:lnTo>
                    <a:pt x="457030" y="1214272"/>
                  </a:lnTo>
                  <a:lnTo>
                    <a:pt x="457698" y="1182120"/>
                  </a:lnTo>
                  <a:lnTo>
                    <a:pt x="458366" y="1182120"/>
                  </a:lnTo>
                  <a:lnTo>
                    <a:pt x="459034" y="1149246"/>
                  </a:lnTo>
                  <a:lnTo>
                    <a:pt x="459702" y="1182120"/>
                  </a:lnTo>
                  <a:lnTo>
                    <a:pt x="460370" y="1182120"/>
                  </a:lnTo>
                  <a:lnTo>
                    <a:pt x="461038" y="1182120"/>
                  </a:lnTo>
                  <a:lnTo>
                    <a:pt x="461707" y="1182120"/>
                  </a:lnTo>
                  <a:lnTo>
                    <a:pt x="462375" y="1182120"/>
                  </a:lnTo>
                  <a:lnTo>
                    <a:pt x="463043" y="1211739"/>
                  </a:lnTo>
                  <a:lnTo>
                    <a:pt x="463711" y="1250847"/>
                  </a:lnTo>
                  <a:lnTo>
                    <a:pt x="464379" y="1321991"/>
                  </a:lnTo>
                  <a:lnTo>
                    <a:pt x="465047" y="1346575"/>
                  </a:lnTo>
                  <a:lnTo>
                    <a:pt x="465715" y="1405691"/>
                  </a:lnTo>
                  <a:lnTo>
                    <a:pt x="466383" y="1486446"/>
                  </a:lnTo>
                  <a:lnTo>
                    <a:pt x="467051" y="1455863"/>
                  </a:lnTo>
                  <a:lnTo>
                    <a:pt x="467719" y="1437480"/>
                  </a:lnTo>
                  <a:lnTo>
                    <a:pt x="468387" y="1346575"/>
                  </a:lnTo>
                  <a:lnTo>
                    <a:pt x="469055" y="1372163"/>
                  </a:lnTo>
                  <a:lnTo>
                    <a:pt x="469723" y="1346575"/>
                  </a:lnTo>
                  <a:lnTo>
                    <a:pt x="470391" y="1346575"/>
                  </a:lnTo>
                  <a:lnTo>
                    <a:pt x="471059" y="1346575"/>
                  </a:lnTo>
                  <a:lnTo>
                    <a:pt x="471727" y="1346575"/>
                  </a:lnTo>
                  <a:lnTo>
                    <a:pt x="472395" y="1346575"/>
                  </a:lnTo>
                  <a:lnTo>
                    <a:pt x="473063" y="1346575"/>
                  </a:lnTo>
                  <a:lnTo>
                    <a:pt x="473731" y="1346575"/>
                  </a:lnTo>
                  <a:lnTo>
                    <a:pt x="474399" y="1346575"/>
                  </a:lnTo>
                  <a:lnTo>
                    <a:pt x="475067" y="1346575"/>
                  </a:lnTo>
                  <a:lnTo>
                    <a:pt x="475735" y="1346575"/>
                  </a:lnTo>
                  <a:lnTo>
                    <a:pt x="476403" y="1346575"/>
                  </a:lnTo>
                  <a:lnTo>
                    <a:pt x="477071" y="1395443"/>
                  </a:lnTo>
                  <a:lnTo>
                    <a:pt x="477739" y="1459606"/>
                  </a:lnTo>
                  <a:lnTo>
                    <a:pt x="478407" y="1570146"/>
                  </a:lnTo>
                  <a:lnTo>
                    <a:pt x="479075" y="1611795"/>
                  </a:lnTo>
                  <a:lnTo>
                    <a:pt x="479743" y="1666771"/>
                  </a:lnTo>
                  <a:lnTo>
                    <a:pt x="480411" y="1666771"/>
                  </a:lnTo>
                  <a:lnTo>
                    <a:pt x="481079" y="1666771"/>
                  </a:lnTo>
                  <a:lnTo>
                    <a:pt x="481747" y="1666771"/>
                  </a:lnTo>
                  <a:lnTo>
                    <a:pt x="482415" y="1666771"/>
                  </a:lnTo>
                  <a:lnTo>
                    <a:pt x="483083" y="1666771"/>
                  </a:lnTo>
                  <a:lnTo>
                    <a:pt x="483751" y="1666771"/>
                  </a:lnTo>
                  <a:lnTo>
                    <a:pt x="484419" y="1666771"/>
                  </a:lnTo>
                  <a:lnTo>
                    <a:pt x="485087" y="1666771"/>
                  </a:lnTo>
                  <a:lnTo>
                    <a:pt x="485755" y="1666771"/>
                  </a:lnTo>
                  <a:lnTo>
                    <a:pt x="486424" y="1666771"/>
                  </a:lnTo>
                  <a:lnTo>
                    <a:pt x="487092" y="1666771"/>
                  </a:lnTo>
                  <a:lnTo>
                    <a:pt x="487760" y="1666771"/>
                  </a:lnTo>
                  <a:lnTo>
                    <a:pt x="488428" y="1666771"/>
                  </a:lnTo>
                  <a:lnTo>
                    <a:pt x="489096" y="1666771"/>
                  </a:lnTo>
                  <a:lnTo>
                    <a:pt x="489764" y="1666771"/>
                  </a:lnTo>
                  <a:lnTo>
                    <a:pt x="490432" y="1666771"/>
                  </a:lnTo>
                  <a:lnTo>
                    <a:pt x="491100" y="1666771"/>
                  </a:lnTo>
                  <a:lnTo>
                    <a:pt x="491768" y="1666771"/>
                  </a:lnTo>
                  <a:lnTo>
                    <a:pt x="492436" y="1666771"/>
                  </a:lnTo>
                  <a:lnTo>
                    <a:pt x="493104" y="1666771"/>
                  </a:lnTo>
                  <a:lnTo>
                    <a:pt x="493772" y="1597602"/>
                  </a:lnTo>
                  <a:lnTo>
                    <a:pt x="494440" y="1531093"/>
                  </a:lnTo>
                  <a:lnTo>
                    <a:pt x="495108" y="1486446"/>
                  </a:lnTo>
                  <a:lnTo>
                    <a:pt x="495776" y="1486446"/>
                  </a:lnTo>
                  <a:lnTo>
                    <a:pt x="496444" y="1486446"/>
                  </a:lnTo>
                  <a:lnTo>
                    <a:pt x="497112" y="1486446"/>
                  </a:lnTo>
                  <a:lnTo>
                    <a:pt x="497780" y="1486446"/>
                  </a:lnTo>
                  <a:lnTo>
                    <a:pt x="498448" y="1486446"/>
                  </a:lnTo>
                  <a:lnTo>
                    <a:pt x="499116" y="1459606"/>
                  </a:lnTo>
                  <a:lnTo>
                    <a:pt x="499784" y="1412617"/>
                  </a:lnTo>
                  <a:lnTo>
                    <a:pt x="500452" y="1346575"/>
                  </a:lnTo>
                  <a:lnTo>
                    <a:pt x="501120" y="1286833"/>
                  </a:lnTo>
                  <a:lnTo>
                    <a:pt x="501788" y="1267199"/>
                  </a:lnTo>
                  <a:lnTo>
                    <a:pt x="502456" y="1232293"/>
                  </a:lnTo>
                  <a:lnTo>
                    <a:pt x="503124" y="1232293"/>
                  </a:lnTo>
                  <a:lnTo>
                    <a:pt x="503792" y="1219368"/>
                  </a:lnTo>
                  <a:lnTo>
                    <a:pt x="504460" y="1256250"/>
                  </a:lnTo>
                  <a:lnTo>
                    <a:pt x="505128" y="1240177"/>
                  </a:lnTo>
                  <a:lnTo>
                    <a:pt x="505796" y="1227091"/>
                  </a:lnTo>
                  <a:lnTo>
                    <a:pt x="506464" y="1165468"/>
                  </a:lnTo>
                  <a:lnTo>
                    <a:pt x="507132" y="1249736"/>
                  </a:lnTo>
                  <a:lnTo>
                    <a:pt x="507800" y="1231854"/>
                  </a:lnTo>
                  <a:lnTo>
                    <a:pt x="508468" y="1246646"/>
                  </a:lnTo>
                  <a:lnTo>
                    <a:pt x="509136" y="1225590"/>
                  </a:lnTo>
                  <a:lnTo>
                    <a:pt x="509804" y="1250551"/>
                  </a:lnTo>
                  <a:lnTo>
                    <a:pt x="510472" y="1291005"/>
                  </a:lnTo>
                  <a:lnTo>
                    <a:pt x="511141" y="1334251"/>
                  </a:lnTo>
                  <a:lnTo>
                    <a:pt x="511809" y="1350121"/>
                  </a:lnTo>
                  <a:lnTo>
                    <a:pt x="512477" y="1380704"/>
                  </a:lnTo>
                  <a:lnTo>
                    <a:pt x="513145" y="1380704"/>
                  </a:lnTo>
                  <a:lnTo>
                    <a:pt x="513813" y="1428269"/>
                  </a:lnTo>
                  <a:lnTo>
                    <a:pt x="514481" y="1430876"/>
                  </a:lnTo>
                  <a:lnTo>
                    <a:pt x="515149" y="1476926"/>
                  </a:lnTo>
                  <a:lnTo>
                    <a:pt x="515817" y="1491141"/>
                  </a:lnTo>
                  <a:lnTo>
                    <a:pt x="516485" y="1567490"/>
                  </a:lnTo>
                  <a:lnTo>
                    <a:pt x="517153" y="1668810"/>
                  </a:lnTo>
                  <a:lnTo>
                    <a:pt x="517821" y="1668810"/>
                  </a:lnTo>
                  <a:lnTo>
                    <a:pt x="518489" y="1579165"/>
                  </a:lnTo>
                  <a:lnTo>
                    <a:pt x="519157" y="1666771"/>
                  </a:lnTo>
                  <a:lnTo>
                    <a:pt x="519825" y="1668810"/>
                  </a:lnTo>
                  <a:lnTo>
                    <a:pt x="520493" y="1668810"/>
                  </a:lnTo>
                  <a:lnTo>
                    <a:pt x="521161" y="1668810"/>
                  </a:lnTo>
                  <a:lnTo>
                    <a:pt x="521829" y="1668810"/>
                  </a:lnTo>
                  <a:lnTo>
                    <a:pt x="522497" y="1668810"/>
                  </a:lnTo>
                  <a:lnTo>
                    <a:pt x="523165" y="1668810"/>
                  </a:lnTo>
                  <a:lnTo>
                    <a:pt x="523833" y="1668810"/>
                  </a:lnTo>
                  <a:lnTo>
                    <a:pt x="524501" y="1668810"/>
                  </a:lnTo>
                  <a:lnTo>
                    <a:pt x="525169" y="1668810"/>
                  </a:lnTo>
                  <a:lnTo>
                    <a:pt x="525837" y="1611911"/>
                  </a:lnTo>
                  <a:lnTo>
                    <a:pt x="526505" y="1559219"/>
                  </a:lnTo>
                  <a:lnTo>
                    <a:pt x="527173" y="1452989"/>
                  </a:lnTo>
                  <a:lnTo>
                    <a:pt x="527841" y="1398859"/>
                  </a:lnTo>
                  <a:lnTo>
                    <a:pt x="528509" y="1362731"/>
                  </a:lnTo>
                  <a:lnTo>
                    <a:pt x="529177" y="1364159"/>
                  </a:lnTo>
                  <a:lnTo>
                    <a:pt x="529845" y="1311570"/>
                  </a:lnTo>
                  <a:lnTo>
                    <a:pt x="530513" y="1298991"/>
                  </a:lnTo>
                  <a:lnTo>
                    <a:pt x="531181" y="1305668"/>
                  </a:lnTo>
                  <a:lnTo>
                    <a:pt x="531849" y="1311570"/>
                  </a:lnTo>
                  <a:lnTo>
                    <a:pt x="532517" y="1303156"/>
                  </a:lnTo>
                  <a:lnTo>
                    <a:pt x="533185" y="1291563"/>
                  </a:lnTo>
                  <a:lnTo>
                    <a:pt x="533853" y="1275366"/>
                  </a:lnTo>
                  <a:lnTo>
                    <a:pt x="534521" y="1283412"/>
                  </a:lnTo>
                  <a:lnTo>
                    <a:pt x="535190" y="1298161"/>
                  </a:lnTo>
                  <a:lnTo>
                    <a:pt x="535858" y="1284385"/>
                  </a:lnTo>
                  <a:lnTo>
                    <a:pt x="536526" y="1275270"/>
                  </a:lnTo>
                  <a:lnTo>
                    <a:pt x="537194" y="1368135"/>
                  </a:lnTo>
                  <a:lnTo>
                    <a:pt x="537862" y="1358341"/>
                  </a:lnTo>
                  <a:lnTo>
                    <a:pt x="538530" y="1421704"/>
                  </a:lnTo>
                  <a:lnTo>
                    <a:pt x="539198" y="1229686"/>
                  </a:lnTo>
                  <a:lnTo>
                    <a:pt x="539866" y="1232293"/>
                  </a:lnTo>
                  <a:lnTo>
                    <a:pt x="540534" y="1272747"/>
                  </a:lnTo>
                  <a:lnTo>
                    <a:pt x="541202" y="1286833"/>
                  </a:lnTo>
                  <a:lnTo>
                    <a:pt x="541870" y="1286833"/>
                  </a:lnTo>
                  <a:lnTo>
                    <a:pt x="542538" y="1315993"/>
                  </a:lnTo>
                  <a:lnTo>
                    <a:pt x="543206" y="1359239"/>
                  </a:lnTo>
                  <a:lnTo>
                    <a:pt x="543874" y="1482541"/>
                  </a:lnTo>
                  <a:lnTo>
                    <a:pt x="544542" y="1522735"/>
                  </a:lnTo>
                  <a:lnTo>
                    <a:pt x="545210" y="1570146"/>
                  </a:lnTo>
                  <a:lnTo>
                    <a:pt x="545878" y="1611795"/>
                  </a:lnTo>
                  <a:lnTo>
                    <a:pt x="546546" y="1486446"/>
                  </a:lnTo>
                  <a:lnTo>
                    <a:pt x="547214" y="1486446"/>
                  </a:lnTo>
                  <a:lnTo>
                    <a:pt x="547882" y="1486446"/>
                  </a:lnTo>
                  <a:lnTo>
                    <a:pt x="548550" y="1486446"/>
                  </a:lnTo>
                  <a:lnTo>
                    <a:pt x="549218" y="1486446"/>
                  </a:lnTo>
                  <a:lnTo>
                    <a:pt x="549886" y="1486446"/>
                  </a:lnTo>
                  <a:lnTo>
                    <a:pt x="550554" y="1426704"/>
                  </a:lnTo>
                  <a:lnTo>
                    <a:pt x="551222" y="1292557"/>
                  </a:lnTo>
                  <a:lnTo>
                    <a:pt x="551890" y="1267200"/>
                  </a:lnTo>
                  <a:lnTo>
                    <a:pt x="552558" y="1232293"/>
                  </a:lnTo>
                  <a:lnTo>
                    <a:pt x="553226" y="1355873"/>
                  </a:lnTo>
                  <a:lnTo>
                    <a:pt x="553894" y="1180022"/>
                  </a:lnTo>
                  <a:lnTo>
                    <a:pt x="554562" y="1044298"/>
                  </a:lnTo>
                  <a:lnTo>
                    <a:pt x="555230" y="946882"/>
                  </a:lnTo>
                  <a:lnTo>
                    <a:pt x="555898" y="979592"/>
                  </a:lnTo>
                  <a:lnTo>
                    <a:pt x="556566" y="939373"/>
                  </a:lnTo>
                  <a:lnTo>
                    <a:pt x="557234" y="914601"/>
                  </a:lnTo>
                  <a:lnTo>
                    <a:pt x="557902" y="914601"/>
                  </a:lnTo>
                  <a:lnTo>
                    <a:pt x="558570" y="914601"/>
                  </a:lnTo>
                  <a:lnTo>
                    <a:pt x="559238" y="914601"/>
                  </a:lnTo>
                  <a:lnTo>
                    <a:pt x="559907" y="914601"/>
                  </a:lnTo>
                  <a:lnTo>
                    <a:pt x="560575" y="920901"/>
                  </a:lnTo>
                  <a:lnTo>
                    <a:pt x="561243" y="938559"/>
                  </a:lnTo>
                  <a:lnTo>
                    <a:pt x="561911" y="936121"/>
                  </a:lnTo>
                  <a:lnTo>
                    <a:pt x="562579" y="946753"/>
                  </a:lnTo>
                  <a:lnTo>
                    <a:pt x="563247" y="938392"/>
                  </a:lnTo>
                  <a:lnTo>
                    <a:pt x="563915" y="1066889"/>
                  </a:lnTo>
                  <a:lnTo>
                    <a:pt x="564583" y="1208199"/>
                  </a:lnTo>
                  <a:lnTo>
                    <a:pt x="565251" y="1319098"/>
                  </a:lnTo>
                  <a:lnTo>
                    <a:pt x="565919" y="1290496"/>
                  </a:lnTo>
                  <a:lnTo>
                    <a:pt x="566587" y="1256250"/>
                  </a:lnTo>
                  <a:lnTo>
                    <a:pt x="567255" y="1506468"/>
                  </a:lnTo>
                  <a:lnTo>
                    <a:pt x="567923" y="1541727"/>
                  </a:lnTo>
                  <a:lnTo>
                    <a:pt x="568591" y="1545158"/>
                  </a:lnTo>
                  <a:lnTo>
                    <a:pt x="569259" y="1545158"/>
                  </a:lnTo>
                  <a:lnTo>
                    <a:pt x="569927" y="1545158"/>
                  </a:lnTo>
                  <a:lnTo>
                    <a:pt x="570595" y="1570746"/>
                  </a:lnTo>
                  <a:lnTo>
                    <a:pt x="571263" y="1639697"/>
                  </a:lnTo>
                  <a:lnTo>
                    <a:pt x="571931" y="1668810"/>
                  </a:lnTo>
                  <a:lnTo>
                    <a:pt x="572599" y="1668810"/>
                  </a:lnTo>
                  <a:lnTo>
                    <a:pt x="573267" y="1668810"/>
                  </a:lnTo>
                  <a:lnTo>
                    <a:pt x="573935" y="1668810"/>
                  </a:lnTo>
                  <a:lnTo>
                    <a:pt x="574603" y="1668810"/>
                  </a:lnTo>
                  <a:lnTo>
                    <a:pt x="575271" y="1668810"/>
                  </a:lnTo>
                  <a:lnTo>
                    <a:pt x="575939" y="1668810"/>
                  </a:lnTo>
                  <a:lnTo>
                    <a:pt x="576607" y="1668810"/>
                  </a:lnTo>
                  <a:lnTo>
                    <a:pt x="577275" y="1668810"/>
                  </a:lnTo>
                  <a:lnTo>
                    <a:pt x="577943" y="1668810"/>
                  </a:lnTo>
                  <a:lnTo>
                    <a:pt x="578611" y="1570146"/>
                  </a:lnTo>
                  <a:lnTo>
                    <a:pt x="579279" y="1570146"/>
                  </a:lnTo>
                  <a:lnTo>
                    <a:pt x="579947" y="1570146"/>
                  </a:lnTo>
                  <a:lnTo>
                    <a:pt x="580615" y="1570146"/>
                  </a:lnTo>
                  <a:lnTo>
                    <a:pt x="581283" y="1502316"/>
                  </a:lnTo>
                  <a:lnTo>
                    <a:pt x="581951" y="1486446"/>
                  </a:lnTo>
                  <a:lnTo>
                    <a:pt x="582619" y="1486446"/>
                  </a:lnTo>
                  <a:lnTo>
                    <a:pt x="583287" y="1486446"/>
                  </a:lnTo>
                  <a:lnTo>
                    <a:pt x="583955" y="1486446"/>
                  </a:lnTo>
                  <a:lnTo>
                    <a:pt x="584624" y="1486446"/>
                  </a:lnTo>
                  <a:lnTo>
                    <a:pt x="585292" y="1486446"/>
                  </a:lnTo>
                  <a:lnTo>
                    <a:pt x="585960" y="1510404"/>
                  </a:lnTo>
                  <a:lnTo>
                    <a:pt x="586628" y="1570146"/>
                  </a:lnTo>
                  <a:lnTo>
                    <a:pt x="587296" y="1570146"/>
                  </a:lnTo>
                  <a:lnTo>
                    <a:pt x="587964" y="1570146"/>
                  </a:lnTo>
                  <a:lnTo>
                    <a:pt x="588632" y="1570146"/>
                  </a:lnTo>
                  <a:lnTo>
                    <a:pt x="589300" y="1570146"/>
                  </a:lnTo>
                  <a:lnTo>
                    <a:pt x="589968" y="1570146"/>
                  </a:lnTo>
                  <a:lnTo>
                    <a:pt x="590636" y="1570146"/>
                  </a:lnTo>
                  <a:lnTo>
                    <a:pt x="591304" y="1531093"/>
                  </a:lnTo>
                  <a:lnTo>
                    <a:pt x="591972" y="1463370"/>
                  </a:lnTo>
                  <a:lnTo>
                    <a:pt x="592640" y="1359239"/>
                  </a:lnTo>
                  <a:lnTo>
                    <a:pt x="593308" y="1346575"/>
                  </a:lnTo>
                  <a:lnTo>
                    <a:pt x="593976" y="1346575"/>
                  </a:lnTo>
                  <a:lnTo>
                    <a:pt x="594644" y="1346575"/>
                  </a:lnTo>
                  <a:lnTo>
                    <a:pt x="595312" y="1346575"/>
                  </a:lnTo>
                  <a:lnTo>
                    <a:pt x="595980" y="1346575"/>
                  </a:lnTo>
                  <a:lnTo>
                    <a:pt x="596648" y="1346575"/>
                  </a:lnTo>
                  <a:lnTo>
                    <a:pt x="597316" y="1346575"/>
                  </a:lnTo>
                  <a:lnTo>
                    <a:pt x="597984" y="1346575"/>
                  </a:lnTo>
                  <a:lnTo>
                    <a:pt x="598652" y="1346575"/>
                  </a:lnTo>
                  <a:lnTo>
                    <a:pt x="599320" y="1346575"/>
                  </a:lnTo>
                  <a:lnTo>
                    <a:pt x="599988" y="1301243"/>
                  </a:lnTo>
                  <a:lnTo>
                    <a:pt x="600656" y="1286833"/>
                  </a:lnTo>
                  <a:lnTo>
                    <a:pt x="601324" y="1362445"/>
                  </a:lnTo>
                  <a:lnTo>
                    <a:pt x="601992" y="1433867"/>
                  </a:lnTo>
                  <a:lnTo>
                    <a:pt x="602660" y="1552488"/>
                  </a:lnTo>
                  <a:lnTo>
                    <a:pt x="603328" y="1570146"/>
                  </a:lnTo>
                  <a:lnTo>
                    <a:pt x="603996" y="1570146"/>
                  </a:lnTo>
                  <a:lnTo>
                    <a:pt x="604664" y="1570146"/>
                  </a:lnTo>
                  <a:lnTo>
                    <a:pt x="605332" y="1455863"/>
                  </a:lnTo>
                  <a:lnTo>
                    <a:pt x="606000" y="1412617"/>
                  </a:lnTo>
                  <a:lnTo>
                    <a:pt x="606668" y="1412617"/>
                  </a:lnTo>
                  <a:lnTo>
                    <a:pt x="607336" y="1412617"/>
                  </a:lnTo>
                  <a:lnTo>
                    <a:pt x="608004" y="1412617"/>
                  </a:lnTo>
                  <a:lnTo>
                    <a:pt x="608672" y="1412617"/>
                  </a:lnTo>
                  <a:lnTo>
                    <a:pt x="609341" y="1388703"/>
                  </a:lnTo>
                  <a:lnTo>
                    <a:pt x="610009" y="1395443"/>
                  </a:lnTo>
                  <a:lnTo>
                    <a:pt x="610677" y="1395443"/>
                  </a:lnTo>
                  <a:lnTo>
                    <a:pt x="611345" y="1346575"/>
                  </a:lnTo>
                  <a:lnTo>
                    <a:pt x="612013" y="1346575"/>
                  </a:lnTo>
                  <a:lnTo>
                    <a:pt x="612681" y="1346575"/>
                  </a:lnTo>
                  <a:lnTo>
                    <a:pt x="613349" y="1298335"/>
                  </a:lnTo>
                  <a:lnTo>
                    <a:pt x="614017" y="1232293"/>
                  </a:lnTo>
                  <a:lnTo>
                    <a:pt x="614685" y="1232293"/>
                  </a:lnTo>
                  <a:lnTo>
                    <a:pt x="615353" y="1267199"/>
                  </a:lnTo>
                  <a:lnTo>
                    <a:pt x="616021" y="1234910"/>
                  </a:lnTo>
                  <a:lnTo>
                    <a:pt x="616689" y="1232293"/>
                  </a:lnTo>
                  <a:lnTo>
                    <a:pt x="617357" y="1232293"/>
                  </a:lnTo>
                  <a:lnTo>
                    <a:pt x="618025" y="1122378"/>
                  </a:lnTo>
                  <a:lnTo>
                    <a:pt x="618693" y="1092422"/>
                  </a:lnTo>
                  <a:lnTo>
                    <a:pt x="619361" y="1107221"/>
                  </a:lnTo>
                  <a:lnTo>
                    <a:pt x="620029" y="1135668"/>
                  </a:lnTo>
                  <a:lnTo>
                    <a:pt x="620697" y="1146962"/>
                  </a:lnTo>
                  <a:lnTo>
                    <a:pt x="621365" y="1182120"/>
                  </a:lnTo>
                  <a:lnTo>
                    <a:pt x="622033" y="1182120"/>
                  </a:lnTo>
                  <a:lnTo>
                    <a:pt x="622701" y="1135668"/>
                  </a:lnTo>
                  <a:lnTo>
                    <a:pt x="623369" y="1172550"/>
                  </a:lnTo>
                  <a:lnTo>
                    <a:pt x="624037" y="1232293"/>
                  </a:lnTo>
                  <a:lnTo>
                    <a:pt x="624705" y="1196755"/>
                  </a:lnTo>
                  <a:lnTo>
                    <a:pt x="625373" y="1170180"/>
                  </a:lnTo>
                  <a:lnTo>
                    <a:pt x="626041" y="1184536"/>
                  </a:lnTo>
                  <a:lnTo>
                    <a:pt x="626709" y="1128988"/>
                  </a:lnTo>
                  <a:lnTo>
                    <a:pt x="627377" y="1061839"/>
                  </a:lnTo>
                  <a:lnTo>
                    <a:pt x="628045" y="1149246"/>
                  </a:lnTo>
                  <a:lnTo>
                    <a:pt x="628713" y="1182120"/>
                  </a:lnTo>
                  <a:lnTo>
                    <a:pt x="629381" y="1174929"/>
                  </a:lnTo>
                  <a:lnTo>
                    <a:pt x="630049" y="1096615"/>
                  </a:lnTo>
                  <a:lnTo>
                    <a:pt x="630717" y="1059853"/>
                  </a:lnTo>
                  <a:lnTo>
                    <a:pt x="631385" y="1051968"/>
                  </a:lnTo>
                  <a:lnTo>
                    <a:pt x="632053" y="1051968"/>
                  </a:lnTo>
                  <a:lnTo>
                    <a:pt x="632721" y="1092422"/>
                  </a:lnTo>
                  <a:lnTo>
                    <a:pt x="633390" y="1092422"/>
                  </a:lnTo>
                  <a:lnTo>
                    <a:pt x="634058" y="1092422"/>
                  </a:lnTo>
                  <a:lnTo>
                    <a:pt x="634726" y="1122378"/>
                  </a:lnTo>
                  <a:lnTo>
                    <a:pt x="635394" y="1182120"/>
                  </a:lnTo>
                  <a:lnTo>
                    <a:pt x="636062" y="1189395"/>
                  </a:lnTo>
                  <a:lnTo>
                    <a:pt x="636730" y="1204202"/>
                  </a:lnTo>
                  <a:lnTo>
                    <a:pt x="637398" y="1219368"/>
                  </a:lnTo>
                  <a:lnTo>
                    <a:pt x="638066" y="1184536"/>
                  </a:lnTo>
                  <a:lnTo>
                    <a:pt x="638734" y="1151538"/>
                  </a:lnTo>
                  <a:lnTo>
                    <a:pt x="639402" y="1142420"/>
                  </a:lnTo>
                  <a:lnTo>
                    <a:pt x="640070" y="1227091"/>
                  </a:lnTo>
                  <a:lnTo>
                    <a:pt x="640738" y="1240177"/>
                  </a:lnTo>
                  <a:lnTo>
                    <a:pt x="641406" y="1232293"/>
                  </a:lnTo>
                  <a:lnTo>
                    <a:pt x="642074" y="1211739"/>
                  </a:lnTo>
                  <a:lnTo>
                    <a:pt x="642742" y="1271407"/>
                  </a:lnTo>
                  <a:lnTo>
                    <a:pt x="643410" y="1196345"/>
                  </a:lnTo>
                  <a:lnTo>
                    <a:pt x="644078" y="1171520"/>
                  </a:lnTo>
                  <a:lnTo>
                    <a:pt x="644746" y="1113822"/>
                  </a:lnTo>
                  <a:lnTo>
                    <a:pt x="645414" y="1104443"/>
                  </a:lnTo>
                  <a:lnTo>
                    <a:pt x="646082" y="1102894"/>
                  </a:lnTo>
                  <a:lnTo>
                    <a:pt x="646750" y="1133012"/>
                  </a:lnTo>
                  <a:lnTo>
                    <a:pt x="647418" y="1147800"/>
                  </a:lnTo>
                  <a:lnTo>
                    <a:pt x="648086" y="1144484"/>
                  </a:lnTo>
                  <a:lnTo>
                    <a:pt x="648754" y="1164651"/>
                  </a:lnTo>
                  <a:lnTo>
                    <a:pt x="649422" y="1176722"/>
                  </a:lnTo>
                  <a:lnTo>
                    <a:pt x="650090" y="1176722"/>
                  </a:lnTo>
                  <a:lnTo>
                    <a:pt x="650758" y="1199776"/>
                  </a:lnTo>
                  <a:lnTo>
                    <a:pt x="651426" y="1212550"/>
                  </a:lnTo>
                  <a:lnTo>
                    <a:pt x="652094" y="1221837"/>
                  </a:lnTo>
                  <a:lnTo>
                    <a:pt x="652762" y="1269046"/>
                  </a:lnTo>
                  <a:lnTo>
                    <a:pt x="653430" y="1359120"/>
                  </a:lnTo>
                  <a:lnTo>
                    <a:pt x="654098" y="1240177"/>
                  </a:lnTo>
                  <a:lnTo>
                    <a:pt x="654766" y="1340338"/>
                  </a:lnTo>
                  <a:lnTo>
                    <a:pt x="655434" y="1359239"/>
                  </a:lnTo>
                  <a:lnTo>
                    <a:pt x="656102" y="1412617"/>
                  </a:lnTo>
                  <a:lnTo>
                    <a:pt x="656770" y="1395443"/>
                  </a:lnTo>
                  <a:lnTo>
                    <a:pt x="657438" y="1402256"/>
                  </a:lnTo>
                  <a:lnTo>
                    <a:pt x="658107" y="1467158"/>
                  </a:lnTo>
                  <a:lnTo>
                    <a:pt x="658775" y="1412617"/>
                  </a:lnTo>
                  <a:lnTo>
                    <a:pt x="659443" y="1412617"/>
                  </a:lnTo>
                  <a:lnTo>
                    <a:pt x="660111" y="1412617"/>
                  </a:lnTo>
                  <a:lnTo>
                    <a:pt x="660779" y="1412617"/>
                  </a:lnTo>
                  <a:lnTo>
                    <a:pt x="661447" y="1412617"/>
                  </a:lnTo>
                  <a:lnTo>
                    <a:pt x="662115" y="1362445"/>
                  </a:lnTo>
                  <a:lnTo>
                    <a:pt x="662783" y="1346575"/>
                  </a:lnTo>
                  <a:lnTo>
                    <a:pt x="663451" y="1346575"/>
                  </a:lnTo>
                  <a:lnTo>
                    <a:pt x="664119" y="1325012"/>
                  </a:lnTo>
                  <a:lnTo>
                    <a:pt x="664787" y="1286833"/>
                  </a:lnTo>
                  <a:lnTo>
                    <a:pt x="665455" y="1286833"/>
                  </a:lnTo>
                  <a:lnTo>
                    <a:pt x="666123" y="1286833"/>
                  </a:lnTo>
                  <a:lnTo>
                    <a:pt x="666791" y="1292557"/>
                  </a:lnTo>
                  <a:lnTo>
                    <a:pt x="667459" y="1286833"/>
                  </a:lnTo>
                  <a:lnTo>
                    <a:pt x="668127" y="1295439"/>
                  </a:lnTo>
                  <a:lnTo>
                    <a:pt x="668795" y="1325012"/>
                  </a:lnTo>
                  <a:lnTo>
                    <a:pt x="669463" y="1286833"/>
                  </a:lnTo>
                  <a:lnTo>
                    <a:pt x="670131" y="1286833"/>
                  </a:lnTo>
                  <a:lnTo>
                    <a:pt x="670799" y="1286833"/>
                  </a:lnTo>
                  <a:lnTo>
                    <a:pt x="671467" y="1286833"/>
                  </a:lnTo>
                  <a:lnTo>
                    <a:pt x="672135" y="1340338"/>
                  </a:lnTo>
                  <a:lnTo>
                    <a:pt x="672803" y="1412617"/>
                  </a:lnTo>
                  <a:lnTo>
                    <a:pt x="673471" y="1412617"/>
                  </a:lnTo>
                  <a:lnTo>
                    <a:pt x="674139" y="1437480"/>
                  </a:lnTo>
                  <a:lnTo>
                    <a:pt x="674807" y="1470968"/>
                  </a:lnTo>
                  <a:lnTo>
                    <a:pt x="675475" y="1412617"/>
                  </a:lnTo>
                  <a:lnTo>
                    <a:pt x="676143" y="1412617"/>
                  </a:lnTo>
                  <a:lnTo>
                    <a:pt x="676811" y="1423152"/>
                  </a:lnTo>
                  <a:lnTo>
                    <a:pt x="677479" y="1486446"/>
                  </a:lnTo>
                  <a:lnTo>
                    <a:pt x="678147" y="1486446"/>
                  </a:lnTo>
                  <a:lnTo>
                    <a:pt x="678815" y="1514487"/>
                  </a:lnTo>
                  <a:lnTo>
                    <a:pt x="679483" y="1570146"/>
                  </a:lnTo>
                  <a:lnTo>
                    <a:pt x="680151" y="1570146"/>
                  </a:lnTo>
                  <a:lnTo>
                    <a:pt x="680819" y="1570146"/>
                  </a:lnTo>
                  <a:lnTo>
                    <a:pt x="681487" y="1570146"/>
                  </a:lnTo>
                  <a:lnTo>
                    <a:pt x="682155" y="1570146"/>
                  </a:lnTo>
                  <a:lnTo>
                    <a:pt x="682824" y="1570146"/>
                  </a:lnTo>
                  <a:lnTo>
                    <a:pt x="683492" y="1570146"/>
                  </a:lnTo>
                  <a:lnTo>
                    <a:pt x="684160" y="1570146"/>
                  </a:lnTo>
                  <a:lnTo>
                    <a:pt x="684828" y="1579165"/>
                  </a:lnTo>
                  <a:lnTo>
                    <a:pt x="685496" y="1570146"/>
                  </a:lnTo>
                  <a:lnTo>
                    <a:pt x="686164" y="1570146"/>
                  </a:lnTo>
                  <a:lnTo>
                    <a:pt x="686832" y="1570146"/>
                  </a:lnTo>
                  <a:lnTo>
                    <a:pt x="687500" y="1570146"/>
                  </a:lnTo>
                  <a:lnTo>
                    <a:pt x="688168" y="1570146"/>
                  </a:lnTo>
                  <a:lnTo>
                    <a:pt x="688836" y="1570146"/>
                  </a:lnTo>
                  <a:lnTo>
                    <a:pt x="689504" y="1535314"/>
                  </a:lnTo>
                  <a:lnTo>
                    <a:pt x="690172" y="1486446"/>
                  </a:lnTo>
                  <a:lnTo>
                    <a:pt x="690840" y="1486446"/>
                  </a:lnTo>
                  <a:lnTo>
                    <a:pt x="691508" y="1486446"/>
                  </a:lnTo>
                  <a:lnTo>
                    <a:pt x="692176" y="1486446"/>
                  </a:lnTo>
                  <a:lnTo>
                    <a:pt x="692844" y="1467158"/>
                  </a:lnTo>
                  <a:lnTo>
                    <a:pt x="693512" y="1548596"/>
                  </a:lnTo>
                  <a:lnTo>
                    <a:pt x="694180" y="1526461"/>
                  </a:lnTo>
                  <a:lnTo>
                    <a:pt x="694848" y="1532761"/>
                  </a:lnTo>
                  <a:lnTo>
                    <a:pt x="695516" y="1611201"/>
                  </a:lnTo>
                  <a:lnTo>
                    <a:pt x="696184" y="1611201"/>
                  </a:lnTo>
                  <a:lnTo>
                    <a:pt x="696852" y="1611201"/>
                  </a:lnTo>
                  <a:lnTo>
                    <a:pt x="697520" y="1611201"/>
                  </a:lnTo>
                  <a:lnTo>
                    <a:pt x="698188" y="1611201"/>
                  </a:lnTo>
                  <a:lnTo>
                    <a:pt x="698856" y="1611201"/>
                  </a:lnTo>
                  <a:lnTo>
                    <a:pt x="699524" y="1577310"/>
                  </a:lnTo>
                  <a:lnTo>
                    <a:pt x="700192" y="1557822"/>
                  </a:lnTo>
                  <a:lnTo>
                    <a:pt x="700860" y="1545158"/>
                  </a:lnTo>
                  <a:lnTo>
                    <a:pt x="701528" y="1545158"/>
                  </a:lnTo>
                  <a:lnTo>
                    <a:pt x="702196" y="1545158"/>
                  </a:lnTo>
                  <a:lnTo>
                    <a:pt x="702864" y="1561028"/>
                  </a:lnTo>
                  <a:lnTo>
                    <a:pt x="703532" y="1632632"/>
                  </a:lnTo>
                  <a:lnTo>
                    <a:pt x="704200" y="1666332"/>
                  </a:lnTo>
                  <a:lnTo>
                    <a:pt x="704868" y="1610161"/>
                  </a:lnTo>
                  <a:lnTo>
                    <a:pt x="705536" y="1412617"/>
                  </a:lnTo>
                  <a:lnTo>
                    <a:pt x="706204" y="1334163"/>
                  </a:lnTo>
                  <a:lnTo>
                    <a:pt x="706873" y="1286833"/>
                  </a:lnTo>
                  <a:lnTo>
                    <a:pt x="707541" y="1286833"/>
                  </a:lnTo>
                  <a:lnTo>
                    <a:pt x="708209" y="1286833"/>
                  </a:lnTo>
                  <a:lnTo>
                    <a:pt x="708877" y="1286833"/>
                  </a:lnTo>
                  <a:lnTo>
                    <a:pt x="709545" y="1340338"/>
                  </a:lnTo>
                  <a:lnTo>
                    <a:pt x="710213" y="1398840"/>
                  </a:lnTo>
                  <a:lnTo>
                    <a:pt x="710881" y="1412617"/>
                  </a:lnTo>
                  <a:lnTo>
                    <a:pt x="711549" y="1362445"/>
                  </a:lnTo>
                  <a:lnTo>
                    <a:pt x="712217" y="1211739"/>
                  </a:lnTo>
                  <a:lnTo>
                    <a:pt x="712885" y="1182120"/>
                  </a:lnTo>
                  <a:lnTo>
                    <a:pt x="713553" y="1137911"/>
                  </a:lnTo>
                  <a:lnTo>
                    <a:pt x="714221" y="1135668"/>
                  </a:lnTo>
                  <a:lnTo>
                    <a:pt x="714889" y="1170180"/>
                  </a:lnTo>
                  <a:lnTo>
                    <a:pt x="715557" y="1182120"/>
                  </a:lnTo>
                  <a:lnTo>
                    <a:pt x="716225" y="1186961"/>
                  </a:lnTo>
                  <a:lnTo>
                    <a:pt x="716893" y="1086185"/>
                  </a:lnTo>
                  <a:lnTo>
                    <a:pt x="717561" y="1051968"/>
                  </a:lnTo>
                  <a:lnTo>
                    <a:pt x="718229" y="1051968"/>
                  </a:lnTo>
                  <a:lnTo>
                    <a:pt x="718897" y="1051968"/>
                  </a:lnTo>
                  <a:lnTo>
                    <a:pt x="719565" y="1051968"/>
                  </a:lnTo>
                  <a:lnTo>
                    <a:pt x="720233" y="1027007"/>
                  </a:lnTo>
                  <a:lnTo>
                    <a:pt x="720901" y="978139"/>
                  </a:lnTo>
                  <a:lnTo>
                    <a:pt x="721569" y="986906"/>
                  </a:lnTo>
                  <a:lnTo>
                    <a:pt x="722237" y="1067838"/>
                  </a:lnTo>
                  <a:lnTo>
                    <a:pt x="722905" y="1092422"/>
                  </a:lnTo>
                  <a:lnTo>
                    <a:pt x="723573" y="1100836"/>
                  </a:lnTo>
                  <a:lnTo>
                    <a:pt x="724241" y="1051968"/>
                  </a:lnTo>
                  <a:lnTo>
                    <a:pt x="724909" y="1038404"/>
                  </a:lnTo>
                  <a:lnTo>
                    <a:pt x="725577" y="985143"/>
                  </a:lnTo>
                  <a:lnTo>
                    <a:pt x="726245" y="1004816"/>
                  </a:lnTo>
                  <a:lnTo>
                    <a:pt x="726913" y="1098722"/>
                  </a:lnTo>
                  <a:lnTo>
                    <a:pt x="727581" y="1135668"/>
                  </a:lnTo>
                  <a:lnTo>
                    <a:pt x="728249" y="1135668"/>
                  </a:lnTo>
                  <a:lnTo>
                    <a:pt x="728917" y="1135668"/>
                  </a:lnTo>
                  <a:lnTo>
                    <a:pt x="729585" y="1135668"/>
                  </a:lnTo>
                  <a:lnTo>
                    <a:pt x="730253" y="1165468"/>
                  </a:lnTo>
                  <a:lnTo>
                    <a:pt x="730921" y="1232293"/>
                  </a:lnTo>
                  <a:lnTo>
                    <a:pt x="731590" y="1258970"/>
                  </a:lnTo>
                  <a:lnTo>
                    <a:pt x="732258" y="1286833"/>
                  </a:lnTo>
                  <a:lnTo>
                    <a:pt x="732926" y="1286833"/>
                  </a:lnTo>
                  <a:lnTo>
                    <a:pt x="733594" y="1331097"/>
                  </a:lnTo>
                  <a:lnTo>
                    <a:pt x="734262" y="1412617"/>
                  </a:lnTo>
                  <a:lnTo>
                    <a:pt x="734930" y="1437480"/>
                  </a:lnTo>
                  <a:lnTo>
                    <a:pt x="735598" y="1552488"/>
                  </a:lnTo>
                  <a:lnTo>
                    <a:pt x="736266" y="1592942"/>
                  </a:lnTo>
                  <a:lnTo>
                    <a:pt x="736934" y="1570146"/>
                  </a:lnTo>
                  <a:lnTo>
                    <a:pt x="737602" y="1570146"/>
                  </a:lnTo>
                  <a:lnTo>
                    <a:pt x="738270" y="1502316"/>
                  </a:lnTo>
                  <a:lnTo>
                    <a:pt x="738938" y="1392064"/>
                  </a:lnTo>
                  <a:lnTo>
                    <a:pt x="739606" y="1346575"/>
                  </a:lnTo>
                  <a:lnTo>
                    <a:pt x="740274" y="1346575"/>
                  </a:lnTo>
                  <a:lnTo>
                    <a:pt x="740942" y="1346575"/>
                  </a:lnTo>
                  <a:lnTo>
                    <a:pt x="741610" y="1346575"/>
                  </a:lnTo>
                  <a:lnTo>
                    <a:pt x="742278" y="1346575"/>
                  </a:lnTo>
                  <a:lnTo>
                    <a:pt x="742946" y="1346575"/>
                  </a:lnTo>
                  <a:lnTo>
                    <a:pt x="743614" y="1346575"/>
                  </a:lnTo>
                  <a:lnTo>
                    <a:pt x="744282" y="1346575"/>
                  </a:lnTo>
                  <a:lnTo>
                    <a:pt x="744950" y="1346575"/>
                  </a:lnTo>
                  <a:lnTo>
                    <a:pt x="745618" y="1346575"/>
                  </a:lnTo>
                  <a:lnTo>
                    <a:pt x="746286" y="1331097"/>
                  </a:lnTo>
                  <a:lnTo>
                    <a:pt x="746954" y="1346575"/>
                  </a:lnTo>
                  <a:lnTo>
                    <a:pt x="747622" y="1346575"/>
                  </a:lnTo>
                  <a:lnTo>
                    <a:pt x="748290" y="1398840"/>
                  </a:lnTo>
                  <a:lnTo>
                    <a:pt x="748958" y="1510404"/>
                  </a:lnTo>
                  <a:lnTo>
                    <a:pt x="749626" y="1570146"/>
                  </a:lnTo>
                  <a:lnTo>
                    <a:pt x="750294" y="1570146"/>
                  </a:lnTo>
                  <a:lnTo>
                    <a:pt x="750962" y="1668810"/>
                  </a:lnTo>
                  <a:lnTo>
                    <a:pt x="751630" y="1668810"/>
                  </a:lnTo>
                  <a:lnTo>
                    <a:pt x="752298" y="1668810"/>
                  </a:lnTo>
                  <a:lnTo>
                    <a:pt x="752966" y="1668810"/>
                  </a:lnTo>
                  <a:lnTo>
                    <a:pt x="753634" y="1668810"/>
                  </a:lnTo>
                  <a:lnTo>
                    <a:pt x="754302" y="1668810"/>
                  </a:lnTo>
                  <a:lnTo>
                    <a:pt x="754970" y="1611201"/>
                  </a:lnTo>
                  <a:lnTo>
                    <a:pt x="755638" y="1668810"/>
                  </a:lnTo>
                  <a:lnTo>
                    <a:pt x="756307" y="1668810"/>
                  </a:lnTo>
                  <a:lnTo>
                    <a:pt x="756975" y="1668810"/>
                  </a:lnTo>
                  <a:lnTo>
                    <a:pt x="757643" y="1668810"/>
                  </a:lnTo>
                  <a:lnTo>
                    <a:pt x="758311" y="1668810"/>
                  </a:lnTo>
                  <a:lnTo>
                    <a:pt x="758979" y="1668810"/>
                  </a:lnTo>
                  <a:lnTo>
                    <a:pt x="759647" y="1668810"/>
                  </a:lnTo>
                  <a:lnTo>
                    <a:pt x="760315" y="1668810"/>
                  </a:lnTo>
                  <a:lnTo>
                    <a:pt x="760983" y="1668810"/>
                  </a:lnTo>
                  <a:lnTo>
                    <a:pt x="761651" y="1668810"/>
                  </a:lnTo>
                  <a:lnTo>
                    <a:pt x="762319" y="1668810"/>
                  </a:lnTo>
                  <a:lnTo>
                    <a:pt x="762987" y="1668810"/>
                  </a:lnTo>
                  <a:lnTo>
                    <a:pt x="763655" y="1668810"/>
                  </a:lnTo>
                  <a:lnTo>
                    <a:pt x="764323" y="1668810"/>
                  </a:lnTo>
                  <a:lnTo>
                    <a:pt x="764991" y="1668810"/>
                  </a:lnTo>
                  <a:lnTo>
                    <a:pt x="765659" y="1635749"/>
                  </a:lnTo>
                  <a:lnTo>
                    <a:pt x="766327" y="1576336"/>
                  </a:lnTo>
                  <a:lnTo>
                    <a:pt x="766995" y="1412617"/>
                  </a:lnTo>
                  <a:lnTo>
                    <a:pt x="767663" y="1412617"/>
                  </a:lnTo>
                  <a:lnTo>
                    <a:pt x="768331" y="1368907"/>
                  </a:lnTo>
                  <a:lnTo>
                    <a:pt x="768999" y="1346575"/>
                  </a:lnTo>
                  <a:lnTo>
                    <a:pt x="769667" y="1325012"/>
                  </a:lnTo>
                  <a:lnTo>
                    <a:pt x="770335" y="1286833"/>
                  </a:lnTo>
                  <a:lnTo>
                    <a:pt x="771003" y="1315993"/>
                  </a:lnTo>
                  <a:lnTo>
                    <a:pt x="771671" y="1346575"/>
                  </a:lnTo>
                  <a:lnTo>
                    <a:pt x="772339" y="1346575"/>
                  </a:lnTo>
                  <a:lnTo>
                    <a:pt x="773007" y="1346575"/>
                  </a:lnTo>
                  <a:lnTo>
                    <a:pt x="773675" y="1346575"/>
                  </a:lnTo>
                  <a:lnTo>
                    <a:pt x="774343" y="1346575"/>
                  </a:lnTo>
                  <a:lnTo>
                    <a:pt x="775011" y="1382035"/>
                  </a:lnTo>
                  <a:lnTo>
                    <a:pt x="775679" y="1372163"/>
                  </a:lnTo>
                  <a:lnTo>
                    <a:pt x="776347" y="1372163"/>
                  </a:lnTo>
                  <a:lnTo>
                    <a:pt x="777015" y="1328047"/>
                  </a:lnTo>
                  <a:lnTo>
                    <a:pt x="777683" y="1286833"/>
                  </a:lnTo>
                  <a:lnTo>
                    <a:pt x="778351" y="1325012"/>
                  </a:lnTo>
                  <a:lnTo>
                    <a:pt x="779019" y="1346575"/>
                  </a:lnTo>
                  <a:lnTo>
                    <a:pt x="779687" y="1368907"/>
                  </a:lnTo>
                  <a:lnTo>
                    <a:pt x="780355" y="1576336"/>
                  </a:lnTo>
                  <a:lnTo>
                    <a:pt x="781024" y="1592503"/>
                  </a:lnTo>
                  <a:lnTo>
                    <a:pt x="781692" y="1611201"/>
                  </a:lnTo>
                  <a:lnTo>
                    <a:pt x="782360" y="1611201"/>
                  </a:lnTo>
                  <a:lnTo>
                    <a:pt x="783028" y="1570746"/>
                  </a:lnTo>
                  <a:lnTo>
                    <a:pt x="783696" y="1526631"/>
                  </a:lnTo>
                  <a:lnTo>
                    <a:pt x="784364" y="1485416"/>
                  </a:lnTo>
                  <a:lnTo>
                    <a:pt x="785032" y="1468550"/>
                  </a:lnTo>
                  <a:lnTo>
                    <a:pt x="785700" y="1485416"/>
                  </a:lnTo>
                  <a:lnTo>
                    <a:pt x="786368" y="1520574"/>
                  </a:lnTo>
                  <a:lnTo>
                    <a:pt x="787036" y="1514576"/>
                  </a:lnTo>
                  <a:lnTo>
                    <a:pt x="787704" y="1545158"/>
                  </a:lnTo>
                  <a:lnTo>
                    <a:pt x="788372" y="1545158"/>
                  </a:lnTo>
                  <a:lnTo>
                    <a:pt x="789040" y="1545158"/>
                  </a:lnTo>
                  <a:lnTo>
                    <a:pt x="789708" y="1505685"/>
                  </a:lnTo>
                  <a:lnTo>
                    <a:pt x="790376" y="1422713"/>
                  </a:lnTo>
                  <a:lnTo>
                    <a:pt x="791044" y="1392185"/>
                  </a:lnTo>
                  <a:lnTo>
                    <a:pt x="791712" y="1214272"/>
                  </a:lnTo>
                  <a:lnTo>
                    <a:pt x="792380" y="1182120"/>
                  </a:lnTo>
                  <a:lnTo>
                    <a:pt x="793048" y="1211739"/>
                  </a:lnTo>
                  <a:lnTo>
                    <a:pt x="793716" y="1248162"/>
                  </a:lnTo>
                  <a:lnTo>
                    <a:pt x="794384" y="1286833"/>
                  </a:lnTo>
                  <a:lnTo>
                    <a:pt x="795052" y="1289689"/>
                  </a:lnTo>
                  <a:lnTo>
                    <a:pt x="795720" y="1286833"/>
                  </a:lnTo>
                  <a:lnTo>
                    <a:pt x="796388" y="1248162"/>
                  </a:lnTo>
                  <a:lnTo>
                    <a:pt x="797056" y="1275539"/>
                  </a:lnTo>
                  <a:lnTo>
                    <a:pt x="797724" y="1286833"/>
                  </a:lnTo>
                  <a:lnTo>
                    <a:pt x="798392" y="1286833"/>
                  </a:lnTo>
                  <a:lnTo>
                    <a:pt x="799060" y="1286833"/>
                  </a:lnTo>
                  <a:lnTo>
                    <a:pt x="799728" y="1301243"/>
                  </a:lnTo>
                  <a:lnTo>
                    <a:pt x="800396" y="1318985"/>
                  </a:lnTo>
                  <a:lnTo>
                    <a:pt x="801064" y="1256250"/>
                  </a:lnTo>
                  <a:lnTo>
                    <a:pt x="801732" y="1250847"/>
                  </a:lnTo>
                  <a:lnTo>
                    <a:pt x="802400" y="1286833"/>
                  </a:lnTo>
                  <a:lnTo>
                    <a:pt x="803068" y="1286833"/>
                  </a:lnTo>
                  <a:lnTo>
                    <a:pt x="803736" y="1286833"/>
                  </a:lnTo>
                  <a:lnTo>
                    <a:pt x="804404" y="1286833"/>
                  </a:lnTo>
                  <a:lnTo>
                    <a:pt x="805073" y="1315993"/>
                  </a:lnTo>
                  <a:lnTo>
                    <a:pt x="805741" y="1346575"/>
                  </a:lnTo>
                  <a:lnTo>
                    <a:pt x="806409" y="1392064"/>
                  </a:lnTo>
                  <a:lnTo>
                    <a:pt x="807077" y="1412617"/>
                  </a:lnTo>
                  <a:lnTo>
                    <a:pt x="807745" y="1412617"/>
                  </a:lnTo>
                  <a:lnTo>
                    <a:pt x="808413" y="1382035"/>
                  </a:lnTo>
                  <a:lnTo>
                    <a:pt x="809081" y="1325012"/>
                  </a:lnTo>
                  <a:lnTo>
                    <a:pt x="809749" y="1248162"/>
                  </a:lnTo>
                  <a:lnTo>
                    <a:pt x="810417" y="1245489"/>
                  </a:lnTo>
                  <a:lnTo>
                    <a:pt x="811085" y="1318985"/>
                  </a:lnTo>
                  <a:lnTo>
                    <a:pt x="811753" y="1295439"/>
                  </a:lnTo>
                  <a:lnTo>
                    <a:pt x="812421" y="1278343"/>
                  </a:lnTo>
                  <a:lnTo>
                    <a:pt x="813089" y="1227091"/>
                  </a:lnTo>
                  <a:lnTo>
                    <a:pt x="813757" y="1156147"/>
                  </a:lnTo>
                  <a:lnTo>
                    <a:pt x="814425" y="1135668"/>
                  </a:lnTo>
                  <a:lnTo>
                    <a:pt x="815093" y="1063832"/>
                  </a:lnTo>
                  <a:lnTo>
                    <a:pt x="815761" y="1013967"/>
                  </a:lnTo>
                  <a:lnTo>
                    <a:pt x="816429" y="1013967"/>
                  </a:lnTo>
                  <a:lnTo>
                    <a:pt x="817097" y="1013967"/>
                  </a:lnTo>
                  <a:lnTo>
                    <a:pt x="817765" y="999389"/>
                  </a:lnTo>
                  <a:lnTo>
                    <a:pt x="818433" y="983385"/>
                  </a:lnTo>
                  <a:lnTo>
                    <a:pt x="819101" y="990447"/>
                  </a:lnTo>
                  <a:lnTo>
                    <a:pt x="819769" y="1055898"/>
                  </a:lnTo>
                  <a:lnTo>
                    <a:pt x="820437" y="1092422"/>
                  </a:lnTo>
                  <a:lnTo>
                    <a:pt x="821105" y="1092422"/>
                  </a:lnTo>
                  <a:lnTo>
                    <a:pt x="821773" y="1115837"/>
                  </a:lnTo>
                  <a:lnTo>
                    <a:pt x="822441" y="1098722"/>
                  </a:lnTo>
                  <a:lnTo>
                    <a:pt x="823109" y="1140161"/>
                  </a:lnTo>
                  <a:lnTo>
                    <a:pt x="823777" y="1209217"/>
                  </a:lnTo>
                  <a:lnTo>
                    <a:pt x="824445" y="1232293"/>
                  </a:lnTo>
                  <a:lnTo>
                    <a:pt x="825113" y="1328047"/>
                  </a:lnTo>
                  <a:lnTo>
                    <a:pt x="825781" y="1412617"/>
                  </a:lnTo>
                  <a:lnTo>
                    <a:pt x="826449" y="1349717"/>
                  </a:lnTo>
                  <a:lnTo>
                    <a:pt x="827117" y="1237538"/>
                  </a:lnTo>
                  <a:lnTo>
                    <a:pt x="827785" y="1204202"/>
                  </a:lnTo>
                  <a:lnTo>
                    <a:pt x="828453" y="1248162"/>
                  </a:lnTo>
                  <a:lnTo>
                    <a:pt x="829121" y="1286833"/>
                  </a:lnTo>
                  <a:lnTo>
                    <a:pt x="829790" y="1286833"/>
                  </a:lnTo>
                  <a:lnTo>
                    <a:pt x="830458" y="1286833"/>
                  </a:lnTo>
                  <a:lnTo>
                    <a:pt x="831126" y="1283990"/>
                  </a:lnTo>
                  <a:lnTo>
                    <a:pt x="831794" y="1240177"/>
                  </a:lnTo>
                  <a:lnTo>
                    <a:pt x="832462" y="1396701"/>
                  </a:lnTo>
                  <a:lnTo>
                    <a:pt x="833130" y="1371133"/>
                  </a:lnTo>
                  <a:lnTo>
                    <a:pt x="833798" y="1484348"/>
                  </a:lnTo>
                  <a:lnTo>
                    <a:pt x="834466" y="1477394"/>
                  </a:lnTo>
                  <a:lnTo>
                    <a:pt x="835134" y="1477394"/>
                  </a:lnTo>
                  <a:lnTo>
                    <a:pt x="835802" y="1477394"/>
                  </a:lnTo>
                  <a:lnTo>
                    <a:pt x="836470" y="1521441"/>
                  </a:lnTo>
                  <a:lnTo>
                    <a:pt x="837138" y="1620070"/>
                  </a:lnTo>
                  <a:lnTo>
                    <a:pt x="837806" y="1668810"/>
                  </a:lnTo>
                  <a:lnTo>
                    <a:pt x="838474" y="1654707"/>
                  </a:lnTo>
                  <a:lnTo>
                    <a:pt x="839142" y="1512907"/>
                  </a:lnTo>
                  <a:lnTo>
                    <a:pt x="839810" y="1452795"/>
                  </a:lnTo>
                  <a:lnTo>
                    <a:pt x="840478" y="1418613"/>
                  </a:lnTo>
                  <a:lnTo>
                    <a:pt x="841146" y="1416864"/>
                  </a:lnTo>
                  <a:lnTo>
                    <a:pt x="841814" y="1456504"/>
                  </a:lnTo>
                  <a:lnTo>
                    <a:pt x="842482" y="1511835"/>
                  </a:lnTo>
                  <a:lnTo>
                    <a:pt x="843150" y="1442562"/>
                  </a:lnTo>
                  <a:lnTo>
                    <a:pt x="843818" y="1460757"/>
                  </a:lnTo>
                  <a:lnTo>
                    <a:pt x="844486" y="1291005"/>
                  </a:lnTo>
                  <a:lnTo>
                    <a:pt x="845154" y="1258436"/>
                  </a:lnTo>
                  <a:lnTo>
                    <a:pt x="845822" y="1156169"/>
                  </a:lnTo>
                  <a:lnTo>
                    <a:pt x="846490" y="1087605"/>
                  </a:lnTo>
                  <a:lnTo>
                    <a:pt x="847158" y="999015"/>
                  </a:lnTo>
                  <a:lnTo>
                    <a:pt x="847826" y="1113429"/>
                  </a:lnTo>
                  <a:lnTo>
                    <a:pt x="848494" y="1110203"/>
                  </a:lnTo>
                  <a:lnTo>
                    <a:pt x="849162" y="1272471"/>
                  </a:lnTo>
                  <a:lnTo>
                    <a:pt x="849830" y="1377403"/>
                  </a:lnTo>
                  <a:lnTo>
                    <a:pt x="850498" y="1406350"/>
                  </a:lnTo>
                  <a:lnTo>
                    <a:pt x="851166" y="1409477"/>
                  </a:lnTo>
                  <a:lnTo>
                    <a:pt x="851834" y="1404793"/>
                  </a:lnTo>
                  <a:lnTo>
                    <a:pt x="852502" y="1372952"/>
                  </a:lnTo>
                  <a:lnTo>
                    <a:pt x="853170" y="1321871"/>
                  </a:lnTo>
                  <a:lnTo>
                    <a:pt x="853838" y="1321871"/>
                  </a:lnTo>
                  <a:lnTo>
                    <a:pt x="854507" y="1349734"/>
                  </a:lnTo>
                  <a:lnTo>
                    <a:pt x="855175" y="1372953"/>
                  </a:lnTo>
                  <a:lnTo>
                    <a:pt x="855843" y="1461742"/>
                  </a:lnTo>
                  <a:lnTo>
                    <a:pt x="856511" y="1539629"/>
                  </a:lnTo>
                  <a:lnTo>
                    <a:pt x="857179" y="1668810"/>
                  </a:lnTo>
                  <a:lnTo>
                    <a:pt x="857847" y="1668810"/>
                  </a:lnTo>
                  <a:lnTo>
                    <a:pt x="858515" y="1668810"/>
                  </a:lnTo>
                  <a:lnTo>
                    <a:pt x="859183" y="1611201"/>
                  </a:lnTo>
                  <a:lnTo>
                    <a:pt x="859851" y="1412617"/>
                  </a:lnTo>
                  <a:lnTo>
                    <a:pt x="860519" y="1412617"/>
                  </a:lnTo>
                  <a:lnTo>
                    <a:pt x="861187" y="1412617"/>
                  </a:lnTo>
                  <a:lnTo>
                    <a:pt x="861855" y="1423152"/>
                  </a:lnTo>
                  <a:lnTo>
                    <a:pt x="862523" y="1502316"/>
                  </a:lnTo>
                  <a:lnTo>
                    <a:pt x="863191" y="1666771"/>
                  </a:lnTo>
                  <a:lnTo>
                    <a:pt x="863859" y="1666771"/>
                  </a:lnTo>
                  <a:lnTo>
                    <a:pt x="864527" y="1666771"/>
                  </a:lnTo>
                  <a:lnTo>
                    <a:pt x="865195" y="1668810"/>
                  </a:lnTo>
                  <a:lnTo>
                    <a:pt x="865863" y="1668810"/>
                  </a:lnTo>
                  <a:lnTo>
                    <a:pt x="866531" y="1668810"/>
                  </a:lnTo>
                  <a:lnTo>
                    <a:pt x="867199" y="1668810"/>
                  </a:lnTo>
                  <a:lnTo>
                    <a:pt x="867867" y="1668810"/>
                  </a:lnTo>
                  <a:lnTo>
                    <a:pt x="868535" y="1668810"/>
                  </a:lnTo>
                  <a:lnTo>
                    <a:pt x="869203" y="1668810"/>
                  </a:lnTo>
                  <a:lnTo>
                    <a:pt x="869871" y="1668810"/>
                  </a:lnTo>
                  <a:lnTo>
                    <a:pt x="870539" y="1668810"/>
                  </a:lnTo>
                  <a:lnTo>
                    <a:pt x="871207" y="1668810"/>
                  </a:lnTo>
                  <a:lnTo>
                    <a:pt x="871875" y="1668810"/>
                  </a:lnTo>
                  <a:lnTo>
                    <a:pt x="872543" y="1668810"/>
                  </a:lnTo>
                  <a:lnTo>
                    <a:pt x="873211" y="1668810"/>
                  </a:lnTo>
                  <a:lnTo>
                    <a:pt x="873879" y="1668810"/>
                  </a:lnTo>
                  <a:lnTo>
                    <a:pt x="874547" y="1668810"/>
                  </a:lnTo>
                  <a:lnTo>
                    <a:pt x="875215" y="1668810"/>
                  </a:lnTo>
                  <a:lnTo>
                    <a:pt x="875883" y="1666332"/>
                  </a:lnTo>
                  <a:lnTo>
                    <a:pt x="876551" y="1584370"/>
                  </a:lnTo>
                  <a:lnTo>
                    <a:pt x="877219" y="1402256"/>
                  </a:lnTo>
                  <a:lnTo>
                    <a:pt x="877887" y="1346575"/>
                  </a:lnTo>
                  <a:lnTo>
                    <a:pt x="878555" y="1346575"/>
                  </a:lnTo>
                  <a:lnTo>
                    <a:pt x="879224" y="1346575"/>
                  </a:lnTo>
                  <a:lnTo>
                    <a:pt x="879892" y="1346575"/>
                  </a:lnTo>
                  <a:lnTo>
                    <a:pt x="880560" y="1356049"/>
                  </a:lnTo>
                  <a:lnTo>
                    <a:pt x="881228" y="1426704"/>
                  </a:lnTo>
                  <a:lnTo>
                    <a:pt x="881896" y="1486446"/>
                  </a:lnTo>
                  <a:lnTo>
                    <a:pt x="882564" y="1486446"/>
                  </a:lnTo>
                  <a:lnTo>
                    <a:pt x="883232" y="1486446"/>
                  </a:lnTo>
                  <a:lnTo>
                    <a:pt x="883900" y="1486446"/>
                  </a:lnTo>
                  <a:lnTo>
                    <a:pt x="884568" y="1486446"/>
                  </a:lnTo>
                  <a:lnTo>
                    <a:pt x="885236" y="1486446"/>
                  </a:lnTo>
                  <a:lnTo>
                    <a:pt x="885904" y="1416109"/>
                  </a:lnTo>
                  <a:lnTo>
                    <a:pt x="886572" y="1470968"/>
                  </a:lnTo>
                  <a:lnTo>
                    <a:pt x="887240" y="1498310"/>
                  </a:lnTo>
                  <a:lnTo>
                    <a:pt x="887908" y="1570146"/>
                  </a:lnTo>
                  <a:lnTo>
                    <a:pt x="888576" y="1570146"/>
                  </a:lnTo>
                  <a:lnTo>
                    <a:pt x="889244" y="1494331"/>
                  </a:lnTo>
                  <a:lnTo>
                    <a:pt x="889912" y="1486446"/>
                  </a:lnTo>
                  <a:lnTo>
                    <a:pt x="890580" y="1419621"/>
                  </a:lnTo>
                  <a:lnTo>
                    <a:pt x="891248" y="1375436"/>
                  </a:lnTo>
                  <a:lnTo>
                    <a:pt x="891916" y="1346575"/>
                  </a:lnTo>
                  <a:lnTo>
                    <a:pt x="892584" y="1510294"/>
                  </a:lnTo>
                  <a:lnTo>
                    <a:pt x="893252" y="1526461"/>
                  </a:lnTo>
                  <a:lnTo>
                    <a:pt x="893920" y="1545158"/>
                  </a:lnTo>
                  <a:lnTo>
                    <a:pt x="894588" y="1545158"/>
                  </a:lnTo>
                  <a:lnTo>
                    <a:pt x="895256" y="1545158"/>
                  </a:lnTo>
                  <a:lnTo>
                    <a:pt x="895924" y="1607728"/>
                  </a:lnTo>
                  <a:lnTo>
                    <a:pt x="896592" y="1611201"/>
                  </a:lnTo>
                  <a:lnTo>
                    <a:pt x="897260" y="1611201"/>
                  </a:lnTo>
                  <a:lnTo>
                    <a:pt x="897928" y="1594026"/>
                  </a:lnTo>
                  <a:lnTo>
                    <a:pt x="898596" y="1532746"/>
                  </a:lnTo>
                  <a:lnTo>
                    <a:pt x="899264" y="1529681"/>
                  </a:lnTo>
                  <a:lnTo>
                    <a:pt x="899932" y="1485416"/>
                  </a:lnTo>
                  <a:lnTo>
                    <a:pt x="900600" y="1538921"/>
                  </a:lnTo>
                  <a:lnTo>
                    <a:pt x="901268" y="1580618"/>
                  </a:lnTo>
                  <a:lnTo>
                    <a:pt x="901936" y="1611201"/>
                  </a:lnTo>
                  <a:lnTo>
                    <a:pt x="902604" y="1592503"/>
                  </a:lnTo>
                  <a:lnTo>
                    <a:pt x="903273" y="1576336"/>
                  </a:lnTo>
                  <a:lnTo>
                    <a:pt x="903941" y="1412617"/>
                  </a:lnTo>
                  <a:lnTo>
                    <a:pt x="904609" y="1368907"/>
                  </a:lnTo>
                  <a:lnTo>
                    <a:pt x="905277" y="1346575"/>
                  </a:lnTo>
                  <a:lnTo>
                    <a:pt x="905945" y="1346575"/>
                  </a:lnTo>
                  <a:lnTo>
                    <a:pt x="906613" y="1307101"/>
                  </a:lnTo>
                  <a:lnTo>
                    <a:pt x="907281" y="1286833"/>
                  </a:lnTo>
                  <a:lnTo>
                    <a:pt x="907949" y="1301243"/>
                  </a:lnTo>
                  <a:lnTo>
                    <a:pt x="908617" y="1359239"/>
                  </a:lnTo>
                  <a:lnTo>
                    <a:pt x="909285" y="1423152"/>
                  </a:lnTo>
                  <a:lnTo>
                    <a:pt x="909953" y="1486446"/>
                  </a:lnTo>
                  <a:lnTo>
                    <a:pt x="910621" y="1486446"/>
                  </a:lnTo>
                  <a:lnTo>
                    <a:pt x="911289" y="1433867"/>
                  </a:lnTo>
                  <a:lnTo>
                    <a:pt x="911957" y="1412617"/>
                  </a:lnTo>
                  <a:lnTo>
                    <a:pt x="912625" y="1412617"/>
                  </a:lnTo>
                  <a:lnTo>
                    <a:pt x="913293" y="1412617"/>
                  </a:lnTo>
                  <a:lnTo>
                    <a:pt x="913961" y="1412617"/>
                  </a:lnTo>
                  <a:lnTo>
                    <a:pt x="914629" y="1459606"/>
                  </a:lnTo>
                  <a:lnTo>
                    <a:pt x="915297" y="1486446"/>
                  </a:lnTo>
                  <a:lnTo>
                    <a:pt x="915965" y="1486446"/>
                  </a:lnTo>
                  <a:lnTo>
                    <a:pt x="916633" y="1539563"/>
                  </a:lnTo>
                  <a:lnTo>
                    <a:pt x="917301" y="1570146"/>
                  </a:lnTo>
                  <a:lnTo>
                    <a:pt x="917969" y="1570146"/>
                  </a:lnTo>
                  <a:lnTo>
                    <a:pt x="918637" y="1570146"/>
                  </a:lnTo>
                  <a:lnTo>
                    <a:pt x="919305" y="1570146"/>
                  </a:lnTo>
                  <a:lnTo>
                    <a:pt x="919973" y="1570146"/>
                  </a:lnTo>
                  <a:lnTo>
                    <a:pt x="920641" y="1570146"/>
                  </a:lnTo>
                  <a:lnTo>
                    <a:pt x="921309" y="1636188"/>
                  </a:lnTo>
                  <a:lnTo>
                    <a:pt x="921977" y="1666771"/>
                  </a:lnTo>
                  <a:lnTo>
                    <a:pt x="922645" y="1666771"/>
                  </a:lnTo>
                  <a:lnTo>
                    <a:pt x="923313" y="1518598"/>
                  </a:lnTo>
                  <a:lnTo>
                    <a:pt x="923981" y="1486446"/>
                  </a:lnTo>
                  <a:lnTo>
                    <a:pt x="924649" y="1455863"/>
                  </a:lnTo>
                  <a:lnTo>
                    <a:pt x="925317" y="1412617"/>
                  </a:lnTo>
                  <a:lnTo>
                    <a:pt x="925985" y="1412617"/>
                  </a:lnTo>
                  <a:lnTo>
                    <a:pt x="926653" y="1412617"/>
                  </a:lnTo>
                  <a:lnTo>
                    <a:pt x="927321" y="1412617"/>
                  </a:lnTo>
                  <a:lnTo>
                    <a:pt x="927990" y="1412617"/>
                  </a:lnTo>
                  <a:lnTo>
                    <a:pt x="928658" y="1375436"/>
                  </a:lnTo>
                  <a:lnTo>
                    <a:pt x="929326" y="1346575"/>
                  </a:lnTo>
                  <a:lnTo>
                    <a:pt x="929994" y="1346575"/>
                  </a:lnTo>
                  <a:lnTo>
                    <a:pt x="930662" y="1346575"/>
                  </a:lnTo>
                  <a:lnTo>
                    <a:pt x="931330" y="1346575"/>
                  </a:lnTo>
                  <a:lnTo>
                    <a:pt x="931998" y="1346575"/>
                  </a:lnTo>
                  <a:lnTo>
                    <a:pt x="932666" y="1346575"/>
                  </a:lnTo>
                  <a:lnTo>
                    <a:pt x="933334" y="1455863"/>
                  </a:lnTo>
                  <a:lnTo>
                    <a:pt x="934002" y="1486446"/>
                  </a:lnTo>
                  <a:lnTo>
                    <a:pt x="934670" y="1518598"/>
                  </a:lnTo>
                  <a:lnTo>
                    <a:pt x="935338" y="1570146"/>
                  </a:lnTo>
                  <a:lnTo>
                    <a:pt x="936006" y="1570146"/>
                  </a:lnTo>
                  <a:lnTo>
                    <a:pt x="936674" y="1556856"/>
                  </a:lnTo>
                  <a:lnTo>
                    <a:pt x="937342" y="1486446"/>
                  </a:lnTo>
                  <a:lnTo>
                    <a:pt x="938010" y="1412617"/>
                  </a:lnTo>
                  <a:lnTo>
                    <a:pt x="938678" y="1452143"/>
                  </a:lnTo>
                  <a:lnTo>
                    <a:pt x="939346" y="1486446"/>
                  </a:lnTo>
                  <a:lnTo>
                    <a:pt x="940014" y="1486446"/>
                  </a:lnTo>
                  <a:lnTo>
                    <a:pt x="940682" y="1486446"/>
                  </a:lnTo>
                  <a:lnTo>
                    <a:pt x="941350" y="1486446"/>
                  </a:lnTo>
                  <a:lnTo>
                    <a:pt x="942018" y="1486446"/>
                  </a:lnTo>
                  <a:lnTo>
                    <a:pt x="942686" y="1486446"/>
                  </a:lnTo>
                  <a:lnTo>
                    <a:pt x="943354" y="1486446"/>
                  </a:lnTo>
                  <a:lnTo>
                    <a:pt x="944022" y="1486446"/>
                  </a:lnTo>
                  <a:lnTo>
                    <a:pt x="944690" y="1486446"/>
                  </a:lnTo>
                  <a:lnTo>
                    <a:pt x="945358" y="1486446"/>
                  </a:lnTo>
                  <a:lnTo>
                    <a:pt x="946026" y="1486446"/>
                  </a:lnTo>
                  <a:lnTo>
                    <a:pt x="946694" y="1498310"/>
                  </a:lnTo>
                  <a:lnTo>
                    <a:pt x="947362" y="1570146"/>
                  </a:lnTo>
                  <a:lnTo>
                    <a:pt x="948030" y="1666771"/>
                  </a:lnTo>
                  <a:lnTo>
                    <a:pt x="948698" y="1666771"/>
                  </a:lnTo>
                  <a:lnTo>
                    <a:pt x="949366" y="1666771"/>
                  </a:lnTo>
                  <a:lnTo>
                    <a:pt x="950034" y="1666771"/>
                  </a:lnTo>
                  <a:lnTo>
                    <a:pt x="950702" y="1666771"/>
                  </a:lnTo>
                  <a:lnTo>
                    <a:pt x="951370" y="1666771"/>
                  </a:lnTo>
                  <a:lnTo>
                    <a:pt x="952038" y="1666771"/>
                  </a:lnTo>
                  <a:lnTo>
                    <a:pt x="952707" y="1666771"/>
                  </a:lnTo>
                  <a:lnTo>
                    <a:pt x="953375" y="1666771"/>
                  </a:lnTo>
                  <a:lnTo>
                    <a:pt x="954043" y="1666771"/>
                  </a:lnTo>
                  <a:lnTo>
                    <a:pt x="954711" y="1666771"/>
                  </a:lnTo>
                  <a:lnTo>
                    <a:pt x="955379" y="1666771"/>
                  </a:lnTo>
                  <a:lnTo>
                    <a:pt x="956047" y="1641183"/>
                  </a:lnTo>
                  <a:lnTo>
                    <a:pt x="956715" y="1570146"/>
                  </a:lnTo>
                  <a:lnTo>
                    <a:pt x="957383" y="1518598"/>
                  </a:lnTo>
                  <a:lnTo>
                    <a:pt x="958051" y="1486446"/>
                  </a:lnTo>
                  <a:lnTo>
                    <a:pt x="958719" y="1486446"/>
                  </a:lnTo>
                  <a:lnTo>
                    <a:pt x="959387" y="1486446"/>
                  </a:lnTo>
                  <a:lnTo>
                    <a:pt x="960055" y="1486446"/>
                  </a:lnTo>
                  <a:lnTo>
                    <a:pt x="960723" y="1486446"/>
                  </a:lnTo>
                  <a:lnTo>
                    <a:pt x="961391" y="1486446"/>
                  </a:lnTo>
                  <a:lnTo>
                    <a:pt x="962059" y="1486446"/>
                  </a:lnTo>
                  <a:lnTo>
                    <a:pt x="962727" y="1486446"/>
                  </a:lnTo>
                  <a:lnTo>
                    <a:pt x="963395" y="1486446"/>
                  </a:lnTo>
                  <a:lnTo>
                    <a:pt x="964063" y="1486446"/>
                  </a:lnTo>
                  <a:lnTo>
                    <a:pt x="964731" y="1486446"/>
                  </a:lnTo>
                  <a:lnTo>
                    <a:pt x="965399" y="1486446"/>
                  </a:lnTo>
                  <a:lnTo>
                    <a:pt x="966067" y="1506347"/>
                  </a:lnTo>
                  <a:lnTo>
                    <a:pt x="966735" y="1570146"/>
                  </a:lnTo>
                  <a:lnTo>
                    <a:pt x="967403" y="1626317"/>
                  </a:lnTo>
                  <a:lnTo>
                    <a:pt x="968071" y="1666771"/>
                  </a:lnTo>
                  <a:lnTo>
                    <a:pt x="968739" y="1666771"/>
                  </a:lnTo>
                  <a:lnTo>
                    <a:pt x="969407" y="1666771"/>
                  </a:lnTo>
                  <a:lnTo>
                    <a:pt x="970075" y="1526900"/>
                  </a:lnTo>
                  <a:lnTo>
                    <a:pt x="970743" y="1470968"/>
                  </a:lnTo>
                  <a:lnTo>
                    <a:pt x="971411" y="1412617"/>
                  </a:lnTo>
                  <a:lnTo>
                    <a:pt x="972079" y="1412617"/>
                  </a:lnTo>
                  <a:lnTo>
                    <a:pt x="972747" y="1346575"/>
                  </a:lnTo>
                  <a:lnTo>
                    <a:pt x="973415" y="1346575"/>
                  </a:lnTo>
                  <a:lnTo>
                    <a:pt x="974083" y="1307101"/>
                  </a:lnTo>
                  <a:lnTo>
                    <a:pt x="974751" y="1264444"/>
                  </a:lnTo>
                  <a:lnTo>
                    <a:pt x="975419" y="1232293"/>
                  </a:lnTo>
                  <a:lnTo>
                    <a:pt x="976087" y="1196755"/>
                  </a:lnTo>
                  <a:lnTo>
                    <a:pt x="976755" y="1182120"/>
                  </a:lnTo>
                  <a:lnTo>
                    <a:pt x="977424" y="1182120"/>
                  </a:lnTo>
                  <a:lnTo>
                    <a:pt x="978092" y="1151538"/>
                  </a:lnTo>
                  <a:lnTo>
                    <a:pt x="978760" y="1111514"/>
                  </a:lnTo>
                  <a:lnTo>
                    <a:pt x="979428" y="1013967"/>
                  </a:lnTo>
                  <a:lnTo>
                    <a:pt x="980096" y="1044181"/>
                  </a:lnTo>
                  <a:lnTo>
                    <a:pt x="980764" y="1059853"/>
                  </a:lnTo>
                  <a:lnTo>
                    <a:pt x="981432" y="1092422"/>
                  </a:lnTo>
                  <a:lnTo>
                    <a:pt x="982100" y="1092422"/>
                  </a:lnTo>
                  <a:lnTo>
                    <a:pt x="982768" y="1120190"/>
                  </a:lnTo>
                  <a:lnTo>
                    <a:pt x="983436" y="1092422"/>
                  </a:lnTo>
                  <a:lnTo>
                    <a:pt x="984104" y="1107221"/>
                  </a:lnTo>
                  <a:lnTo>
                    <a:pt x="984772" y="1082061"/>
                  </a:lnTo>
                  <a:lnTo>
                    <a:pt x="985440" y="1092422"/>
                  </a:lnTo>
                  <a:lnTo>
                    <a:pt x="986108" y="1122378"/>
                  </a:lnTo>
                  <a:lnTo>
                    <a:pt x="986776" y="1135668"/>
                  </a:lnTo>
                  <a:lnTo>
                    <a:pt x="987444" y="1135668"/>
                  </a:lnTo>
                  <a:lnTo>
                    <a:pt x="988112" y="1165468"/>
                  </a:lnTo>
                  <a:lnTo>
                    <a:pt x="988780" y="1209217"/>
                  </a:lnTo>
                  <a:lnTo>
                    <a:pt x="989448" y="1346575"/>
                  </a:lnTo>
                  <a:lnTo>
                    <a:pt x="990116" y="1392064"/>
                  </a:lnTo>
                  <a:lnTo>
                    <a:pt x="990784" y="1412617"/>
                  </a:lnTo>
                  <a:lnTo>
                    <a:pt x="991452" y="1412617"/>
                  </a:lnTo>
                  <a:lnTo>
                    <a:pt x="992120" y="1412617"/>
                  </a:lnTo>
                  <a:lnTo>
                    <a:pt x="992788" y="1437480"/>
                  </a:lnTo>
                  <a:lnTo>
                    <a:pt x="993456" y="1486446"/>
                  </a:lnTo>
                  <a:lnTo>
                    <a:pt x="994124" y="1510404"/>
                  </a:lnTo>
                  <a:lnTo>
                    <a:pt x="994792" y="1631233"/>
                  </a:lnTo>
                  <a:lnTo>
                    <a:pt x="995460" y="1666771"/>
                  </a:lnTo>
                  <a:lnTo>
                    <a:pt x="996128" y="1666771"/>
                  </a:lnTo>
                  <a:lnTo>
                    <a:pt x="996796" y="1666771"/>
                  </a:lnTo>
                  <a:lnTo>
                    <a:pt x="997464" y="1631233"/>
                  </a:lnTo>
                  <a:lnTo>
                    <a:pt x="998132" y="1570146"/>
                  </a:lnTo>
                  <a:lnTo>
                    <a:pt x="998800" y="1502316"/>
                  </a:lnTo>
                  <a:lnTo>
                    <a:pt x="999468" y="1486446"/>
                  </a:lnTo>
                  <a:lnTo>
                    <a:pt x="1000136" y="1478659"/>
                  </a:lnTo>
                  <a:lnTo>
                    <a:pt x="1000804" y="1412617"/>
                  </a:lnTo>
                  <a:lnTo>
                    <a:pt x="1001473" y="1412617"/>
                  </a:lnTo>
                  <a:lnTo>
                    <a:pt x="1002141" y="1352875"/>
                  </a:lnTo>
                  <a:lnTo>
                    <a:pt x="1002809" y="1346575"/>
                  </a:lnTo>
                  <a:lnTo>
                    <a:pt x="1003477" y="1346575"/>
                  </a:lnTo>
                  <a:lnTo>
                    <a:pt x="1004145" y="1346575"/>
                  </a:lnTo>
                  <a:lnTo>
                    <a:pt x="1004813" y="1346575"/>
                  </a:lnTo>
                  <a:lnTo>
                    <a:pt x="1005481" y="1346575"/>
                  </a:lnTo>
                  <a:lnTo>
                    <a:pt x="1006149" y="1307101"/>
                  </a:lnTo>
                  <a:lnTo>
                    <a:pt x="1006817" y="1224506"/>
                  </a:lnTo>
                  <a:lnTo>
                    <a:pt x="1007485" y="1172550"/>
                  </a:lnTo>
                  <a:lnTo>
                    <a:pt x="1008153" y="1182120"/>
                  </a:lnTo>
                  <a:lnTo>
                    <a:pt x="1008821" y="1221932"/>
                  </a:lnTo>
                  <a:lnTo>
                    <a:pt x="1009489" y="1184536"/>
                  </a:lnTo>
                  <a:lnTo>
                    <a:pt x="1010157" y="1057872"/>
                  </a:lnTo>
                  <a:lnTo>
                    <a:pt x="1010825" y="1051968"/>
                  </a:lnTo>
                  <a:lnTo>
                    <a:pt x="1011493" y="1051968"/>
                  </a:lnTo>
                  <a:lnTo>
                    <a:pt x="1012161" y="1088257"/>
                  </a:lnTo>
                  <a:lnTo>
                    <a:pt x="1012829" y="1092422"/>
                  </a:lnTo>
                  <a:lnTo>
                    <a:pt x="1013497" y="1092422"/>
                  </a:lnTo>
                  <a:lnTo>
                    <a:pt x="1014165" y="1092422"/>
                  </a:lnTo>
                  <a:lnTo>
                    <a:pt x="1014833" y="1077964"/>
                  </a:lnTo>
                  <a:lnTo>
                    <a:pt x="1015501" y="1051968"/>
                  </a:lnTo>
                  <a:lnTo>
                    <a:pt x="1016169" y="1073894"/>
                  </a:lnTo>
                  <a:lnTo>
                    <a:pt x="1016837" y="1098722"/>
                  </a:lnTo>
                  <a:lnTo>
                    <a:pt x="1017505" y="1160790"/>
                  </a:lnTo>
                  <a:lnTo>
                    <a:pt x="1018173" y="1182120"/>
                  </a:lnTo>
                  <a:lnTo>
                    <a:pt x="1018841" y="1182120"/>
                  </a:lnTo>
                  <a:lnTo>
                    <a:pt x="1019509" y="1229686"/>
                  </a:lnTo>
                  <a:lnTo>
                    <a:pt x="1020177" y="1409145"/>
                  </a:lnTo>
                  <a:lnTo>
                    <a:pt x="1020845" y="1486446"/>
                  </a:lnTo>
                  <a:lnTo>
                    <a:pt x="1021513" y="1486446"/>
                  </a:lnTo>
                  <a:lnTo>
                    <a:pt x="1022181" y="1486446"/>
                  </a:lnTo>
                  <a:lnTo>
                    <a:pt x="1022849" y="1430275"/>
                  </a:lnTo>
                  <a:lnTo>
                    <a:pt x="1023517" y="1304165"/>
                  </a:lnTo>
                  <a:lnTo>
                    <a:pt x="1024185" y="1286833"/>
                  </a:lnTo>
                  <a:lnTo>
                    <a:pt x="1024853" y="1307101"/>
                  </a:lnTo>
                  <a:lnTo>
                    <a:pt x="1025521" y="1346575"/>
                  </a:lnTo>
                  <a:lnTo>
                    <a:pt x="1026190" y="1352875"/>
                  </a:lnTo>
                  <a:lnTo>
                    <a:pt x="1026858" y="1412617"/>
                  </a:lnTo>
                  <a:lnTo>
                    <a:pt x="1027526" y="1402256"/>
                  </a:lnTo>
                  <a:lnTo>
                    <a:pt x="1028194" y="1346575"/>
                  </a:lnTo>
                  <a:lnTo>
                    <a:pt x="1028862" y="1286833"/>
                  </a:lnTo>
                  <a:lnTo>
                    <a:pt x="1029530" y="1214272"/>
                  </a:lnTo>
                  <a:lnTo>
                    <a:pt x="1030198" y="1092422"/>
                  </a:lnTo>
                  <a:lnTo>
                    <a:pt x="1030866" y="1092422"/>
                  </a:lnTo>
                  <a:lnTo>
                    <a:pt x="1031534" y="1092422"/>
                  </a:lnTo>
                  <a:lnTo>
                    <a:pt x="1032202" y="1061839"/>
                  </a:lnTo>
                  <a:lnTo>
                    <a:pt x="1032870" y="1082061"/>
                  </a:lnTo>
                  <a:lnTo>
                    <a:pt x="1033538" y="1167820"/>
                  </a:lnTo>
                  <a:lnTo>
                    <a:pt x="1034206" y="1151538"/>
                  </a:lnTo>
                  <a:lnTo>
                    <a:pt x="1034874" y="1115837"/>
                  </a:lnTo>
                  <a:lnTo>
                    <a:pt x="1035542" y="1004816"/>
                  </a:lnTo>
                  <a:lnTo>
                    <a:pt x="1036210" y="949217"/>
                  </a:lnTo>
                  <a:lnTo>
                    <a:pt x="1036878" y="944249"/>
                  </a:lnTo>
                  <a:lnTo>
                    <a:pt x="1037546" y="949217"/>
                  </a:lnTo>
                  <a:lnTo>
                    <a:pt x="1038214" y="978139"/>
                  </a:lnTo>
                  <a:lnTo>
                    <a:pt x="1038882" y="1013967"/>
                  </a:lnTo>
                  <a:lnTo>
                    <a:pt x="1039550" y="1065832"/>
                  </a:lnTo>
                  <a:lnTo>
                    <a:pt x="1040218" y="1165468"/>
                  </a:lnTo>
                  <a:lnTo>
                    <a:pt x="1040886" y="1135668"/>
                  </a:lnTo>
                  <a:lnTo>
                    <a:pt x="1041554" y="1133433"/>
                  </a:lnTo>
                  <a:lnTo>
                    <a:pt x="1042222" y="1059853"/>
                  </a:lnTo>
                  <a:lnTo>
                    <a:pt x="1042890" y="1013967"/>
                  </a:lnTo>
                  <a:lnTo>
                    <a:pt x="1043558" y="985143"/>
                  </a:lnTo>
                  <a:lnTo>
                    <a:pt x="1044226" y="1001193"/>
                  </a:lnTo>
                  <a:lnTo>
                    <a:pt x="1044894" y="1030783"/>
                  </a:lnTo>
                  <a:lnTo>
                    <a:pt x="1045562" y="1146962"/>
                  </a:lnTo>
                  <a:lnTo>
                    <a:pt x="1046230" y="1224506"/>
                  </a:lnTo>
                  <a:lnTo>
                    <a:pt x="1046898" y="1232293"/>
                  </a:lnTo>
                  <a:lnTo>
                    <a:pt x="1047566" y="1232293"/>
                  </a:lnTo>
                  <a:lnTo>
                    <a:pt x="1048234" y="1189395"/>
                  </a:lnTo>
                  <a:lnTo>
                    <a:pt x="1048902" y="1156147"/>
                  </a:lnTo>
                  <a:lnTo>
                    <a:pt x="1049570" y="1135668"/>
                  </a:lnTo>
                  <a:lnTo>
                    <a:pt x="1050238" y="1151538"/>
                  </a:lnTo>
                  <a:lnTo>
                    <a:pt x="1050907" y="1182120"/>
                  </a:lnTo>
                  <a:lnTo>
                    <a:pt x="1051575" y="1184536"/>
                  </a:lnTo>
                  <a:lnTo>
                    <a:pt x="1052243" y="1318985"/>
                  </a:lnTo>
                  <a:lnTo>
                    <a:pt x="1052911" y="1412617"/>
                  </a:lnTo>
                  <a:lnTo>
                    <a:pt x="1053579" y="1470968"/>
                  </a:lnTo>
                  <a:lnTo>
                    <a:pt x="1054247" y="1486446"/>
                  </a:lnTo>
                  <a:lnTo>
                    <a:pt x="1054915" y="1486446"/>
                  </a:lnTo>
                  <a:lnTo>
                    <a:pt x="1055583" y="1486446"/>
                  </a:lnTo>
                  <a:lnTo>
                    <a:pt x="1056251" y="1486446"/>
                  </a:lnTo>
                  <a:lnTo>
                    <a:pt x="1056919" y="1486446"/>
                  </a:lnTo>
                  <a:lnTo>
                    <a:pt x="1057587" y="1486446"/>
                  </a:lnTo>
                  <a:lnTo>
                    <a:pt x="1058255" y="1556856"/>
                  </a:lnTo>
                  <a:lnTo>
                    <a:pt x="1058923" y="1621439"/>
                  </a:lnTo>
                  <a:lnTo>
                    <a:pt x="1059591" y="1666771"/>
                  </a:lnTo>
                  <a:lnTo>
                    <a:pt x="1060259" y="1666771"/>
                  </a:lnTo>
                  <a:lnTo>
                    <a:pt x="1060927" y="1666771"/>
                  </a:lnTo>
                  <a:lnTo>
                    <a:pt x="1061595" y="1666771"/>
                  </a:lnTo>
                  <a:lnTo>
                    <a:pt x="1062263" y="1666771"/>
                  </a:lnTo>
                  <a:lnTo>
                    <a:pt x="1062931" y="1666771"/>
                  </a:lnTo>
                  <a:lnTo>
                    <a:pt x="1063599" y="1666771"/>
                  </a:lnTo>
                  <a:lnTo>
                    <a:pt x="1064267" y="1666771"/>
                  </a:lnTo>
                  <a:lnTo>
                    <a:pt x="1064935" y="1666771"/>
                  </a:lnTo>
                  <a:lnTo>
                    <a:pt x="1065603" y="1666771"/>
                  </a:lnTo>
                  <a:lnTo>
                    <a:pt x="1066271" y="1666771"/>
                  </a:lnTo>
                  <a:lnTo>
                    <a:pt x="1066939" y="1666771"/>
                  </a:lnTo>
                  <a:lnTo>
                    <a:pt x="1067607" y="1666771"/>
                  </a:lnTo>
                  <a:lnTo>
                    <a:pt x="1068275" y="1666771"/>
                  </a:lnTo>
                  <a:lnTo>
                    <a:pt x="1068943" y="1666771"/>
                  </a:lnTo>
                  <a:lnTo>
                    <a:pt x="1069611" y="1666771"/>
                  </a:lnTo>
                  <a:lnTo>
                    <a:pt x="1070279" y="1666771"/>
                  </a:lnTo>
                  <a:lnTo>
                    <a:pt x="1070947" y="1666771"/>
                  </a:lnTo>
                  <a:lnTo>
                    <a:pt x="1071615" y="1666771"/>
                  </a:lnTo>
                  <a:lnTo>
                    <a:pt x="1072283" y="1666771"/>
                  </a:lnTo>
                  <a:lnTo>
                    <a:pt x="1072951" y="1666771"/>
                  </a:lnTo>
                  <a:lnTo>
                    <a:pt x="1073619" y="1666771"/>
                  </a:lnTo>
                  <a:lnTo>
                    <a:pt x="1074287" y="1666771"/>
                  </a:lnTo>
                  <a:lnTo>
                    <a:pt x="1074955" y="1666771"/>
                  </a:lnTo>
                  <a:lnTo>
                    <a:pt x="1075624" y="1666771"/>
                  </a:lnTo>
                  <a:lnTo>
                    <a:pt x="1076292" y="1666771"/>
                  </a:lnTo>
                  <a:lnTo>
                    <a:pt x="1076960" y="1666771"/>
                  </a:lnTo>
                  <a:lnTo>
                    <a:pt x="1077628" y="1631233"/>
                  </a:lnTo>
                  <a:lnTo>
                    <a:pt x="1078296" y="1543842"/>
                  </a:lnTo>
                  <a:lnTo>
                    <a:pt x="1078964" y="1555336"/>
                  </a:lnTo>
                  <a:lnTo>
                    <a:pt x="1079632" y="1511598"/>
                  </a:lnTo>
                  <a:lnTo>
                    <a:pt x="1080300" y="1565495"/>
                  </a:lnTo>
                  <a:lnTo>
                    <a:pt x="1080968" y="1509470"/>
                  </a:lnTo>
                  <a:lnTo>
                    <a:pt x="1081636" y="1553088"/>
                  </a:lnTo>
                  <a:lnTo>
                    <a:pt x="1082304" y="1526272"/>
                  </a:lnTo>
                  <a:lnTo>
                    <a:pt x="1082972" y="1533724"/>
                  </a:lnTo>
                  <a:lnTo>
                    <a:pt x="1083640" y="1577347"/>
                  </a:lnTo>
                  <a:lnTo>
                    <a:pt x="1084308" y="1577347"/>
                  </a:lnTo>
                  <a:lnTo>
                    <a:pt x="1084976" y="1577347"/>
                  </a:lnTo>
                  <a:lnTo>
                    <a:pt x="1085644" y="1623448"/>
                  </a:lnTo>
                  <a:lnTo>
                    <a:pt x="1086312" y="1623448"/>
                  </a:lnTo>
                  <a:lnTo>
                    <a:pt x="1086980" y="1623448"/>
                  </a:lnTo>
                  <a:lnTo>
                    <a:pt x="1087648" y="1635756"/>
                  </a:lnTo>
                  <a:lnTo>
                    <a:pt x="1088316" y="1668563"/>
                  </a:lnTo>
                  <a:lnTo>
                    <a:pt x="1088984" y="1668810"/>
                  </a:lnTo>
                  <a:lnTo>
                    <a:pt x="1089652" y="1668810"/>
                  </a:lnTo>
                  <a:lnTo>
                    <a:pt x="1090320" y="1668810"/>
                  </a:lnTo>
                  <a:lnTo>
                    <a:pt x="1090988" y="1668810"/>
                  </a:lnTo>
                  <a:lnTo>
                    <a:pt x="1091656" y="1668810"/>
                  </a:lnTo>
                  <a:lnTo>
                    <a:pt x="1092324" y="1668810"/>
                  </a:lnTo>
                  <a:lnTo>
                    <a:pt x="1092992" y="1668810"/>
                  </a:lnTo>
                  <a:lnTo>
                    <a:pt x="1093660" y="1668810"/>
                  </a:lnTo>
                  <a:lnTo>
                    <a:pt x="1094328" y="1668810"/>
                  </a:lnTo>
                  <a:lnTo>
                    <a:pt x="1094996" y="1668810"/>
                  </a:lnTo>
                  <a:lnTo>
                    <a:pt x="1095664" y="1668810"/>
                  </a:lnTo>
                  <a:lnTo>
                    <a:pt x="1096332" y="1668810"/>
                  </a:lnTo>
                  <a:lnTo>
                    <a:pt x="1097000" y="1668810"/>
                  </a:lnTo>
                  <a:lnTo>
                    <a:pt x="1097668" y="1668810"/>
                  </a:lnTo>
                  <a:lnTo>
                    <a:pt x="1098336" y="1668810"/>
                  </a:lnTo>
                  <a:lnTo>
                    <a:pt x="1099004" y="1666771"/>
                  </a:lnTo>
                  <a:lnTo>
                    <a:pt x="1099673" y="1666771"/>
                  </a:lnTo>
                  <a:lnTo>
                    <a:pt x="1100341" y="1666771"/>
                  </a:lnTo>
                  <a:lnTo>
                    <a:pt x="1101009" y="1666771"/>
                  </a:lnTo>
                  <a:lnTo>
                    <a:pt x="1101677" y="1668810"/>
                  </a:lnTo>
                  <a:lnTo>
                    <a:pt x="1102345" y="1668810"/>
                  </a:lnTo>
                  <a:lnTo>
                    <a:pt x="1103013" y="1668810"/>
                  </a:lnTo>
                  <a:lnTo>
                    <a:pt x="1103681" y="1668810"/>
                  </a:lnTo>
                  <a:lnTo>
                    <a:pt x="1104349" y="1588519"/>
                  </a:lnTo>
                  <a:lnTo>
                    <a:pt x="1105017" y="1535703"/>
                  </a:lnTo>
                  <a:lnTo>
                    <a:pt x="1105685" y="1529404"/>
                  </a:lnTo>
                  <a:lnTo>
                    <a:pt x="1106353" y="1529404"/>
                  </a:lnTo>
                  <a:lnTo>
                    <a:pt x="1107021" y="1529404"/>
                  </a:lnTo>
                  <a:lnTo>
                    <a:pt x="1107689" y="1529404"/>
                  </a:lnTo>
                  <a:lnTo>
                    <a:pt x="1108357" y="1529404"/>
                  </a:lnTo>
                  <a:lnTo>
                    <a:pt x="1109025" y="1529404"/>
                  </a:lnTo>
                  <a:lnTo>
                    <a:pt x="1109693" y="1529404"/>
                  </a:lnTo>
                  <a:lnTo>
                    <a:pt x="1110361" y="1529404"/>
                  </a:lnTo>
                  <a:lnTo>
                    <a:pt x="1111029" y="1529404"/>
                  </a:lnTo>
                  <a:lnTo>
                    <a:pt x="1111697" y="1441102"/>
                  </a:lnTo>
                  <a:lnTo>
                    <a:pt x="1112365" y="1491100"/>
                  </a:lnTo>
                  <a:lnTo>
                    <a:pt x="1113033" y="1641237"/>
                  </a:lnTo>
                  <a:lnTo>
                    <a:pt x="1113701" y="1568589"/>
                  </a:lnTo>
                  <a:lnTo>
                    <a:pt x="1114369" y="1539563"/>
                  </a:lnTo>
                  <a:lnTo>
                    <a:pt x="1115037" y="1583724"/>
                  </a:lnTo>
                  <a:lnTo>
                    <a:pt x="1115705" y="1522735"/>
                  </a:lnTo>
                  <a:lnTo>
                    <a:pt x="1116373" y="1426704"/>
                  </a:lnTo>
                  <a:lnTo>
                    <a:pt x="1117041" y="1412617"/>
                  </a:lnTo>
                  <a:lnTo>
                    <a:pt x="1117709" y="1412617"/>
                  </a:lnTo>
                  <a:lnTo>
                    <a:pt x="1118377" y="1412617"/>
                  </a:lnTo>
                  <a:lnTo>
                    <a:pt x="1119045" y="1412617"/>
                  </a:lnTo>
                  <a:lnTo>
                    <a:pt x="1119713" y="1412617"/>
                  </a:lnTo>
                  <a:lnTo>
                    <a:pt x="1120381" y="1412617"/>
                  </a:lnTo>
                  <a:lnTo>
                    <a:pt x="1121049" y="1412617"/>
                  </a:lnTo>
                  <a:lnTo>
                    <a:pt x="1121717" y="1412617"/>
                  </a:lnTo>
                  <a:lnTo>
                    <a:pt x="1122385" y="1412617"/>
                  </a:lnTo>
                  <a:lnTo>
                    <a:pt x="1123053" y="1412617"/>
                  </a:lnTo>
                  <a:lnTo>
                    <a:pt x="1123721" y="1368907"/>
                  </a:lnTo>
                  <a:lnTo>
                    <a:pt x="1124390" y="1346575"/>
                  </a:lnTo>
                  <a:lnTo>
                    <a:pt x="1125058" y="1392064"/>
                  </a:lnTo>
                  <a:lnTo>
                    <a:pt x="1125726" y="1452143"/>
                  </a:lnTo>
                  <a:lnTo>
                    <a:pt x="1126394" y="1552488"/>
                  </a:lnTo>
                  <a:lnTo>
                    <a:pt x="1127062" y="1570146"/>
                  </a:lnTo>
                  <a:lnTo>
                    <a:pt x="1127730" y="1570146"/>
                  </a:lnTo>
                  <a:lnTo>
                    <a:pt x="1128398" y="1570146"/>
                  </a:lnTo>
                  <a:lnTo>
                    <a:pt x="1129066" y="1570146"/>
                  </a:lnTo>
                  <a:lnTo>
                    <a:pt x="1129734" y="1570146"/>
                  </a:lnTo>
                  <a:lnTo>
                    <a:pt x="1130402" y="1570146"/>
                  </a:lnTo>
                  <a:lnTo>
                    <a:pt x="1131070" y="1570146"/>
                  </a:lnTo>
                  <a:lnTo>
                    <a:pt x="1131738" y="1570146"/>
                  </a:lnTo>
                  <a:lnTo>
                    <a:pt x="1132406" y="1570146"/>
                  </a:lnTo>
                  <a:lnTo>
                    <a:pt x="1133074" y="1570146"/>
                  </a:lnTo>
                  <a:lnTo>
                    <a:pt x="1133742" y="1631233"/>
                  </a:lnTo>
                  <a:lnTo>
                    <a:pt x="1134410" y="1666771"/>
                  </a:lnTo>
                  <a:lnTo>
                    <a:pt x="1135078" y="1666771"/>
                  </a:lnTo>
                  <a:lnTo>
                    <a:pt x="1135746" y="1636188"/>
                  </a:lnTo>
                  <a:lnTo>
                    <a:pt x="1136414" y="1570146"/>
                  </a:lnTo>
                  <a:lnTo>
                    <a:pt x="1137082" y="1570146"/>
                  </a:lnTo>
                  <a:lnTo>
                    <a:pt x="1137750" y="1570146"/>
                  </a:lnTo>
                  <a:lnTo>
                    <a:pt x="1138418" y="1570146"/>
                  </a:lnTo>
                  <a:lnTo>
                    <a:pt x="1139086" y="1570146"/>
                  </a:lnTo>
                  <a:lnTo>
                    <a:pt x="1139754" y="1570146"/>
                  </a:lnTo>
                  <a:lnTo>
                    <a:pt x="1140422" y="1570146"/>
                  </a:lnTo>
                  <a:lnTo>
                    <a:pt x="1141090" y="1531093"/>
                  </a:lnTo>
                  <a:lnTo>
                    <a:pt x="1141758" y="1356049"/>
                  </a:lnTo>
                  <a:lnTo>
                    <a:pt x="1142426" y="1346575"/>
                  </a:lnTo>
                  <a:lnTo>
                    <a:pt x="1143094" y="1281160"/>
                  </a:lnTo>
                  <a:lnTo>
                    <a:pt x="1143762" y="1232293"/>
                  </a:lnTo>
                  <a:lnTo>
                    <a:pt x="1144430" y="1232293"/>
                  </a:lnTo>
                  <a:lnTo>
                    <a:pt x="1145098" y="1232293"/>
                  </a:lnTo>
                  <a:lnTo>
                    <a:pt x="1145766" y="1201710"/>
                  </a:lnTo>
                  <a:lnTo>
                    <a:pt x="1146434" y="1232293"/>
                  </a:lnTo>
                  <a:lnTo>
                    <a:pt x="1147102" y="1232293"/>
                  </a:lnTo>
                  <a:lnTo>
                    <a:pt x="1147770" y="1232293"/>
                  </a:lnTo>
                  <a:lnTo>
                    <a:pt x="1148438" y="1232293"/>
                  </a:lnTo>
                  <a:lnTo>
                    <a:pt x="1149107" y="1377991"/>
                  </a:lnTo>
                  <a:lnTo>
                    <a:pt x="1149775" y="1362006"/>
                  </a:lnTo>
                  <a:lnTo>
                    <a:pt x="1150443" y="1377272"/>
                  </a:lnTo>
                  <a:lnTo>
                    <a:pt x="1151111" y="1395338"/>
                  </a:lnTo>
                  <a:lnTo>
                    <a:pt x="1151779" y="1476926"/>
                  </a:lnTo>
                  <a:lnTo>
                    <a:pt x="1152447" y="1485416"/>
                  </a:lnTo>
                  <a:lnTo>
                    <a:pt x="1153115" y="1551458"/>
                  </a:lnTo>
                  <a:lnTo>
                    <a:pt x="1153783" y="1611201"/>
                  </a:lnTo>
                  <a:lnTo>
                    <a:pt x="1154451" y="1587286"/>
                  </a:lnTo>
                  <a:lnTo>
                    <a:pt x="1155119" y="1668810"/>
                  </a:lnTo>
                  <a:lnTo>
                    <a:pt x="1155787" y="1668810"/>
                  </a:lnTo>
                  <a:lnTo>
                    <a:pt x="1156455" y="1668810"/>
                  </a:lnTo>
                  <a:lnTo>
                    <a:pt x="1157123" y="1668810"/>
                  </a:lnTo>
                  <a:lnTo>
                    <a:pt x="1157791" y="1668810"/>
                  </a:lnTo>
                  <a:lnTo>
                    <a:pt x="1158459" y="1668810"/>
                  </a:lnTo>
                  <a:lnTo>
                    <a:pt x="1159127" y="1668810"/>
                  </a:lnTo>
                  <a:lnTo>
                    <a:pt x="1159795" y="1668810"/>
                  </a:lnTo>
                  <a:lnTo>
                    <a:pt x="1160463" y="1634495"/>
                  </a:lnTo>
                  <a:lnTo>
                    <a:pt x="1161131" y="1632066"/>
                  </a:lnTo>
                  <a:lnTo>
                    <a:pt x="1161799" y="1650521"/>
                  </a:lnTo>
                  <a:lnTo>
                    <a:pt x="1162467" y="1628439"/>
                  </a:lnTo>
                  <a:lnTo>
                    <a:pt x="1163135" y="1627234"/>
                  </a:lnTo>
                  <a:lnTo>
                    <a:pt x="1163803" y="1604782"/>
                  </a:lnTo>
                  <a:lnTo>
                    <a:pt x="1164471" y="1612961"/>
                  </a:lnTo>
                  <a:lnTo>
                    <a:pt x="1165139" y="1645546"/>
                  </a:lnTo>
                  <a:lnTo>
                    <a:pt x="1165807" y="1662680"/>
                  </a:lnTo>
                  <a:lnTo>
                    <a:pt x="1166475" y="1650392"/>
                  </a:lnTo>
                  <a:lnTo>
                    <a:pt x="1167143" y="1666942"/>
                  </a:lnTo>
                  <a:lnTo>
                    <a:pt x="1167811" y="1668810"/>
                  </a:lnTo>
                  <a:lnTo>
                    <a:pt x="1168479" y="1543436"/>
                  </a:lnTo>
                  <a:lnTo>
                    <a:pt x="1169147" y="1485416"/>
                  </a:lnTo>
                  <a:lnTo>
                    <a:pt x="1169815" y="1283990"/>
                  </a:lnTo>
                  <a:lnTo>
                    <a:pt x="1170483" y="1395443"/>
                  </a:lnTo>
                  <a:lnTo>
                    <a:pt x="1171151" y="1412617"/>
                  </a:lnTo>
                  <a:lnTo>
                    <a:pt x="1171819" y="1419621"/>
                  </a:lnTo>
                  <a:lnTo>
                    <a:pt x="1172487" y="1486446"/>
                  </a:lnTo>
                  <a:lnTo>
                    <a:pt x="1173155" y="1490376"/>
                  </a:lnTo>
                  <a:lnTo>
                    <a:pt x="1173824" y="1570146"/>
                  </a:lnTo>
                  <a:lnTo>
                    <a:pt x="1174492" y="1570146"/>
                  </a:lnTo>
                  <a:lnTo>
                    <a:pt x="1175160" y="1570146"/>
                  </a:lnTo>
                  <a:lnTo>
                    <a:pt x="1175828" y="1570146"/>
                  </a:lnTo>
                  <a:lnTo>
                    <a:pt x="1176496" y="1570146"/>
                  </a:lnTo>
                  <a:lnTo>
                    <a:pt x="1177164" y="1621000"/>
                  </a:lnTo>
                  <a:lnTo>
                    <a:pt x="1177832" y="1662275"/>
                  </a:lnTo>
                  <a:lnTo>
                    <a:pt x="1178500" y="1657080"/>
                  </a:lnTo>
                  <a:lnTo>
                    <a:pt x="1179168" y="1653012"/>
                  </a:lnTo>
                  <a:lnTo>
                    <a:pt x="1179836" y="1654540"/>
                  </a:lnTo>
                  <a:lnTo>
                    <a:pt x="1180504" y="1608274"/>
                  </a:lnTo>
                  <a:lnTo>
                    <a:pt x="1181172" y="1568018"/>
                  </a:lnTo>
                  <a:lnTo>
                    <a:pt x="1181840" y="1458972"/>
                  </a:lnTo>
                  <a:lnTo>
                    <a:pt x="1182508" y="1435162"/>
                  </a:lnTo>
                  <a:lnTo>
                    <a:pt x="1183176" y="1441112"/>
                  </a:lnTo>
                  <a:lnTo>
                    <a:pt x="1183844" y="1393304"/>
                  </a:lnTo>
                  <a:lnTo>
                    <a:pt x="1184512" y="1383898"/>
                  </a:lnTo>
                  <a:lnTo>
                    <a:pt x="1185180" y="1383898"/>
                  </a:lnTo>
                  <a:lnTo>
                    <a:pt x="1185848" y="1382566"/>
                  </a:lnTo>
                  <a:lnTo>
                    <a:pt x="1186516" y="1366796"/>
                  </a:lnTo>
                  <a:lnTo>
                    <a:pt x="1187184" y="1378586"/>
                  </a:lnTo>
                  <a:lnTo>
                    <a:pt x="1187852" y="1374314"/>
                  </a:lnTo>
                  <a:lnTo>
                    <a:pt x="1188520" y="1376440"/>
                  </a:lnTo>
                  <a:lnTo>
                    <a:pt x="1189188" y="1374213"/>
                  </a:lnTo>
                  <a:lnTo>
                    <a:pt x="1189856" y="1347541"/>
                  </a:lnTo>
                  <a:lnTo>
                    <a:pt x="1190524" y="1262702"/>
                  </a:lnTo>
                  <a:lnTo>
                    <a:pt x="1191192" y="1221123"/>
                  </a:lnTo>
                  <a:lnTo>
                    <a:pt x="1191860" y="1309161"/>
                  </a:lnTo>
                  <a:lnTo>
                    <a:pt x="1192528" y="1304891"/>
                  </a:lnTo>
                  <a:lnTo>
                    <a:pt x="1193196" y="1182218"/>
                  </a:lnTo>
                  <a:lnTo>
                    <a:pt x="1193864" y="1246661"/>
                  </a:lnTo>
                  <a:lnTo>
                    <a:pt x="1194532" y="1261473"/>
                  </a:lnTo>
                  <a:lnTo>
                    <a:pt x="1195200" y="1261473"/>
                  </a:lnTo>
                  <a:lnTo>
                    <a:pt x="1195868" y="1264205"/>
                  </a:lnTo>
                  <a:lnTo>
                    <a:pt x="1196536" y="1297943"/>
                  </a:lnTo>
                  <a:lnTo>
                    <a:pt x="1197204" y="1329517"/>
                  </a:lnTo>
                  <a:lnTo>
                    <a:pt x="1197873" y="1277782"/>
                  </a:lnTo>
                  <a:lnTo>
                    <a:pt x="1198541" y="1285975"/>
                  </a:lnTo>
                  <a:lnTo>
                    <a:pt x="1199209" y="1231263"/>
                  </a:lnTo>
                  <a:lnTo>
                    <a:pt x="1199877" y="1394158"/>
                  </a:lnTo>
                  <a:lnTo>
                    <a:pt x="1200545" y="1582142"/>
                  </a:lnTo>
                  <a:lnTo>
                    <a:pt x="1201213" y="1613753"/>
                  </a:lnTo>
                  <a:lnTo>
                    <a:pt x="1201881" y="1522735"/>
                  </a:lnTo>
                  <a:lnTo>
                    <a:pt x="1202549" y="1570146"/>
                  </a:lnTo>
                  <a:lnTo>
                    <a:pt x="1203217" y="1570146"/>
                  </a:lnTo>
                  <a:lnTo>
                    <a:pt x="1203885" y="1651293"/>
                  </a:lnTo>
                  <a:lnTo>
                    <a:pt x="1204553" y="1666771"/>
                  </a:lnTo>
                  <a:lnTo>
                    <a:pt x="1205221" y="1666771"/>
                  </a:lnTo>
                  <a:lnTo>
                    <a:pt x="1205889" y="1666771"/>
                  </a:lnTo>
                  <a:lnTo>
                    <a:pt x="1206557" y="1666771"/>
                  </a:lnTo>
                  <a:lnTo>
                    <a:pt x="1207225" y="1666771"/>
                  </a:lnTo>
                  <a:lnTo>
                    <a:pt x="1207893" y="1666771"/>
                  </a:lnTo>
                  <a:lnTo>
                    <a:pt x="1208561" y="1666771"/>
                  </a:lnTo>
                  <a:lnTo>
                    <a:pt x="1209229" y="1666771"/>
                  </a:lnTo>
                  <a:lnTo>
                    <a:pt x="1209897" y="1666771"/>
                  </a:lnTo>
                  <a:lnTo>
                    <a:pt x="1210565" y="1666771"/>
                  </a:lnTo>
                  <a:lnTo>
                    <a:pt x="1211233" y="1666771"/>
                  </a:lnTo>
                  <a:lnTo>
                    <a:pt x="1211901" y="1666771"/>
                  </a:lnTo>
                  <a:lnTo>
                    <a:pt x="1212569" y="1666771"/>
                  </a:lnTo>
                  <a:lnTo>
                    <a:pt x="1213237" y="1666771"/>
                  </a:lnTo>
                  <a:lnTo>
                    <a:pt x="1213905" y="1592942"/>
                  </a:lnTo>
                  <a:lnTo>
                    <a:pt x="1214573" y="1552488"/>
                  </a:lnTo>
                  <a:lnTo>
                    <a:pt x="1215241" y="1486446"/>
                  </a:lnTo>
                  <a:lnTo>
                    <a:pt x="1215909" y="1486446"/>
                  </a:lnTo>
                  <a:lnTo>
                    <a:pt x="1216577" y="1486446"/>
                  </a:lnTo>
                  <a:lnTo>
                    <a:pt x="1217245" y="1486446"/>
                  </a:lnTo>
                  <a:lnTo>
                    <a:pt x="1217913" y="1486446"/>
                  </a:lnTo>
                  <a:lnTo>
                    <a:pt x="1218581" y="1486446"/>
                  </a:lnTo>
                  <a:lnTo>
                    <a:pt x="1219249" y="1486446"/>
                  </a:lnTo>
                  <a:lnTo>
                    <a:pt x="1219917" y="1486446"/>
                  </a:lnTo>
                  <a:lnTo>
                    <a:pt x="1220585" y="1486446"/>
                  </a:lnTo>
                  <a:lnTo>
                    <a:pt x="1221253" y="1419621"/>
                  </a:lnTo>
                  <a:lnTo>
                    <a:pt x="1221921" y="1402256"/>
                  </a:lnTo>
                  <a:lnTo>
                    <a:pt x="1222590" y="1346575"/>
                  </a:lnTo>
                  <a:lnTo>
                    <a:pt x="1223258" y="1346575"/>
                  </a:lnTo>
                  <a:lnTo>
                    <a:pt x="1223926" y="1395443"/>
                  </a:lnTo>
                  <a:lnTo>
                    <a:pt x="1224594" y="1365668"/>
                  </a:lnTo>
                  <a:lnTo>
                    <a:pt x="1225262" y="1412617"/>
                  </a:lnTo>
                  <a:lnTo>
                    <a:pt x="1225930" y="1412617"/>
                  </a:lnTo>
                  <a:lnTo>
                    <a:pt x="1226598" y="1352875"/>
                  </a:lnTo>
                  <a:lnTo>
                    <a:pt x="1227266" y="1346575"/>
                  </a:lnTo>
                  <a:lnTo>
                    <a:pt x="1227934" y="1328047"/>
                  </a:lnTo>
                  <a:lnTo>
                    <a:pt x="1228602" y="1283990"/>
                  </a:lnTo>
                  <a:lnTo>
                    <a:pt x="1229270" y="1232293"/>
                  </a:lnTo>
                  <a:lnTo>
                    <a:pt x="1229938" y="1232293"/>
                  </a:lnTo>
                  <a:lnTo>
                    <a:pt x="1230606" y="1232293"/>
                  </a:lnTo>
                  <a:lnTo>
                    <a:pt x="1231274" y="1281161"/>
                  </a:lnTo>
                  <a:lnTo>
                    <a:pt x="1231942" y="1295439"/>
                  </a:lnTo>
                  <a:lnTo>
                    <a:pt x="1232610" y="1346575"/>
                  </a:lnTo>
                  <a:lnTo>
                    <a:pt x="1233278" y="1346575"/>
                  </a:lnTo>
                  <a:lnTo>
                    <a:pt x="1233946" y="1346575"/>
                  </a:lnTo>
                  <a:lnTo>
                    <a:pt x="1234614" y="1405691"/>
                  </a:lnTo>
                  <a:lnTo>
                    <a:pt x="1235282" y="1412617"/>
                  </a:lnTo>
                  <a:lnTo>
                    <a:pt x="1235950" y="1412617"/>
                  </a:lnTo>
                  <a:lnTo>
                    <a:pt x="1236618" y="1478659"/>
                  </a:lnTo>
                  <a:lnTo>
                    <a:pt x="1237286" y="1486446"/>
                  </a:lnTo>
                  <a:lnTo>
                    <a:pt x="1237954" y="1510404"/>
                  </a:lnTo>
                  <a:lnTo>
                    <a:pt x="1238622" y="1552488"/>
                  </a:lnTo>
                  <a:lnTo>
                    <a:pt x="1239290" y="1570146"/>
                  </a:lnTo>
                  <a:lnTo>
                    <a:pt x="1239958" y="1522735"/>
                  </a:lnTo>
                  <a:lnTo>
                    <a:pt x="1240626" y="1486446"/>
                  </a:lnTo>
                  <a:lnTo>
                    <a:pt x="1241294" y="1486446"/>
                  </a:lnTo>
                  <a:lnTo>
                    <a:pt x="1241962" y="1486446"/>
                  </a:lnTo>
                  <a:lnTo>
                    <a:pt x="1242630" y="1486446"/>
                  </a:lnTo>
                  <a:lnTo>
                    <a:pt x="1243298" y="1486446"/>
                  </a:lnTo>
                  <a:lnTo>
                    <a:pt x="1243966" y="1486446"/>
                  </a:lnTo>
                  <a:lnTo>
                    <a:pt x="1244634" y="1486446"/>
                  </a:lnTo>
                  <a:lnTo>
                    <a:pt x="1245302" y="1646339"/>
                  </a:lnTo>
                  <a:lnTo>
                    <a:pt x="1245970" y="1632029"/>
                  </a:lnTo>
                  <a:lnTo>
                    <a:pt x="1246638" y="1574020"/>
                  </a:lnTo>
                  <a:lnTo>
                    <a:pt x="1247307" y="1485416"/>
                  </a:lnTo>
                  <a:lnTo>
                    <a:pt x="1247975" y="1497926"/>
                  </a:lnTo>
                  <a:lnTo>
                    <a:pt x="1248643" y="1436241"/>
                  </a:lnTo>
                  <a:lnTo>
                    <a:pt x="1249311" y="1434148"/>
                  </a:lnTo>
                  <a:lnTo>
                    <a:pt x="1249979" y="1451090"/>
                  </a:lnTo>
                  <a:lnTo>
                    <a:pt x="1250647" y="1434148"/>
                  </a:lnTo>
                  <a:lnTo>
                    <a:pt x="1251315" y="1434148"/>
                  </a:lnTo>
                  <a:lnTo>
                    <a:pt x="1251983" y="1434148"/>
                  </a:lnTo>
                  <a:lnTo>
                    <a:pt x="1252651" y="1395656"/>
                  </a:lnTo>
                  <a:lnTo>
                    <a:pt x="1253319" y="1355694"/>
                  </a:lnTo>
                  <a:lnTo>
                    <a:pt x="1253987" y="1355694"/>
                  </a:lnTo>
                  <a:lnTo>
                    <a:pt x="1254655" y="1355694"/>
                  </a:lnTo>
                  <a:lnTo>
                    <a:pt x="1255323" y="1362647"/>
                  </a:lnTo>
                  <a:lnTo>
                    <a:pt x="1255991" y="1355873"/>
                  </a:lnTo>
                  <a:lnTo>
                    <a:pt x="1256659" y="1272477"/>
                  </a:lnTo>
                  <a:lnTo>
                    <a:pt x="1257327" y="1303668"/>
                  </a:lnTo>
                  <a:lnTo>
                    <a:pt x="1257995" y="1342013"/>
                  </a:lnTo>
                  <a:lnTo>
                    <a:pt x="1258663" y="1194292"/>
                  </a:lnTo>
                  <a:lnTo>
                    <a:pt x="1259331" y="1201710"/>
                  </a:lnTo>
                  <a:lnTo>
                    <a:pt x="1259999" y="1189395"/>
                  </a:lnTo>
                  <a:lnTo>
                    <a:pt x="1260667" y="1232293"/>
                  </a:lnTo>
                  <a:lnTo>
                    <a:pt x="1261335" y="1232293"/>
                  </a:lnTo>
                  <a:lnTo>
                    <a:pt x="1262003" y="1224506"/>
                  </a:lnTo>
                  <a:lnTo>
                    <a:pt x="1262671" y="1229686"/>
                  </a:lnTo>
                  <a:lnTo>
                    <a:pt x="1263339" y="1242828"/>
                  </a:lnTo>
                  <a:lnTo>
                    <a:pt x="1264007" y="1216815"/>
                  </a:lnTo>
                  <a:lnTo>
                    <a:pt x="1264675" y="1182120"/>
                  </a:lnTo>
                  <a:lnTo>
                    <a:pt x="1265343" y="1182120"/>
                  </a:lnTo>
                  <a:lnTo>
                    <a:pt x="1266011" y="1182120"/>
                  </a:lnTo>
                  <a:lnTo>
                    <a:pt x="1266679" y="1165468"/>
                  </a:lnTo>
                  <a:lnTo>
                    <a:pt x="1267347" y="1160790"/>
                  </a:lnTo>
                  <a:lnTo>
                    <a:pt x="1268015" y="1167820"/>
                  </a:lnTo>
                  <a:lnTo>
                    <a:pt x="1268683" y="1199227"/>
                  </a:lnTo>
                  <a:lnTo>
                    <a:pt x="1269351" y="1211739"/>
                  </a:lnTo>
                  <a:lnTo>
                    <a:pt x="1270019" y="1232293"/>
                  </a:lnTo>
                  <a:lnTo>
                    <a:pt x="1270687" y="1232293"/>
                  </a:lnTo>
                  <a:lnTo>
                    <a:pt x="1271355" y="1232293"/>
                  </a:lnTo>
                  <a:lnTo>
                    <a:pt x="1272024" y="1240177"/>
                  </a:lnTo>
                  <a:lnTo>
                    <a:pt x="1272692" y="1286833"/>
                  </a:lnTo>
                  <a:lnTo>
                    <a:pt x="1273360" y="1334163"/>
                  </a:lnTo>
                  <a:lnTo>
                    <a:pt x="1274028" y="1365668"/>
                  </a:lnTo>
                  <a:lnTo>
                    <a:pt x="1274696" y="1412617"/>
                  </a:lnTo>
                  <a:lnTo>
                    <a:pt x="1275364" y="1412617"/>
                  </a:lnTo>
                  <a:lnTo>
                    <a:pt x="1276032" y="1412617"/>
                  </a:lnTo>
                  <a:lnTo>
                    <a:pt x="1276700" y="1437480"/>
                  </a:lnTo>
                  <a:lnTo>
                    <a:pt x="1277368" y="1498310"/>
                  </a:lnTo>
                  <a:lnTo>
                    <a:pt x="1278036" y="1570146"/>
                  </a:lnTo>
                  <a:lnTo>
                    <a:pt x="1278704" y="1626317"/>
                  </a:lnTo>
                  <a:lnTo>
                    <a:pt x="1279372" y="1666771"/>
                  </a:lnTo>
                  <a:lnTo>
                    <a:pt x="1280040" y="1666771"/>
                  </a:lnTo>
                  <a:lnTo>
                    <a:pt x="1280708" y="1666771"/>
                  </a:lnTo>
                  <a:lnTo>
                    <a:pt x="1281376" y="1666771"/>
                  </a:lnTo>
                  <a:lnTo>
                    <a:pt x="1282044" y="1666771"/>
                  </a:lnTo>
                  <a:lnTo>
                    <a:pt x="1282712" y="1666771"/>
                  </a:lnTo>
                  <a:lnTo>
                    <a:pt x="1283380" y="1666771"/>
                  </a:lnTo>
                  <a:lnTo>
                    <a:pt x="1284048" y="1666771"/>
                  </a:lnTo>
                  <a:lnTo>
                    <a:pt x="1284716" y="1666771"/>
                  </a:lnTo>
                  <a:lnTo>
                    <a:pt x="1285384" y="1666771"/>
                  </a:lnTo>
                  <a:lnTo>
                    <a:pt x="1286052" y="1611795"/>
                  </a:lnTo>
                  <a:lnTo>
                    <a:pt x="1286720" y="1570146"/>
                  </a:lnTo>
                  <a:lnTo>
                    <a:pt x="1287388" y="1570146"/>
                  </a:lnTo>
                  <a:lnTo>
                    <a:pt x="1288056" y="1570146"/>
                  </a:lnTo>
                  <a:lnTo>
                    <a:pt x="1288724" y="1565685"/>
                  </a:lnTo>
                  <a:lnTo>
                    <a:pt x="1289392" y="1486446"/>
                  </a:lnTo>
                  <a:lnTo>
                    <a:pt x="1290060" y="1486446"/>
                  </a:lnTo>
                  <a:lnTo>
                    <a:pt x="1290728" y="1405691"/>
                  </a:lnTo>
                  <a:lnTo>
                    <a:pt x="1291396" y="1346575"/>
                  </a:lnTo>
                  <a:lnTo>
                    <a:pt x="1292064" y="1346575"/>
                  </a:lnTo>
                  <a:lnTo>
                    <a:pt x="1292732" y="1346575"/>
                  </a:lnTo>
                  <a:lnTo>
                    <a:pt x="1293400" y="1346575"/>
                  </a:lnTo>
                  <a:lnTo>
                    <a:pt x="1294068" y="1346575"/>
                  </a:lnTo>
                  <a:lnTo>
                    <a:pt x="1294736" y="1346575"/>
                  </a:lnTo>
                  <a:lnTo>
                    <a:pt x="1295404" y="1346575"/>
                  </a:lnTo>
                  <a:lnTo>
                    <a:pt x="1296073" y="1382035"/>
                  </a:lnTo>
                  <a:lnTo>
                    <a:pt x="1296741" y="1412617"/>
                  </a:lnTo>
                  <a:lnTo>
                    <a:pt x="1297409" y="1412617"/>
                  </a:lnTo>
                  <a:lnTo>
                    <a:pt x="1298077" y="1535329"/>
                  </a:lnTo>
                  <a:lnTo>
                    <a:pt x="1298745" y="1507933"/>
                  </a:lnTo>
                  <a:lnTo>
                    <a:pt x="1299413" y="1484841"/>
                  </a:lnTo>
                  <a:lnTo>
                    <a:pt x="1300081" y="1485416"/>
                  </a:lnTo>
                  <a:lnTo>
                    <a:pt x="1300749" y="1551458"/>
                  </a:lnTo>
                  <a:lnTo>
                    <a:pt x="1301417" y="1611201"/>
                  </a:lnTo>
                  <a:lnTo>
                    <a:pt x="1302085" y="1611201"/>
                  </a:lnTo>
                  <a:lnTo>
                    <a:pt x="1302753" y="1597424"/>
                  </a:lnTo>
                  <a:lnTo>
                    <a:pt x="1303421" y="1482573"/>
                  </a:lnTo>
                  <a:lnTo>
                    <a:pt x="1304089" y="1357047"/>
                  </a:lnTo>
                  <a:lnTo>
                    <a:pt x="1304757" y="1314420"/>
                  </a:lnTo>
                  <a:lnTo>
                    <a:pt x="1305425" y="1291005"/>
                  </a:lnTo>
                  <a:lnTo>
                    <a:pt x="1306093" y="1291005"/>
                  </a:lnTo>
                  <a:lnTo>
                    <a:pt x="1306761" y="1291005"/>
                  </a:lnTo>
                  <a:lnTo>
                    <a:pt x="1307429" y="1260422"/>
                  </a:lnTo>
                  <a:lnTo>
                    <a:pt x="1308097" y="1267021"/>
                  </a:lnTo>
                  <a:lnTo>
                    <a:pt x="1308765" y="1243718"/>
                  </a:lnTo>
                  <a:lnTo>
                    <a:pt x="1309433" y="1248002"/>
                  </a:lnTo>
                  <a:lnTo>
                    <a:pt x="1310101" y="1092422"/>
                  </a:lnTo>
                  <a:lnTo>
                    <a:pt x="1310769" y="1063832"/>
                  </a:lnTo>
                  <a:lnTo>
                    <a:pt x="1311437" y="1013967"/>
                  </a:lnTo>
                  <a:lnTo>
                    <a:pt x="1312105" y="1013967"/>
                  </a:lnTo>
                  <a:lnTo>
                    <a:pt x="1312773" y="1021385"/>
                  </a:lnTo>
                  <a:lnTo>
                    <a:pt x="1313441" y="1063832"/>
                  </a:lnTo>
                  <a:lnTo>
                    <a:pt x="1314109" y="1158464"/>
                  </a:lnTo>
                  <a:lnTo>
                    <a:pt x="1314777" y="1204202"/>
                  </a:lnTo>
                  <a:lnTo>
                    <a:pt x="1315445" y="1232293"/>
                  </a:lnTo>
                  <a:lnTo>
                    <a:pt x="1316113" y="1191839"/>
                  </a:lnTo>
                  <a:lnTo>
                    <a:pt x="1316781" y="1182120"/>
                  </a:lnTo>
                  <a:lnTo>
                    <a:pt x="1317449" y="1219368"/>
                  </a:lnTo>
                  <a:lnTo>
                    <a:pt x="1318117" y="1234910"/>
                  </a:lnTo>
                  <a:lnTo>
                    <a:pt x="1318785" y="1289689"/>
                  </a:lnTo>
                  <a:lnTo>
                    <a:pt x="1319453" y="1346575"/>
                  </a:lnTo>
                  <a:lnTo>
                    <a:pt x="1320121" y="1340338"/>
                  </a:lnTo>
                  <a:lnTo>
                    <a:pt x="1320790" y="1292557"/>
                  </a:lnTo>
                  <a:lnTo>
                    <a:pt x="1321458" y="1346575"/>
                  </a:lnTo>
                  <a:lnTo>
                    <a:pt x="1322126" y="1295439"/>
                  </a:lnTo>
                  <a:lnTo>
                    <a:pt x="1322794" y="1245489"/>
                  </a:lnTo>
                  <a:lnTo>
                    <a:pt x="1323462" y="1258970"/>
                  </a:lnTo>
                  <a:lnTo>
                    <a:pt x="1324130" y="1186961"/>
                  </a:lnTo>
                  <a:lnTo>
                    <a:pt x="1324798" y="1144687"/>
                  </a:lnTo>
                  <a:lnTo>
                    <a:pt x="1325466" y="1288292"/>
                  </a:lnTo>
                  <a:lnTo>
                    <a:pt x="1326134" y="1255812"/>
                  </a:lnTo>
                  <a:lnTo>
                    <a:pt x="1326802" y="1214397"/>
                  </a:lnTo>
                  <a:lnTo>
                    <a:pt x="1327470" y="1212550"/>
                  </a:lnTo>
                  <a:lnTo>
                    <a:pt x="1328138" y="1185489"/>
                  </a:lnTo>
                  <a:lnTo>
                    <a:pt x="1328806" y="1176722"/>
                  </a:lnTo>
                  <a:lnTo>
                    <a:pt x="1329474" y="1159548"/>
                  </a:lnTo>
                  <a:lnTo>
                    <a:pt x="1330142" y="1050938"/>
                  </a:lnTo>
                  <a:lnTo>
                    <a:pt x="1330810" y="1194777"/>
                  </a:lnTo>
                  <a:lnTo>
                    <a:pt x="1331478" y="1230195"/>
                  </a:lnTo>
                  <a:lnTo>
                    <a:pt x="1332146" y="1256094"/>
                  </a:lnTo>
                  <a:lnTo>
                    <a:pt x="1332814" y="1277782"/>
                  </a:lnTo>
                  <a:lnTo>
                    <a:pt x="1333482" y="1294278"/>
                  </a:lnTo>
                  <a:lnTo>
                    <a:pt x="1334150" y="1335735"/>
                  </a:lnTo>
                  <a:lnTo>
                    <a:pt x="1334818" y="1306089"/>
                  </a:lnTo>
                  <a:lnTo>
                    <a:pt x="1335486" y="1268662"/>
                  </a:lnTo>
                  <a:lnTo>
                    <a:pt x="1336154" y="1306266"/>
                  </a:lnTo>
                  <a:lnTo>
                    <a:pt x="1336822" y="1107554"/>
                  </a:lnTo>
                  <a:lnTo>
                    <a:pt x="1337490" y="1230195"/>
                  </a:lnTo>
                  <a:lnTo>
                    <a:pt x="1338158" y="1224253"/>
                  </a:lnTo>
                  <a:lnTo>
                    <a:pt x="1338826" y="1170319"/>
                  </a:lnTo>
                  <a:lnTo>
                    <a:pt x="1339494" y="1179995"/>
                  </a:lnTo>
                  <a:lnTo>
                    <a:pt x="1340162" y="1223241"/>
                  </a:lnTo>
                  <a:lnTo>
                    <a:pt x="1340830" y="1228704"/>
                  </a:lnTo>
                  <a:lnTo>
                    <a:pt x="1341498" y="1173172"/>
                  </a:lnTo>
                  <a:lnTo>
                    <a:pt x="1342166" y="1144154"/>
                  </a:lnTo>
                  <a:lnTo>
                    <a:pt x="1342834" y="963333"/>
                  </a:lnTo>
                  <a:lnTo>
                    <a:pt x="1343502" y="890882"/>
                  </a:lnTo>
                  <a:lnTo>
                    <a:pt x="1344170" y="855483"/>
                  </a:lnTo>
                  <a:lnTo>
                    <a:pt x="1344838" y="882115"/>
                  </a:lnTo>
                  <a:lnTo>
                    <a:pt x="1345507" y="922569"/>
                  </a:lnTo>
                  <a:lnTo>
                    <a:pt x="1346175" y="941422"/>
                  </a:lnTo>
                  <a:lnTo>
                    <a:pt x="1346843" y="1024439"/>
                  </a:lnTo>
                  <a:lnTo>
                    <a:pt x="1347511" y="1032241"/>
                  </a:lnTo>
                  <a:lnTo>
                    <a:pt x="1348179" y="1026568"/>
                  </a:lnTo>
                  <a:lnTo>
                    <a:pt x="1348847" y="1023751"/>
                  </a:lnTo>
                  <a:lnTo>
                    <a:pt x="1349515" y="1004378"/>
                  </a:lnTo>
                  <a:lnTo>
                    <a:pt x="1350183" y="1029398"/>
                  </a:lnTo>
                  <a:lnTo>
                    <a:pt x="1350851" y="1044664"/>
                  </a:lnTo>
                  <a:lnTo>
                    <a:pt x="1351519" y="1080098"/>
                  </a:lnTo>
                  <a:lnTo>
                    <a:pt x="1352187" y="1086096"/>
                  </a:lnTo>
                  <a:lnTo>
                    <a:pt x="1352855" y="1152808"/>
                  </a:lnTo>
                  <a:lnTo>
                    <a:pt x="1353523" y="1260422"/>
                  </a:lnTo>
                  <a:lnTo>
                    <a:pt x="1354191" y="1312255"/>
                  </a:lnTo>
                  <a:lnTo>
                    <a:pt x="1354859" y="1334251"/>
                  </a:lnTo>
                  <a:lnTo>
                    <a:pt x="1355527" y="1250551"/>
                  </a:lnTo>
                  <a:lnTo>
                    <a:pt x="1356195" y="1212550"/>
                  </a:lnTo>
                  <a:lnTo>
                    <a:pt x="1356863" y="1212550"/>
                  </a:lnTo>
                  <a:lnTo>
                    <a:pt x="1357531" y="1189031"/>
                  </a:lnTo>
                  <a:lnTo>
                    <a:pt x="1358199" y="1181968"/>
                  </a:lnTo>
                  <a:lnTo>
                    <a:pt x="1358867" y="1218290"/>
                  </a:lnTo>
                  <a:lnTo>
                    <a:pt x="1359535" y="1231854"/>
                  </a:lnTo>
                  <a:lnTo>
                    <a:pt x="1360203" y="1257850"/>
                  </a:lnTo>
                  <a:lnTo>
                    <a:pt x="1360871" y="1256388"/>
                  </a:lnTo>
                  <a:lnTo>
                    <a:pt x="1361539" y="1096615"/>
                  </a:lnTo>
                  <a:lnTo>
                    <a:pt x="1362207" y="1092422"/>
                  </a:lnTo>
                  <a:lnTo>
                    <a:pt x="1362875" y="999389"/>
                  </a:lnTo>
                  <a:lnTo>
                    <a:pt x="1363543" y="919982"/>
                  </a:lnTo>
                  <a:lnTo>
                    <a:pt x="1364211" y="912097"/>
                  </a:lnTo>
                  <a:lnTo>
                    <a:pt x="1364879" y="843865"/>
                  </a:lnTo>
                  <a:lnTo>
                    <a:pt x="1365547" y="881515"/>
                  </a:lnTo>
                  <a:lnTo>
                    <a:pt x="1366215" y="912097"/>
                  </a:lnTo>
                  <a:lnTo>
                    <a:pt x="1366883" y="912097"/>
                  </a:lnTo>
                  <a:lnTo>
                    <a:pt x="1367551" y="932807"/>
                  </a:lnTo>
                  <a:lnTo>
                    <a:pt x="1368219" y="955903"/>
                  </a:lnTo>
                  <a:lnTo>
                    <a:pt x="1368887" y="874097"/>
                  </a:lnTo>
                  <a:lnTo>
                    <a:pt x="1369556" y="815025"/>
                  </a:lnTo>
                  <a:lnTo>
                    <a:pt x="1370224" y="793909"/>
                  </a:lnTo>
                  <a:lnTo>
                    <a:pt x="1370892" y="792613"/>
                  </a:lnTo>
                  <a:lnTo>
                    <a:pt x="1371560" y="758586"/>
                  </a:lnTo>
                  <a:lnTo>
                    <a:pt x="1372228" y="696729"/>
                  </a:lnTo>
                  <a:lnTo>
                    <a:pt x="1372896" y="693403"/>
                  </a:lnTo>
                  <a:lnTo>
                    <a:pt x="1373564" y="738072"/>
                  </a:lnTo>
                  <a:lnTo>
                    <a:pt x="1374232" y="747642"/>
                  </a:lnTo>
                  <a:lnTo>
                    <a:pt x="1374900" y="772227"/>
                  </a:lnTo>
                  <a:lnTo>
                    <a:pt x="1375568" y="745236"/>
                  </a:lnTo>
                  <a:lnTo>
                    <a:pt x="1376236" y="694510"/>
                  </a:lnTo>
                  <a:lnTo>
                    <a:pt x="1376904" y="616511"/>
                  </a:lnTo>
                  <a:lnTo>
                    <a:pt x="1377572" y="570338"/>
                  </a:lnTo>
                  <a:lnTo>
                    <a:pt x="1378240" y="501577"/>
                  </a:lnTo>
                  <a:lnTo>
                    <a:pt x="1378908" y="509771"/>
                  </a:lnTo>
                  <a:lnTo>
                    <a:pt x="1379576" y="703554"/>
                  </a:lnTo>
                  <a:lnTo>
                    <a:pt x="1380244" y="714043"/>
                  </a:lnTo>
                  <a:lnTo>
                    <a:pt x="1380912" y="682502"/>
                  </a:lnTo>
                  <a:lnTo>
                    <a:pt x="1381580" y="660724"/>
                  </a:lnTo>
                  <a:lnTo>
                    <a:pt x="1382248" y="692876"/>
                  </a:lnTo>
                  <a:lnTo>
                    <a:pt x="1382916" y="720849"/>
                  </a:lnTo>
                  <a:lnTo>
                    <a:pt x="1383584" y="715821"/>
                  </a:lnTo>
                  <a:lnTo>
                    <a:pt x="1384252" y="708354"/>
                  </a:lnTo>
                  <a:lnTo>
                    <a:pt x="1384920" y="714154"/>
                  </a:lnTo>
                  <a:lnTo>
                    <a:pt x="1385588" y="710833"/>
                  </a:lnTo>
                  <a:lnTo>
                    <a:pt x="1386256" y="708354"/>
                  </a:lnTo>
                  <a:lnTo>
                    <a:pt x="1386924" y="704244"/>
                  </a:lnTo>
                  <a:lnTo>
                    <a:pt x="1387592" y="676202"/>
                  </a:lnTo>
                  <a:lnTo>
                    <a:pt x="1388260" y="710833"/>
                  </a:lnTo>
                  <a:lnTo>
                    <a:pt x="1388928" y="743988"/>
                  </a:lnTo>
                  <a:lnTo>
                    <a:pt x="1389596" y="744937"/>
                  </a:lnTo>
                  <a:lnTo>
                    <a:pt x="1390264" y="764001"/>
                  </a:lnTo>
                  <a:lnTo>
                    <a:pt x="1390932" y="653779"/>
                  </a:lnTo>
                  <a:lnTo>
                    <a:pt x="1391600" y="734521"/>
                  </a:lnTo>
                  <a:lnTo>
                    <a:pt x="1392268" y="751269"/>
                  </a:lnTo>
                  <a:lnTo>
                    <a:pt x="1392936" y="747642"/>
                  </a:lnTo>
                  <a:lnTo>
                    <a:pt x="1393604" y="714768"/>
                  </a:lnTo>
                  <a:lnTo>
                    <a:pt x="1394273" y="664243"/>
                  </a:lnTo>
                  <a:lnTo>
                    <a:pt x="1394941" y="674886"/>
                  </a:lnTo>
                  <a:lnTo>
                    <a:pt x="1395609" y="682444"/>
                  </a:lnTo>
                  <a:lnTo>
                    <a:pt x="1396277" y="675960"/>
                  </a:lnTo>
                  <a:lnTo>
                    <a:pt x="1396945" y="702310"/>
                  </a:lnTo>
                  <a:lnTo>
                    <a:pt x="1397613" y="752483"/>
                  </a:lnTo>
                  <a:lnTo>
                    <a:pt x="1398281" y="881561"/>
                  </a:lnTo>
                  <a:lnTo>
                    <a:pt x="1398949" y="863418"/>
                  </a:lnTo>
                  <a:lnTo>
                    <a:pt x="1399617" y="844129"/>
                  </a:lnTo>
                  <a:lnTo>
                    <a:pt x="1400285" y="799338"/>
                  </a:lnTo>
                  <a:lnTo>
                    <a:pt x="1400953" y="737075"/>
                  </a:lnTo>
                  <a:lnTo>
                    <a:pt x="1401621" y="810057"/>
                  </a:lnTo>
                  <a:lnTo>
                    <a:pt x="1402289" y="765328"/>
                  </a:lnTo>
                  <a:lnTo>
                    <a:pt x="1402957" y="755344"/>
                  </a:lnTo>
                  <a:lnTo>
                    <a:pt x="1403625" y="758180"/>
                  </a:lnTo>
                  <a:lnTo>
                    <a:pt x="1404293" y="760316"/>
                  </a:lnTo>
                  <a:lnTo>
                    <a:pt x="1404961" y="761744"/>
                  </a:lnTo>
                  <a:lnTo>
                    <a:pt x="1405629" y="778402"/>
                  </a:lnTo>
                  <a:lnTo>
                    <a:pt x="1406297" y="762459"/>
                  </a:lnTo>
                  <a:lnTo>
                    <a:pt x="1406965" y="788763"/>
                  </a:lnTo>
                  <a:lnTo>
                    <a:pt x="1407633" y="790257"/>
                  </a:lnTo>
                  <a:lnTo>
                    <a:pt x="1408301" y="811586"/>
                  </a:lnTo>
                  <a:lnTo>
                    <a:pt x="1408969" y="807771"/>
                  </a:lnTo>
                  <a:lnTo>
                    <a:pt x="1409637" y="802469"/>
                  </a:lnTo>
                  <a:lnTo>
                    <a:pt x="1410305" y="797959"/>
                  </a:lnTo>
                  <a:lnTo>
                    <a:pt x="1410973" y="823419"/>
                  </a:lnTo>
                  <a:lnTo>
                    <a:pt x="1411641" y="738524"/>
                  </a:lnTo>
                  <a:lnTo>
                    <a:pt x="1412309" y="752044"/>
                  </a:lnTo>
                  <a:lnTo>
                    <a:pt x="1412977" y="761867"/>
                  </a:lnTo>
                  <a:lnTo>
                    <a:pt x="1413645" y="784558"/>
                  </a:lnTo>
                  <a:lnTo>
                    <a:pt x="1414313" y="794888"/>
                  </a:lnTo>
                  <a:lnTo>
                    <a:pt x="1414981" y="759008"/>
                  </a:lnTo>
                  <a:lnTo>
                    <a:pt x="1415649" y="712491"/>
                  </a:lnTo>
                  <a:lnTo>
                    <a:pt x="1416317" y="731883"/>
                  </a:lnTo>
                  <a:lnTo>
                    <a:pt x="1416985" y="714987"/>
                  </a:lnTo>
                  <a:lnTo>
                    <a:pt x="1417653" y="663790"/>
                  </a:lnTo>
                  <a:lnTo>
                    <a:pt x="1418321" y="651618"/>
                  </a:lnTo>
                  <a:lnTo>
                    <a:pt x="1418990" y="657674"/>
                  </a:lnTo>
                  <a:lnTo>
                    <a:pt x="1419658" y="680132"/>
                  </a:lnTo>
                  <a:lnTo>
                    <a:pt x="1420326" y="720849"/>
                  </a:lnTo>
                  <a:lnTo>
                    <a:pt x="1420994" y="724224"/>
                  </a:lnTo>
                  <a:lnTo>
                    <a:pt x="1421662" y="709891"/>
                  </a:lnTo>
                  <a:lnTo>
                    <a:pt x="1422330" y="704681"/>
                  </a:lnTo>
                  <a:lnTo>
                    <a:pt x="1422998" y="680957"/>
                  </a:lnTo>
                  <a:lnTo>
                    <a:pt x="1423666" y="661435"/>
                  </a:lnTo>
                  <a:lnTo>
                    <a:pt x="1424334" y="666183"/>
                  </a:lnTo>
                  <a:lnTo>
                    <a:pt x="1425002" y="669190"/>
                  </a:lnTo>
                  <a:lnTo>
                    <a:pt x="1425670" y="680921"/>
                  </a:lnTo>
                  <a:lnTo>
                    <a:pt x="1426338" y="698534"/>
                  </a:lnTo>
                  <a:lnTo>
                    <a:pt x="1427006" y="714154"/>
                  </a:lnTo>
                  <a:lnTo>
                    <a:pt x="1427674" y="745736"/>
                  </a:lnTo>
                  <a:lnTo>
                    <a:pt x="1428342" y="771653"/>
                  </a:lnTo>
                  <a:lnTo>
                    <a:pt x="1429010" y="802509"/>
                  </a:lnTo>
                  <a:lnTo>
                    <a:pt x="1429678" y="796785"/>
                  </a:lnTo>
                  <a:lnTo>
                    <a:pt x="1430346" y="755441"/>
                  </a:lnTo>
                  <a:lnTo>
                    <a:pt x="1431014" y="726766"/>
                  </a:lnTo>
                  <a:lnTo>
                    <a:pt x="1431682" y="676202"/>
                  </a:lnTo>
                  <a:lnTo>
                    <a:pt x="1432350" y="638939"/>
                  </a:lnTo>
                  <a:lnTo>
                    <a:pt x="1433018" y="665759"/>
                  </a:lnTo>
                  <a:lnTo>
                    <a:pt x="1433686" y="679837"/>
                  </a:lnTo>
                  <a:lnTo>
                    <a:pt x="1434354" y="657208"/>
                  </a:lnTo>
                  <a:lnTo>
                    <a:pt x="1435022" y="509771"/>
                  </a:lnTo>
                  <a:lnTo>
                    <a:pt x="1435690" y="490283"/>
                  </a:lnTo>
                  <a:lnTo>
                    <a:pt x="1436358" y="459091"/>
                  </a:lnTo>
                  <a:lnTo>
                    <a:pt x="1437026" y="469059"/>
                  </a:lnTo>
                  <a:lnTo>
                    <a:pt x="1437694" y="495098"/>
                  </a:lnTo>
                  <a:lnTo>
                    <a:pt x="1438362" y="502392"/>
                  </a:lnTo>
                  <a:lnTo>
                    <a:pt x="1439030" y="433016"/>
                  </a:lnTo>
                  <a:lnTo>
                    <a:pt x="1439698" y="393430"/>
                  </a:lnTo>
                  <a:lnTo>
                    <a:pt x="1440366" y="384587"/>
                  </a:lnTo>
                  <a:lnTo>
                    <a:pt x="1441034" y="398934"/>
                  </a:lnTo>
                  <a:lnTo>
                    <a:pt x="1441702" y="451530"/>
                  </a:lnTo>
                  <a:lnTo>
                    <a:pt x="1442370" y="472936"/>
                  </a:lnTo>
                  <a:lnTo>
                    <a:pt x="1443038" y="477619"/>
                  </a:lnTo>
                  <a:lnTo>
                    <a:pt x="1443707" y="468287"/>
                  </a:lnTo>
                  <a:lnTo>
                    <a:pt x="1444375" y="472936"/>
                  </a:lnTo>
                  <a:lnTo>
                    <a:pt x="1445043" y="481549"/>
                  </a:lnTo>
                  <a:lnTo>
                    <a:pt x="1445711" y="503207"/>
                  </a:lnTo>
                  <a:lnTo>
                    <a:pt x="1446379" y="498329"/>
                  </a:lnTo>
                  <a:lnTo>
                    <a:pt x="1447047" y="478403"/>
                  </a:lnTo>
                  <a:lnTo>
                    <a:pt x="1447715" y="504842"/>
                  </a:lnTo>
                  <a:lnTo>
                    <a:pt x="1448383" y="527335"/>
                  </a:lnTo>
                  <a:lnTo>
                    <a:pt x="1449051" y="588776"/>
                  </a:lnTo>
                  <a:lnTo>
                    <a:pt x="1449719" y="625374"/>
                  </a:lnTo>
                  <a:lnTo>
                    <a:pt x="1450387" y="631354"/>
                  </a:lnTo>
                  <a:lnTo>
                    <a:pt x="1451055" y="600104"/>
                  </a:lnTo>
                  <a:lnTo>
                    <a:pt x="1451723" y="612612"/>
                  </a:lnTo>
                  <a:lnTo>
                    <a:pt x="1452391" y="778277"/>
                  </a:lnTo>
                  <a:lnTo>
                    <a:pt x="1453059" y="815094"/>
                  </a:lnTo>
                  <a:lnTo>
                    <a:pt x="1453727" y="980034"/>
                  </a:lnTo>
                  <a:lnTo>
                    <a:pt x="1454395" y="1013980"/>
                  </a:lnTo>
                  <a:lnTo>
                    <a:pt x="1455063" y="1005970"/>
                  </a:lnTo>
                  <a:lnTo>
                    <a:pt x="1455731" y="973080"/>
                  </a:lnTo>
                  <a:lnTo>
                    <a:pt x="1456399" y="921216"/>
                  </a:lnTo>
                  <a:lnTo>
                    <a:pt x="1457067" y="976186"/>
                  </a:lnTo>
                  <a:lnTo>
                    <a:pt x="1457735" y="899532"/>
                  </a:lnTo>
                  <a:lnTo>
                    <a:pt x="1458403" y="843491"/>
                  </a:lnTo>
                  <a:lnTo>
                    <a:pt x="1459071" y="853188"/>
                  </a:lnTo>
                  <a:lnTo>
                    <a:pt x="1459739" y="859865"/>
                  </a:lnTo>
                  <a:lnTo>
                    <a:pt x="1460407" y="898359"/>
                  </a:lnTo>
                  <a:lnTo>
                    <a:pt x="1461075" y="946753"/>
                  </a:lnTo>
                  <a:lnTo>
                    <a:pt x="1461743" y="929668"/>
                  </a:lnTo>
                  <a:lnTo>
                    <a:pt x="1462411" y="824536"/>
                  </a:lnTo>
                  <a:lnTo>
                    <a:pt x="1463079" y="869850"/>
                  </a:lnTo>
                  <a:lnTo>
                    <a:pt x="1463747" y="819568"/>
                  </a:lnTo>
                  <a:lnTo>
                    <a:pt x="1464415" y="719366"/>
                  </a:lnTo>
                  <a:lnTo>
                    <a:pt x="1465083" y="678516"/>
                  </a:lnTo>
                  <a:lnTo>
                    <a:pt x="1465751" y="723150"/>
                  </a:lnTo>
                  <a:lnTo>
                    <a:pt x="1466419" y="735867"/>
                  </a:lnTo>
                  <a:lnTo>
                    <a:pt x="1467087" y="756838"/>
                  </a:lnTo>
                  <a:lnTo>
                    <a:pt x="1467756" y="785082"/>
                  </a:lnTo>
                  <a:lnTo>
                    <a:pt x="1468424" y="812746"/>
                  </a:lnTo>
                  <a:lnTo>
                    <a:pt x="1469092" y="813511"/>
                  </a:lnTo>
                  <a:lnTo>
                    <a:pt x="1469760" y="811982"/>
                  </a:lnTo>
                  <a:lnTo>
                    <a:pt x="1470428" y="805148"/>
                  </a:lnTo>
                  <a:lnTo>
                    <a:pt x="1471096" y="800258"/>
                  </a:lnTo>
                  <a:lnTo>
                    <a:pt x="1471764" y="811982"/>
                  </a:lnTo>
                  <a:lnTo>
                    <a:pt x="1472432" y="837323"/>
                  </a:lnTo>
                  <a:lnTo>
                    <a:pt x="1473100" y="849333"/>
                  </a:lnTo>
                  <a:lnTo>
                    <a:pt x="1473768" y="860903"/>
                  </a:lnTo>
                  <a:lnTo>
                    <a:pt x="1474436" y="975074"/>
                  </a:lnTo>
                  <a:lnTo>
                    <a:pt x="1475104" y="1034976"/>
                  </a:lnTo>
                  <a:lnTo>
                    <a:pt x="1475772" y="916252"/>
                  </a:lnTo>
                  <a:lnTo>
                    <a:pt x="1476440" y="834104"/>
                  </a:lnTo>
                  <a:lnTo>
                    <a:pt x="1477108" y="834104"/>
                  </a:lnTo>
                  <a:lnTo>
                    <a:pt x="1477776" y="768477"/>
                  </a:lnTo>
                  <a:lnTo>
                    <a:pt x="1478444" y="721669"/>
                  </a:lnTo>
                  <a:lnTo>
                    <a:pt x="1479112" y="686805"/>
                  </a:lnTo>
                  <a:lnTo>
                    <a:pt x="1479780" y="585045"/>
                  </a:lnTo>
                  <a:lnTo>
                    <a:pt x="1480448" y="532445"/>
                  </a:lnTo>
                  <a:lnTo>
                    <a:pt x="1481116" y="496712"/>
                  </a:lnTo>
                  <a:lnTo>
                    <a:pt x="1481784" y="491884"/>
                  </a:lnTo>
                  <a:lnTo>
                    <a:pt x="1482452" y="459091"/>
                  </a:lnTo>
                  <a:lnTo>
                    <a:pt x="1483120" y="420017"/>
                  </a:lnTo>
                  <a:lnTo>
                    <a:pt x="1483788" y="375201"/>
                  </a:lnTo>
                  <a:lnTo>
                    <a:pt x="1484456" y="394801"/>
                  </a:lnTo>
                  <a:lnTo>
                    <a:pt x="1485124" y="393430"/>
                  </a:lnTo>
                  <a:lnTo>
                    <a:pt x="1485792" y="390695"/>
                  </a:lnTo>
                  <a:lnTo>
                    <a:pt x="1486460" y="386616"/>
                  </a:lnTo>
                  <a:lnTo>
                    <a:pt x="1487128" y="392061"/>
                  </a:lnTo>
                  <a:lnTo>
                    <a:pt x="1487796" y="381891"/>
                  </a:lnTo>
                  <a:lnTo>
                    <a:pt x="1488464" y="377200"/>
                  </a:lnTo>
                  <a:lnTo>
                    <a:pt x="1489132" y="344048"/>
                  </a:lnTo>
                  <a:lnTo>
                    <a:pt x="1489800" y="340890"/>
                  </a:lnTo>
                  <a:lnTo>
                    <a:pt x="1490468" y="342152"/>
                  </a:lnTo>
                  <a:lnTo>
                    <a:pt x="1491136" y="494016"/>
                  </a:lnTo>
                  <a:lnTo>
                    <a:pt x="1491804" y="589009"/>
                  </a:lnTo>
                  <a:lnTo>
                    <a:pt x="1492473" y="578389"/>
                  </a:lnTo>
                  <a:lnTo>
                    <a:pt x="1493141" y="642879"/>
                  </a:lnTo>
                  <a:lnTo>
                    <a:pt x="1493809" y="626392"/>
                  </a:lnTo>
                  <a:lnTo>
                    <a:pt x="1494477" y="587083"/>
                  </a:lnTo>
                  <a:lnTo>
                    <a:pt x="1495145" y="554491"/>
                  </a:lnTo>
                  <a:lnTo>
                    <a:pt x="1495813" y="509805"/>
                  </a:lnTo>
                  <a:lnTo>
                    <a:pt x="1496481" y="494788"/>
                  </a:lnTo>
                  <a:lnTo>
                    <a:pt x="1497149" y="464263"/>
                  </a:lnTo>
                  <a:lnTo>
                    <a:pt x="1497817" y="438079"/>
                  </a:lnTo>
                  <a:lnTo>
                    <a:pt x="1498485" y="410487"/>
                  </a:lnTo>
                  <a:lnTo>
                    <a:pt x="1499153" y="420737"/>
                  </a:lnTo>
                  <a:lnTo>
                    <a:pt x="1499821" y="437347"/>
                  </a:lnTo>
                  <a:lnTo>
                    <a:pt x="1500489" y="436616"/>
                  </a:lnTo>
                  <a:lnTo>
                    <a:pt x="1501157" y="365959"/>
                  </a:lnTo>
                  <a:lnTo>
                    <a:pt x="1501825" y="386360"/>
                  </a:lnTo>
                  <a:lnTo>
                    <a:pt x="1502493" y="248024"/>
                  </a:lnTo>
                  <a:lnTo>
                    <a:pt x="1503161" y="272318"/>
                  </a:lnTo>
                  <a:lnTo>
                    <a:pt x="1503829" y="115747"/>
                  </a:lnTo>
                  <a:lnTo>
                    <a:pt x="1504497" y="131335"/>
                  </a:lnTo>
                  <a:lnTo>
                    <a:pt x="1505165" y="156641"/>
                  </a:lnTo>
                  <a:lnTo>
                    <a:pt x="1505833" y="225035"/>
                  </a:lnTo>
                  <a:lnTo>
                    <a:pt x="1506501" y="252327"/>
                  </a:lnTo>
                  <a:lnTo>
                    <a:pt x="1507169" y="283731"/>
                  </a:lnTo>
                  <a:lnTo>
                    <a:pt x="1507837" y="333999"/>
                  </a:lnTo>
                  <a:lnTo>
                    <a:pt x="1508505" y="491404"/>
                  </a:lnTo>
                  <a:lnTo>
                    <a:pt x="1509173" y="497283"/>
                  </a:lnTo>
                  <a:lnTo>
                    <a:pt x="1509841" y="464768"/>
                  </a:lnTo>
                  <a:lnTo>
                    <a:pt x="1510509" y="495682"/>
                  </a:lnTo>
                  <a:lnTo>
                    <a:pt x="1511177" y="491583"/>
                  </a:lnTo>
                  <a:lnTo>
                    <a:pt x="1511845" y="455301"/>
                  </a:lnTo>
                  <a:lnTo>
                    <a:pt x="1512513" y="434712"/>
                  </a:lnTo>
                  <a:lnTo>
                    <a:pt x="1513181" y="423618"/>
                  </a:lnTo>
                  <a:lnTo>
                    <a:pt x="1513849" y="419963"/>
                  </a:lnTo>
                  <a:lnTo>
                    <a:pt x="1514517" y="442759"/>
                  </a:lnTo>
                  <a:lnTo>
                    <a:pt x="1515185" y="519467"/>
                  </a:lnTo>
                  <a:lnTo>
                    <a:pt x="1515853" y="496926"/>
                  </a:lnTo>
                  <a:lnTo>
                    <a:pt x="1516521" y="477315"/>
                  </a:lnTo>
                  <a:lnTo>
                    <a:pt x="1517190" y="469284"/>
                  </a:lnTo>
                  <a:lnTo>
                    <a:pt x="1517858" y="456124"/>
                  </a:lnTo>
                  <a:lnTo>
                    <a:pt x="1518526" y="455523"/>
                  </a:lnTo>
                  <a:lnTo>
                    <a:pt x="1519194" y="481369"/>
                  </a:lnTo>
                  <a:lnTo>
                    <a:pt x="1519862" y="505321"/>
                  </a:lnTo>
                  <a:lnTo>
                    <a:pt x="1520530" y="367552"/>
                  </a:lnTo>
                  <a:lnTo>
                    <a:pt x="1521198" y="377690"/>
                  </a:lnTo>
                  <a:lnTo>
                    <a:pt x="1521866" y="407591"/>
                  </a:lnTo>
                  <a:lnTo>
                    <a:pt x="1522534" y="459169"/>
                  </a:lnTo>
                  <a:lnTo>
                    <a:pt x="1523202" y="485774"/>
                  </a:lnTo>
                  <a:lnTo>
                    <a:pt x="1523870" y="488672"/>
                  </a:lnTo>
                  <a:lnTo>
                    <a:pt x="1524538" y="485774"/>
                  </a:lnTo>
                  <a:lnTo>
                    <a:pt x="1525206" y="523301"/>
                  </a:lnTo>
                  <a:lnTo>
                    <a:pt x="1525874" y="555752"/>
                  </a:lnTo>
                  <a:lnTo>
                    <a:pt x="1526542" y="559762"/>
                  </a:lnTo>
                  <a:lnTo>
                    <a:pt x="1527210" y="574001"/>
                  </a:lnTo>
                  <a:lnTo>
                    <a:pt x="1527878" y="629914"/>
                  </a:lnTo>
                  <a:lnTo>
                    <a:pt x="1528546" y="698795"/>
                  </a:lnTo>
                  <a:lnTo>
                    <a:pt x="1529214" y="596305"/>
                  </a:lnTo>
                  <a:lnTo>
                    <a:pt x="1529882" y="665300"/>
                  </a:lnTo>
                  <a:lnTo>
                    <a:pt x="1530550" y="697841"/>
                  </a:lnTo>
                  <a:lnTo>
                    <a:pt x="1531218" y="752483"/>
                  </a:lnTo>
                  <a:lnTo>
                    <a:pt x="1531886" y="807023"/>
                  </a:lnTo>
                  <a:lnTo>
                    <a:pt x="1532554" y="831342"/>
                  </a:lnTo>
                  <a:lnTo>
                    <a:pt x="1533222" y="759814"/>
                  </a:lnTo>
                  <a:lnTo>
                    <a:pt x="1533890" y="714768"/>
                  </a:lnTo>
                  <a:lnTo>
                    <a:pt x="1534558" y="649642"/>
                  </a:lnTo>
                  <a:lnTo>
                    <a:pt x="1535226" y="600104"/>
                  </a:lnTo>
                  <a:lnTo>
                    <a:pt x="1535894" y="566715"/>
                  </a:lnTo>
                  <a:lnTo>
                    <a:pt x="1536562" y="587841"/>
                  </a:lnTo>
                  <a:lnTo>
                    <a:pt x="1537230" y="599152"/>
                  </a:lnTo>
                  <a:lnTo>
                    <a:pt x="1537898" y="514739"/>
                  </a:lnTo>
                  <a:lnTo>
                    <a:pt x="1538566" y="445546"/>
                  </a:lnTo>
                  <a:lnTo>
                    <a:pt x="1539234" y="369900"/>
                  </a:lnTo>
                  <a:lnTo>
                    <a:pt x="1539902" y="311358"/>
                  </a:lnTo>
                  <a:lnTo>
                    <a:pt x="1540570" y="236662"/>
                  </a:lnTo>
                  <a:lnTo>
                    <a:pt x="1541238" y="192386"/>
                  </a:lnTo>
                  <a:lnTo>
                    <a:pt x="1541907" y="172811"/>
                  </a:lnTo>
                  <a:lnTo>
                    <a:pt x="1542575" y="126841"/>
                  </a:lnTo>
                  <a:lnTo>
                    <a:pt x="1543243" y="150101"/>
                  </a:lnTo>
                  <a:lnTo>
                    <a:pt x="1543911" y="167057"/>
                  </a:lnTo>
                  <a:lnTo>
                    <a:pt x="1544579" y="191393"/>
                  </a:lnTo>
                  <a:lnTo>
                    <a:pt x="1545247" y="170887"/>
                  </a:lnTo>
                  <a:lnTo>
                    <a:pt x="1545915" y="126841"/>
                  </a:lnTo>
                  <a:lnTo>
                    <a:pt x="1546583" y="266744"/>
                  </a:lnTo>
                  <a:lnTo>
                    <a:pt x="1547251" y="358898"/>
                  </a:lnTo>
                  <a:lnTo>
                    <a:pt x="1547919" y="490752"/>
                  </a:lnTo>
                  <a:lnTo>
                    <a:pt x="1548587" y="479115"/>
                  </a:lnTo>
                  <a:lnTo>
                    <a:pt x="1549255" y="472616"/>
                  </a:lnTo>
                  <a:lnTo>
                    <a:pt x="1549923" y="463881"/>
                  </a:lnTo>
                  <a:lnTo>
                    <a:pt x="1550591" y="488008"/>
                  </a:lnTo>
                  <a:lnTo>
                    <a:pt x="1551259" y="486818"/>
                  </a:lnTo>
                  <a:lnTo>
                    <a:pt x="1551927" y="451034"/>
                  </a:lnTo>
                  <a:lnTo>
                    <a:pt x="1552595" y="458559"/>
                  </a:lnTo>
                  <a:lnTo>
                    <a:pt x="1553263" y="457803"/>
                  </a:lnTo>
                  <a:lnTo>
                    <a:pt x="1553931" y="446934"/>
                  </a:lnTo>
                  <a:lnTo>
                    <a:pt x="1554599" y="446562"/>
                  </a:lnTo>
                  <a:lnTo>
                    <a:pt x="1555267" y="475439"/>
                  </a:lnTo>
                  <a:lnTo>
                    <a:pt x="1555935" y="506528"/>
                  </a:lnTo>
                  <a:lnTo>
                    <a:pt x="1556603" y="474867"/>
                  </a:lnTo>
                  <a:lnTo>
                    <a:pt x="1557271" y="533163"/>
                  </a:lnTo>
                  <a:lnTo>
                    <a:pt x="1557939" y="405444"/>
                  </a:lnTo>
                  <a:lnTo>
                    <a:pt x="1558607" y="444363"/>
                  </a:lnTo>
                  <a:lnTo>
                    <a:pt x="1559275" y="481774"/>
                  </a:lnTo>
                  <a:lnTo>
                    <a:pt x="1559943" y="339632"/>
                  </a:lnTo>
                  <a:lnTo>
                    <a:pt x="1560611" y="338376"/>
                  </a:lnTo>
                  <a:lnTo>
                    <a:pt x="1561279" y="352334"/>
                  </a:lnTo>
                  <a:lnTo>
                    <a:pt x="1561947" y="423601"/>
                  </a:lnTo>
                  <a:lnTo>
                    <a:pt x="1562615" y="450779"/>
                  </a:lnTo>
                  <a:lnTo>
                    <a:pt x="1563283" y="392745"/>
                  </a:lnTo>
                  <a:lnTo>
                    <a:pt x="1563951" y="371883"/>
                  </a:lnTo>
                  <a:lnTo>
                    <a:pt x="1564619" y="332132"/>
                  </a:lnTo>
                  <a:lnTo>
                    <a:pt x="1565287" y="358135"/>
                  </a:lnTo>
                  <a:lnTo>
                    <a:pt x="1565956" y="387294"/>
                  </a:lnTo>
                  <a:lnTo>
                    <a:pt x="1566624" y="361381"/>
                  </a:lnTo>
                  <a:lnTo>
                    <a:pt x="1567292" y="350412"/>
                  </a:lnTo>
                  <a:lnTo>
                    <a:pt x="1567960" y="350412"/>
                  </a:lnTo>
                  <a:lnTo>
                    <a:pt x="1568628" y="512226"/>
                  </a:lnTo>
                  <a:lnTo>
                    <a:pt x="1569296" y="534784"/>
                  </a:lnTo>
                  <a:lnTo>
                    <a:pt x="1569964" y="533205"/>
                  </a:lnTo>
                  <a:lnTo>
                    <a:pt x="1570632" y="550917"/>
                  </a:lnTo>
                  <a:lnTo>
                    <a:pt x="1571300" y="517803"/>
                  </a:lnTo>
                  <a:lnTo>
                    <a:pt x="1571968" y="459723"/>
                  </a:lnTo>
                  <a:lnTo>
                    <a:pt x="1572636" y="425716"/>
                  </a:lnTo>
                  <a:lnTo>
                    <a:pt x="1573304" y="435246"/>
                  </a:lnTo>
                  <a:lnTo>
                    <a:pt x="1573972" y="490417"/>
                  </a:lnTo>
                  <a:lnTo>
                    <a:pt x="1574640" y="536959"/>
                  </a:lnTo>
                  <a:lnTo>
                    <a:pt x="1575308" y="518412"/>
                  </a:lnTo>
                  <a:lnTo>
                    <a:pt x="1575976" y="544534"/>
                  </a:lnTo>
                  <a:lnTo>
                    <a:pt x="1576644" y="560615"/>
                  </a:lnTo>
                  <a:lnTo>
                    <a:pt x="1577312" y="573784"/>
                  </a:lnTo>
                  <a:lnTo>
                    <a:pt x="1577980" y="554778"/>
                  </a:lnTo>
                  <a:lnTo>
                    <a:pt x="1578648" y="548468"/>
                  </a:lnTo>
                  <a:lnTo>
                    <a:pt x="1579316" y="545832"/>
                  </a:lnTo>
                  <a:lnTo>
                    <a:pt x="1579984" y="417165"/>
                  </a:lnTo>
                  <a:lnTo>
                    <a:pt x="1580652" y="417165"/>
                  </a:lnTo>
                  <a:lnTo>
                    <a:pt x="1581320" y="475273"/>
                  </a:lnTo>
                  <a:lnTo>
                    <a:pt x="1581988" y="548029"/>
                  </a:lnTo>
                  <a:lnTo>
                    <a:pt x="1582656" y="625374"/>
                  </a:lnTo>
                  <a:lnTo>
                    <a:pt x="1583324" y="732164"/>
                  </a:lnTo>
                  <a:lnTo>
                    <a:pt x="1583992" y="725148"/>
                  </a:lnTo>
                  <a:lnTo>
                    <a:pt x="1584660" y="761044"/>
                  </a:lnTo>
                  <a:lnTo>
                    <a:pt x="1585328" y="824492"/>
                  </a:lnTo>
                  <a:lnTo>
                    <a:pt x="1585996" y="845272"/>
                  </a:lnTo>
                  <a:lnTo>
                    <a:pt x="1586664" y="896619"/>
                  </a:lnTo>
                  <a:lnTo>
                    <a:pt x="1587332" y="915239"/>
                  </a:lnTo>
                  <a:lnTo>
                    <a:pt x="1588000" y="981631"/>
                  </a:lnTo>
                  <a:lnTo>
                    <a:pt x="1588668" y="1019523"/>
                  </a:lnTo>
                  <a:lnTo>
                    <a:pt x="1589336" y="949217"/>
                  </a:lnTo>
                  <a:lnTo>
                    <a:pt x="1590004" y="992226"/>
                  </a:lnTo>
                  <a:lnTo>
                    <a:pt x="1590673" y="1057872"/>
                  </a:lnTo>
                  <a:lnTo>
                    <a:pt x="1591341" y="1077964"/>
                  </a:lnTo>
                  <a:lnTo>
                    <a:pt x="1592009" y="1109364"/>
                  </a:lnTo>
                  <a:lnTo>
                    <a:pt x="1592677" y="1032680"/>
                  </a:lnTo>
                  <a:lnTo>
                    <a:pt x="1593345" y="929576"/>
                  </a:lnTo>
                  <a:lnTo>
                    <a:pt x="1594013" y="904311"/>
                  </a:lnTo>
                  <a:lnTo>
                    <a:pt x="1594681" y="978744"/>
                  </a:lnTo>
                  <a:lnTo>
                    <a:pt x="1595349" y="868883"/>
                  </a:lnTo>
                  <a:lnTo>
                    <a:pt x="1596017" y="890001"/>
                  </a:lnTo>
                  <a:lnTo>
                    <a:pt x="1596685" y="858797"/>
                  </a:lnTo>
                  <a:lnTo>
                    <a:pt x="1597353" y="756305"/>
                  </a:lnTo>
                  <a:lnTo>
                    <a:pt x="1598021" y="736888"/>
                  </a:lnTo>
                  <a:lnTo>
                    <a:pt x="1598689" y="715608"/>
                  </a:lnTo>
                  <a:lnTo>
                    <a:pt x="1599357" y="656709"/>
                  </a:lnTo>
                  <a:lnTo>
                    <a:pt x="1600025" y="679746"/>
                  </a:lnTo>
                  <a:lnTo>
                    <a:pt x="1600693" y="629677"/>
                  </a:lnTo>
                  <a:lnTo>
                    <a:pt x="1601361" y="607851"/>
                  </a:lnTo>
                  <a:lnTo>
                    <a:pt x="1602029" y="645943"/>
                  </a:lnTo>
                  <a:lnTo>
                    <a:pt x="1602697" y="644481"/>
                  </a:lnTo>
                  <a:lnTo>
                    <a:pt x="1603365" y="642438"/>
                  </a:lnTo>
                  <a:lnTo>
                    <a:pt x="1604033" y="624069"/>
                  </a:lnTo>
                  <a:lnTo>
                    <a:pt x="1604701" y="626052"/>
                  </a:lnTo>
                  <a:lnTo>
                    <a:pt x="1605369" y="652125"/>
                  </a:lnTo>
                  <a:lnTo>
                    <a:pt x="1606037" y="623537"/>
                  </a:lnTo>
                  <a:lnTo>
                    <a:pt x="1606705" y="672438"/>
                  </a:lnTo>
                  <a:lnTo>
                    <a:pt x="1607373" y="699227"/>
                  </a:lnTo>
                  <a:lnTo>
                    <a:pt x="1608041" y="738165"/>
                  </a:lnTo>
                  <a:lnTo>
                    <a:pt x="1608709" y="694255"/>
                  </a:lnTo>
                  <a:lnTo>
                    <a:pt x="1609377" y="745343"/>
                  </a:lnTo>
                  <a:lnTo>
                    <a:pt x="1610045" y="692778"/>
                  </a:lnTo>
                  <a:lnTo>
                    <a:pt x="1610713" y="789510"/>
                  </a:lnTo>
                  <a:lnTo>
                    <a:pt x="1611381" y="870105"/>
                  </a:lnTo>
                  <a:lnTo>
                    <a:pt x="1612049" y="727617"/>
                  </a:lnTo>
                  <a:lnTo>
                    <a:pt x="1612717" y="717482"/>
                  </a:lnTo>
                  <a:lnTo>
                    <a:pt x="1613385" y="580412"/>
                  </a:lnTo>
                  <a:lnTo>
                    <a:pt x="1614053" y="679194"/>
                  </a:lnTo>
                  <a:lnTo>
                    <a:pt x="1614721" y="903140"/>
                  </a:lnTo>
                  <a:lnTo>
                    <a:pt x="1615390" y="906525"/>
                  </a:lnTo>
                  <a:lnTo>
                    <a:pt x="1616058" y="1106041"/>
                  </a:lnTo>
                  <a:lnTo>
                    <a:pt x="1616726" y="1121520"/>
                  </a:lnTo>
                  <a:lnTo>
                    <a:pt x="1617394" y="1061086"/>
                  </a:lnTo>
                  <a:lnTo>
                    <a:pt x="1618062" y="1015540"/>
                  </a:lnTo>
                  <a:lnTo>
                    <a:pt x="1618730" y="973080"/>
                  </a:lnTo>
                  <a:lnTo>
                    <a:pt x="1619398" y="971081"/>
                  </a:lnTo>
                  <a:lnTo>
                    <a:pt x="1620066" y="994468"/>
                  </a:lnTo>
                  <a:lnTo>
                    <a:pt x="1620734" y="1012334"/>
                  </a:lnTo>
                  <a:lnTo>
                    <a:pt x="1621402" y="986234"/>
                  </a:lnTo>
                  <a:lnTo>
                    <a:pt x="1622070" y="1002812"/>
                  </a:lnTo>
                  <a:lnTo>
                    <a:pt x="1622738" y="1039567"/>
                  </a:lnTo>
                  <a:lnTo>
                    <a:pt x="1623406" y="981142"/>
                  </a:lnTo>
                  <a:lnTo>
                    <a:pt x="1624074" y="921216"/>
                  </a:lnTo>
                  <a:lnTo>
                    <a:pt x="1624742" y="809254"/>
                  </a:lnTo>
                  <a:lnTo>
                    <a:pt x="1625410" y="814604"/>
                  </a:lnTo>
                  <a:lnTo>
                    <a:pt x="1626078" y="781209"/>
                  </a:lnTo>
                  <a:lnTo>
                    <a:pt x="1626746" y="639416"/>
                  </a:lnTo>
                  <a:lnTo>
                    <a:pt x="1627414" y="706812"/>
                  </a:lnTo>
                  <a:lnTo>
                    <a:pt x="1628082" y="812346"/>
                  </a:lnTo>
                  <a:lnTo>
                    <a:pt x="1628750" y="860961"/>
                  </a:lnTo>
                  <a:lnTo>
                    <a:pt x="1629418" y="881515"/>
                  </a:lnTo>
                  <a:lnTo>
                    <a:pt x="1630086" y="853781"/>
                  </a:lnTo>
                  <a:lnTo>
                    <a:pt x="1630754" y="812346"/>
                  </a:lnTo>
                  <a:lnTo>
                    <a:pt x="1631422" y="855211"/>
                  </a:lnTo>
                  <a:lnTo>
                    <a:pt x="1632090" y="881515"/>
                  </a:lnTo>
                  <a:lnTo>
                    <a:pt x="1632758" y="853781"/>
                  </a:lnTo>
                  <a:lnTo>
                    <a:pt x="1633426" y="919982"/>
                  </a:lnTo>
                  <a:lnTo>
                    <a:pt x="1634094" y="1013967"/>
                  </a:lnTo>
                  <a:lnTo>
                    <a:pt x="1634762" y="990447"/>
                  </a:lnTo>
                  <a:lnTo>
                    <a:pt x="1635430" y="945901"/>
                  </a:lnTo>
                  <a:lnTo>
                    <a:pt x="1636098" y="944249"/>
                  </a:lnTo>
                  <a:lnTo>
                    <a:pt x="1636766" y="944249"/>
                  </a:lnTo>
                  <a:lnTo>
                    <a:pt x="1637434" y="944249"/>
                  </a:lnTo>
                  <a:lnTo>
                    <a:pt x="1638102" y="907414"/>
                  </a:lnTo>
                  <a:lnTo>
                    <a:pt x="1638770" y="862407"/>
                  </a:lnTo>
                  <a:lnTo>
                    <a:pt x="1639438" y="910149"/>
                  </a:lnTo>
                  <a:lnTo>
                    <a:pt x="1640107" y="848365"/>
                  </a:lnTo>
                  <a:lnTo>
                    <a:pt x="1640775" y="773720"/>
                  </a:lnTo>
                  <a:lnTo>
                    <a:pt x="1641443" y="689666"/>
                  </a:lnTo>
                  <a:lnTo>
                    <a:pt x="1642111" y="648612"/>
                  </a:lnTo>
                  <a:lnTo>
                    <a:pt x="1642779" y="670742"/>
                  </a:lnTo>
                  <a:lnTo>
                    <a:pt x="1643447" y="678557"/>
                  </a:lnTo>
                  <a:lnTo>
                    <a:pt x="1644115" y="660724"/>
                  </a:lnTo>
                  <a:lnTo>
                    <a:pt x="1644783" y="670742"/>
                  </a:lnTo>
                  <a:lnTo>
                    <a:pt x="1645451" y="692876"/>
                  </a:lnTo>
                  <a:lnTo>
                    <a:pt x="1646119" y="708354"/>
                  </a:lnTo>
                  <a:lnTo>
                    <a:pt x="1646787" y="705063"/>
                  </a:lnTo>
                  <a:lnTo>
                    <a:pt x="1647455" y="633061"/>
                  </a:lnTo>
                  <a:lnTo>
                    <a:pt x="1648123" y="571791"/>
                  </a:lnTo>
                  <a:lnTo>
                    <a:pt x="1648791" y="553488"/>
                  </a:lnTo>
                  <a:lnTo>
                    <a:pt x="1649459" y="536042"/>
                  </a:lnTo>
                  <a:lnTo>
                    <a:pt x="1650127" y="563123"/>
                  </a:lnTo>
                  <a:lnTo>
                    <a:pt x="1650795" y="621338"/>
                  </a:lnTo>
                  <a:lnTo>
                    <a:pt x="1651463" y="513908"/>
                  </a:lnTo>
                  <a:lnTo>
                    <a:pt x="1652131" y="524795"/>
                  </a:lnTo>
                  <a:lnTo>
                    <a:pt x="1652799" y="508123"/>
                  </a:lnTo>
                  <a:lnTo>
                    <a:pt x="1653467" y="487093"/>
                  </a:lnTo>
                  <a:lnTo>
                    <a:pt x="1654135" y="497520"/>
                  </a:lnTo>
                  <a:lnTo>
                    <a:pt x="1654803" y="493489"/>
                  </a:lnTo>
                  <a:lnTo>
                    <a:pt x="1655471" y="477619"/>
                  </a:lnTo>
                  <a:lnTo>
                    <a:pt x="1656139" y="450029"/>
                  </a:lnTo>
                  <a:lnTo>
                    <a:pt x="1656807" y="441835"/>
                  </a:lnTo>
                  <a:lnTo>
                    <a:pt x="1657475" y="493489"/>
                  </a:lnTo>
                  <a:lnTo>
                    <a:pt x="1658143" y="563113"/>
                  </a:lnTo>
                  <a:lnTo>
                    <a:pt x="1658811" y="642466"/>
                  </a:lnTo>
                  <a:lnTo>
                    <a:pt x="1659479" y="761044"/>
                  </a:lnTo>
                  <a:lnTo>
                    <a:pt x="1660147" y="767232"/>
                  </a:lnTo>
                  <a:lnTo>
                    <a:pt x="1660815" y="756138"/>
                  </a:lnTo>
                  <a:lnTo>
                    <a:pt x="1661483" y="777261"/>
                  </a:lnTo>
                  <a:lnTo>
                    <a:pt x="1662151" y="849512"/>
                  </a:lnTo>
                  <a:lnTo>
                    <a:pt x="1662819" y="884507"/>
                  </a:lnTo>
                  <a:lnTo>
                    <a:pt x="1663487" y="940958"/>
                  </a:lnTo>
                  <a:lnTo>
                    <a:pt x="1664156" y="969493"/>
                  </a:lnTo>
                  <a:lnTo>
                    <a:pt x="1664824" y="1094908"/>
                  </a:lnTo>
                  <a:lnTo>
                    <a:pt x="1665492" y="1101457"/>
                  </a:lnTo>
                  <a:lnTo>
                    <a:pt x="1666160" y="1131390"/>
                  </a:lnTo>
                  <a:lnTo>
                    <a:pt x="1666828" y="1219834"/>
                  </a:lnTo>
                  <a:lnTo>
                    <a:pt x="1667496" y="1196776"/>
                  </a:lnTo>
                  <a:lnTo>
                    <a:pt x="1668164" y="1164857"/>
                  </a:lnTo>
                  <a:lnTo>
                    <a:pt x="1668832" y="1126616"/>
                  </a:lnTo>
                  <a:lnTo>
                    <a:pt x="1669500" y="1190841"/>
                  </a:lnTo>
                  <a:lnTo>
                    <a:pt x="1670168" y="1245022"/>
                  </a:lnTo>
                  <a:lnTo>
                    <a:pt x="1670836" y="1255965"/>
                  </a:lnTo>
                  <a:lnTo>
                    <a:pt x="1671504" y="1289992"/>
                  </a:lnTo>
                  <a:lnTo>
                    <a:pt x="1672172" y="1268354"/>
                  </a:lnTo>
                  <a:lnTo>
                    <a:pt x="1672840" y="1249862"/>
                  </a:lnTo>
                  <a:lnTo>
                    <a:pt x="1673508" y="1231900"/>
                  </a:lnTo>
                  <a:lnTo>
                    <a:pt x="1674176" y="1221365"/>
                  </a:lnTo>
                  <a:lnTo>
                    <a:pt x="1674844" y="1211004"/>
                  </a:lnTo>
                  <a:lnTo>
                    <a:pt x="1675512" y="1074372"/>
                  </a:lnTo>
                  <a:lnTo>
                    <a:pt x="1676180" y="1072386"/>
                  </a:lnTo>
                  <a:lnTo>
                    <a:pt x="1676848" y="1095586"/>
                  </a:lnTo>
                  <a:lnTo>
                    <a:pt x="1677516" y="1109088"/>
                  </a:lnTo>
                  <a:lnTo>
                    <a:pt x="1678184" y="1015540"/>
                  </a:lnTo>
                  <a:lnTo>
                    <a:pt x="1678852" y="1031822"/>
                  </a:lnTo>
                  <a:lnTo>
                    <a:pt x="1679520" y="1074992"/>
                  </a:lnTo>
                  <a:lnTo>
                    <a:pt x="1680188" y="876203"/>
                  </a:lnTo>
                  <a:lnTo>
                    <a:pt x="1680856" y="688997"/>
                  </a:lnTo>
                  <a:lnTo>
                    <a:pt x="1681524" y="647583"/>
                  </a:lnTo>
                  <a:lnTo>
                    <a:pt x="1682192" y="638402"/>
                  </a:lnTo>
                  <a:lnTo>
                    <a:pt x="1682860" y="648611"/>
                  </a:lnTo>
                  <a:lnTo>
                    <a:pt x="1683528" y="570338"/>
                  </a:lnTo>
                  <a:lnTo>
                    <a:pt x="1684196" y="718531"/>
                  </a:lnTo>
                  <a:lnTo>
                    <a:pt x="1684864" y="711476"/>
                  </a:lnTo>
                  <a:lnTo>
                    <a:pt x="1685532" y="751011"/>
                  </a:lnTo>
                  <a:lnTo>
                    <a:pt x="1686200" y="901108"/>
                  </a:lnTo>
                  <a:lnTo>
                    <a:pt x="1686868" y="885388"/>
                  </a:lnTo>
                  <a:lnTo>
                    <a:pt x="1687536" y="865677"/>
                  </a:lnTo>
                  <a:lnTo>
                    <a:pt x="1688204" y="865677"/>
                  </a:lnTo>
                  <a:lnTo>
                    <a:pt x="1688873" y="860636"/>
                  </a:lnTo>
                  <a:lnTo>
                    <a:pt x="1689541" y="846568"/>
                  </a:lnTo>
                  <a:lnTo>
                    <a:pt x="1690209" y="843303"/>
                  </a:lnTo>
                  <a:lnTo>
                    <a:pt x="1690877" y="818563"/>
                  </a:lnTo>
                  <a:lnTo>
                    <a:pt x="1691545" y="785785"/>
                  </a:lnTo>
                  <a:lnTo>
                    <a:pt x="1692213" y="772557"/>
                  </a:lnTo>
                  <a:lnTo>
                    <a:pt x="1692881" y="743431"/>
                  </a:lnTo>
                  <a:lnTo>
                    <a:pt x="1693549" y="785043"/>
                  </a:lnTo>
                  <a:lnTo>
                    <a:pt x="1694217" y="734619"/>
                  </a:lnTo>
                  <a:lnTo>
                    <a:pt x="1694885" y="723881"/>
                  </a:lnTo>
                  <a:lnTo>
                    <a:pt x="1695553" y="706980"/>
                  </a:lnTo>
                  <a:lnTo>
                    <a:pt x="1696221" y="560450"/>
                  </a:lnTo>
                  <a:lnTo>
                    <a:pt x="1696889" y="533504"/>
                  </a:lnTo>
                  <a:lnTo>
                    <a:pt x="1697557" y="540104"/>
                  </a:lnTo>
                  <a:lnTo>
                    <a:pt x="1698225" y="508141"/>
                  </a:lnTo>
                  <a:lnTo>
                    <a:pt x="1698893" y="480018"/>
                  </a:lnTo>
                  <a:lnTo>
                    <a:pt x="1699561" y="462503"/>
                  </a:lnTo>
                  <a:lnTo>
                    <a:pt x="1700229" y="458061"/>
                  </a:lnTo>
                  <a:lnTo>
                    <a:pt x="1700897" y="470917"/>
                  </a:lnTo>
                  <a:lnTo>
                    <a:pt x="1701565" y="493922"/>
                  </a:lnTo>
                  <a:lnTo>
                    <a:pt x="1702233" y="512954"/>
                  </a:lnTo>
                  <a:lnTo>
                    <a:pt x="1702901" y="536332"/>
                  </a:lnTo>
                  <a:lnTo>
                    <a:pt x="1703569" y="551559"/>
                  </a:lnTo>
                  <a:lnTo>
                    <a:pt x="1704237" y="589961"/>
                  </a:lnTo>
                  <a:lnTo>
                    <a:pt x="1704905" y="597051"/>
                  </a:lnTo>
                  <a:lnTo>
                    <a:pt x="1705573" y="612902"/>
                  </a:lnTo>
                  <a:lnTo>
                    <a:pt x="1706241" y="642027"/>
                  </a:lnTo>
                  <a:lnTo>
                    <a:pt x="1706909" y="643693"/>
                  </a:lnTo>
                  <a:lnTo>
                    <a:pt x="1707577" y="538459"/>
                  </a:lnTo>
                  <a:lnTo>
                    <a:pt x="1708245" y="620435"/>
                  </a:lnTo>
                  <a:lnTo>
                    <a:pt x="1708913" y="682445"/>
                  </a:lnTo>
                  <a:lnTo>
                    <a:pt x="1709581" y="735702"/>
                  </a:lnTo>
                  <a:lnTo>
                    <a:pt x="1710249" y="767232"/>
                  </a:lnTo>
                  <a:lnTo>
                    <a:pt x="1710917" y="827223"/>
                  </a:lnTo>
                  <a:lnTo>
                    <a:pt x="1711585" y="874097"/>
                  </a:lnTo>
                  <a:lnTo>
                    <a:pt x="1712253" y="832721"/>
                  </a:lnTo>
                  <a:lnTo>
                    <a:pt x="1712921" y="841061"/>
                  </a:lnTo>
                  <a:lnTo>
                    <a:pt x="1713590" y="834104"/>
                  </a:lnTo>
                  <a:lnTo>
                    <a:pt x="1714258" y="892050"/>
                  </a:lnTo>
                  <a:lnTo>
                    <a:pt x="1714926" y="929576"/>
                  </a:lnTo>
                  <a:lnTo>
                    <a:pt x="1715594" y="904311"/>
                  </a:lnTo>
                  <a:lnTo>
                    <a:pt x="1716262" y="886008"/>
                  </a:lnTo>
                  <a:lnTo>
                    <a:pt x="1716930" y="902765"/>
                  </a:lnTo>
                  <a:lnTo>
                    <a:pt x="1717598" y="807023"/>
                  </a:lnTo>
                  <a:lnTo>
                    <a:pt x="1718266" y="790028"/>
                  </a:lnTo>
                  <a:lnTo>
                    <a:pt x="1718934" y="764749"/>
                  </a:lnTo>
                  <a:lnTo>
                    <a:pt x="1719602" y="747642"/>
                  </a:lnTo>
                  <a:lnTo>
                    <a:pt x="1720270" y="744036"/>
                  </a:lnTo>
                  <a:lnTo>
                    <a:pt x="1720938" y="710209"/>
                  </a:lnTo>
                  <a:lnTo>
                    <a:pt x="1721606" y="672743"/>
                  </a:lnTo>
                  <a:lnTo>
                    <a:pt x="1722274" y="826442"/>
                  </a:lnTo>
                  <a:lnTo>
                    <a:pt x="1722942" y="824394"/>
                  </a:lnTo>
                  <a:lnTo>
                    <a:pt x="1723610" y="865759"/>
                  </a:lnTo>
                  <a:lnTo>
                    <a:pt x="1724278" y="843091"/>
                  </a:lnTo>
                  <a:lnTo>
                    <a:pt x="1724946" y="782698"/>
                  </a:lnTo>
                  <a:lnTo>
                    <a:pt x="1725614" y="792054"/>
                  </a:lnTo>
                  <a:lnTo>
                    <a:pt x="1726282" y="807320"/>
                  </a:lnTo>
                  <a:lnTo>
                    <a:pt x="1726950" y="821977"/>
                  </a:lnTo>
                  <a:lnTo>
                    <a:pt x="1727618" y="878859"/>
                  </a:lnTo>
                  <a:lnTo>
                    <a:pt x="1728286" y="869190"/>
                  </a:lnTo>
                  <a:lnTo>
                    <a:pt x="1728954" y="903140"/>
                  </a:lnTo>
                  <a:lnTo>
                    <a:pt x="1729622" y="876697"/>
                  </a:lnTo>
                  <a:lnTo>
                    <a:pt x="1730290" y="849256"/>
                  </a:lnTo>
                  <a:lnTo>
                    <a:pt x="1730958" y="790172"/>
                  </a:lnTo>
                  <a:lnTo>
                    <a:pt x="1731626" y="763495"/>
                  </a:lnTo>
                  <a:lnTo>
                    <a:pt x="1732294" y="719209"/>
                  </a:lnTo>
                  <a:lnTo>
                    <a:pt x="1732962" y="664597"/>
                  </a:lnTo>
                  <a:lnTo>
                    <a:pt x="1733630" y="639867"/>
                  </a:lnTo>
                  <a:lnTo>
                    <a:pt x="1734298" y="504024"/>
                  </a:lnTo>
                  <a:lnTo>
                    <a:pt x="1734966" y="577648"/>
                  </a:lnTo>
                  <a:lnTo>
                    <a:pt x="1735634" y="553311"/>
                  </a:lnTo>
                  <a:lnTo>
                    <a:pt x="1736302" y="511422"/>
                  </a:lnTo>
                  <a:lnTo>
                    <a:pt x="1736970" y="499139"/>
                  </a:lnTo>
                  <a:lnTo>
                    <a:pt x="1737638" y="470607"/>
                  </a:lnTo>
                  <a:lnTo>
                    <a:pt x="1738307" y="453035"/>
                  </a:lnTo>
                  <a:lnTo>
                    <a:pt x="1738975" y="416454"/>
                  </a:lnTo>
                  <a:lnTo>
                    <a:pt x="1739643" y="398934"/>
                  </a:lnTo>
                  <a:lnTo>
                    <a:pt x="1740311" y="396864"/>
                  </a:lnTo>
                  <a:lnTo>
                    <a:pt x="1740979" y="436676"/>
                  </a:lnTo>
                  <a:lnTo>
                    <a:pt x="1741647" y="486298"/>
                  </a:lnTo>
                  <a:lnTo>
                    <a:pt x="1742315" y="523951"/>
                  </a:lnTo>
                  <a:lnTo>
                    <a:pt x="1742983" y="567619"/>
                  </a:lnTo>
                  <a:lnTo>
                    <a:pt x="1743651" y="702178"/>
                  </a:lnTo>
                  <a:lnTo>
                    <a:pt x="1744319" y="708354"/>
                  </a:lnTo>
                  <a:lnTo>
                    <a:pt x="1744987" y="689666"/>
                  </a:lnTo>
                  <a:lnTo>
                    <a:pt x="1745655" y="864251"/>
                  </a:lnTo>
                  <a:lnTo>
                    <a:pt x="1746323" y="884518"/>
                  </a:lnTo>
                  <a:lnTo>
                    <a:pt x="1746991" y="842490"/>
                  </a:lnTo>
                  <a:lnTo>
                    <a:pt x="1747659" y="843303"/>
                  </a:lnTo>
                  <a:lnTo>
                    <a:pt x="1748327" y="878461"/>
                  </a:lnTo>
                  <a:lnTo>
                    <a:pt x="1748995" y="910250"/>
                  </a:lnTo>
                  <a:lnTo>
                    <a:pt x="1749663" y="952398"/>
                  </a:lnTo>
                  <a:lnTo>
                    <a:pt x="1750331" y="941830"/>
                  </a:lnTo>
                  <a:lnTo>
                    <a:pt x="1750999" y="1027492"/>
                  </a:lnTo>
                  <a:lnTo>
                    <a:pt x="1751667" y="996032"/>
                  </a:lnTo>
                  <a:lnTo>
                    <a:pt x="1752335" y="996513"/>
                  </a:lnTo>
                  <a:lnTo>
                    <a:pt x="1753003" y="966866"/>
                  </a:lnTo>
                  <a:lnTo>
                    <a:pt x="1753671" y="986462"/>
                  </a:lnTo>
                  <a:lnTo>
                    <a:pt x="1754339" y="857297"/>
                  </a:lnTo>
                  <a:lnTo>
                    <a:pt x="1755007" y="853976"/>
                  </a:lnTo>
                  <a:lnTo>
                    <a:pt x="1755675" y="862686"/>
                  </a:lnTo>
                  <a:lnTo>
                    <a:pt x="1756343" y="767107"/>
                  </a:lnTo>
                  <a:lnTo>
                    <a:pt x="1757011" y="840031"/>
                  </a:lnTo>
                  <a:lnTo>
                    <a:pt x="1757679" y="889779"/>
                  </a:lnTo>
                  <a:lnTo>
                    <a:pt x="1758347" y="899773"/>
                  </a:lnTo>
                  <a:lnTo>
                    <a:pt x="1759015" y="919096"/>
                  </a:lnTo>
                  <a:lnTo>
                    <a:pt x="1759683" y="943819"/>
                  </a:lnTo>
                  <a:lnTo>
                    <a:pt x="1760351" y="1016924"/>
                  </a:lnTo>
                  <a:lnTo>
                    <a:pt x="1761019" y="1081109"/>
                  </a:lnTo>
                  <a:lnTo>
                    <a:pt x="1761687" y="1129386"/>
                  </a:lnTo>
                  <a:lnTo>
                    <a:pt x="1762356" y="1042250"/>
                  </a:lnTo>
                  <a:lnTo>
                    <a:pt x="1763024" y="1182120"/>
                  </a:lnTo>
                  <a:lnTo>
                    <a:pt x="1763692" y="1264444"/>
                  </a:lnTo>
                  <a:lnTo>
                    <a:pt x="1764360" y="1459606"/>
                  </a:lnTo>
                  <a:lnTo>
                    <a:pt x="1765028" y="1570146"/>
                  </a:lnTo>
                  <a:lnTo>
                    <a:pt x="1765696" y="1636188"/>
                  </a:lnTo>
                  <a:lnTo>
                    <a:pt x="1766364" y="1666771"/>
                  </a:lnTo>
                  <a:lnTo>
                    <a:pt x="1767032" y="1666771"/>
                  </a:lnTo>
                  <a:lnTo>
                    <a:pt x="1767700" y="1666771"/>
                  </a:lnTo>
                  <a:lnTo>
                    <a:pt x="1768368" y="1611795"/>
                  </a:lnTo>
                  <a:lnTo>
                    <a:pt x="1769036" y="1570146"/>
                  </a:lnTo>
                  <a:lnTo>
                    <a:pt x="1769704" y="1570146"/>
                  </a:lnTo>
                  <a:lnTo>
                    <a:pt x="1770372" y="1548150"/>
                  </a:lnTo>
                  <a:lnTo>
                    <a:pt x="1771040" y="1486446"/>
                  </a:lnTo>
                  <a:lnTo>
                    <a:pt x="1771708" y="1474802"/>
                  </a:lnTo>
                  <a:lnTo>
                    <a:pt x="1772376" y="1359239"/>
                  </a:lnTo>
                  <a:lnTo>
                    <a:pt x="1773044" y="1275539"/>
                  </a:lnTo>
                  <a:lnTo>
                    <a:pt x="1773712" y="1186961"/>
                  </a:lnTo>
                  <a:lnTo>
                    <a:pt x="1774380" y="1182120"/>
                  </a:lnTo>
                  <a:lnTo>
                    <a:pt x="1775048" y="1174929"/>
                  </a:lnTo>
                  <a:lnTo>
                    <a:pt x="1775716" y="1135668"/>
                  </a:lnTo>
                  <a:lnTo>
                    <a:pt x="1776384" y="1105085"/>
                  </a:lnTo>
                  <a:lnTo>
                    <a:pt x="1777052" y="1092422"/>
                  </a:lnTo>
                  <a:lnTo>
                    <a:pt x="1777720" y="1021385"/>
                  </a:lnTo>
                  <a:lnTo>
                    <a:pt x="1778388" y="937685"/>
                  </a:lnTo>
                  <a:lnTo>
                    <a:pt x="1779056" y="931190"/>
                  </a:lnTo>
                  <a:lnTo>
                    <a:pt x="1779724" y="912097"/>
                  </a:lnTo>
                  <a:lnTo>
                    <a:pt x="1780392" y="895092"/>
                  </a:lnTo>
                  <a:lnTo>
                    <a:pt x="1781060" y="886008"/>
                  </a:lnTo>
                  <a:lnTo>
                    <a:pt x="1781728" y="862407"/>
                  </a:lnTo>
                  <a:lnTo>
                    <a:pt x="1782396" y="856643"/>
                  </a:lnTo>
                  <a:lnTo>
                    <a:pt x="1783064" y="887513"/>
                  </a:lnTo>
                  <a:lnTo>
                    <a:pt x="1783732" y="918397"/>
                  </a:lnTo>
                  <a:lnTo>
                    <a:pt x="1784400" y="912097"/>
                  </a:lnTo>
                  <a:lnTo>
                    <a:pt x="1785068" y="892050"/>
                  </a:lnTo>
                  <a:lnTo>
                    <a:pt x="1785736" y="868225"/>
                  </a:lnTo>
                  <a:lnTo>
                    <a:pt x="1786404" y="855211"/>
                  </a:lnTo>
                  <a:lnTo>
                    <a:pt x="1787073" y="846682"/>
                  </a:lnTo>
                  <a:lnTo>
                    <a:pt x="1787741" y="875573"/>
                  </a:lnTo>
                  <a:lnTo>
                    <a:pt x="1788409" y="969493"/>
                  </a:lnTo>
                  <a:lnTo>
                    <a:pt x="1789077" y="992226"/>
                  </a:lnTo>
                  <a:lnTo>
                    <a:pt x="1789745" y="985143"/>
                  </a:lnTo>
                  <a:lnTo>
                    <a:pt x="1790413" y="1006636"/>
                  </a:lnTo>
                  <a:lnTo>
                    <a:pt x="1791081" y="1046119"/>
                  </a:lnTo>
                  <a:lnTo>
                    <a:pt x="1791749" y="1084120"/>
                  </a:lnTo>
                  <a:lnTo>
                    <a:pt x="1792417" y="1165468"/>
                  </a:lnTo>
                  <a:lnTo>
                    <a:pt x="1793085" y="1182120"/>
                  </a:lnTo>
                  <a:lnTo>
                    <a:pt x="1793753" y="1216815"/>
                  </a:lnTo>
                  <a:lnTo>
                    <a:pt x="1794421" y="1232293"/>
                  </a:lnTo>
                  <a:lnTo>
                    <a:pt x="1795089" y="1455425"/>
                  </a:lnTo>
                  <a:lnTo>
                    <a:pt x="1795757" y="1555322"/>
                  </a:lnTo>
                  <a:lnTo>
                    <a:pt x="1796425" y="1654446"/>
                  </a:lnTo>
                  <a:lnTo>
                    <a:pt x="1797093" y="1668810"/>
                  </a:lnTo>
                  <a:lnTo>
                    <a:pt x="1797761" y="1668810"/>
                  </a:lnTo>
                  <a:lnTo>
                    <a:pt x="1798429" y="1668810"/>
                  </a:lnTo>
                  <a:lnTo>
                    <a:pt x="1799097" y="1668810"/>
                  </a:lnTo>
                  <a:lnTo>
                    <a:pt x="1799765" y="1668810"/>
                  </a:lnTo>
                  <a:lnTo>
                    <a:pt x="1800433" y="1668810"/>
                  </a:lnTo>
                  <a:lnTo>
                    <a:pt x="1801101" y="1668810"/>
                  </a:lnTo>
                  <a:lnTo>
                    <a:pt x="1801769" y="1668810"/>
                  </a:lnTo>
                  <a:lnTo>
                    <a:pt x="1802437" y="1668810"/>
                  </a:lnTo>
                  <a:lnTo>
                    <a:pt x="1803105" y="1638369"/>
                  </a:lnTo>
                  <a:lnTo>
                    <a:pt x="1803773" y="1574019"/>
                  </a:lnTo>
                  <a:lnTo>
                    <a:pt x="1804441" y="1574019"/>
                  </a:lnTo>
                  <a:lnTo>
                    <a:pt x="1805109" y="1565495"/>
                  </a:lnTo>
                  <a:lnTo>
                    <a:pt x="1805777" y="1507210"/>
                  </a:lnTo>
                  <a:lnTo>
                    <a:pt x="1806445" y="1380704"/>
                  </a:lnTo>
                  <a:lnTo>
                    <a:pt x="1807113" y="1338744"/>
                  </a:lnTo>
                  <a:lnTo>
                    <a:pt x="1807781" y="1280644"/>
                  </a:lnTo>
                  <a:lnTo>
                    <a:pt x="1808449" y="1270452"/>
                  </a:lnTo>
                  <a:lnTo>
                    <a:pt x="1809117" y="1361580"/>
                  </a:lnTo>
                  <a:lnTo>
                    <a:pt x="1809785" y="1335586"/>
                  </a:lnTo>
                  <a:lnTo>
                    <a:pt x="1810453" y="1306089"/>
                  </a:lnTo>
                  <a:lnTo>
                    <a:pt x="1811121" y="1285975"/>
                  </a:lnTo>
                  <a:lnTo>
                    <a:pt x="1811790" y="1236819"/>
                  </a:lnTo>
                  <a:lnTo>
                    <a:pt x="1812458" y="1212880"/>
                  </a:lnTo>
                  <a:lnTo>
                    <a:pt x="1813126" y="1152738"/>
                  </a:lnTo>
                  <a:lnTo>
                    <a:pt x="1813794" y="1058786"/>
                  </a:lnTo>
                  <a:lnTo>
                    <a:pt x="1814462" y="1057706"/>
                  </a:lnTo>
                  <a:lnTo>
                    <a:pt x="1815130" y="970269"/>
                  </a:lnTo>
                  <a:lnTo>
                    <a:pt x="1815798" y="907855"/>
                  </a:lnTo>
                  <a:lnTo>
                    <a:pt x="1816466" y="839381"/>
                  </a:lnTo>
                  <a:lnTo>
                    <a:pt x="1817134" y="782298"/>
                  </a:lnTo>
                  <a:lnTo>
                    <a:pt x="1817802" y="741170"/>
                  </a:lnTo>
                  <a:lnTo>
                    <a:pt x="1818470" y="751352"/>
                  </a:lnTo>
                  <a:lnTo>
                    <a:pt x="1819138" y="778274"/>
                  </a:lnTo>
                  <a:lnTo>
                    <a:pt x="1819806" y="795224"/>
                  </a:lnTo>
                  <a:lnTo>
                    <a:pt x="1820474" y="697276"/>
                  </a:lnTo>
                  <a:lnTo>
                    <a:pt x="1821142" y="705063"/>
                  </a:lnTo>
                  <a:lnTo>
                    <a:pt x="1821810" y="735974"/>
                  </a:lnTo>
                  <a:lnTo>
                    <a:pt x="1822478" y="776609"/>
                  </a:lnTo>
                  <a:lnTo>
                    <a:pt x="1823146" y="660724"/>
                  </a:lnTo>
                  <a:lnTo>
                    <a:pt x="1823814" y="730173"/>
                  </a:lnTo>
                  <a:lnTo>
                    <a:pt x="1824482" y="805260"/>
                  </a:lnTo>
                  <a:lnTo>
                    <a:pt x="1825150" y="916772"/>
                  </a:lnTo>
                  <a:lnTo>
                    <a:pt x="1825818" y="1036529"/>
                  </a:lnTo>
                  <a:lnTo>
                    <a:pt x="1826486" y="1161517"/>
                  </a:lnTo>
                  <a:lnTo>
                    <a:pt x="1827154" y="1329132"/>
                  </a:lnTo>
                  <a:lnTo>
                    <a:pt x="1827822" y="1611201"/>
                  </a:lnTo>
                  <a:lnTo>
                    <a:pt x="1828490" y="1611201"/>
                  </a:lnTo>
                  <a:lnTo>
                    <a:pt x="1829158" y="1611201"/>
                  </a:lnTo>
                  <a:lnTo>
                    <a:pt x="1829826" y="1611201"/>
                  </a:lnTo>
                  <a:lnTo>
                    <a:pt x="1830494" y="1611201"/>
                  </a:lnTo>
                  <a:lnTo>
                    <a:pt x="1831162" y="1611201"/>
                  </a:lnTo>
                  <a:lnTo>
                    <a:pt x="1831830" y="1587286"/>
                  </a:lnTo>
                  <a:lnTo>
                    <a:pt x="1832498" y="1564251"/>
                  </a:lnTo>
                  <a:lnTo>
                    <a:pt x="1833166" y="1639697"/>
                  </a:lnTo>
                  <a:lnTo>
                    <a:pt x="1833834" y="1611201"/>
                  </a:lnTo>
                  <a:lnTo>
                    <a:pt x="1834502" y="1611201"/>
                  </a:lnTo>
                  <a:lnTo>
                    <a:pt x="1835170" y="1597424"/>
                  </a:lnTo>
                  <a:lnTo>
                    <a:pt x="1835838" y="1541727"/>
                  </a:lnTo>
                  <a:lnTo>
                    <a:pt x="1836507" y="1526461"/>
                  </a:lnTo>
                  <a:lnTo>
                    <a:pt x="1837175" y="1576336"/>
                  </a:lnTo>
                  <a:lnTo>
                    <a:pt x="1837843" y="1412617"/>
                  </a:lnTo>
                  <a:lnTo>
                    <a:pt x="1838511" y="1412617"/>
                  </a:lnTo>
                  <a:lnTo>
                    <a:pt x="1839179" y="1412617"/>
                  </a:lnTo>
                  <a:lnTo>
                    <a:pt x="1839847" y="1412617"/>
                  </a:lnTo>
                  <a:lnTo>
                    <a:pt x="1840515" y="1385360"/>
                  </a:lnTo>
                  <a:lnTo>
                    <a:pt x="1841183" y="1346575"/>
                  </a:lnTo>
                  <a:lnTo>
                    <a:pt x="1841851" y="1368907"/>
                  </a:lnTo>
                  <a:lnTo>
                    <a:pt x="1842519" y="1412617"/>
                  </a:lnTo>
                  <a:lnTo>
                    <a:pt x="1843187" y="1416109"/>
                  </a:lnTo>
                  <a:lnTo>
                    <a:pt x="1843855" y="1486446"/>
                  </a:lnTo>
                  <a:lnTo>
                    <a:pt x="1844523" y="1486446"/>
                  </a:lnTo>
                  <a:lnTo>
                    <a:pt x="1845191" y="1502316"/>
                  </a:lnTo>
                  <a:lnTo>
                    <a:pt x="1845859" y="1570146"/>
                  </a:lnTo>
                  <a:lnTo>
                    <a:pt x="1846527" y="1543842"/>
                  </a:lnTo>
                  <a:lnTo>
                    <a:pt x="1847195" y="1486446"/>
                  </a:lnTo>
                  <a:lnTo>
                    <a:pt x="1847863" y="1486446"/>
                  </a:lnTo>
                  <a:lnTo>
                    <a:pt x="1848531" y="1486446"/>
                  </a:lnTo>
                  <a:lnTo>
                    <a:pt x="1849199" y="1486446"/>
                  </a:lnTo>
                  <a:lnTo>
                    <a:pt x="1849867" y="1486446"/>
                  </a:lnTo>
                  <a:lnTo>
                    <a:pt x="1850535" y="1518598"/>
                  </a:lnTo>
                  <a:lnTo>
                    <a:pt x="1851203" y="1490376"/>
                  </a:lnTo>
                  <a:lnTo>
                    <a:pt x="1851871" y="1467158"/>
                  </a:lnTo>
                  <a:lnTo>
                    <a:pt x="1852539" y="1412617"/>
                  </a:lnTo>
                  <a:lnTo>
                    <a:pt x="1853207" y="1412617"/>
                  </a:lnTo>
                  <a:lnTo>
                    <a:pt x="1853875" y="1412617"/>
                  </a:lnTo>
                  <a:lnTo>
                    <a:pt x="1854543" y="1412617"/>
                  </a:lnTo>
                  <a:lnTo>
                    <a:pt x="1855211" y="1412617"/>
                  </a:lnTo>
                  <a:lnTo>
                    <a:pt x="1855879" y="1412617"/>
                  </a:lnTo>
                  <a:lnTo>
                    <a:pt x="1856547" y="1433867"/>
                  </a:lnTo>
                  <a:lnTo>
                    <a:pt x="1857215" y="1486446"/>
                  </a:lnTo>
                  <a:lnTo>
                    <a:pt x="1857883" y="1448445"/>
                  </a:lnTo>
                  <a:lnTo>
                    <a:pt x="1858551" y="1343449"/>
                  </a:lnTo>
                  <a:lnTo>
                    <a:pt x="1859219" y="1286833"/>
                  </a:lnTo>
                  <a:lnTo>
                    <a:pt x="1859887" y="1286833"/>
                  </a:lnTo>
                  <a:lnTo>
                    <a:pt x="1860556" y="1267199"/>
                  </a:lnTo>
                  <a:lnTo>
                    <a:pt x="1861224" y="1237538"/>
                  </a:lnTo>
                  <a:lnTo>
                    <a:pt x="1861892" y="1224506"/>
                  </a:lnTo>
                  <a:lnTo>
                    <a:pt x="1862560" y="1199227"/>
                  </a:lnTo>
                  <a:lnTo>
                    <a:pt x="1863228" y="1109364"/>
                  </a:lnTo>
                  <a:lnTo>
                    <a:pt x="1863896" y="1090336"/>
                  </a:lnTo>
                  <a:lnTo>
                    <a:pt x="1864564" y="1051968"/>
                  </a:lnTo>
                  <a:lnTo>
                    <a:pt x="1865232" y="1051968"/>
                  </a:lnTo>
                  <a:lnTo>
                    <a:pt x="1865900" y="1051968"/>
                  </a:lnTo>
                  <a:lnTo>
                    <a:pt x="1866568" y="1044181"/>
                  </a:lnTo>
                  <a:lnTo>
                    <a:pt x="1867236" y="1013967"/>
                  </a:lnTo>
                  <a:lnTo>
                    <a:pt x="1867904" y="1032680"/>
                  </a:lnTo>
                  <a:lnTo>
                    <a:pt x="1868572" y="1053930"/>
                  </a:lnTo>
                  <a:lnTo>
                    <a:pt x="1869240" y="1051968"/>
                  </a:lnTo>
                  <a:lnTo>
                    <a:pt x="1869908" y="1051968"/>
                  </a:lnTo>
                  <a:lnTo>
                    <a:pt x="1870576" y="1034582"/>
                  </a:lnTo>
                  <a:lnTo>
                    <a:pt x="1871244" y="1086185"/>
                  </a:lnTo>
                  <a:lnTo>
                    <a:pt x="1871912" y="1109364"/>
                  </a:lnTo>
                  <a:lnTo>
                    <a:pt x="1872580" y="1165468"/>
                  </a:lnTo>
                  <a:lnTo>
                    <a:pt x="1873248" y="1264444"/>
                  </a:lnTo>
                  <a:lnTo>
                    <a:pt x="1873916" y="1242828"/>
                  </a:lnTo>
                  <a:lnTo>
                    <a:pt x="1874584" y="1245489"/>
                  </a:lnTo>
                  <a:lnTo>
                    <a:pt x="1875252" y="1165468"/>
                  </a:lnTo>
                  <a:lnTo>
                    <a:pt x="1875920" y="1122378"/>
                  </a:lnTo>
                  <a:lnTo>
                    <a:pt x="1876588" y="1233592"/>
                  </a:lnTo>
                  <a:lnTo>
                    <a:pt x="1877256" y="1272308"/>
                  </a:lnTo>
                  <a:lnTo>
                    <a:pt x="1877924" y="1287574"/>
                  </a:lnTo>
                  <a:lnTo>
                    <a:pt x="1878592" y="1314420"/>
                  </a:lnTo>
                  <a:lnTo>
                    <a:pt x="1879260" y="1334251"/>
                  </a:lnTo>
                  <a:lnTo>
                    <a:pt x="1879928" y="1334251"/>
                  </a:lnTo>
                  <a:lnTo>
                    <a:pt x="1880596" y="1371133"/>
                  </a:lnTo>
                  <a:lnTo>
                    <a:pt x="1881264" y="1334251"/>
                  </a:lnTo>
                  <a:lnTo>
                    <a:pt x="1881932" y="1291005"/>
                  </a:lnTo>
                  <a:lnTo>
                    <a:pt x="1882600" y="1231263"/>
                  </a:lnTo>
                  <a:lnTo>
                    <a:pt x="1883268" y="1276647"/>
                  </a:lnTo>
                  <a:lnTo>
                    <a:pt x="1883936" y="1288000"/>
                  </a:lnTo>
                  <a:lnTo>
                    <a:pt x="1884604" y="1377579"/>
                  </a:lnTo>
                  <a:lnTo>
                    <a:pt x="1885273" y="1392251"/>
                  </a:lnTo>
                  <a:lnTo>
                    <a:pt x="1885941" y="1393903"/>
                  </a:lnTo>
                  <a:lnTo>
                    <a:pt x="1886609" y="1412365"/>
                  </a:lnTo>
                  <a:lnTo>
                    <a:pt x="1887277" y="1377579"/>
                  </a:lnTo>
                  <a:lnTo>
                    <a:pt x="1887945" y="1242949"/>
                  </a:lnTo>
                  <a:lnTo>
                    <a:pt x="1888613" y="1159442"/>
                  </a:lnTo>
                  <a:lnTo>
                    <a:pt x="1889281" y="1146105"/>
                  </a:lnTo>
                  <a:lnTo>
                    <a:pt x="1889949" y="1077429"/>
                  </a:lnTo>
                  <a:lnTo>
                    <a:pt x="1890617" y="1010205"/>
                  </a:lnTo>
                  <a:lnTo>
                    <a:pt x="1891285" y="965120"/>
                  </a:lnTo>
                  <a:lnTo>
                    <a:pt x="1891953" y="1050015"/>
                  </a:lnTo>
                  <a:lnTo>
                    <a:pt x="1892621" y="1058674"/>
                  </a:lnTo>
                  <a:lnTo>
                    <a:pt x="1893289" y="982157"/>
                  </a:lnTo>
                  <a:lnTo>
                    <a:pt x="1893957" y="1032341"/>
                  </a:lnTo>
                  <a:lnTo>
                    <a:pt x="1894625" y="927701"/>
                  </a:lnTo>
                  <a:lnTo>
                    <a:pt x="1895293" y="926771"/>
                  </a:lnTo>
                  <a:lnTo>
                    <a:pt x="1895961" y="858130"/>
                  </a:lnTo>
                  <a:lnTo>
                    <a:pt x="1896629" y="794008"/>
                  </a:lnTo>
                  <a:lnTo>
                    <a:pt x="1897297" y="779136"/>
                  </a:lnTo>
                  <a:lnTo>
                    <a:pt x="1897965" y="779136"/>
                  </a:lnTo>
                  <a:lnTo>
                    <a:pt x="1898633" y="830412"/>
                  </a:lnTo>
                  <a:lnTo>
                    <a:pt x="1899301" y="847387"/>
                  </a:lnTo>
                  <a:lnTo>
                    <a:pt x="1899969" y="894154"/>
                  </a:lnTo>
                  <a:lnTo>
                    <a:pt x="1900637" y="935197"/>
                  </a:lnTo>
                  <a:lnTo>
                    <a:pt x="1901305" y="999353"/>
                  </a:lnTo>
                  <a:lnTo>
                    <a:pt x="1901973" y="1023566"/>
                  </a:lnTo>
                  <a:lnTo>
                    <a:pt x="1902641" y="1028956"/>
                  </a:lnTo>
                  <a:lnTo>
                    <a:pt x="1903309" y="1057755"/>
                  </a:lnTo>
                  <a:lnTo>
                    <a:pt x="1903977" y="955885"/>
                  </a:lnTo>
                  <a:lnTo>
                    <a:pt x="1904645" y="1000303"/>
                  </a:lnTo>
                  <a:lnTo>
                    <a:pt x="1905313" y="1033667"/>
                  </a:lnTo>
                  <a:lnTo>
                    <a:pt x="1905981" y="1188347"/>
                  </a:lnTo>
                  <a:lnTo>
                    <a:pt x="1906649" y="1214272"/>
                  </a:lnTo>
                  <a:lnTo>
                    <a:pt x="1907317" y="1352875"/>
                  </a:lnTo>
                  <a:lnTo>
                    <a:pt x="1907985" y="1412617"/>
                  </a:lnTo>
                  <a:lnTo>
                    <a:pt x="1908653" y="1412617"/>
                  </a:lnTo>
                  <a:lnTo>
                    <a:pt x="1909321" y="1412617"/>
                  </a:lnTo>
                  <a:lnTo>
                    <a:pt x="1909990" y="1412617"/>
                  </a:lnTo>
                  <a:lnTo>
                    <a:pt x="1910658" y="1467158"/>
                  </a:lnTo>
                  <a:lnTo>
                    <a:pt x="1911326" y="1490376"/>
                  </a:lnTo>
                  <a:lnTo>
                    <a:pt x="1911994" y="1570146"/>
                  </a:lnTo>
                  <a:lnTo>
                    <a:pt x="1912662" y="1646217"/>
                  </a:lnTo>
                  <a:lnTo>
                    <a:pt x="1913330" y="1666771"/>
                  </a:lnTo>
                  <a:lnTo>
                    <a:pt x="1913998" y="1666771"/>
                  </a:lnTo>
                  <a:lnTo>
                    <a:pt x="1914666" y="1666771"/>
                  </a:lnTo>
                  <a:lnTo>
                    <a:pt x="1915334" y="1666771"/>
                  </a:lnTo>
                  <a:lnTo>
                    <a:pt x="1916002" y="1666771"/>
                  </a:lnTo>
                  <a:lnTo>
                    <a:pt x="1916670" y="1666771"/>
                  </a:lnTo>
                  <a:lnTo>
                    <a:pt x="1917338" y="1666771"/>
                  </a:lnTo>
                  <a:lnTo>
                    <a:pt x="1918006" y="1666771"/>
                  </a:lnTo>
                  <a:lnTo>
                    <a:pt x="1918674" y="1666771"/>
                  </a:lnTo>
                  <a:lnTo>
                    <a:pt x="1919342" y="1666771"/>
                  </a:lnTo>
                  <a:lnTo>
                    <a:pt x="1920010" y="1666771"/>
                  </a:lnTo>
                  <a:lnTo>
                    <a:pt x="1920678" y="1666771"/>
                  </a:lnTo>
                  <a:lnTo>
                    <a:pt x="1921346" y="1666771"/>
                  </a:lnTo>
                  <a:lnTo>
                    <a:pt x="1922014" y="1666771"/>
                  </a:lnTo>
                  <a:lnTo>
                    <a:pt x="1922682" y="1666771"/>
                  </a:lnTo>
                  <a:lnTo>
                    <a:pt x="1923350" y="1666771"/>
                  </a:lnTo>
                  <a:lnTo>
                    <a:pt x="1924018" y="1666771"/>
                  </a:lnTo>
                  <a:lnTo>
                    <a:pt x="1924686" y="1666771"/>
                  </a:lnTo>
                  <a:lnTo>
                    <a:pt x="1925354" y="1592942"/>
                  </a:lnTo>
                  <a:lnTo>
                    <a:pt x="1926022" y="1570146"/>
                  </a:lnTo>
                  <a:lnTo>
                    <a:pt x="1926690" y="1518598"/>
                  </a:lnTo>
                  <a:lnTo>
                    <a:pt x="1927358" y="1486446"/>
                  </a:lnTo>
                  <a:lnTo>
                    <a:pt x="1928026" y="1486446"/>
                  </a:lnTo>
                  <a:lnTo>
                    <a:pt x="1928694" y="1486446"/>
                  </a:lnTo>
                  <a:lnTo>
                    <a:pt x="1929362" y="1486446"/>
                  </a:lnTo>
                  <a:lnTo>
                    <a:pt x="1930030" y="1412617"/>
                  </a:lnTo>
                  <a:lnTo>
                    <a:pt x="1930698" y="1328047"/>
                  </a:lnTo>
                  <a:lnTo>
                    <a:pt x="1931366" y="1196755"/>
                  </a:lnTo>
                  <a:lnTo>
                    <a:pt x="1932034" y="1088257"/>
                  </a:lnTo>
                  <a:lnTo>
                    <a:pt x="1932702" y="1118631"/>
                  </a:lnTo>
                  <a:lnTo>
                    <a:pt x="1933370" y="997705"/>
                  </a:lnTo>
                  <a:lnTo>
                    <a:pt x="1934039" y="1047635"/>
                  </a:lnTo>
                  <a:lnTo>
                    <a:pt x="1934707" y="970083"/>
                  </a:lnTo>
                  <a:lnTo>
                    <a:pt x="1935375" y="974082"/>
                  </a:lnTo>
                  <a:lnTo>
                    <a:pt x="1936043" y="979117"/>
                  </a:lnTo>
                  <a:lnTo>
                    <a:pt x="1936711" y="991368"/>
                  </a:lnTo>
                  <a:lnTo>
                    <a:pt x="1937379" y="999670"/>
                  </a:lnTo>
                  <a:lnTo>
                    <a:pt x="1938047" y="999670"/>
                  </a:lnTo>
                  <a:lnTo>
                    <a:pt x="1938715" y="999670"/>
                  </a:lnTo>
                  <a:lnTo>
                    <a:pt x="1939383" y="999670"/>
                  </a:lnTo>
                  <a:lnTo>
                    <a:pt x="1940051" y="1004916"/>
                  </a:lnTo>
                  <a:lnTo>
                    <a:pt x="1940719" y="994468"/>
                  </a:lnTo>
                  <a:lnTo>
                    <a:pt x="1941387" y="1036236"/>
                  </a:lnTo>
                  <a:lnTo>
                    <a:pt x="1942055" y="1091784"/>
                  </a:lnTo>
                  <a:lnTo>
                    <a:pt x="1942723" y="1186948"/>
                  </a:lnTo>
                  <a:lnTo>
                    <a:pt x="1943391" y="1180214"/>
                  </a:lnTo>
                  <a:lnTo>
                    <a:pt x="1944059" y="1303880"/>
                  </a:lnTo>
                  <a:lnTo>
                    <a:pt x="1944727" y="1313015"/>
                  </a:lnTo>
                  <a:lnTo>
                    <a:pt x="1945395" y="1346575"/>
                  </a:lnTo>
                  <a:lnTo>
                    <a:pt x="1946063" y="1346575"/>
                  </a:lnTo>
                  <a:lnTo>
                    <a:pt x="1946731" y="1346575"/>
                  </a:lnTo>
                  <a:lnTo>
                    <a:pt x="1947399" y="1346575"/>
                  </a:lnTo>
                  <a:lnTo>
                    <a:pt x="1948067" y="1346575"/>
                  </a:lnTo>
                  <a:lnTo>
                    <a:pt x="1948735" y="1346575"/>
                  </a:lnTo>
                  <a:lnTo>
                    <a:pt x="1949403" y="1301243"/>
                  </a:lnTo>
                  <a:lnTo>
                    <a:pt x="1950071" y="1321991"/>
                  </a:lnTo>
                  <a:lnTo>
                    <a:pt x="1950739" y="1382035"/>
                  </a:lnTo>
                  <a:lnTo>
                    <a:pt x="1951407" y="1412617"/>
                  </a:lnTo>
                  <a:lnTo>
                    <a:pt x="1952075" y="1412617"/>
                  </a:lnTo>
                  <a:lnTo>
                    <a:pt x="1952743" y="1412617"/>
                  </a:lnTo>
                  <a:lnTo>
                    <a:pt x="1953411" y="1628331"/>
                  </a:lnTo>
                  <a:lnTo>
                    <a:pt x="1954079" y="1592503"/>
                  </a:lnTo>
                  <a:lnTo>
                    <a:pt x="1954747" y="1611201"/>
                  </a:lnTo>
                  <a:lnTo>
                    <a:pt x="1955415" y="1611201"/>
                  </a:lnTo>
                  <a:lnTo>
                    <a:pt x="1956083" y="1529681"/>
                  </a:lnTo>
                  <a:lnTo>
                    <a:pt x="1956751" y="1485416"/>
                  </a:lnTo>
                  <a:lnTo>
                    <a:pt x="1957419" y="1390422"/>
                  </a:lnTo>
                  <a:lnTo>
                    <a:pt x="1958087" y="1334251"/>
                  </a:lnTo>
                  <a:lnTo>
                    <a:pt x="1958756" y="1334251"/>
                  </a:lnTo>
                  <a:lnTo>
                    <a:pt x="1959424" y="1303668"/>
                  </a:lnTo>
                  <a:lnTo>
                    <a:pt x="1960092" y="1219968"/>
                  </a:lnTo>
                  <a:lnTo>
                    <a:pt x="1960760" y="1250551"/>
                  </a:lnTo>
                  <a:lnTo>
                    <a:pt x="1961428" y="1250551"/>
                  </a:lnTo>
                  <a:lnTo>
                    <a:pt x="1962096" y="1221837"/>
                  </a:lnTo>
                  <a:lnTo>
                    <a:pt x="1962764" y="1176722"/>
                  </a:lnTo>
                  <a:lnTo>
                    <a:pt x="1963432" y="1170333"/>
                  </a:lnTo>
                  <a:lnTo>
                    <a:pt x="1964100" y="1179275"/>
                  </a:lnTo>
                  <a:lnTo>
                    <a:pt x="1964768" y="1066484"/>
                  </a:lnTo>
                  <a:lnTo>
                    <a:pt x="1965436" y="1072205"/>
                  </a:lnTo>
                  <a:lnTo>
                    <a:pt x="1966104" y="1087605"/>
                  </a:lnTo>
                  <a:lnTo>
                    <a:pt x="1966772" y="1110680"/>
                  </a:lnTo>
                  <a:lnTo>
                    <a:pt x="1967440" y="1169796"/>
                  </a:lnTo>
                  <a:lnTo>
                    <a:pt x="1968108" y="1212550"/>
                  </a:lnTo>
                  <a:lnTo>
                    <a:pt x="1968776" y="1205219"/>
                  </a:lnTo>
                  <a:lnTo>
                    <a:pt x="1969444" y="1225590"/>
                  </a:lnTo>
                  <a:lnTo>
                    <a:pt x="1970112" y="1284768"/>
                  </a:lnTo>
                  <a:lnTo>
                    <a:pt x="1970780" y="1250551"/>
                  </a:lnTo>
                  <a:lnTo>
                    <a:pt x="1971448" y="1250551"/>
                  </a:lnTo>
                  <a:lnTo>
                    <a:pt x="1972116" y="1280644"/>
                  </a:lnTo>
                  <a:lnTo>
                    <a:pt x="1972784" y="1334251"/>
                  </a:lnTo>
                  <a:lnTo>
                    <a:pt x="1973452" y="1334251"/>
                  </a:lnTo>
                  <a:lnTo>
                    <a:pt x="1974120" y="1352421"/>
                  </a:lnTo>
                  <a:lnTo>
                    <a:pt x="1974788" y="1484051"/>
                  </a:lnTo>
                  <a:lnTo>
                    <a:pt x="1975456" y="1515942"/>
                  </a:lnTo>
                  <a:lnTo>
                    <a:pt x="1976124" y="1412617"/>
                  </a:lnTo>
                  <a:lnTo>
                    <a:pt x="1976792" y="1412617"/>
                  </a:lnTo>
                  <a:lnTo>
                    <a:pt x="1977460" y="1388703"/>
                  </a:lnTo>
                  <a:lnTo>
                    <a:pt x="1978128" y="1286833"/>
                  </a:lnTo>
                  <a:lnTo>
                    <a:pt x="1978796" y="1298335"/>
                  </a:lnTo>
                  <a:lnTo>
                    <a:pt x="1979464" y="1352875"/>
                  </a:lnTo>
                  <a:lnTo>
                    <a:pt x="1980132" y="1419621"/>
                  </a:lnTo>
                  <a:lnTo>
                    <a:pt x="1980800" y="1486446"/>
                  </a:lnTo>
                  <a:lnTo>
                    <a:pt x="1981468" y="1486446"/>
                  </a:lnTo>
                  <a:lnTo>
                    <a:pt x="1982136" y="1486446"/>
                  </a:lnTo>
                  <a:lnTo>
                    <a:pt x="1982804" y="1426704"/>
                  </a:lnTo>
                  <a:lnTo>
                    <a:pt x="1983473" y="1340338"/>
                  </a:lnTo>
                  <a:lnTo>
                    <a:pt x="1984141" y="1286833"/>
                  </a:lnTo>
                  <a:lnTo>
                    <a:pt x="1984809" y="1286833"/>
                  </a:lnTo>
                  <a:lnTo>
                    <a:pt x="1985477" y="1413916"/>
                  </a:lnTo>
                  <a:lnTo>
                    <a:pt x="1986145" y="1381596"/>
                  </a:lnTo>
                  <a:lnTo>
                    <a:pt x="1986813" y="1364051"/>
                  </a:lnTo>
                  <a:lnTo>
                    <a:pt x="1987481" y="1350121"/>
                  </a:lnTo>
                  <a:lnTo>
                    <a:pt x="1988149" y="1430876"/>
                  </a:lnTo>
                  <a:lnTo>
                    <a:pt x="1988817" y="1359373"/>
                  </a:lnTo>
                  <a:lnTo>
                    <a:pt x="1989485" y="1272477"/>
                  </a:lnTo>
                  <a:lnTo>
                    <a:pt x="1990153" y="1250551"/>
                  </a:lnTo>
                  <a:lnTo>
                    <a:pt x="1990821" y="1250551"/>
                  </a:lnTo>
                  <a:lnTo>
                    <a:pt x="1991489" y="1250551"/>
                  </a:lnTo>
                  <a:lnTo>
                    <a:pt x="1992157" y="1227475"/>
                  </a:lnTo>
                  <a:lnTo>
                    <a:pt x="1992825" y="1242764"/>
                  </a:lnTo>
                  <a:lnTo>
                    <a:pt x="1993493" y="1229366"/>
                  </a:lnTo>
                  <a:lnTo>
                    <a:pt x="1994161" y="1223711"/>
                  </a:lnTo>
                  <a:lnTo>
                    <a:pt x="1994829" y="1142832"/>
                  </a:lnTo>
                  <a:lnTo>
                    <a:pt x="1995497" y="1149377"/>
                  </a:lnTo>
                  <a:lnTo>
                    <a:pt x="1996165" y="1128081"/>
                  </a:lnTo>
                  <a:lnTo>
                    <a:pt x="1996833" y="990447"/>
                  </a:lnTo>
                  <a:lnTo>
                    <a:pt x="1997501" y="1013967"/>
                  </a:lnTo>
                  <a:lnTo>
                    <a:pt x="1998169" y="1013967"/>
                  </a:lnTo>
                  <a:lnTo>
                    <a:pt x="1998837" y="1069850"/>
                  </a:lnTo>
                  <a:lnTo>
                    <a:pt x="1999505" y="1156147"/>
                  </a:lnTo>
                  <a:lnTo>
                    <a:pt x="2000173" y="1182120"/>
                  </a:lnTo>
                  <a:lnTo>
                    <a:pt x="2000841" y="1182120"/>
                  </a:lnTo>
                  <a:lnTo>
                    <a:pt x="2001509" y="1182120"/>
                  </a:lnTo>
                  <a:lnTo>
                    <a:pt x="2002177" y="1211739"/>
                  </a:lnTo>
                  <a:lnTo>
                    <a:pt x="2002845" y="1232293"/>
                  </a:lnTo>
                  <a:lnTo>
                    <a:pt x="2003513" y="1325012"/>
                  </a:lnTo>
                  <a:lnTo>
                    <a:pt x="2004181" y="1328047"/>
                  </a:lnTo>
                  <a:lnTo>
                    <a:pt x="2004849" y="1452143"/>
                  </a:lnTo>
                  <a:lnTo>
                    <a:pt x="2005517" y="1426704"/>
                  </a:lnTo>
                  <a:lnTo>
                    <a:pt x="2006185" y="1412617"/>
                  </a:lnTo>
                  <a:lnTo>
                    <a:pt x="2006853" y="1412617"/>
                  </a:lnTo>
                  <a:lnTo>
                    <a:pt x="2007521" y="1412617"/>
                  </a:lnTo>
                  <a:lnTo>
                    <a:pt x="2008190" y="1382035"/>
                  </a:lnTo>
                  <a:lnTo>
                    <a:pt x="2008858" y="1286833"/>
                  </a:lnTo>
                  <a:lnTo>
                    <a:pt x="2009526" y="1286833"/>
                  </a:lnTo>
                  <a:lnTo>
                    <a:pt x="2010194" y="1286833"/>
                  </a:lnTo>
                  <a:lnTo>
                    <a:pt x="2010862" y="1286833"/>
                  </a:lnTo>
                  <a:lnTo>
                    <a:pt x="2011530" y="1286833"/>
                  </a:lnTo>
                  <a:lnTo>
                    <a:pt x="2012198" y="1286833"/>
                  </a:lnTo>
                  <a:lnTo>
                    <a:pt x="2012866" y="1286833"/>
                  </a:lnTo>
                  <a:lnTo>
                    <a:pt x="2013534" y="1256250"/>
                  </a:lnTo>
                  <a:lnTo>
                    <a:pt x="2014202" y="1269967"/>
                  </a:lnTo>
                  <a:lnTo>
                    <a:pt x="2014870" y="1256250"/>
                  </a:lnTo>
                  <a:lnTo>
                    <a:pt x="2015538" y="1289689"/>
                  </a:lnTo>
                  <a:lnTo>
                    <a:pt x="2016206" y="1346575"/>
                  </a:lnTo>
                  <a:lnTo>
                    <a:pt x="2016874" y="1346575"/>
                  </a:lnTo>
                  <a:lnTo>
                    <a:pt x="2017542" y="1346575"/>
                  </a:lnTo>
                  <a:lnTo>
                    <a:pt x="2018210" y="1375436"/>
                  </a:lnTo>
                  <a:lnTo>
                    <a:pt x="2018878" y="1444769"/>
                  </a:lnTo>
                  <a:lnTo>
                    <a:pt x="2019546" y="1405691"/>
                  </a:lnTo>
                  <a:lnTo>
                    <a:pt x="2020214" y="1331097"/>
                  </a:lnTo>
                  <a:lnTo>
                    <a:pt x="2020882" y="1286833"/>
                  </a:lnTo>
                  <a:lnTo>
                    <a:pt x="2021550" y="1286833"/>
                  </a:lnTo>
                  <a:lnTo>
                    <a:pt x="2022218" y="1286833"/>
                  </a:lnTo>
                  <a:lnTo>
                    <a:pt x="2022886" y="1286833"/>
                  </a:lnTo>
                  <a:lnTo>
                    <a:pt x="2023554" y="1318985"/>
                  </a:lnTo>
                  <a:lnTo>
                    <a:pt x="2024222" y="1365668"/>
                  </a:lnTo>
                  <a:lnTo>
                    <a:pt x="2024890" y="1412617"/>
                  </a:lnTo>
                  <a:lnTo>
                    <a:pt x="2025558" y="1412617"/>
                  </a:lnTo>
                  <a:lnTo>
                    <a:pt x="2026226" y="1356049"/>
                  </a:lnTo>
                  <a:lnTo>
                    <a:pt x="2026894" y="1286833"/>
                  </a:lnTo>
                  <a:lnTo>
                    <a:pt x="2027562" y="1286833"/>
                  </a:lnTo>
                  <a:lnTo>
                    <a:pt x="2028230" y="1286833"/>
                  </a:lnTo>
                  <a:lnTo>
                    <a:pt x="2028898" y="1318985"/>
                  </a:lnTo>
                  <a:lnTo>
                    <a:pt x="2029566" y="1352875"/>
                  </a:lnTo>
                  <a:lnTo>
                    <a:pt x="2030234" y="1430275"/>
                  </a:lnTo>
                  <a:lnTo>
                    <a:pt x="2030902" y="1486446"/>
                  </a:lnTo>
                  <a:lnTo>
                    <a:pt x="2031570" y="1416109"/>
                  </a:lnTo>
                  <a:lnTo>
                    <a:pt x="2032239" y="1346575"/>
                  </a:lnTo>
                  <a:lnTo>
                    <a:pt x="2032907" y="1289689"/>
                  </a:lnTo>
                  <a:lnTo>
                    <a:pt x="2033575" y="1272747"/>
                  </a:lnTo>
                  <a:lnTo>
                    <a:pt x="2034243" y="1232293"/>
                  </a:lnTo>
                  <a:lnTo>
                    <a:pt x="2034911" y="1232293"/>
                  </a:lnTo>
                  <a:lnTo>
                    <a:pt x="2035579" y="1204202"/>
                  </a:lnTo>
                  <a:lnTo>
                    <a:pt x="2036247" y="1224506"/>
                  </a:lnTo>
                  <a:lnTo>
                    <a:pt x="2036915" y="1286833"/>
                  </a:lnTo>
                  <a:lnTo>
                    <a:pt x="2037583" y="1286833"/>
                  </a:lnTo>
                  <a:lnTo>
                    <a:pt x="2038251" y="1219368"/>
                  </a:lnTo>
                  <a:lnTo>
                    <a:pt x="2038919" y="1142420"/>
                  </a:lnTo>
                  <a:lnTo>
                    <a:pt x="2039587" y="1135668"/>
                  </a:lnTo>
                  <a:lnTo>
                    <a:pt x="2040255" y="1135668"/>
                  </a:lnTo>
                  <a:lnTo>
                    <a:pt x="2040923" y="1135668"/>
                  </a:lnTo>
                  <a:lnTo>
                    <a:pt x="2041591" y="1179714"/>
                  </a:lnTo>
                  <a:lnTo>
                    <a:pt x="2042259" y="1232293"/>
                  </a:lnTo>
                  <a:lnTo>
                    <a:pt x="2042927" y="1283990"/>
                  </a:lnTo>
                  <a:lnTo>
                    <a:pt x="2043595" y="1301243"/>
                  </a:lnTo>
                  <a:lnTo>
                    <a:pt x="2044263" y="1346575"/>
                  </a:lnTo>
                  <a:lnTo>
                    <a:pt x="2044931" y="1346575"/>
                  </a:lnTo>
                  <a:lnTo>
                    <a:pt x="2045599" y="1343449"/>
                  </a:lnTo>
                  <a:lnTo>
                    <a:pt x="2046267" y="1346575"/>
                  </a:lnTo>
                  <a:lnTo>
                    <a:pt x="2046935" y="1346575"/>
                  </a:lnTo>
                  <a:lnTo>
                    <a:pt x="2047603" y="1346575"/>
                  </a:lnTo>
                  <a:lnTo>
                    <a:pt x="2048271" y="1430275"/>
                  </a:lnTo>
                  <a:lnTo>
                    <a:pt x="2048939" y="1556856"/>
                  </a:lnTo>
                  <a:lnTo>
                    <a:pt x="2049607" y="1570146"/>
                  </a:lnTo>
                  <a:lnTo>
                    <a:pt x="2050275" y="1570146"/>
                  </a:lnTo>
                  <a:lnTo>
                    <a:pt x="2050943" y="1570146"/>
                  </a:lnTo>
                  <a:lnTo>
                    <a:pt x="2051611" y="1570146"/>
                  </a:lnTo>
                  <a:lnTo>
                    <a:pt x="2052279" y="1570146"/>
                  </a:lnTo>
                  <a:lnTo>
                    <a:pt x="2052947" y="1570146"/>
                  </a:lnTo>
                  <a:lnTo>
                    <a:pt x="2053615" y="1570146"/>
                  </a:lnTo>
                  <a:lnTo>
                    <a:pt x="2054283" y="1570146"/>
                  </a:lnTo>
                  <a:lnTo>
                    <a:pt x="2054951" y="1570146"/>
                  </a:lnTo>
                  <a:lnTo>
                    <a:pt x="2055619" y="1583724"/>
                  </a:lnTo>
                  <a:lnTo>
                    <a:pt x="2056287" y="1570146"/>
                  </a:lnTo>
                  <a:lnTo>
                    <a:pt x="2056956" y="1543842"/>
                  </a:lnTo>
                  <a:lnTo>
                    <a:pt x="2057624" y="1486446"/>
                  </a:lnTo>
                  <a:lnTo>
                    <a:pt x="2058292" y="1486446"/>
                  </a:lnTo>
                  <a:lnTo>
                    <a:pt x="2058960" y="1486446"/>
                  </a:lnTo>
                  <a:lnTo>
                    <a:pt x="2059628" y="1486446"/>
                  </a:lnTo>
                  <a:lnTo>
                    <a:pt x="2060296" y="1486446"/>
                  </a:lnTo>
                  <a:lnTo>
                    <a:pt x="2060964" y="1486446"/>
                  </a:lnTo>
                  <a:lnTo>
                    <a:pt x="2061632" y="1385360"/>
                  </a:lnTo>
                  <a:lnTo>
                    <a:pt x="2062300" y="1346575"/>
                  </a:lnTo>
                  <a:lnTo>
                    <a:pt x="2062968" y="1346575"/>
                  </a:lnTo>
                  <a:lnTo>
                    <a:pt x="2063636" y="1346575"/>
                  </a:lnTo>
                  <a:lnTo>
                    <a:pt x="2064304" y="1334163"/>
                  </a:lnTo>
                  <a:lnTo>
                    <a:pt x="2064972" y="1286833"/>
                  </a:lnTo>
                  <a:lnTo>
                    <a:pt x="2065640" y="1313015"/>
                  </a:lnTo>
                  <a:lnTo>
                    <a:pt x="2066308" y="1346575"/>
                  </a:lnTo>
                  <a:lnTo>
                    <a:pt x="2066976" y="1346575"/>
                  </a:lnTo>
                  <a:lnTo>
                    <a:pt x="2067644" y="1292557"/>
                  </a:lnTo>
                  <a:lnTo>
                    <a:pt x="2068312" y="1248162"/>
                  </a:lnTo>
                  <a:lnTo>
                    <a:pt x="2068980" y="1135668"/>
                  </a:lnTo>
                  <a:lnTo>
                    <a:pt x="2069648" y="1113672"/>
                  </a:lnTo>
                  <a:lnTo>
                    <a:pt x="2070316" y="1092422"/>
                  </a:lnTo>
                  <a:lnTo>
                    <a:pt x="2070984" y="1092422"/>
                  </a:lnTo>
                  <a:lnTo>
                    <a:pt x="2071652" y="1153838"/>
                  </a:lnTo>
                  <a:lnTo>
                    <a:pt x="2072320" y="1135668"/>
                  </a:lnTo>
                  <a:lnTo>
                    <a:pt x="2072988" y="1135668"/>
                  </a:lnTo>
                  <a:lnTo>
                    <a:pt x="2073656" y="1135668"/>
                  </a:lnTo>
                  <a:lnTo>
                    <a:pt x="2074324" y="1113672"/>
                  </a:lnTo>
                  <a:lnTo>
                    <a:pt x="2074992" y="1290496"/>
                  </a:lnTo>
                  <a:lnTo>
                    <a:pt x="2075660" y="1239738"/>
                  </a:lnTo>
                  <a:lnTo>
                    <a:pt x="2076328" y="1231854"/>
                  </a:lnTo>
                  <a:lnTo>
                    <a:pt x="2076996" y="1247120"/>
                  </a:lnTo>
                  <a:lnTo>
                    <a:pt x="2077664" y="1286840"/>
                  </a:lnTo>
                  <a:lnTo>
                    <a:pt x="2078332" y="1320961"/>
                  </a:lnTo>
                  <a:lnTo>
                    <a:pt x="2079000" y="1430876"/>
                  </a:lnTo>
                  <a:lnTo>
                    <a:pt x="2079668" y="1457553"/>
                  </a:lnTo>
                  <a:lnTo>
                    <a:pt x="2080336" y="1430876"/>
                  </a:lnTo>
                  <a:lnTo>
                    <a:pt x="2081004" y="1430876"/>
                  </a:lnTo>
                  <a:lnTo>
                    <a:pt x="2081673" y="1430876"/>
                  </a:lnTo>
                  <a:lnTo>
                    <a:pt x="2082341" y="1485416"/>
                  </a:lnTo>
                  <a:lnTo>
                    <a:pt x="2083009" y="1485416"/>
                  </a:lnTo>
                  <a:lnTo>
                    <a:pt x="2083677" y="1485416"/>
                  </a:lnTo>
                  <a:lnTo>
                    <a:pt x="2084345" y="1526630"/>
                  </a:lnTo>
                  <a:lnTo>
                    <a:pt x="2085013" y="1539125"/>
                  </a:lnTo>
                  <a:lnTo>
                    <a:pt x="2085681" y="1650854"/>
                  </a:lnTo>
                  <a:lnTo>
                    <a:pt x="2086349" y="1666332"/>
                  </a:lnTo>
                  <a:lnTo>
                    <a:pt x="2087017" y="1668070"/>
                  </a:lnTo>
                  <a:lnTo>
                    <a:pt x="2087685" y="1570146"/>
                  </a:lnTo>
                  <a:lnTo>
                    <a:pt x="2088353" y="1570146"/>
                  </a:lnTo>
                  <a:lnTo>
                    <a:pt x="2089021" y="1510404"/>
                  </a:lnTo>
                  <a:lnTo>
                    <a:pt x="2089689" y="1486446"/>
                  </a:lnTo>
                  <a:lnTo>
                    <a:pt x="2090357" y="1570146"/>
                  </a:lnTo>
                  <a:lnTo>
                    <a:pt x="2091025" y="1570146"/>
                  </a:lnTo>
                  <a:lnTo>
                    <a:pt x="2091693" y="1570146"/>
                  </a:lnTo>
                  <a:lnTo>
                    <a:pt x="2092361" y="1570146"/>
                  </a:lnTo>
                  <a:lnTo>
                    <a:pt x="2093029" y="1570146"/>
                  </a:lnTo>
                  <a:lnTo>
                    <a:pt x="2093697" y="1570146"/>
                  </a:lnTo>
                  <a:lnTo>
                    <a:pt x="2094365" y="1570146"/>
                  </a:lnTo>
                  <a:lnTo>
                    <a:pt x="2095033" y="1526900"/>
                  </a:lnTo>
                  <a:lnTo>
                    <a:pt x="2095701" y="1486446"/>
                  </a:lnTo>
                  <a:lnTo>
                    <a:pt x="2096369" y="1650165"/>
                  </a:lnTo>
                  <a:lnTo>
                    <a:pt x="2097037" y="1603038"/>
                  </a:lnTo>
                  <a:lnTo>
                    <a:pt x="2097705" y="1604274"/>
                  </a:lnTo>
                  <a:lnTo>
                    <a:pt x="2098373" y="1545158"/>
                  </a:lnTo>
                  <a:lnTo>
                    <a:pt x="2099041" y="1590647"/>
                  </a:lnTo>
                  <a:lnTo>
                    <a:pt x="2099709" y="1551458"/>
                  </a:lnTo>
                  <a:lnTo>
                    <a:pt x="2100377" y="1532746"/>
                  </a:lnTo>
                  <a:lnTo>
                    <a:pt x="2101045" y="1485416"/>
                  </a:lnTo>
                  <a:lnTo>
                    <a:pt x="2101713" y="1485416"/>
                  </a:lnTo>
                  <a:lnTo>
                    <a:pt x="2102381" y="1485416"/>
                  </a:lnTo>
                  <a:lnTo>
                    <a:pt x="2103049" y="1485416"/>
                  </a:lnTo>
                  <a:lnTo>
                    <a:pt x="2103717" y="1485416"/>
                  </a:lnTo>
                  <a:lnTo>
                    <a:pt x="2104385" y="1485416"/>
                  </a:lnTo>
                  <a:lnTo>
                    <a:pt x="2105053" y="1514576"/>
                  </a:lnTo>
                  <a:lnTo>
                    <a:pt x="2105721" y="1545158"/>
                  </a:lnTo>
                  <a:lnTo>
                    <a:pt x="2106390" y="1526461"/>
                  </a:lnTo>
                  <a:lnTo>
                    <a:pt x="2107058" y="1565975"/>
                  </a:lnTo>
                  <a:lnTo>
                    <a:pt x="2107726" y="1416109"/>
                  </a:lnTo>
                  <a:lnTo>
                    <a:pt x="2108394" y="1412617"/>
                  </a:lnTo>
                  <a:lnTo>
                    <a:pt x="2109062" y="1412617"/>
                  </a:lnTo>
                  <a:lnTo>
                    <a:pt x="2109730" y="1433867"/>
                  </a:lnTo>
                  <a:lnTo>
                    <a:pt x="2110398" y="1356049"/>
                  </a:lnTo>
                  <a:lnTo>
                    <a:pt x="2111066" y="1325012"/>
                  </a:lnTo>
                  <a:lnTo>
                    <a:pt x="2111734" y="1281160"/>
                  </a:lnTo>
                  <a:lnTo>
                    <a:pt x="2112402" y="1232293"/>
                  </a:lnTo>
                  <a:lnTo>
                    <a:pt x="2113070" y="1232293"/>
                  </a:lnTo>
                  <a:lnTo>
                    <a:pt x="2113738" y="1232293"/>
                  </a:lnTo>
                  <a:lnTo>
                    <a:pt x="2114406" y="1229686"/>
                  </a:lnTo>
                  <a:lnTo>
                    <a:pt x="2115074" y="1182120"/>
                  </a:lnTo>
                  <a:lnTo>
                    <a:pt x="2115742" y="1182120"/>
                  </a:lnTo>
                  <a:lnTo>
                    <a:pt x="2116410" y="1182120"/>
                  </a:lnTo>
                  <a:lnTo>
                    <a:pt x="2117078" y="1182120"/>
                  </a:lnTo>
                  <a:lnTo>
                    <a:pt x="2117746" y="1184536"/>
                  </a:lnTo>
                  <a:lnTo>
                    <a:pt x="2118414" y="1232293"/>
                  </a:lnTo>
                  <a:lnTo>
                    <a:pt x="2119082" y="1229686"/>
                  </a:lnTo>
                  <a:lnTo>
                    <a:pt x="2119750" y="1211739"/>
                  </a:lnTo>
                  <a:lnTo>
                    <a:pt x="2120418" y="1289689"/>
                  </a:lnTo>
                  <a:lnTo>
                    <a:pt x="2121086" y="1368907"/>
                  </a:lnTo>
                  <a:lnTo>
                    <a:pt x="2121754" y="1419621"/>
                  </a:lnTo>
                  <a:lnTo>
                    <a:pt x="2122422" y="1486446"/>
                  </a:lnTo>
                  <a:lnTo>
                    <a:pt x="2123090" y="1486446"/>
                  </a:lnTo>
                  <a:lnTo>
                    <a:pt x="2123758" y="1486446"/>
                  </a:lnTo>
                  <a:lnTo>
                    <a:pt x="2124426" y="1490376"/>
                  </a:lnTo>
                  <a:lnTo>
                    <a:pt x="2125094" y="1570146"/>
                  </a:lnTo>
                  <a:lnTo>
                    <a:pt x="2125762" y="1570146"/>
                  </a:lnTo>
                  <a:lnTo>
                    <a:pt x="2126430" y="1570146"/>
                  </a:lnTo>
                  <a:lnTo>
                    <a:pt x="2127098" y="1570146"/>
                  </a:lnTo>
                  <a:lnTo>
                    <a:pt x="2127766" y="1570146"/>
                  </a:lnTo>
                  <a:lnTo>
                    <a:pt x="2128434" y="1570146"/>
                  </a:lnTo>
                  <a:lnTo>
                    <a:pt x="2129102" y="1574639"/>
                  </a:lnTo>
                  <a:lnTo>
                    <a:pt x="2129770" y="1666771"/>
                  </a:lnTo>
                  <a:lnTo>
                    <a:pt x="2130439" y="1666771"/>
                  </a:lnTo>
                  <a:lnTo>
                    <a:pt x="2131107" y="1666771"/>
                  </a:lnTo>
                  <a:lnTo>
                    <a:pt x="2131775" y="1666771"/>
                  </a:lnTo>
                  <a:lnTo>
                    <a:pt x="2132443" y="1666771"/>
                  </a:lnTo>
                  <a:lnTo>
                    <a:pt x="2133111" y="1666771"/>
                  </a:lnTo>
                  <a:lnTo>
                    <a:pt x="2133779" y="1666771"/>
                  </a:lnTo>
                  <a:lnTo>
                    <a:pt x="2134447" y="1666771"/>
                  </a:lnTo>
                  <a:lnTo>
                    <a:pt x="2135115" y="1666771"/>
                  </a:lnTo>
                  <a:lnTo>
                    <a:pt x="2135783" y="1666771"/>
                  </a:lnTo>
                  <a:lnTo>
                    <a:pt x="2136451" y="1666771"/>
                  </a:lnTo>
                  <a:lnTo>
                    <a:pt x="2137119" y="1666771"/>
                  </a:lnTo>
                  <a:lnTo>
                    <a:pt x="2137787" y="1668810"/>
                  </a:lnTo>
                  <a:lnTo>
                    <a:pt x="2138455" y="1668810"/>
                  </a:lnTo>
                  <a:lnTo>
                    <a:pt x="2139123" y="1668810"/>
                  </a:lnTo>
                  <a:lnTo>
                    <a:pt x="2139791" y="1668810"/>
                  </a:lnTo>
                  <a:lnTo>
                    <a:pt x="2140459" y="1668810"/>
                  </a:lnTo>
                  <a:lnTo>
                    <a:pt x="2141127" y="1668810"/>
                  </a:lnTo>
                  <a:lnTo>
                    <a:pt x="2141795" y="1668810"/>
                  </a:lnTo>
                  <a:lnTo>
                    <a:pt x="2142463" y="1668810"/>
                  </a:lnTo>
                  <a:lnTo>
                    <a:pt x="2143131" y="1668810"/>
                  </a:lnTo>
                  <a:lnTo>
                    <a:pt x="2143799" y="1636063"/>
                  </a:lnTo>
                  <a:lnTo>
                    <a:pt x="2144467" y="1611201"/>
                  </a:lnTo>
                  <a:lnTo>
                    <a:pt x="2145135" y="1611201"/>
                  </a:lnTo>
                  <a:lnTo>
                    <a:pt x="2145803" y="1611201"/>
                  </a:lnTo>
                  <a:lnTo>
                    <a:pt x="2146471" y="1611201"/>
                  </a:lnTo>
                  <a:lnTo>
                    <a:pt x="2147139" y="1611201"/>
                  </a:lnTo>
                  <a:lnTo>
                    <a:pt x="2147807" y="1607769"/>
                  </a:lnTo>
                  <a:lnTo>
                    <a:pt x="2148475" y="1592503"/>
                  </a:lnTo>
                  <a:lnTo>
                    <a:pt x="2149143" y="1539125"/>
                  </a:lnTo>
                  <a:lnTo>
                    <a:pt x="2149811" y="1346575"/>
                  </a:lnTo>
                  <a:lnTo>
                    <a:pt x="2150479" y="1346575"/>
                  </a:lnTo>
                  <a:lnTo>
                    <a:pt x="2151147" y="1346575"/>
                  </a:lnTo>
                  <a:lnTo>
                    <a:pt x="2151815" y="1346575"/>
                  </a:lnTo>
                  <a:lnTo>
                    <a:pt x="2152483" y="1346575"/>
                  </a:lnTo>
                  <a:lnTo>
                    <a:pt x="2153151" y="1412617"/>
                  </a:lnTo>
                  <a:lnTo>
                    <a:pt x="2153819" y="1539563"/>
                  </a:lnTo>
                  <a:lnTo>
                    <a:pt x="2154487" y="1570146"/>
                  </a:lnTo>
                  <a:lnTo>
                    <a:pt x="2155156" y="1570146"/>
                  </a:lnTo>
                  <a:lnTo>
                    <a:pt x="2155824" y="1570146"/>
                  </a:lnTo>
                  <a:lnTo>
                    <a:pt x="2156492" y="1570146"/>
                  </a:lnTo>
                  <a:lnTo>
                    <a:pt x="2157160" y="1518598"/>
                  </a:lnTo>
                  <a:lnTo>
                    <a:pt x="2157828" y="1455863"/>
                  </a:lnTo>
                  <a:lnTo>
                    <a:pt x="2158496" y="1388703"/>
                  </a:lnTo>
                  <a:lnTo>
                    <a:pt x="2159164" y="1516594"/>
                  </a:lnTo>
                  <a:lnTo>
                    <a:pt x="2159832" y="1517129"/>
                  </a:lnTo>
                  <a:lnTo>
                    <a:pt x="2160500" y="1389103"/>
                  </a:lnTo>
                  <a:lnTo>
                    <a:pt x="2161168" y="1315554"/>
                  </a:lnTo>
                  <a:lnTo>
                    <a:pt x="2161836" y="1315554"/>
                  </a:lnTo>
                  <a:lnTo>
                    <a:pt x="2162504" y="1293098"/>
                  </a:lnTo>
                  <a:lnTo>
                    <a:pt x="2163172" y="1291005"/>
                  </a:lnTo>
                  <a:lnTo>
                    <a:pt x="2163840" y="1264415"/>
                  </a:lnTo>
                  <a:lnTo>
                    <a:pt x="2164508" y="1212550"/>
                  </a:lnTo>
                  <a:lnTo>
                    <a:pt x="2165176" y="1212550"/>
                  </a:lnTo>
                  <a:lnTo>
                    <a:pt x="2165844" y="1212550"/>
                  </a:lnTo>
                  <a:lnTo>
                    <a:pt x="2166512" y="1212550"/>
                  </a:lnTo>
                  <a:lnTo>
                    <a:pt x="2167180" y="1235073"/>
                  </a:lnTo>
                  <a:lnTo>
                    <a:pt x="2167848" y="1266421"/>
                  </a:lnTo>
                  <a:lnTo>
                    <a:pt x="2168516" y="1305804"/>
                  </a:lnTo>
                  <a:lnTo>
                    <a:pt x="2169184" y="1317796"/>
                  </a:lnTo>
                  <a:lnTo>
                    <a:pt x="2169852" y="1322306"/>
                  </a:lnTo>
                  <a:lnTo>
                    <a:pt x="2170520" y="1436136"/>
                  </a:lnTo>
                  <a:lnTo>
                    <a:pt x="2171188" y="1526461"/>
                  </a:lnTo>
                  <a:lnTo>
                    <a:pt x="2171856" y="1526461"/>
                  </a:lnTo>
                  <a:lnTo>
                    <a:pt x="2172524" y="1352875"/>
                  </a:lnTo>
                  <a:lnTo>
                    <a:pt x="2173192" y="1286833"/>
                  </a:lnTo>
                  <a:lnTo>
                    <a:pt x="2173860" y="1325012"/>
                  </a:lnTo>
                  <a:lnTo>
                    <a:pt x="2174528" y="1375436"/>
                  </a:lnTo>
                  <a:lnTo>
                    <a:pt x="2175196" y="1346575"/>
                  </a:lnTo>
                  <a:lnTo>
                    <a:pt x="2175864" y="1298335"/>
                  </a:lnTo>
                  <a:lnTo>
                    <a:pt x="2176532" y="1286833"/>
                  </a:lnTo>
                  <a:lnTo>
                    <a:pt x="2177200" y="1286833"/>
                  </a:lnTo>
                  <a:lnTo>
                    <a:pt x="2177868" y="1286833"/>
                  </a:lnTo>
                  <a:lnTo>
                    <a:pt x="2178536" y="1245489"/>
                  </a:lnTo>
                  <a:lnTo>
                    <a:pt x="2179204" y="1267199"/>
                  </a:lnTo>
                  <a:lnTo>
                    <a:pt x="2179873" y="1253543"/>
                  </a:lnTo>
                  <a:lnTo>
                    <a:pt x="2180541" y="1184536"/>
                  </a:lnTo>
                  <a:lnTo>
                    <a:pt x="2181209" y="1182120"/>
                  </a:lnTo>
                  <a:lnTo>
                    <a:pt x="2181877" y="1182120"/>
                  </a:lnTo>
                  <a:lnTo>
                    <a:pt x="2182545" y="1224506"/>
                  </a:lnTo>
                  <a:lnTo>
                    <a:pt x="2183213" y="1258970"/>
                  </a:lnTo>
                  <a:lnTo>
                    <a:pt x="2183881" y="1232293"/>
                  </a:lnTo>
                  <a:lnTo>
                    <a:pt x="2184549" y="1261701"/>
                  </a:lnTo>
                  <a:lnTo>
                    <a:pt x="2185217" y="1286833"/>
                  </a:lnTo>
                  <a:lnTo>
                    <a:pt x="2185885" y="1334163"/>
                  </a:lnTo>
                  <a:lnTo>
                    <a:pt x="2186553" y="1346575"/>
                  </a:lnTo>
                  <a:lnTo>
                    <a:pt x="2187221" y="1346575"/>
                  </a:lnTo>
                  <a:lnTo>
                    <a:pt x="2187889" y="1346575"/>
                  </a:lnTo>
                  <a:lnTo>
                    <a:pt x="2188557" y="1395443"/>
                  </a:lnTo>
                  <a:lnTo>
                    <a:pt x="2189225" y="1412617"/>
                  </a:lnTo>
                  <a:lnTo>
                    <a:pt x="2189893" y="1455863"/>
                  </a:lnTo>
                  <a:lnTo>
                    <a:pt x="2190561" y="1565685"/>
                  </a:lnTo>
                  <a:lnTo>
                    <a:pt x="2191229" y="1570146"/>
                  </a:lnTo>
                  <a:lnTo>
                    <a:pt x="2191897" y="1570146"/>
                  </a:lnTo>
                  <a:lnTo>
                    <a:pt x="2192565" y="1570146"/>
                  </a:lnTo>
                  <a:lnTo>
                    <a:pt x="2193233" y="1616598"/>
                  </a:lnTo>
                  <a:lnTo>
                    <a:pt x="2193901" y="1666771"/>
                  </a:lnTo>
                  <a:lnTo>
                    <a:pt x="2194569" y="1666771"/>
                  </a:lnTo>
                  <a:lnTo>
                    <a:pt x="2195237" y="1666771"/>
                  </a:lnTo>
                  <a:lnTo>
                    <a:pt x="2195905" y="1666771"/>
                  </a:lnTo>
                  <a:lnTo>
                    <a:pt x="2196573" y="1666771"/>
                  </a:lnTo>
                  <a:lnTo>
                    <a:pt x="2197241" y="1666771"/>
                  </a:lnTo>
                  <a:lnTo>
                    <a:pt x="2197909" y="1666771"/>
                  </a:lnTo>
                  <a:lnTo>
                    <a:pt x="2198577" y="1666771"/>
                  </a:lnTo>
                  <a:lnTo>
                    <a:pt x="2199245" y="1666771"/>
                  </a:lnTo>
                  <a:lnTo>
                    <a:pt x="2199913" y="1666771"/>
                  </a:lnTo>
                  <a:lnTo>
                    <a:pt x="2200581" y="1666771"/>
                  </a:lnTo>
                  <a:lnTo>
                    <a:pt x="2201249" y="1666771"/>
                  </a:lnTo>
                  <a:lnTo>
                    <a:pt x="2201917" y="1666771"/>
                  </a:lnTo>
                  <a:lnTo>
                    <a:pt x="2202585" y="1666771"/>
                  </a:lnTo>
                  <a:lnTo>
                    <a:pt x="2203253" y="1666771"/>
                  </a:lnTo>
                  <a:lnTo>
                    <a:pt x="2203921" y="1666771"/>
                  </a:lnTo>
                  <a:lnTo>
                    <a:pt x="2204590" y="1666771"/>
                  </a:lnTo>
                  <a:lnTo>
                    <a:pt x="2205258" y="1666771"/>
                  </a:lnTo>
                  <a:lnTo>
                    <a:pt x="2205926" y="1666771"/>
                  </a:lnTo>
                  <a:lnTo>
                    <a:pt x="2206594" y="1588316"/>
                  </a:lnTo>
                  <a:lnTo>
                    <a:pt x="2207262" y="1570146"/>
                  </a:lnTo>
                  <a:lnTo>
                    <a:pt x="2207930" y="1570146"/>
                  </a:lnTo>
                  <a:lnTo>
                    <a:pt x="2208598" y="1570146"/>
                  </a:lnTo>
                  <a:lnTo>
                    <a:pt x="2209266" y="1570146"/>
                  </a:lnTo>
                  <a:lnTo>
                    <a:pt x="2209934" y="1668810"/>
                  </a:lnTo>
                  <a:lnTo>
                    <a:pt x="2210602" y="1668810"/>
                  </a:lnTo>
                  <a:lnTo>
                    <a:pt x="2211270" y="1647043"/>
                  </a:lnTo>
                  <a:lnTo>
                    <a:pt x="2211938" y="1611201"/>
                  </a:lnTo>
                  <a:lnTo>
                    <a:pt x="2212606" y="1611201"/>
                  </a:lnTo>
                  <a:lnTo>
                    <a:pt x="2213274" y="1611201"/>
                  </a:lnTo>
                  <a:lnTo>
                    <a:pt x="2213942" y="1611201"/>
                  </a:lnTo>
                  <a:lnTo>
                    <a:pt x="2214610" y="1554632"/>
                  </a:lnTo>
                  <a:lnTo>
                    <a:pt x="2215278" y="1545158"/>
                  </a:lnTo>
                  <a:lnTo>
                    <a:pt x="2215946" y="1545158"/>
                  </a:lnTo>
                  <a:lnTo>
                    <a:pt x="2216614" y="1597424"/>
                  </a:lnTo>
                  <a:lnTo>
                    <a:pt x="2217282" y="1611201"/>
                  </a:lnTo>
                  <a:lnTo>
                    <a:pt x="2217950" y="1611201"/>
                  </a:lnTo>
                  <a:lnTo>
                    <a:pt x="2218618" y="1499826"/>
                  </a:lnTo>
                  <a:lnTo>
                    <a:pt x="2219286" y="1485416"/>
                  </a:lnTo>
                  <a:lnTo>
                    <a:pt x="2219954" y="1466719"/>
                  </a:lnTo>
                  <a:lnTo>
                    <a:pt x="2220622" y="1420063"/>
                  </a:lnTo>
                  <a:lnTo>
                    <a:pt x="2221290" y="1464962"/>
                  </a:lnTo>
                  <a:lnTo>
                    <a:pt x="2221958" y="1315993"/>
                  </a:lnTo>
                  <a:lnTo>
                    <a:pt x="2222626" y="1275539"/>
                  </a:lnTo>
                  <a:lnTo>
                    <a:pt x="2223294" y="1232293"/>
                  </a:lnTo>
                  <a:lnTo>
                    <a:pt x="2223962" y="1232293"/>
                  </a:lnTo>
                  <a:lnTo>
                    <a:pt x="2224630" y="1278343"/>
                  </a:lnTo>
                  <a:lnTo>
                    <a:pt x="2225298" y="1269967"/>
                  </a:lnTo>
                  <a:lnTo>
                    <a:pt x="2225966" y="1199227"/>
                  </a:lnTo>
                  <a:lnTo>
                    <a:pt x="2226634" y="1182120"/>
                  </a:lnTo>
                  <a:lnTo>
                    <a:pt x="2227302" y="1182120"/>
                  </a:lnTo>
                  <a:lnTo>
                    <a:pt x="2227970" y="1182120"/>
                  </a:lnTo>
                  <a:lnTo>
                    <a:pt x="2228639" y="1272747"/>
                  </a:lnTo>
                  <a:lnTo>
                    <a:pt x="2229307" y="1286833"/>
                  </a:lnTo>
                  <a:lnTo>
                    <a:pt x="2229975" y="1286833"/>
                  </a:lnTo>
                  <a:lnTo>
                    <a:pt x="2230643" y="1340338"/>
                  </a:lnTo>
                  <a:lnTo>
                    <a:pt x="2231311" y="1346575"/>
                  </a:lnTo>
                  <a:lnTo>
                    <a:pt x="2231979" y="1359239"/>
                  </a:lnTo>
                  <a:lnTo>
                    <a:pt x="2232647" y="1359239"/>
                  </a:lnTo>
                  <a:lnTo>
                    <a:pt x="2233315" y="1412617"/>
                  </a:lnTo>
                  <a:lnTo>
                    <a:pt x="2233983" y="1412617"/>
                  </a:lnTo>
                  <a:lnTo>
                    <a:pt x="2234651" y="1412617"/>
                  </a:lnTo>
                  <a:lnTo>
                    <a:pt x="2235319" y="1433867"/>
                  </a:lnTo>
                  <a:lnTo>
                    <a:pt x="2235987" y="1539563"/>
                  </a:lnTo>
                  <a:lnTo>
                    <a:pt x="2236655" y="1514487"/>
                  </a:lnTo>
                  <a:lnTo>
                    <a:pt x="2237323" y="1486446"/>
                  </a:lnTo>
                  <a:lnTo>
                    <a:pt x="2237991" y="1486446"/>
                  </a:lnTo>
                  <a:lnTo>
                    <a:pt x="2238659" y="1486446"/>
                  </a:lnTo>
                  <a:lnTo>
                    <a:pt x="2239327" y="1486446"/>
                  </a:lnTo>
                  <a:lnTo>
                    <a:pt x="2239995" y="1486446"/>
                  </a:lnTo>
                  <a:lnTo>
                    <a:pt x="2240663" y="1650165"/>
                  </a:lnTo>
                  <a:lnTo>
                    <a:pt x="2241331" y="1666332"/>
                  </a:lnTo>
                  <a:lnTo>
                    <a:pt x="2241999" y="1668810"/>
                  </a:lnTo>
                  <a:lnTo>
                    <a:pt x="2242667" y="1668810"/>
                  </a:lnTo>
                  <a:lnTo>
                    <a:pt x="2243335" y="1668810"/>
                  </a:lnTo>
                  <a:lnTo>
                    <a:pt x="2244003" y="1668810"/>
                  </a:lnTo>
                  <a:lnTo>
                    <a:pt x="2244671" y="1668810"/>
                  </a:lnTo>
                  <a:lnTo>
                    <a:pt x="2245339" y="1668810"/>
                  </a:lnTo>
                  <a:lnTo>
                    <a:pt x="2246007" y="1668810"/>
                  </a:lnTo>
                  <a:lnTo>
                    <a:pt x="2246675" y="1668810"/>
                  </a:lnTo>
                  <a:lnTo>
                    <a:pt x="2247343" y="1668810"/>
                  </a:lnTo>
                  <a:lnTo>
                    <a:pt x="2248011" y="1668810"/>
                  </a:lnTo>
                  <a:lnTo>
                    <a:pt x="2248679" y="1668810"/>
                  </a:lnTo>
                  <a:lnTo>
                    <a:pt x="2249347" y="1668810"/>
                  </a:lnTo>
                  <a:lnTo>
                    <a:pt x="2250015" y="1668810"/>
                  </a:lnTo>
                  <a:lnTo>
                    <a:pt x="2250683" y="1668810"/>
                  </a:lnTo>
                  <a:lnTo>
                    <a:pt x="2251351" y="1668810"/>
                  </a:lnTo>
                  <a:lnTo>
                    <a:pt x="2252019" y="1668810"/>
                  </a:lnTo>
                  <a:lnTo>
                    <a:pt x="2252687" y="1666771"/>
                  </a:lnTo>
                  <a:lnTo>
                    <a:pt x="2253356" y="1666771"/>
                  </a:lnTo>
                  <a:lnTo>
                    <a:pt x="2254024" y="1666771"/>
                  </a:lnTo>
                  <a:lnTo>
                    <a:pt x="2254692" y="1666771"/>
                  </a:lnTo>
                  <a:lnTo>
                    <a:pt x="2255360" y="1666771"/>
                  </a:lnTo>
                  <a:lnTo>
                    <a:pt x="2256028" y="1666771"/>
                  </a:lnTo>
                  <a:lnTo>
                    <a:pt x="2256696" y="1666771"/>
                  </a:lnTo>
                  <a:lnTo>
                    <a:pt x="2257364" y="1666771"/>
                  </a:lnTo>
                  <a:lnTo>
                    <a:pt x="2258032" y="1666771"/>
                  </a:lnTo>
                  <a:lnTo>
                    <a:pt x="2258700" y="1666771"/>
                  </a:lnTo>
                  <a:lnTo>
                    <a:pt x="2259368" y="1666771"/>
                  </a:lnTo>
                  <a:lnTo>
                    <a:pt x="2260036" y="1666771"/>
                  </a:lnTo>
                  <a:lnTo>
                    <a:pt x="2260704" y="1666771"/>
                  </a:lnTo>
                  <a:lnTo>
                    <a:pt x="2261372" y="1666771"/>
                  </a:lnTo>
                  <a:lnTo>
                    <a:pt x="2262040" y="1666771"/>
                  </a:lnTo>
                  <a:lnTo>
                    <a:pt x="2262708" y="1666771"/>
                  </a:lnTo>
                  <a:lnTo>
                    <a:pt x="2263376" y="1666771"/>
                  </a:lnTo>
                  <a:lnTo>
                    <a:pt x="2264044" y="1666771"/>
                  </a:lnTo>
                  <a:lnTo>
                    <a:pt x="2264712" y="1666771"/>
                  </a:lnTo>
                  <a:lnTo>
                    <a:pt x="2265380" y="1668810"/>
                  </a:lnTo>
                  <a:lnTo>
                    <a:pt x="2266048" y="1668810"/>
                  </a:lnTo>
                  <a:lnTo>
                    <a:pt x="2266716" y="1668810"/>
                  </a:lnTo>
                  <a:lnTo>
                    <a:pt x="2267384" y="1668810"/>
                  </a:lnTo>
                  <a:lnTo>
                    <a:pt x="2268052" y="1668810"/>
                  </a:lnTo>
                  <a:lnTo>
                    <a:pt x="2268720" y="1668810"/>
                  </a:lnTo>
                  <a:lnTo>
                    <a:pt x="2269388" y="1668810"/>
                  </a:lnTo>
                  <a:lnTo>
                    <a:pt x="2270056" y="1668810"/>
                  </a:lnTo>
                  <a:lnTo>
                    <a:pt x="2270724" y="1668810"/>
                  </a:lnTo>
                  <a:lnTo>
                    <a:pt x="2271392" y="1646625"/>
                  </a:lnTo>
                  <a:lnTo>
                    <a:pt x="2272060" y="1606744"/>
                  </a:lnTo>
                  <a:lnTo>
                    <a:pt x="2272728" y="1589801"/>
                  </a:lnTo>
                  <a:lnTo>
                    <a:pt x="2273396" y="1589801"/>
                  </a:lnTo>
                  <a:lnTo>
                    <a:pt x="2274064" y="1589801"/>
                  </a:lnTo>
                  <a:lnTo>
                    <a:pt x="2274732" y="1589801"/>
                  </a:lnTo>
                  <a:lnTo>
                    <a:pt x="2275400" y="1589801"/>
                  </a:lnTo>
                  <a:lnTo>
                    <a:pt x="2276068" y="1589801"/>
                  </a:lnTo>
                  <a:lnTo>
                    <a:pt x="2276736" y="1630813"/>
                  </a:lnTo>
                  <a:lnTo>
                    <a:pt x="2277404" y="1667371"/>
                  </a:lnTo>
                  <a:lnTo>
                    <a:pt x="2278073" y="1574019"/>
                  </a:lnTo>
                  <a:lnTo>
                    <a:pt x="2278741" y="1448695"/>
                  </a:lnTo>
                  <a:lnTo>
                    <a:pt x="2279409" y="1337243"/>
                  </a:lnTo>
                  <a:lnTo>
                    <a:pt x="2280077" y="1452143"/>
                  </a:lnTo>
                  <a:lnTo>
                    <a:pt x="2280745" y="1486446"/>
                  </a:lnTo>
                  <a:lnTo>
                    <a:pt x="2281413" y="1543842"/>
                  </a:lnTo>
                  <a:lnTo>
                    <a:pt x="2282081" y="1626317"/>
                  </a:lnTo>
                  <a:lnTo>
                    <a:pt x="2282749" y="1666771"/>
                  </a:lnTo>
                  <a:lnTo>
                    <a:pt x="2283417" y="1666771"/>
                  </a:lnTo>
                  <a:lnTo>
                    <a:pt x="2284085" y="1666771"/>
                  </a:lnTo>
                  <a:lnTo>
                    <a:pt x="2284753" y="1666771"/>
                  </a:lnTo>
                  <a:lnTo>
                    <a:pt x="2285421" y="1666771"/>
                  </a:lnTo>
                  <a:lnTo>
                    <a:pt x="2286089" y="1666771"/>
                  </a:lnTo>
                  <a:lnTo>
                    <a:pt x="2286757" y="1666771"/>
                  </a:lnTo>
                  <a:lnTo>
                    <a:pt x="2287425" y="1666771"/>
                  </a:lnTo>
                  <a:lnTo>
                    <a:pt x="2288093" y="1666771"/>
                  </a:lnTo>
                  <a:lnTo>
                    <a:pt x="2288761" y="1666771"/>
                  </a:lnTo>
                  <a:lnTo>
                    <a:pt x="2289429" y="1666771"/>
                  </a:lnTo>
                  <a:lnTo>
                    <a:pt x="2290097" y="1666771"/>
                  </a:lnTo>
                  <a:lnTo>
                    <a:pt x="2290765" y="1666771"/>
                  </a:lnTo>
                  <a:lnTo>
                    <a:pt x="2291433" y="1666771"/>
                  </a:lnTo>
                  <a:lnTo>
                    <a:pt x="2292101" y="1666771"/>
                  </a:lnTo>
                  <a:lnTo>
                    <a:pt x="2292769" y="1666771"/>
                  </a:lnTo>
                  <a:lnTo>
                    <a:pt x="2293437" y="1666771"/>
                  </a:lnTo>
                  <a:lnTo>
                    <a:pt x="2294105" y="1666771"/>
                  </a:lnTo>
                  <a:lnTo>
                    <a:pt x="2294773" y="1666771"/>
                  </a:lnTo>
                  <a:lnTo>
                    <a:pt x="2295441" y="1666771"/>
                  </a:lnTo>
                  <a:lnTo>
                    <a:pt x="2296109" y="1666771"/>
                  </a:lnTo>
                  <a:lnTo>
                    <a:pt x="2296777" y="1668810"/>
                  </a:lnTo>
                  <a:lnTo>
                    <a:pt x="2297445" y="1668810"/>
                  </a:lnTo>
                  <a:lnTo>
                    <a:pt x="2298113" y="1668810"/>
                  </a:lnTo>
                  <a:lnTo>
                    <a:pt x="2298781" y="1668810"/>
                  </a:lnTo>
                  <a:lnTo>
                    <a:pt x="2299449" y="1668810"/>
                  </a:lnTo>
                  <a:lnTo>
                    <a:pt x="2300117" y="1668810"/>
                  </a:lnTo>
                  <a:lnTo>
                    <a:pt x="2300785" y="1668810"/>
                  </a:lnTo>
                  <a:lnTo>
                    <a:pt x="2301453" y="1668810"/>
                  </a:lnTo>
                  <a:lnTo>
                    <a:pt x="2302121" y="1668810"/>
                  </a:lnTo>
                  <a:lnTo>
                    <a:pt x="2302790" y="1668810"/>
                  </a:lnTo>
                  <a:lnTo>
                    <a:pt x="2303458" y="1668810"/>
                  </a:lnTo>
                  <a:lnTo>
                    <a:pt x="2304126" y="1668810"/>
                  </a:lnTo>
                  <a:lnTo>
                    <a:pt x="2304794" y="1668810"/>
                  </a:lnTo>
                  <a:lnTo>
                    <a:pt x="2305462" y="1668810"/>
                  </a:lnTo>
                  <a:lnTo>
                    <a:pt x="2306130" y="1668810"/>
                  </a:lnTo>
                  <a:lnTo>
                    <a:pt x="2306798" y="1666332"/>
                  </a:lnTo>
                  <a:lnTo>
                    <a:pt x="2307466" y="1666332"/>
                  </a:lnTo>
                  <a:lnTo>
                    <a:pt x="2308134" y="1644112"/>
                  </a:lnTo>
                  <a:lnTo>
                    <a:pt x="2308802" y="1486446"/>
                  </a:lnTo>
                  <a:lnTo>
                    <a:pt x="2309470" y="1486446"/>
                  </a:lnTo>
                  <a:lnTo>
                    <a:pt x="2310138" y="1486446"/>
                  </a:lnTo>
                  <a:lnTo>
                    <a:pt x="2310806" y="1486446"/>
                  </a:lnTo>
                  <a:lnTo>
                    <a:pt x="2311474" y="1486446"/>
                  </a:lnTo>
                  <a:lnTo>
                    <a:pt x="2312142" y="1486446"/>
                  </a:lnTo>
                  <a:lnTo>
                    <a:pt x="2312810" y="1486446"/>
                  </a:lnTo>
                  <a:lnTo>
                    <a:pt x="2313478" y="1486446"/>
                  </a:lnTo>
                  <a:lnTo>
                    <a:pt x="2314146" y="1539563"/>
                  </a:lnTo>
                  <a:lnTo>
                    <a:pt x="2314814" y="1570146"/>
                  </a:lnTo>
                  <a:lnTo>
                    <a:pt x="2315482" y="1570146"/>
                  </a:lnTo>
                  <a:lnTo>
                    <a:pt x="2316150" y="1616598"/>
                  </a:lnTo>
                  <a:lnTo>
                    <a:pt x="2316818" y="1666771"/>
                  </a:lnTo>
                  <a:lnTo>
                    <a:pt x="2317486" y="1666771"/>
                  </a:lnTo>
                  <a:lnTo>
                    <a:pt x="2318154" y="1666771"/>
                  </a:lnTo>
                  <a:lnTo>
                    <a:pt x="2318822" y="1666771"/>
                  </a:lnTo>
                  <a:lnTo>
                    <a:pt x="2319490" y="1666771"/>
                  </a:lnTo>
                  <a:lnTo>
                    <a:pt x="2320158" y="1666771"/>
                  </a:lnTo>
                  <a:lnTo>
                    <a:pt x="2320826" y="1656410"/>
                  </a:lnTo>
                  <a:lnTo>
                    <a:pt x="2321494" y="1570146"/>
                  </a:lnTo>
                  <a:lnTo>
                    <a:pt x="2322162" y="1570146"/>
                  </a:lnTo>
                  <a:lnTo>
                    <a:pt x="2322830" y="1570146"/>
                  </a:lnTo>
                  <a:lnTo>
                    <a:pt x="2323498" y="1570146"/>
                  </a:lnTo>
                  <a:lnTo>
                    <a:pt x="2324166" y="1570146"/>
                  </a:lnTo>
                  <a:lnTo>
                    <a:pt x="2324834" y="1570146"/>
                  </a:lnTo>
                  <a:lnTo>
                    <a:pt x="2325502" y="1526900"/>
                  </a:lnTo>
                  <a:lnTo>
                    <a:pt x="2326170" y="1467158"/>
                  </a:lnTo>
                  <a:lnTo>
                    <a:pt x="2326839" y="1278343"/>
                  </a:lnTo>
                  <a:lnTo>
                    <a:pt x="2327507" y="1392185"/>
                  </a:lnTo>
                  <a:lnTo>
                    <a:pt x="2328175" y="1412178"/>
                  </a:lnTo>
                  <a:lnTo>
                    <a:pt x="2328843" y="1430876"/>
                  </a:lnTo>
                  <a:lnTo>
                    <a:pt x="2329511" y="1380704"/>
                  </a:lnTo>
                  <a:lnTo>
                    <a:pt x="2330179" y="1380704"/>
                  </a:lnTo>
                  <a:lnTo>
                    <a:pt x="2330847" y="1354730"/>
                  </a:lnTo>
                  <a:lnTo>
                    <a:pt x="2331515" y="1334251"/>
                  </a:lnTo>
                  <a:lnTo>
                    <a:pt x="2332183" y="1332016"/>
                  </a:lnTo>
                  <a:lnTo>
                    <a:pt x="2332851" y="1291005"/>
                  </a:lnTo>
                  <a:lnTo>
                    <a:pt x="2333519" y="1291005"/>
                  </a:lnTo>
                  <a:lnTo>
                    <a:pt x="2334187" y="1291005"/>
                  </a:lnTo>
                  <a:lnTo>
                    <a:pt x="2334855" y="1291005"/>
                  </a:lnTo>
                  <a:lnTo>
                    <a:pt x="2335523" y="1312255"/>
                  </a:lnTo>
                  <a:lnTo>
                    <a:pt x="2336191" y="1345545"/>
                  </a:lnTo>
                  <a:lnTo>
                    <a:pt x="2336859" y="1468550"/>
                  </a:lnTo>
                  <a:lnTo>
                    <a:pt x="2337527" y="1481985"/>
                  </a:lnTo>
                  <a:lnTo>
                    <a:pt x="2338195" y="1450552"/>
                  </a:lnTo>
                  <a:lnTo>
                    <a:pt x="2338863" y="1286833"/>
                  </a:lnTo>
                  <a:lnTo>
                    <a:pt x="2339531" y="1346575"/>
                  </a:lnTo>
                  <a:lnTo>
                    <a:pt x="2340199" y="1346575"/>
                  </a:lnTo>
                  <a:lnTo>
                    <a:pt x="2340867" y="1388703"/>
                  </a:lnTo>
                  <a:lnTo>
                    <a:pt x="2341535" y="1630861"/>
                  </a:lnTo>
                  <a:lnTo>
                    <a:pt x="2342203" y="1582142"/>
                  </a:lnTo>
                  <a:lnTo>
                    <a:pt x="2342871" y="1561921"/>
                  </a:lnTo>
                  <a:lnTo>
                    <a:pt x="2343539" y="1485416"/>
                  </a:lnTo>
                  <a:lnTo>
                    <a:pt x="2344207" y="1611923"/>
                  </a:lnTo>
                  <a:lnTo>
                    <a:pt x="2344875" y="1635513"/>
                  </a:lnTo>
                  <a:lnTo>
                    <a:pt x="2345543" y="1614473"/>
                  </a:lnTo>
                  <a:lnTo>
                    <a:pt x="2346211" y="1574019"/>
                  </a:lnTo>
                  <a:lnTo>
                    <a:pt x="2346879" y="1597977"/>
                  </a:lnTo>
                  <a:lnTo>
                    <a:pt x="2347547" y="1628560"/>
                  </a:lnTo>
                  <a:lnTo>
                    <a:pt x="2348215" y="1574019"/>
                  </a:lnTo>
                  <a:lnTo>
                    <a:pt x="2348883" y="1574019"/>
                  </a:lnTo>
                  <a:lnTo>
                    <a:pt x="2349551" y="1574019"/>
                  </a:lnTo>
                  <a:lnTo>
                    <a:pt x="2350219" y="1571413"/>
                  </a:lnTo>
                  <a:lnTo>
                    <a:pt x="2350887" y="1523847"/>
                  </a:lnTo>
                  <a:lnTo>
                    <a:pt x="2351556" y="1540519"/>
                  </a:lnTo>
                  <a:lnTo>
                    <a:pt x="2352224" y="1591508"/>
                  </a:lnTo>
                  <a:lnTo>
                    <a:pt x="2352892" y="1638105"/>
                  </a:lnTo>
                  <a:lnTo>
                    <a:pt x="2353560" y="1611201"/>
                  </a:lnTo>
                  <a:lnTo>
                    <a:pt x="2354228" y="1607769"/>
                  </a:lnTo>
                  <a:lnTo>
                    <a:pt x="2354896" y="1576336"/>
                  </a:lnTo>
                  <a:lnTo>
                    <a:pt x="2355564" y="1395443"/>
                  </a:lnTo>
                  <a:lnTo>
                    <a:pt x="2356232" y="1412617"/>
                  </a:lnTo>
                  <a:lnTo>
                    <a:pt x="2356900" y="1412617"/>
                  </a:lnTo>
                  <a:lnTo>
                    <a:pt x="2357568" y="1412617"/>
                  </a:lnTo>
                  <a:lnTo>
                    <a:pt x="2358236" y="1430275"/>
                  </a:lnTo>
                  <a:lnTo>
                    <a:pt x="2358904" y="1412617"/>
                  </a:lnTo>
                  <a:lnTo>
                    <a:pt x="2359572" y="1412617"/>
                  </a:lnTo>
                  <a:lnTo>
                    <a:pt x="2360240" y="1416109"/>
                  </a:lnTo>
                  <a:lnTo>
                    <a:pt x="2360908" y="1486446"/>
                  </a:lnTo>
                  <a:lnTo>
                    <a:pt x="2361576" y="1486446"/>
                  </a:lnTo>
                  <a:lnTo>
                    <a:pt x="2362244" y="1430275"/>
                  </a:lnTo>
                  <a:lnTo>
                    <a:pt x="2362912" y="1412617"/>
                  </a:lnTo>
                  <a:lnTo>
                    <a:pt x="2363580" y="1412617"/>
                  </a:lnTo>
                  <a:lnTo>
                    <a:pt x="2364248" y="1412617"/>
                  </a:lnTo>
                  <a:lnTo>
                    <a:pt x="2364916" y="1412617"/>
                  </a:lnTo>
                  <a:lnTo>
                    <a:pt x="2365584" y="1448445"/>
                  </a:lnTo>
                  <a:lnTo>
                    <a:pt x="2366252" y="1486446"/>
                  </a:lnTo>
                  <a:lnTo>
                    <a:pt x="2366920" y="1486446"/>
                  </a:lnTo>
                  <a:lnTo>
                    <a:pt x="2367588" y="1486446"/>
                  </a:lnTo>
                  <a:lnTo>
                    <a:pt x="2368256" y="1548150"/>
                  </a:lnTo>
                  <a:lnTo>
                    <a:pt x="2368924" y="1570146"/>
                  </a:lnTo>
                  <a:lnTo>
                    <a:pt x="2369592" y="1548150"/>
                  </a:lnTo>
                  <a:lnTo>
                    <a:pt x="2370260" y="1486446"/>
                  </a:lnTo>
                  <a:lnTo>
                    <a:pt x="2370928" y="1486446"/>
                  </a:lnTo>
                  <a:lnTo>
                    <a:pt x="2371596" y="1486446"/>
                  </a:lnTo>
                  <a:lnTo>
                    <a:pt x="2372264" y="1548150"/>
                  </a:lnTo>
                  <a:lnTo>
                    <a:pt x="2372932" y="1570146"/>
                  </a:lnTo>
                  <a:lnTo>
                    <a:pt x="2373600" y="1570146"/>
                  </a:lnTo>
                  <a:lnTo>
                    <a:pt x="2374268" y="1570146"/>
                  </a:lnTo>
                  <a:lnTo>
                    <a:pt x="2374936" y="1570146"/>
                  </a:lnTo>
                  <a:lnTo>
                    <a:pt x="2375604" y="1570146"/>
                  </a:lnTo>
                  <a:lnTo>
                    <a:pt x="2376273" y="1570146"/>
                  </a:lnTo>
                  <a:lnTo>
                    <a:pt x="2376941" y="1570146"/>
                  </a:lnTo>
                  <a:lnTo>
                    <a:pt x="2377609" y="1570146"/>
                  </a:lnTo>
                  <a:lnTo>
                    <a:pt x="2378277" y="1570146"/>
                  </a:lnTo>
                  <a:lnTo>
                    <a:pt x="2378945" y="1570146"/>
                  </a:lnTo>
                  <a:lnTo>
                    <a:pt x="2379613" y="1592942"/>
                  </a:lnTo>
                  <a:lnTo>
                    <a:pt x="2380281" y="1666771"/>
                  </a:lnTo>
                  <a:lnTo>
                    <a:pt x="2380949" y="1666771"/>
                  </a:lnTo>
                  <a:lnTo>
                    <a:pt x="2381617" y="1666771"/>
                  </a:lnTo>
                  <a:lnTo>
                    <a:pt x="2382285" y="1666771"/>
                  </a:lnTo>
                  <a:lnTo>
                    <a:pt x="2382953" y="1666771"/>
                  </a:lnTo>
                  <a:lnTo>
                    <a:pt x="2383621" y="1666771"/>
                  </a:lnTo>
                  <a:lnTo>
                    <a:pt x="2384289" y="1666771"/>
                  </a:lnTo>
                  <a:lnTo>
                    <a:pt x="2384957" y="1666771"/>
                  </a:lnTo>
                  <a:lnTo>
                    <a:pt x="2385625" y="1666771"/>
                  </a:lnTo>
                  <a:lnTo>
                    <a:pt x="2386293" y="1666771"/>
                  </a:lnTo>
                  <a:lnTo>
                    <a:pt x="2386961" y="1666771"/>
                  </a:lnTo>
                  <a:lnTo>
                    <a:pt x="2387629" y="1666771"/>
                  </a:lnTo>
                  <a:lnTo>
                    <a:pt x="2388297" y="1666771"/>
                  </a:lnTo>
                  <a:lnTo>
                    <a:pt x="2388965" y="1666771"/>
                  </a:lnTo>
                  <a:lnTo>
                    <a:pt x="2389633" y="1666771"/>
                  </a:lnTo>
                  <a:lnTo>
                    <a:pt x="2390301" y="1666771"/>
                  </a:lnTo>
                  <a:lnTo>
                    <a:pt x="2390969" y="1666771"/>
                  </a:lnTo>
                  <a:lnTo>
                    <a:pt x="2391637" y="1666771"/>
                  </a:lnTo>
                  <a:lnTo>
                    <a:pt x="2392305" y="1666771"/>
                  </a:lnTo>
                  <a:lnTo>
                    <a:pt x="2392973" y="1666771"/>
                  </a:lnTo>
                  <a:lnTo>
                    <a:pt x="2393641" y="1666771"/>
                  </a:lnTo>
                  <a:lnTo>
                    <a:pt x="2394309" y="1666771"/>
                  </a:lnTo>
                  <a:lnTo>
                    <a:pt x="2394977" y="1666771"/>
                  </a:lnTo>
                  <a:lnTo>
                    <a:pt x="2395645" y="1666771"/>
                  </a:lnTo>
                  <a:lnTo>
                    <a:pt x="2396313" y="1651293"/>
                  </a:lnTo>
                  <a:lnTo>
                    <a:pt x="2396981" y="1570146"/>
                  </a:lnTo>
                  <a:lnTo>
                    <a:pt x="2397649" y="1570146"/>
                  </a:lnTo>
                  <a:lnTo>
                    <a:pt x="2398317" y="1570146"/>
                  </a:lnTo>
                  <a:lnTo>
                    <a:pt x="2398985" y="1570146"/>
                  </a:lnTo>
                  <a:lnTo>
                    <a:pt x="2399653" y="1526900"/>
                  </a:lnTo>
                  <a:lnTo>
                    <a:pt x="2400321" y="1482541"/>
                  </a:lnTo>
                  <a:lnTo>
                    <a:pt x="2400990" y="1412617"/>
                  </a:lnTo>
                  <a:lnTo>
                    <a:pt x="2401658" y="1412617"/>
                  </a:lnTo>
                  <a:lnTo>
                    <a:pt x="2402326" y="1375436"/>
                  </a:lnTo>
                  <a:lnTo>
                    <a:pt x="2402994" y="1286833"/>
                  </a:lnTo>
                  <a:lnTo>
                    <a:pt x="2403662" y="1286833"/>
                  </a:lnTo>
                  <a:lnTo>
                    <a:pt x="2404330" y="1374481"/>
                  </a:lnTo>
                  <a:lnTo>
                    <a:pt x="2404998" y="1212565"/>
                  </a:lnTo>
                  <a:lnTo>
                    <a:pt x="2405666" y="1267691"/>
                  </a:lnTo>
                  <a:lnTo>
                    <a:pt x="2406334" y="1213989"/>
                  </a:lnTo>
                  <a:lnTo>
                    <a:pt x="2407002" y="1162144"/>
                  </a:lnTo>
                  <a:lnTo>
                    <a:pt x="2407670" y="1202971"/>
                  </a:lnTo>
                  <a:lnTo>
                    <a:pt x="2408338" y="1167971"/>
                  </a:lnTo>
                  <a:lnTo>
                    <a:pt x="2409006" y="1131492"/>
                  </a:lnTo>
                  <a:lnTo>
                    <a:pt x="2409674" y="1127077"/>
                  </a:lnTo>
                  <a:lnTo>
                    <a:pt x="2410342" y="1139292"/>
                  </a:lnTo>
                  <a:lnTo>
                    <a:pt x="2411010" y="1160968"/>
                  </a:lnTo>
                  <a:lnTo>
                    <a:pt x="2411678" y="1160968"/>
                  </a:lnTo>
                  <a:lnTo>
                    <a:pt x="2412346" y="1173868"/>
                  </a:lnTo>
                  <a:lnTo>
                    <a:pt x="2413014" y="1209208"/>
                  </a:lnTo>
                  <a:lnTo>
                    <a:pt x="2413682" y="1209208"/>
                  </a:lnTo>
                  <a:lnTo>
                    <a:pt x="2414350" y="1253702"/>
                  </a:lnTo>
                  <a:lnTo>
                    <a:pt x="2415018" y="1375970"/>
                  </a:lnTo>
                  <a:lnTo>
                    <a:pt x="2415686" y="1364493"/>
                  </a:lnTo>
                  <a:lnTo>
                    <a:pt x="2416354" y="1436604"/>
                  </a:lnTo>
                  <a:lnTo>
                    <a:pt x="2417022" y="1364422"/>
                  </a:lnTo>
                  <a:lnTo>
                    <a:pt x="2417690" y="1245489"/>
                  </a:lnTo>
                  <a:lnTo>
                    <a:pt x="2418358" y="1328047"/>
                  </a:lnTo>
                  <a:lnTo>
                    <a:pt x="2419026" y="1402256"/>
                  </a:lnTo>
                  <a:lnTo>
                    <a:pt x="2419694" y="1412617"/>
                  </a:lnTo>
                  <a:lnTo>
                    <a:pt x="2420362" y="1412617"/>
                  </a:lnTo>
                  <a:lnTo>
                    <a:pt x="2421030" y="1412617"/>
                  </a:lnTo>
                  <a:lnTo>
                    <a:pt x="2421698" y="1346575"/>
                  </a:lnTo>
                  <a:lnTo>
                    <a:pt x="2422366" y="1346575"/>
                  </a:lnTo>
                  <a:lnTo>
                    <a:pt x="2423034" y="1346575"/>
                  </a:lnTo>
                  <a:lnTo>
                    <a:pt x="2423702" y="1346575"/>
                  </a:lnTo>
                  <a:lnTo>
                    <a:pt x="2424370" y="1346575"/>
                  </a:lnTo>
                  <a:lnTo>
                    <a:pt x="2425039" y="1248162"/>
                  </a:lnTo>
                  <a:lnTo>
                    <a:pt x="2425707" y="1232293"/>
                  </a:lnTo>
                  <a:lnTo>
                    <a:pt x="2426375" y="1245489"/>
                  </a:lnTo>
                  <a:lnTo>
                    <a:pt x="2427043" y="1253543"/>
                  </a:lnTo>
                  <a:lnTo>
                    <a:pt x="2427711" y="1240177"/>
                  </a:lnTo>
                  <a:lnTo>
                    <a:pt x="2428379" y="1182120"/>
                  </a:lnTo>
                  <a:lnTo>
                    <a:pt x="2429047" y="1165468"/>
                  </a:lnTo>
                  <a:lnTo>
                    <a:pt x="2429715" y="1122378"/>
                  </a:lnTo>
                  <a:lnTo>
                    <a:pt x="2430383" y="1092422"/>
                  </a:lnTo>
                  <a:lnTo>
                    <a:pt x="2431051" y="1092422"/>
                  </a:lnTo>
                  <a:lnTo>
                    <a:pt x="2431719" y="1291099"/>
                  </a:lnTo>
                  <a:lnTo>
                    <a:pt x="2432387" y="1272308"/>
                  </a:lnTo>
                  <a:lnTo>
                    <a:pt x="2433055" y="1287574"/>
                  </a:lnTo>
                  <a:lnTo>
                    <a:pt x="2433723" y="1282703"/>
                  </a:lnTo>
                  <a:lnTo>
                    <a:pt x="2434391" y="1250551"/>
                  </a:lnTo>
                  <a:lnTo>
                    <a:pt x="2435059" y="1299419"/>
                  </a:lnTo>
                  <a:lnTo>
                    <a:pt x="2435727" y="1291005"/>
                  </a:lnTo>
                  <a:lnTo>
                    <a:pt x="2436395" y="1291005"/>
                  </a:lnTo>
                  <a:lnTo>
                    <a:pt x="2437063" y="1320961"/>
                  </a:lnTo>
                  <a:lnTo>
                    <a:pt x="2437731" y="1373512"/>
                  </a:lnTo>
                  <a:lnTo>
                    <a:pt x="2438399" y="1430876"/>
                  </a:lnTo>
                  <a:lnTo>
                    <a:pt x="2439067" y="1474122"/>
                  </a:lnTo>
                  <a:lnTo>
                    <a:pt x="2439735" y="1668810"/>
                  </a:lnTo>
                  <a:lnTo>
                    <a:pt x="2440403" y="1668810"/>
                  </a:lnTo>
                  <a:lnTo>
                    <a:pt x="2441071" y="1668810"/>
                  </a:lnTo>
                  <a:lnTo>
                    <a:pt x="2441739" y="1668810"/>
                  </a:lnTo>
                  <a:lnTo>
                    <a:pt x="2442407" y="1668810"/>
                  </a:lnTo>
                  <a:lnTo>
                    <a:pt x="2443075" y="1668810"/>
                  </a:lnTo>
                  <a:lnTo>
                    <a:pt x="2443743" y="1668810"/>
                  </a:lnTo>
                  <a:lnTo>
                    <a:pt x="2444411" y="1668810"/>
                  </a:lnTo>
                  <a:lnTo>
                    <a:pt x="2445079" y="1668810"/>
                  </a:lnTo>
                  <a:lnTo>
                    <a:pt x="2445747" y="1668810"/>
                  </a:lnTo>
                  <a:lnTo>
                    <a:pt x="2446415" y="1668810"/>
                  </a:lnTo>
                  <a:lnTo>
                    <a:pt x="2447083" y="1668810"/>
                  </a:lnTo>
                  <a:lnTo>
                    <a:pt x="2447751" y="1668810"/>
                  </a:lnTo>
                  <a:lnTo>
                    <a:pt x="2448419" y="1668810"/>
                  </a:lnTo>
                  <a:lnTo>
                    <a:pt x="2449087" y="1668810"/>
                  </a:lnTo>
                  <a:lnTo>
                    <a:pt x="2449756" y="1668810"/>
                  </a:lnTo>
                  <a:lnTo>
                    <a:pt x="2450424" y="1668810"/>
                  </a:lnTo>
                  <a:lnTo>
                    <a:pt x="2451092" y="1668810"/>
                  </a:lnTo>
                  <a:lnTo>
                    <a:pt x="2451760" y="1666771"/>
                  </a:lnTo>
                  <a:lnTo>
                    <a:pt x="2452428" y="1666771"/>
                  </a:lnTo>
                  <a:lnTo>
                    <a:pt x="2453096" y="1666771"/>
                  </a:lnTo>
                  <a:lnTo>
                    <a:pt x="2453764" y="1666771"/>
                  </a:lnTo>
                  <a:lnTo>
                    <a:pt x="2454432" y="1666771"/>
                  </a:lnTo>
                  <a:lnTo>
                    <a:pt x="2455100" y="1666771"/>
                  </a:lnTo>
                  <a:lnTo>
                    <a:pt x="2455768" y="1666771"/>
                  </a:lnTo>
                  <a:lnTo>
                    <a:pt x="2456436" y="1666771"/>
                  </a:lnTo>
                  <a:lnTo>
                    <a:pt x="2457104" y="1666771"/>
                  </a:lnTo>
                  <a:lnTo>
                    <a:pt x="2457772" y="1666771"/>
                  </a:lnTo>
                  <a:lnTo>
                    <a:pt x="2458440" y="1666771"/>
                  </a:lnTo>
                  <a:lnTo>
                    <a:pt x="2459108" y="1666771"/>
                  </a:lnTo>
                  <a:lnTo>
                    <a:pt x="2459776" y="1666771"/>
                  </a:lnTo>
                  <a:lnTo>
                    <a:pt x="2460444" y="1666771"/>
                  </a:lnTo>
                  <a:lnTo>
                    <a:pt x="2461112" y="1666771"/>
                  </a:lnTo>
                  <a:lnTo>
                    <a:pt x="2461780" y="1666771"/>
                  </a:lnTo>
                  <a:lnTo>
                    <a:pt x="2462448" y="1666771"/>
                  </a:lnTo>
                  <a:lnTo>
                    <a:pt x="2463116" y="1666771"/>
                  </a:lnTo>
                  <a:lnTo>
                    <a:pt x="2463784" y="1666771"/>
                  </a:lnTo>
                  <a:lnTo>
                    <a:pt x="2464452" y="1666771"/>
                  </a:lnTo>
                  <a:lnTo>
                    <a:pt x="2465120" y="1666771"/>
                  </a:lnTo>
                  <a:lnTo>
                    <a:pt x="2465788" y="1666771"/>
                  </a:lnTo>
                  <a:lnTo>
                    <a:pt x="2466456" y="1666771"/>
                  </a:lnTo>
                  <a:lnTo>
                    <a:pt x="2467124" y="1666771"/>
                  </a:lnTo>
                  <a:lnTo>
                    <a:pt x="2467792" y="1666771"/>
                  </a:lnTo>
                  <a:lnTo>
                    <a:pt x="2468460" y="1666771"/>
                  </a:lnTo>
                  <a:lnTo>
                    <a:pt x="2469128" y="1574639"/>
                  </a:lnTo>
                  <a:lnTo>
                    <a:pt x="2469796" y="1506347"/>
                  </a:lnTo>
                  <a:lnTo>
                    <a:pt x="2470464" y="1412617"/>
                  </a:lnTo>
                  <a:lnTo>
                    <a:pt x="2471132" y="1382035"/>
                  </a:lnTo>
                  <a:lnTo>
                    <a:pt x="2471800" y="1346575"/>
                  </a:lnTo>
                  <a:lnTo>
                    <a:pt x="2472468" y="1346575"/>
                  </a:lnTo>
                  <a:lnTo>
                    <a:pt x="2473136" y="1346575"/>
                  </a:lnTo>
                  <a:lnTo>
                    <a:pt x="2473804" y="1346575"/>
                  </a:lnTo>
                  <a:lnTo>
                    <a:pt x="2474473" y="1343449"/>
                  </a:lnTo>
                  <a:lnTo>
                    <a:pt x="2475141" y="1242828"/>
                  </a:lnTo>
                  <a:lnTo>
                    <a:pt x="2475809" y="1232293"/>
                  </a:lnTo>
                  <a:lnTo>
                    <a:pt x="2476477" y="1232293"/>
                  </a:lnTo>
                  <a:lnTo>
                    <a:pt x="2477145" y="1232293"/>
                  </a:lnTo>
                  <a:lnTo>
                    <a:pt x="2477813" y="1232293"/>
                  </a:lnTo>
                  <a:lnTo>
                    <a:pt x="2478481" y="1232293"/>
                  </a:lnTo>
                  <a:lnTo>
                    <a:pt x="2479149" y="1283990"/>
                  </a:lnTo>
                  <a:lnTo>
                    <a:pt x="2479817" y="1331097"/>
                  </a:lnTo>
                  <a:lnTo>
                    <a:pt x="2480485" y="1412617"/>
                  </a:lnTo>
                  <a:lnTo>
                    <a:pt x="2481153" y="1444769"/>
                  </a:lnTo>
                  <a:lnTo>
                    <a:pt x="2481821" y="1486446"/>
                  </a:lnTo>
                  <a:lnTo>
                    <a:pt x="2482489" y="1486446"/>
                  </a:lnTo>
                  <a:lnTo>
                    <a:pt x="2483157" y="1486446"/>
                  </a:lnTo>
                  <a:lnTo>
                    <a:pt x="2483825" y="1486446"/>
                  </a:lnTo>
                  <a:lnTo>
                    <a:pt x="2484493" y="1490376"/>
                  </a:lnTo>
                  <a:lnTo>
                    <a:pt x="2485161" y="1646217"/>
                  </a:lnTo>
                  <a:lnTo>
                    <a:pt x="2485829" y="1666771"/>
                  </a:lnTo>
                  <a:lnTo>
                    <a:pt x="2486497" y="1570146"/>
                  </a:lnTo>
                  <a:lnTo>
                    <a:pt x="2487165" y="1570146"/>
                  </a:lnTo>
                  <a:lnTo>
                    <a:pt x="2487833" y="1570146"/>
                  </a:lnTo>
                  <a:lnTo>
                    <a:pt x="2488501" y="1490376"/>
                  </a:lnTo>
                  <a:lnTo>
                    <a:pt x="2489169" y="1486446"/>
                  </a:lnTo>
                  <a:lnTo>
                    <a:pt x="2489837" y="1486446"/>
                  </a:lnTo>
                  <a:lnTo>
                    <a:pt x="2490505" y="1486446"/>
                  </a:lnTo>
                  <a:lnTo>
                    <a:pt x="2491173" y="1426704"/>
                  </a:lnTo>
                  <a:lnTo>
                    <a:pt x="2491841" y="1346575"/>
                  </a:lnTo>
                  <a:lnTo>
                    <a:pt x="2492509" y="1346575"/>
                  </a:lnTo>
                  <a:lnTo>
                    <a:pt x="2493177" y="1346575"/>
                  </a:lnTo>
                  <a:lnTo>
                    <a:pt x="2493845" y="1346575"/>
                  </a:lnTo>
                  <a:lnTo>
                    <a:pt x="2494513" y="1346575"/>
                  </a:lnTo>
                  <a:lnTo>
                    <a:pt x="2495181" y="1346575"/>
                  </a:lnTo>
                  <a:lnTo>
                    <a:pt x="2495849" y="1346575"/>
                  </a:lnTo>
                  <a:lnTo>
                    <a:pt x="2496517" y="1412617"/>
                  </a:lnTo>
                  <a:lnTo>
                    <a:pt x="2497185" y="1412617"/>
                  </a:lnTo>
                  <a:lnTo>
                    <a:pt x="2497853" y="1412617"/>
                  </a:lnTo>
                  <a:lnTo>
                    <a:pt x="2498521" y="1482541"/>
                  </a:lnTo>
                  <a:lnTo>
                    <a:pt x="2499190" y="1486446"/>
                  </a:lnTo>
                  <a:lnTo>
                    <a:pt x="2499858" y="1486446"/>
                  </a:lnTo>
                  <a:lnTo>
                    <a:pt x="2500526" y="1486446"/>
                  </a:lnTo>
                  <a:lnTo>
                    <a:pt x="2501194" y="1552488"/>
                  </a:lnTo>
                  <a:lnTo>
                    <a:pt x="2501862" y="1666771"/>
                  </a:lnTo>
                  <a:lnTo>
                    <a:pt x="2502530" y="1666771"/>
                  </a:lnTo>
                  <a:lnTo>
                    <a:pt x="2503198" y="1666771"/>
                  </a:lnTo>
                  <a:lnTo>
                    <a:pt x="2503866" y="1666771"/>
                  </a:lnTo>
                  <a:lnTo>
                    <a:pt x="2504534" y="1666771"/>
                  </a:lnTo>
                  <a:lnTo>
                    <a:pt x="2505202" y="1666771"/>
                  </a:lnTo>
                  <a:lnTo>
                    <a:pt x="2505870" y="1666771"/>
                  </a:lnTo>
                  <a:lnTo>
                    <a:pt x="2506538" y="1666771"/>
                  </a:lnTo>
                  <a:lnTo>
                    <a:pt x="2507206" y="1666771"/>
                  </a:lnTo>
                  <a:lnTo>
                    <a:pt x="2507874" y="1666771"/>
                  </a:lnTo>
                  <a:lnTo>
                    <a:pt x="2508542" y="1666771"/>
                  </a:lnTo>
                  <a:lnTo>
                    <a:pt x="2509210" y="1666771"/>
                  </a:lnTo>
                  <a:lnTo>
                    <a:pt x="2509878" y="1666771"/>
                  </a:lnTo>
                  <a:lnTo>
                    <a:pt x="2510546" y="1666771"/>
                  </a:lnTo>
                  <a:lnTo>
                    <a:pt x="2511214" y="1666771"/>
                  </a:lnTo>
                  <a:lnTo>
                    <a:pt x="2511882" y="1666771"/>
                  </a:lnTo>
                  <a:lnTo>
                    <a:pt x="2512550" y="1666771"/>
                  </a:lnTo>
                  <a:lnTo>
                    <a:pt x="2513218" y="1666771"/>
                  </a:lnTo>
                  <a:lnTo>
                    <a:pt x="2513886" y="1666771"/>
                  </a:lnTo>
                  <a:lnTo>
                    <a:pt x="2514554" y="1666771"/>
                  </a:lnTo>
                  <a:lnTo>
                    <a:pt x="2515222" y="1666771"/>
                  </a:lnTo>
                  <a:lnTo>
                    <a:pt x="2515890" y="1666771"/>
                  </a:lnTo>
                  <a:lnTo>
                    <a:pt x="2516558" y="1666771"/>
                  </a:lnTo>
                  <a:lnTo>
                    <a:pt x="2517226" y="1666771"/>
                  </a:lnTo>
                  <a:lnTo>
                    <a:pt x="2517894" y="1666771"/>
                  </a:lnTo>
                  <a:lnTo>
                    <a:pt x="2518562" y="1666771"/>
                  </a:lnTo>
                  <a:lnTo>
                    <a:pt x="2519230" y="1666771"/>
                  </a:lnTo>
                  <a:lnTo>
                    <a:pt x="2519898" y="1666771"/>
                  </a:lnTo>
                  <a:lnTo>
                    <a:pt x="2520566" y="1666771"/>
                  </a:lnTo>
                  <a:lnTo>
                    <a:pt x="2521234" y="1666771"/>
                  </a:lnTo>
                  <a:lnTo>
                    <a:pt x="2521902" y="1666771"/>
                  </a:lnTo>
                  <a:lnTo>
                    <a:pt x="2522570" y="1666771"/>
                  </a:lnTo>
                  <a:lnTo>
                    <a:pt x="2523239" y="1666771"/>
                  </a:lnTo>
                  <a:lnTo>
                    <a:pt x="2523907" y="1666771"/>
                  </a:lnTo>
                  <a:lnTo>
                    <a:pt x="2524575" y="1666771"/>
                  </a:lnTo>
                  <a:lnTo>
                    <a:pt x="2525243" y="1666771"/>
                  </a:lnTo>
                  <a:lnTo>
                    <a:pt x="2525911" y="1666771"/>
                  </a:lnTo>
                  <a:lnTo>
                    <a:pt x="2526579" y="1666771"/>
                  </a:lnTo>
                  <a:lnTo>
                    <a:pt x="2527247" y="1666771"/>
                  </a:lnTo>
                  <a:lnTo>
                    <a:pt x="2527915" y="1666771"/>
                  </a:lnTo>
                  <a:lnTo>
                    <a:pt x="2528583" y="1666771"/>
                  </a:lnTo>
                  <a:lnTo>
                    <a:pt x="2529251" y="1666771"/>
                  </a:lnTo>
                  <a:lnTo>
                    <a:pt x="2529919" y="1666771"/>
                  </a:lnTo>
                  <a:lnTo>
                    <a:pt x="2530587" y="1666771"/>
                  </a:lnTo>
                  <a:lnTo>
                    <a:pt x="2531255" y="1666771"/>
                  </a:lnTo>
                  <a:lnTo>
                    <a:pt x="2531923" y="1666771"/>
                  </a:lnTo>
                  <a:lnTo>
                    <a:pt x="2532591" y="1666771"/>
                  </a:lnTo>
                  <a:lnTo>
                    <a:pt x="2533259" y="1666771"/>
                  </a:lnTo>
                  <a:lnTo>
                    <a:pt x="2533927" y="1666771"/>
                  </a:lnTo>
                  <a:lnTo>
                    <a:pt x="2534595" y="1666771"/>
                  </a:lnTo>
                  <a:lnTo>
                    <a:pt x="2535263" y="1668810"/>
                  </a:lnTo>
                  <a:lnTo>
                    <a:pt x="2535931" y="1668810"/>
                  </a:lnTo>
                  <a:lnTo>
                    <a:pt x="2536599" y="1668810"/>
                  </a:lnTo>
                  <a:lnTo>
                    <a:pt x="2537267" y="1668810"/>
                  </a:lnTo>
                  <a:lnTo>
                    <a:pt x="2537935" y="1668810"/>
                  </a:lnTo>
                  <a:lnTo>
                    <a:pt x="2538603" y="1668810"/>
                  </a:lnTo>
                  <a:lnTo>
                    <a:pt x="2539271" y="1668810"/>
                  </a:lnTo>
                  <a:lnTo>
                    <a:pt x="2539939" y="1668810"/>
                  </a:lnTo>
                  <a:lnTo>
                    <a:pt x="2540607" y="1668810"/>
                  </a:lnTo>
                  <a:lnTo>
                    <a:pt x="2541275" y="1668810"/>
                  </a:lnTo>
                  <a:lnTo>
                    <a:pt x="2541943" y="1668810"/>
                  </a:lnTo>
                  <a:lnTo>
                    <a:pt x="2542611" y="1668810"/>
                  </a:lnTo>
                  <a:lnTo>
                    <a:pt x="2543279" y="1668810"/>
                  </a:lnTo>
                  <a:lnTo>
                    <a:pt x="2543947" y="1668810"/>
                  </a:lnTo>
                  <a:lnTo>
                    <a:pt x="2544615" y="1668810"/>
                  </a:lnTo>
                  <a:lnTo>
                    <a:pt x="2545283" y="1668810"/>
                  </a:lnTo>
                  <a:lnTo>
                    <a:pt x="2545951" y="1668810"/>
                  </a:lnTo>
                  <a:lnTo>
                    <a:pt x="2546619" y="1668810"/>
                  </a:lnTo>
                  <a:lnTo>
                    <a:pt x="2547287" y="1668810"/>
                  </a:lnTo>
                  <a:lnTo>
                    <a:pt x="2547956" y="1570146"/>
                  </a:lnTo>
                  <a:lnTo>
                    <a:pt x="2548624" y="1570146"/>
                  </a:lnTo>
                  <a:lnTo>
                    <a:pt x="2549292" y="1498310"/>
                  </a:lnTo>
                  <a:lnTo>
                    <a:pt x="2549960" y="1486446"/>
                  </a:lnTo>
                  <a:lnTo>
                    <a:pt x="2550628" y="1486446"/>
                  </a:lnTo>
                  <a:lnTo>
                    <a:pt x="2551296" y="1486446"/>
                  </a:lnTo>
                  <a:lnTo>
                    <a:pt x="2551964" y="1486446"/>
                  </a:lnTo>
                  <a:lnTo>
                    <a:pt x="2552632" y="1486446"/>
                  </a:lnTo>
                  <a:lnTo>
                    <a:pt x="2553300" y="1486446"/>
                  </a:lnTo>
                  <a:lnTo>
                    <a:pt x="2553968" y="1486446"/>
                  </a:lnTo>
                  <a:lnTo>
                    <a:pt x="2554636" y="1539563"/>
                  </a:lnTo>
                  <a:lnTo>
                    <a:pt x="2555304" y="1570146"/>
                  </a:lnTo>
                  <a:lnTo>
                    <a:pt x="2555972" y="1570146"/>
                  </a:lnTo>
                  <a:lnTo>
                    <a:pt x="2556640" y="1570146"/>
                  </a:lnTo>
                  <a:lnTo>
                    <a:pt x="2557308" y="1570146"/>
                  </a:lnTo>
                  <a:lnTo>
                    <a:pt x="2557976" y="1570146"/>
                  </a:lnTo>
                  <a:lnTo>
                    <a:pt x="2558644" y="1570146"/>
                  </a:lnTo>
                  <a:lnTo>
                    <a:pt x="2559312" y="1561255"/>
                  </a:lnTo>
                  <a:lnTo>
                    <a:pt x="2559980" y="1570146"/>
                  </a:lnTo>
                  <a:lnTo>
                    <a:pt x="2560648" y="1570146"/>
                  </a:lnTo>
                  <a:lnTo>
                    <a:pt x="2561316" y="1570146"/>
                  </a:lnTo>
                  <a:lnTo>
                    <a:pt x="2561984" y="1478659"/>
                  </a:lnTo>
                  <a:lnTo>
                    <a:pt x="2562652" y="1412617"/>
                  </a:lnTo>
                  <a:lnTo>
                    <a:pt x="2563320" y="1412617"/>
                  </a:lnTo>
                  <a:lnTo>
                    <a:pt x="2563988" y="1412617"/>
                  </a:lnTo>
                  <a:lnTo>
                    <a:pt x="2564656" y="1392064"/>
                  </a:lnTo>
                  <a:lnTo>
                    <a:pt x="2565324" y="1346575"/>
                  </a:lnTo>
                  <a:lnTo>
                    <a:pt x="2565992" y="1346575"/>
                  </a:lnTo>
                  <a:lnTo>
                    <a:pt x="2566660" y="1295439"/>
                  </a:lnTo>
                  <a:lnTo>
                    <a:pt x="2567328" y="1269967"/>
                  </a:lnTo>
                  <a:lnTo>
                    <a:pt x="2567996" y="1232293"/>
                  </a:lnTo>
                  <a:lnTo>
                    <a:pt x="2568664" y="1182120"/>
                  </a:lnTo>
                  <a:lnTo>
                    <a:pt x="2569332" y="1160790"/>
                  </a:lnTo>
                  <a:lnTo>
                    <a:pt x="2570000" y="1135668"/>
                  </a:lnTo>
                  <a:lnTo>
                    <a:pt x="2570668" y="1135668"/>
                  </a:lnTo>
                  <a:lnTo>
                    <a:pt x="2571336" y="1135668"/>
                  </a:lnTo>
                  <a:lnTo>
                    <a:pt x="2572004" y="1186961"/>
                  </a:lnTo>
                  <a:lnTo>
                    <a:pt x="2572673" y="1232293"/>
                  </a:lnTo>
                  <a:lnTo>
                    <a:pt x="2573341" y="1232293"/>
                  </a:lnTo>
                  <a:lnTo>
                    <a:pt x="2574009" y="1206705"/>
                  </a:lnTo>
                  <a:lnTo>
                    <a:pt x="2574677" y="1151538"/>
                  </a:lnTo>
                  <a:lnTo>
                    <a:pt x="2575345" y="1182120"/>
                  </a:lnTo>
                  <a:lnTo>
                    <a:pt x="2576013" y="1182120"/>
                  </a:lnTo>
                  <a:lnTo>
                    <a:pt x="2576681" y="1224506"/>
                  </a:lnTo>
                  <a:lnTo>
                    <a:pt x="2577349" y="1248162"/>
                  </a:lnTo>
                  <a:lnTo>
                    <a:pt x="2578017" y="1286833"/>
                  </a:lnTo>
                  <a:lnTo>
                    <a:pt x="2578685" y="1346575"/>
                  </a:lnTo>
                  <a:lnTo>
                    <a:pt x="2579353" y="1375436"/>
                  </a:lnTo>
                  <a:lnTo>
                    <a:pt x="2580021" y="1412617"/>
                  </a:lnTo>
                  <a:lnTo>
                    <a:pt x="2580689" y="1412617"/>
                  </a:lnTo>
                  <a:lnTo>
                    <a:pt x="2581357" y="1412617"/>
                  </a:lnTo>
                  <a:lnTo>
                    <a:pt x="2582025" y="1412617"/>
                  </a:lnTo>
                  <a:lnTo>
                    <a:pt x="2582693" y="1412617"/>
                  </a:lnTo>
                  <a:lnTo>
                    <a:pt x="2583361" y="1412617"/>
                  </a:lnTo>
                  <a:lnTo>
                    <a:pt x="2584029" y="1448445"/>
                  </a:lnTo>
                  <a:lnTo>
                    <a:pt x="2584697" y="1565685"/>
                  </a:lnTo>
                  <a:lnTo>
                    <a:pt x="2585365" y="1570146"/>
                  </a:lnTo>
                  <a:lnTo>
                    <a:pt x="2586033" y="1570146"/>
                  </a:lnTo>
                  <a:lnTo>
                    <a:pt x="2586701" y="1570146"/>
                  </a:lnTo>
                  <a:lnTo>
                    <a:pt x="2587369" y="1570146"/>
                  </a:lnTo>
                  <a:lnTo>
                    <a:pt x="2588037" y="1570146"/>
                  </a:lnTo>
                  <a:lnTo>
                    <a:pt x="2588705" y="1570146"/>
                  </a:lnTo>
                  <a:lnTo>
                    <a:pt x="2589373" y="1661569"/>
                  </a:lnTo>
                  <a:lnTo>
                    <a:pt x="2590041" y="1666771"/>
                  </a:lnTo>
                  <a:lnTo>
                    <a:pt x="2590709" y="1666771"/>
                  </a:lnTo>
                  <a:lnTo>
                    <a:pt x="2591377" y="1666771"/>
                  </a:lnTo>
                  <a:lnTo>
                    <a:pt x="2592045" y="1666771"/>
                  </a:lnTo>
                  <a:lnTo>
                    <a:pt x="2592713" y="1666771"/>
                  </a:lnTo>
                  <a:lnTo>
                    <a:pt x="2593381" y="1666771"/>
                  </a:lnTo>
                  <a:lnTo>
                    <a:pt x="2594049" y="1666771"/>
                  </a:lnTo>
                  <a:lnTo>
                    <a:pt x="2594717" y="1666771"/>
                  </a:lnTo>
                  <a:lnTo>
                    <a:pt x="2595385" y="1666771"/>
                  </a:lnTo>
                  <a:lnTo>
                    <a:pt x="2596053" y="1666771"/>
                  </a:lnTo>
                  <a:lnTo>
                    <a:pt x="2596722" y="1666771"/>
                  </a:lnTo>
                  <a:lnTo>
                    <a:pt x="2597390" y="1666771"/>
                  </a:lnTo>
                  <a:lnTo>
                    <a:pt x="2598058" y="1666771"/>
                  </a:lnTo>
                  <a:lnTo>
                    <a:pt x="2598726" y="1666771"/>
                  </a:lnTo>
                  <a:lnTo>
                    <a:pt x="2599394" y="1666771"/>
                  </a:lnTo>
                  <a:lnTo>
                    <a:pt x="2600062" y="1631233"/>
                  </a:lnTo>
                  <a:lnTo>
                    <a:pt x="2600730" y="1570146"/>
                  </a:lnTo>
                  <a:lnTo>
                    <a:pt x="2601398" y="1570146"/>
                  </a:lnTo>
                  <a:lnTo>
                    <a:pt x="2602066" y="1570146"/>
                  </a:lnTo>
                  <a:lnTo>
                    <a:pt x="2602734" y="1548150"/>
                  </a:lnTo>
                  <a:lnTo>
                    <a:pt x="2603402" y="1412617"/>
                  </a:lnTo>
                  <a:lnTo>
                    <a:pt x="2604070" y="1412617"/>
                  </a:lnTo>
                  <a:lnTo>
                    <a:pt x="2604738" y="1412617"/>
                  </a:lnTo>
                  <a:lnTo>
                    <a:pt x="2605406" y="1346575"/>
                  </a:lnTo>
                  <a:lnTo>
                    <a:pt x="2606074" y="1400494"/>
                  </a:lnTo>
                  <a:lnTo>
                    <a:pt x="2606742" y="1412178"/>
                  </a:lnTo>
                  <a:lnTo>
                    <a:pt x="2607410" y="1381596"/>
                  </a:lnTo>
                  <a:lnTo>
                    <a:pt x="2608078" y="1337572"/>
                  </a:lnTo>
                  <a:lnTo>
                    <a:pt x="2608746" y="1210710"/>
                  </a:lnTo>
                  <a:lnTo>
                    <a:pt x="2609414" y="1128159"/>
                  </a:lnTo>
                  <a:lnTo>
                    <a:pt x="2610082" y="1121747"/>
                  </a:lnTo>
                  <a:lnTo>
                    <a:pt x="2610750" y="1121747"/>
                  </a:lnTo>
                  <a:lnTo>
                    <a:pt x="2611418" y="1080098"/>
                  </a:lnTo>
                  <a:lnTo>
                    <a:pt x="2612086" y="1080098"/>
                  </a:lnTo>
                  <a:lnTo>
                    <a:pt x="2612754" y="1087605"/>
                  </a:lnTo>
                  <a:lnTo>
                    <a:pt x="2613422" y="1137903"/>
                  </a:lnTo>
                  <a:lnTo>
                    <a:pt x="2614090" y="1096733"/>
                  </a:lnTo>
                  <a:lnTo>
                    <a:pt x="2614758" y="1077120"/>
                  </a:lnTo>
                  <a:lnTo>
                    <a:pt x="2615426" y="1080098"/>
                  </a:lnTo>
                  <a:lnTo>
                    <a:pt x="2616094" y="1132837"/>
                  </a:lnTo>
                  <a:lnTo>
                    <a:pt x="2616762" y="1124135"/>
                  </a:lnTo>
                  <a:lnTo>
                    <a:pt x="2617430" y="1144248"/>
                  </a:lnTo>
                  <a:lnTo>
                    <a:pt x="2618098" y="1168353"/>
                  </a:lnTo>
                  <a:lnTo>
                    <a:pt x="2618766" y="1096615"/>
                  </a:lnTo>
                  <a:lnTo>
                    <a:pt x="2619434" y="1204202"/>
                  </a:lnTo>
                  <a:lnTo>
                    <a:pt x="2620102" y="1232293"/>
                  </a:lnTo>
                  <a:lnTo>
                    <a:pt x="2620770" y="1267199"/>
                  </a:lnTo>
                  <a:lnTo>
                    <a:pt x="2621439" y="1346575"/>
                  </a:lnTo>
                  <a:lnTo>
                    <a:pt x="2622107" y="1275539"/>
                  </a:lnTo>
                  <a:lnTo>
                    <a:pt x="2622775" y="1170180"/>
                  </a:lnTo>
                  <a:lnTo>
                    <a:pt x="2623443" y="1306139"/>
                  </a:lnTo>
                  <a:lnTo>
                    <a:pt x="2624111" y="1386991"/>
                  </a:lnTo>
                  <a:lnTo>
                    <a:pt x="2624779" y="1323157"/>
                  </a:lnTo>
                  <a:lnTo>
                    <a:pt x="2625447" y="1256455"/>
                  </a:lnTo>
                  <a:lnTo>
                    <a:pt x="2626115" y="1221837"/>
                  </a:lnTo>
                  <a:lnTo>
                    <a:pt x="2626783" y="1212550"/>
                  </a:lnTo>
                  <a:lnTo>
                    <a:pt x="2627451" y="1176722"/>
                  </a:lnTo>
                  <a:lnTo>
                    <a:pt x="2628119" y="1168076"/>
                  </a:lnTo>
                  <a:lnTo>
                    <a:pt x="2628787" y="1174984"/>
                  </a:lnTo>
                  <a:lnTo>
                    <a:pt x="2629455" y="1176722"/>
                  </a:lnTo>
                  <a:lnTo>
                    <a:pt x="2630123" y="1124945"/>
                  </a:lnTo>
                  <a:lnTo>
                    <a:pt x="2630791" y="1080098"/>
                  </a:lnTo>
                  <a:lnTo>
                    <a:pt x="2631459" y="1080098"/>
                  </a:lnTo>
                  <a:lnTo>
                    <a:pt x="2632127" y="1116980"/>
                  </a:lnTo>
                  <a:lnTo>
                    <a:pt x="2632795" y="1185489"/>
                  </a:lnTo>
                  <a:lnTo>
                    <a:pt x="2633463" y="1193853"/>
                  </a:lnTo>
                  <a:lnTo>
                    <a:pt x="2634131" y="1183146"/>
                  </a:lnTo>
                  <a:lnTo>
                    <a:pt x="2634799" y="1107221"/>
                  </a:lnTo>
                  <a:lnTo>
                    <a:pt x="2635467" y="1224506"/>
                  </a:lnTo>
                  <a:lnTo>
                    <a:pt x="2636135" y="1248162"/>
                  </a:lnTo>
                  <a:lnTo>
                    <a:pt x="2636803" y="1232293"/>
                  </a:lnTo>
                  <a:lnTo>
                    <a:pt x="2637471" y="1275539"/>
                  </a:lnTo>
                  <a:lnTo>
                    <a:pt x="2638139" y="1227091"/>
                  </a:lnTo>
                  <a:lnTo>
                    <a:pt x="2638807" y="1209217"/>
                  </a:lnTo>
                  <a:lnTo>
                    <a:pt x="2639475" y="1170180"/>
                  </a:lnTo>
                  <a:lnTo>
                    <a:pt x="2640143" y="1172550"/>
                  </a:lnTo>
                  <a:lnTo>
                    <a:pt x="2640811" y="1229686"/>
                  </a:lnTo>
                  <a:lnTo>
                    <a:pt x="2641479" y="1174929"/>
                  </a:lnTo>
                  <a:lnTo>
                    <a:pt x="2642147" y="1080009"/>
                  </a:lnTo>
                  <a:lnTo>
                    <a:pt x="2642815" y="1040324"/>
                  </a:lnTo>
                  <a:lnTo>
                    <a:pt x="2643483" y="997591"/>
                  </a:lnTo>
                  <a:lnTo>
                    <a:pt x="2644151" y="978139"/>
                  </a:lnTo>
                  <a:lnTo>
                    <a:pt x="2644819" y="978139"/>
                  </a:lnTo>
                  <a:lnTo>
                    <a:pt x="2645487" y="978139"/>
                  </a:lnTo>
                  <a:lnTo>
                    <a:pt x="2646156" y="994009"/>
                  </a:lnTo>
                  <a:lnTo>
                    <a:pt x="2646824" y="1013967"/>
                  </a:lnTo>
                  <a:lnTo>
                    <a:pt x="2647492" y="1021385"/>
                  </a:lnTo>
                  <a:lnTo>
                    <a:pt x="2648160" y="1065832"/>
                  </a:lnTo>
                  <a:lnTo>
                    <a:pt x="2648828" y="1111514"/>
                  </a:lnTo>
                  <a:lnTo>
                    <a:pt x="2649496" y="1146962"/>
                  </a:lnTo>
                  <a:lnTo>
                    <a:pt x="2650164" y="1219368"/>
                  </a:lnTo>
                  <a:lnTo>
                    <a:pt x="2650832" y="1206705"/>
                  </a:lnTo>
                  <a:lnTo>
                    <a:pt x="2651500" y="1240177"/>
                  </a:lnTo>
                  <a:lnTo>
                    <a:pt x="2652168" y="1365668"/>
                  </a:lnTo>
                  <a:lnTo>
                    <a:pt x="2652836" y="1433867"/>
                  </a:lnTo>
                  <a:lnTo>
                    <a:pt x="2653504" y="1459606"/>
                  </a:lnTo>
                  <a:lnTo>
                    <a:pt x="2654172" y="1444769"/>
                  </a:lnTo>
                  <a:lnTo>
                    <a:pt x="2654840" y="1412617"/>
                  </a:lnTo>
                  <a:lnTo>
                    <a:pt x="2655508" y="1349717"/>
                  </a:lnTo>
                  <a:lnTo>
                    <a:pt x="2656176" y="1346575"/>
                  </a:lnTo>
                  <a:lnTo>
                    <a:pt x="2656844" y="1346575"/>
                  </a:lnTo>
                  <a:lnTo>
                    <a:pt x="2657512" y="1346575"/>
                  </a:lnTo>
                  <a:lnTo>
                    <a:pt x="2658180" y="1334163"/>
                  </a:lnTo>
                  <a:lnTo>
                    <a:pt x="2658848" y="1286833"/>
                  </a:lnTo>
                  <a:lnTo>
                    <a:pt x="2659516" y="1286833"/>
                  </a:lnTo>
                  <a:lnTo>
                    <a:pt x="2660184" y="1286833"/>
                  </a:lnTo>
                  <a:lnTo>
                    <a:pt x="2660852" y="1318985"/>
                  </a:lnTo>
                  <a:lnTo>
                    <a:pt x="2661520" y="1346575"/>
                  </a:lnTo>
                  <a:lnTo>
                    <a:pt x="2662188" y="1313015"/>
                  </a:lnTo>
                  <a:lnTo>
                    <a:pt x="2662856" y="1232293"/>
                  </a:lnTo>
                  <a:lnTo>
                    <a:pt x="2663524" y="1221932"/>
                  </a:lnTo>
                  <a:lnTo>
                    <a:pt x="2664192" y="1456853"/>
                  </a:lnTo>
                  <a:lnTo>
                    <a:pt x="2664860" y="1573186"/>
                  </a:lnTo>
                  <a:lnTo>
                    <a:pt x="2665528" y="1578366"/>
                  </a:lnTo>
                  <a:lnTo>
                    <a:pt x="2666196" y="1563840"/>
                  </a:lnTo>
                  <a:lnTo>
                    <a:pt x="2666864" y="1485044"/>
                  </a:lnTo>
                  <a:lnTo>
                    <a:pt x="2667532" y="1450949"/>
                  </a:lnTo>
                  <a:lnTo>
                    <a:pt x="2668200" y="1458367"/>
                  </a:lnTo>
                  <a:lnTo>
                    <a:pt x="2668868" y="1469661"/>
                  </a:lnTo>
                  <a:lnTo>
                    <a:pt x="2669536" y="1434573"/>
                  </a:lnTo>
                  <a:lnTo>
                    <a:pt x="2670204" y="1415121"/>
                  </a:lnTo>
                  <a:lnTo>
                    <a:pt x="2670873" y="1399643"/>
                  </a:lnTo>
                  <a:lnTo>
                    <a:pt x="2671541" y="1324495"/>
                  </a:lnTo>
                  <a:lnTo>
                    <a:pt x="2672209" y="1256047"/>
                  </a:lnTo>
                  <a:lnTo>
                    <a:pt x="2672877" y="1256047"/>
                  </a:lnTo>
                  <a:lnTo>
                    <a:pt x="2673545" y="1261473"/>
                  </a:lnTo>
                  <a:lnTo>
                    <a:pt x="2674213" y="1166218"/>
                  </a:lnTo>
                  <a:lnTo>
                    <a:pt x="2674881" y="1205323"/>
                  </a:lnTo>
                  <a:lnTo>
                    <a:pt x="2675549" y="1206604"/>
                  </a:lnTo>
                  <a:lnTo>
                    <a:pt x="2676217" y="1122992"/>
                  </a:lnTo>
                  <a:lnTo>
                    <a:pt x="2676885" y="981631"/>
                  </a:lnTo>
                  <a:lnTo>
                    <a:pt x="2677553" y="952551"/>
                  </a:lnTo>
                  <a:lnTo>
                    <a:pt x="2678221" y="944249"/>
                  </a:lnTo>
                  <a:lnTo>
                    <a:pt x="2678889" y="960965"/>
                  </a:lnTo>
                  <a:lnTo>
                    <a:pt x="2679557" y="994009"/>
                  </a:lnTo>
                  <a:lnTo>
                    <a:pt x="2680225" y="1013967"/>
                  </a:lnTo>
                  <a:lnTo>
                    <a:pt x="2680893" y="1030783"/>
                  </a:lnTo>
                  <a:lnTo>
                    <a:pt x="2681561" y="1126777"/>
                  </a:lnTo>
                  <a:lnTo>
                    <a:pt x="2682229" y="1219368"/>
                  </a:lnTo>
                  <a:lnTo>
                    <a:pt x="2682897" y="1269967"/>
                  </a:lnTo>
                  <a:lnTo>
                    <a:pt x="2683565" y="1286833"/>
                  </a:lnTo>
                  <a:lnTo>
                    <a:pt x="2684233" y="1286833"/>
                  </a:lnTo>
                  <a:lnTo>
                    <a:pt x="2684901" y="1286833"/>
                  </a:lnTo>
                  <a:lnTo>
                    <a:pt x="2685569" y="1286833"/>
                  </a:lnTo>
                  <a:lnTo>
                    <a:pt x="2686237" y="1286833"/>
                  </a:lnTo>
                  <a:lnTo>
                    <a:pt x="2686905" y="1346575"/>
                  </a:lnTo>
                  <a:lnTo>
                    <a:pt x="2687573" y="1467158"/>
                  </a:lnTo>
                  <a:lnTo>
                    <a:pt x="2688241" y="1486446"/>
                  </a:lnTo>
                  <a:lnTo>
                    <a:pt x="2688909" y="1486446"/>
                  </a:lnTo>
                  <a:lnTo>
                    <a:pt x="2689577" y="1486446"/>
                  </a:lnTo>
                  <a:lnTo>
                    <a:pt x="2690245" y="1486446"/>
                  </a:lnTo>
                  <a:lnTo>
                    <a:pt x="2690913" y="1486446"/>
                  </a:lnTo>
                  <a:lnTo>
                    <a:pt x="2691581" y="1486446"/>
                  </a:lnTo>
                  <a:lnTo>
                    <a:pt x="2692249" y="1570146"/>
                  </a:lnTo>
                  <a:lnTo>
                    <a:pt x="2692917" y="1616598"/>
                  </a:lnTo>
                  <a:lnTo>
                    <a:pt x="2693585" y="1666771"/>
                  </a:lnTo>
                  <a:lnTo>
                    <a:pt x="2694253" y="1666771"/>
                  </a:lnTo>
                  <a:lnTo>
                    <a:pt x="2694922" y="1666771"/>
                  </a:lnTo>
                  <a:lnTo>
                    <a:pt x="2695590" y="1666771"/>
                  </a:lnTo>
                  <a:lnTo>
                    <a:pt x="2696258" y="1666771"/>
                  </a:lnTo>
                  <a:lnTo>
                    <a:pt x="2696926" y="1666771"/>
                  </a:lnTo>
                  <a:lnTo>
                    <a:pt x="2697594" y="1666771"/>
                  </a:lnTo>
                  <a:lnTo>
                    <a:pt x="2698262" y="1666771"/>
                  </a:lnTo>
                  <a:lnTo>
                    <a:pt x="2698930" y="1666771"/>
                  </a:lnTo>
                  <a:lnTo>
                    <a:pt x="2699598" y="1666771"/>
                  </a:lnTo>
                  <a:lnTo>
                    <a:pt x="2700266" y="1666771"/>
                  </a:lnTo>
                  <a:lnTo>
                    <a:pt x="2700934" y="1666771"/>
                  </a:lnTo>
                  <a:lnTo>
                    <a:pt x="2701602" y="1666771"/>
                  </a:lnTo>
                  <a:lnTo>
                    <a:pt x="2702270" y="1666771"/>
                  </a:lnTo>
                  <a:lnTo>
                    <a:pt x="2702938" y="1666771"/>
                  </a:lnTo>
                  <a:lnTo>
                    <a:pt x="2703606" y="1666771"/>
                  </a:lnTo>
                  <a:lnTo>
                    <a:pt x="2704274" y="1666771"/>
                  </a:lnTo>
                  <a:lnTo>
                    <a:pt x="2704942" y="1636188"/>
                  </a:lnTo>
                  <a:lnTo>
                    <a:pt x="2705610" y="1570146"/>
                  </a:lnTo>
                  <a:lnTo>
                    <a:pt x="2706278" y="1502316"/>
                  </a:lnTo>
                  <a:lnTo>
                    <a:pt x="2706946" y="1412617"/>
                  </a:lnTo>
                  <a:lnTo>
                    <a:pt x="2707614" y="1392064"/>
                  </a:lnTo>
                  <a:lnTo>
                    <a:pt x="2708282" y="1321991"/>
                  </a:lnTo>
                  <a:lnTo>
                    <a:pt x="2708950" y="1446726"/>
                  </a:lnTo>
                  <a:lnTo>
                    <a:pt x="2709618" y="1422713"/>
                  </a:lnTo>
                  <a:lnTo>
                    <a:pt x="2710286" y="1338350"/>
                  </a:lnTo>
                  <a:lnTo>
                    <a:pt x="2710954" y="1233165"/>
                  </a:lnTo>
                  <a:lnTo>
                    <a:pt x="2711622" y="1185489"/>
                  </a:lnTo>
                  <a:lnTo>
                    <a:pt x="2712290" y="1176722"/>
                  </a:lnTo>
                  <a:lnTo>
                    <a:pt x="2712958" y="1176722"/>
                  </a:lnTo>
                  <a:lnTo>
                    <a:pt x="2713626" y="1176722"/>
                  </a:lnTo>
                  <a:lnTo>
                    <a:pt x="2714294" y="1176722"/>
                  </a:lnTo>
                  <a:lnTo>
                    <a:pt x="2714962" y="1187258"/>
                  </a:lnTo>
                  <a:lnTo>
                    <a:pt x="2715630" y="1212550"/>
                  </a:lnTo>
                  <a:lnTo>
                    <a:pt x="2716298" y="1242764"/>
                  </a:lnTo>
                  <a:lnTo>
                    <a:pt x="2716966" y="1291005"/>
                  </a:lnTo>
                  <a:lnTo>
                    <a:pt x="2717634" y="1262416"/>
                  </a:lnTo>
                  <a:lnTo>
                    <a:pt x="2718302" y="1288919"/>
                  </a:lnTo>
                  <a:lnTo>
                    <a:pt x="2718970" y="1272308"/>
                  </a:lnTo>
                  <a:lnTo>
                    <a:pt x="2719639" y="1276501"/>
                  </a:lnTo>
                  <a:lnTo>
                    <a:pt x="2720307" y="1275233"/>
                  </a:lnTo>
                  <a:lnTo>
                    <a:pt x="2720975" y="1199227"/>
                  </a:lnTo>
                  <a:lnTo>
                    <a:pt x="2721643" y="1219368"/>
                  </a:lnTo>
                  <a:lnTo>
                    <a:pt x="2722311" y="1232293"/>
                  </a:lnTo>
                  <a:lnTo>
                    <a:pt x="2722979" y="1232293"/>
                  </a:lnTo>
                  <a:lnTo>
                    <a:pt x="2723647" y="1232293"/>
                  </a:lnTo>
                  <a:lnTo>
                    <a:pt x="2724315" y="1186961"/>
                  </a:lnTo>
                  <a:lnTo>
                    <a:pt x="2724983" y="1135668"/>
                  </a:lnTo>
                  <a:lnTo>
                    <a:pt x="2725651" y="1135668"/>
                  </a:lnTo>
                  <a:lnTo>
                    <a:pt x="2726319" y="1135668"/>
                  </a:lnTo>
                  <a:lnTo>
                    <a:pt x="2726987" y="1073894"/>
                  </a:lnTo>
                  <a:lnTo>
                    <a:pt x="2727655" y="1092422"/>
                  </a:lnTo>
                  <a:lnTo>
                    <a:pt x="2728323" y="1109364"/>
                  </a:lnTo>
                  <a:lnTo>
                    <a:pt x="2728991" y="1032680"/>
                  </a:lnTo>
                  <a:lnTo>
                    <a:pt x="2729659" y="907414"/>
                  </a:lnTo>
                  <a:lnTo>
                    <a:pt x="2730327" y="859519"/>
                  </a:lnTo>
                  <a:lnTo>
                    <a:pt x="2730995" y="856643"/>
                  </a:lnTo>
                  <a:lnTo>
                    <a:pt x="2731663" y="807023"/>
                  </a:lnTo>
                  <a:lnTo>
                    <a:pt x="2732331" y="768477"/>
                  </a:lnTo>
                  <a:lnTo>
                    <a:pt x="2732999" y="734521"/>
                  </a:lnTo>
                  <a:lnTo>
                    <a:pt x="2733667" y="664244"/>
                  </a:lnTo>
                  <a:lnTo>
                    <a:pt x="2734335" y="634365"/>
                  </a:lnTo>
                  <a:lnTo>
                    <a:pt x="2735003" y="617490"/>
                  </a:lnTo>
                  <a:lnTo>
                    <a:pt x="2735671" y="593471"/>
                  </a:lnTo>
                  <a:lnTo>
                    <a:pt x="2736339" y="558639"/>
                  </a:lnTo>
                  <a:lnTo>
                    <a:pt x="2737007" y="555082"/>
                  </a:lnTo>
                  <a:lnTo>
                    <a:pt x="2737675" y="543661"/>
                  </a:lnTo>
                  <a:lnTo>
                    <a:pt x="2738343" y="523951"/>
                  </a:lnTo>
                  <a:lnTo>
                    <a:pt x="2739011" y="530737"/>
                  </a:lnTo>
                  <a:lnTo>
                    <a:pt x="2739679" y="571247"/>
                  </a:lnTo>
                  <a:lnTo>
                    <a:pt x="2740347" y="576730"/>
                  </a:lnTo>
                  <a:lnTo>
                    <a:pt x="2741015" y="538459"/>
                  </a:lnTo>
                  <a:lnTo>
                    <a:pt x="2741683" y="554196"/>
                  </a:lnTo>
                  <a:lnTo>
                    <a:pt x="2742351" y="551546"/>
                  </a:lnTo>
                  <a:lnTo>
                    <a:pt x="2743019" y="542791"/>
                  </a:lnTo>
                  <a:lnTo>
                    <a:pt x="2743687" y="586907"/>
                  </a:lnTo>
                  <a:lnTo>
                    <a:pt x="2744356" y="575813"/>
                  </a:lnTo>
                  <a:lnTo>
                    <a:pt x="2745024" y="722577"/>
                  </a:lnTo>
                  <a:lnTo>
                    <a:pt x="2745692" y="761221"/>
                  </a:lnTo>
                  <a:lnTo>
                    <a:pt x="2746360" y="737633"/>
                  </a:lnTo>
                  <a:lnTo>
                    <a:pt x="2747028" y="848197"/>
                  </a:lnTo>
                  <a:lnTo>
                    <a:pt x="2747696" y="880186"/>
                  </a:lnTo>
                  <a:lnTo>
                    <a:pt x="2748364" y="888005"/>
                  </a:lnTo>
                  <a:lnTo>
                    <a:pt x="2749032" y="893272"/>
                  </a:lnTo>
                  <a:lnTo>
                    <a:pt x="2749700" y="856465"/>
                  </a:lnTo>
                  <a:lnTo>
                    <a:pt x="2750368" y="869061"/>
                  </a:lnTo>
                  <a:lnTo>
                    <a:pt x="2751036" y="925842"/>
                  </a:lnTo>
                  <a:lnTo>
                    <a:pt x="2751704" y="913884"/>
                  </a:lnTo>
                  <a:lnTo>
                    <a:pt x="2752372" y="894154"/>
                  </a:lnTo>
                  <a:lnTo>
                    <a:pt x="2753040" y="903046"/>
                  </a:lnTo>
                  <a:lnTo>
                    <a:pt x="2753708" y="908441"/>
                  </a:lnTo>
                  <a:lnTo>
                    <a:pt x="2754376" y="964133"/>
                  </a:lnTo>
                  <a:lnTo>
                    <a:pt x="2755044" y="1023566"/>
                  </a:lnTo>
                  <a:lnTo>
                    <a:pt x="2755712" y="1031125"/>
                  </a:lnTo>
                  <a:lnTo>
                    <a:pt x="2756380" y="1081227"/>
                  </a:lnTo>
                  <a:lnTo>
                    <a:pt x="2757048" y="1032241"/>
                  </a:lnTo>
                  <a:lnTo>
                    <a:pt x="2757716" y="1018627"/>
                  </a:lnTo>
                  <a:lnTo>
                    <a:pt x="2758384" y="883009"/>
                  </a:lnTo>
                  <a:lnTo>
                    <a:pt x="2759052" y="932807"/>
                  </a:lnTo>
                  <a:lnTo>
                    <a:pt x="2759720" y="1051968"/>
                  </a:lnTo>
                  <a:lnTo>
                    <a:pt x="2760388" y="1131207"/>
                  </a:lnTo>
                  <a:lnTo>
                    <a:pt x="2761056" y="1135668"/>
                  </a:lnTo>
                  <a:lnTo>
                    <a:pt x="2761724" y="1256250"/>
                  </a:lnTo>
                  <a:lnTo>
                    <a:pt x="2762392" y="1426704"/>
                  </a:lnTo>
                  <a:lnTo>
                    <a:pt x="2763060" y="1535314"/>
                  </a:lnTo>
                  <a:lnTo>
                    <a:pt x="2763728" y="1502316"/>
                  </a:lnTo>
                  <a:lnTo>
                    <a:pt x="2764396" y="1448445"/>
                  </a:lnTo>
                  <a:lnTo>
                    <a:pt x="2765064" y="1412617"/>
                  </a:lnTo>
                  <a:lnTo>
                    <a:pt x="2765732" y="1412617"/>
                  </a:lnTo>
                  <a:lnTo>
                    <a:pt x="2766400" y="1412617"/>
                  </a:lnTo>
                  <a:lnTo>
                    <a:pt x="2767068" y="1412617"/>
                  </a:lnTo>
                  <a:lnTo>
                    <a:pt x="2767736" y="1412617"/>
                  </a:lnTo>
                  <a:lnTo>
                    <a:pt x="2768404" y="1412617"/>
                  </a:lnTo>
                  <a:lnTo>
                    <a:pt x="2769073" y="1423152"/>
                  </a:lnTo>
                  <a:lnTo>
                    <a:pt x="2769741" y="1486446"/>
                  </a:lnTo>
                  <a:lnTo>
                    <a:pt x="2770409" y="1486446"/>
                  </a:lnTo>
                  <a:lnTo>
                    <a:pt x="2771077" y="1486446"/>
                  </a:lnTo>
                  <a:lnTo>
                    <a:pt x="2771745" y="1486446"/>
                  </a:lnTo>
                  <a:lnTo>
                    <a:pt x="2772413" y="1486446"/>
                  </a:lnTo>
                  <a:lnTo>
                    <a:pt x="2773081" y="1452143"/>
                  </a:lnTo>
                  <a:lnTo>
                    <a:pt x="2773749" y="1628634"/>
                  </a:lnTo>
                  <a:lnTo>
                    <a:pt x="2774417" y="1628331"/>
                  </a:lnTo>
                  <a:lnTo>
                    <a:pt x="2775085" y="1650726"/>
                  </a:lnTo>
                  <a:lnTo>
                    <a:pt x="2775753" y="1611201"/>
                  </a:lnTo>
                  <a:lnTo>
                    <a:pt x="2776421" y="1611201"/>
                  </a:lnTo>
                  <a:lnTo>
                    <a:pt x="2777089" y="1587286"/>
                  </a:lnTo>
                  <a:lnTo>
                    <a:pt x="2777757" y="1638105"/>
                  </a:lnTo>
                  <a:lnTo>
                    <a:pt x="2778425" y="1604930"/>
                  </a:lnTo>
                  <a:lnTo>
                    <a:pt x="2779093" y="1528394"/>
                  </a:lnTo>
                  <a:lnTo>
                    <a:pt x="2779761" y="1451090"/>
                  </a:lnTo>
                  <a:lnTo>
                    <a:pt x="2780429" y="1434148"/>
                  </a:lnTo>
                  <a:lnTo>
                    <a:pt x="2781097" y="1401579"/>
                  </a:lnTo>
                  <a:lnTo>
                    <a:pt x="2781765" y="1372510"/>
                  </a:lnTo>
                  <a:lnTo>
                    <a:pt x="2782433" y="1355694"/>
                  </a:lnTo>
                  <a:lnTo>
                    <a:pt x="2783101" y="1372510"/>
                  </a:lnTo>
                  <a:lnTo>
                    <a:pt x="2783769" y="1400648"/>
                  </a:lnTo>
                  <a:lnTo>
                    <a:pt x="2784437" y="1400648"/>
                  </a:lnTo>
                  <a:lnTo>
                    <a:pt x="2785105" y="1268433"/>
                  </a:lnTo>
                  <a:lnTo>
                    <a:pt x="2785773" y="1291005"/>
                  </a:lnTo>
                  <a:lnTo>
                    <a:pt x="2786441" y="1288919"/>
                  </a:lnTo>
                  <a:lnTo>
                    <a:pt x="2787109" y="1264415"/>
                  </a:lnTo>
                  <a:lnTo>
                    <a:pt x="2787777" y="1310989"/>
                  </a:lnTo>
                  <a:lnTo>
                    <a:pt x="2788445" y="1300076"/>
                  </a:lnTo>
                  <a:lnTo>
                    <a:pt x="2789113" y="1348255"/>
                  </a:lnTo>
                  <a:lnTo>
                    <a:pt x="2789781" y="1264444"/>
                  </a:lnTo>
                  <a:lnTo>
                    <a:pt x="2790449" y="1286833"/>
                  </a:lnTo>
                  <a:lnTo>
                    <a:pt x="2791117" y="1321991"/>
                  </a:lnTo>
                  <a:lnTo>
                    <a:pt x="2791785" y="1318985"/>
                  </a:lnTo>
                  <a:lnTo>
                    <a:pt x="2792453" y="1301243"/>
                  </a:lnTo>
                  <a:lnTo>
                    <a:pt x="2793122" y="1286833"/>
                  </a:lnTo>
                  <a:lnTo>
                    <a:pt x="2793790" y="1232293"/>
                  </a:lnTo>
                  <a:lnTo>
                    <a:pt x="2794458" y="1232293"/>
                  </a:lnTo>
                  <a:lnTo>
                    <a:pt x="2795126" y="1232293"/>
                  </a:lnTo>
                  <a:lnTo>
                    <a:pt x="2795794" y="1232293"/>
                  </a:lnTo>
                  <a:lnTo>
                    <a:pt x="2796462" y="1234910"/>
                  </a:lnTo>
                  <a:lnTo>
                    <a:pt x="2797130" y="1286833"/>
                  </a:lnTo>
                  <a:lnTo>
                    <a:pt x="2797798" y="1286833"/>
                  </a:lnTo>
                  <a:lnTo>
                    <a:pt x="2798466" y="1310051"/>
                  </a:lnTo>
                  <a:lnTo>
                    <a:pt x="2799134" y="1245489"/>
                  </a:lnTo>
                  <a:lnTo>
                    <a:pt x="2799802" y="1182120"/>
                  </a:lnTo>
                  <a:lnTo>
                    <a:pt x="2800470" y="1142420"/>
                  </a:lnTo>
                  <a:lnTo>
                    <a:pt x="2801138" y="1144687"/>
                  </a:lnTo>
                  <a:lnTo>
                    <a:pt x="2801806" y="1182120"/>
                  </a:lnTo>
                  <a:lnTo>
                    <a:pt x="2802474" y="1219368"/>
                  </a:lnTo>
                  <a:lnTo>
                    <a:pt x="2803142" y="1232293"/>
                  </a:lnTo>
                  <a:lnTo>
                    <a:pt x="2803810" y="1286833"/>
                  </a:lnTo>
                  <a:lnTo>
                    <a:pt x="2804478" y="1301243"/>
                  </a:lnTo>
                  <a:lnTo>
                    <a:pt x="2805146" y="1286833"/>
                  </a:lnTo>
                  <a:lnTo>
                    <a:pt x="2805814" y="1286833"/>
                  </a:lnTo>
                  <a:lnTo>
                    <a:pt x="2806482" y="1286833"/>
                  </a:lnTo>
                  <a:lnTo>
                    <a:pt x="2807150" y="1286833"/>
                  </a:lnTo>
                  <a:lnTo>
                    <a:pt x="2807818" y="1286833"/>
                  </a:lnTo>
                  <a:lnTo>
                    <a:pt x="2808486" y="1315993"/>
                  </a:lnTo>
                  <a:lnTo>
                    <a:pt x="2809154" y="1395443"/>
                  </a:lnTo>
                  <a:lnTo>
                    <a:pt x="2809822" y="1486446"/>
                  </a:lnTo>
                  <a:lnTo>
                    <a:pt x="2810490" y="1556856"/>
                  </a:lnTo>
                  <a:lnTo>
                    <a:pt x="2811158" y="1570146"/>
                  </a:lnTo>
                  <a:lnTo>
                    <a:pt x="2811826" y="1570146"/>
                  </a:lnTo>
                  <a:lnTo>
                    <a:pt x="2812494" y="1570146"/>
                  </a:lnTo>
                  <a:lnTo>
                    <a:pt x="2813162" y="1570146"/>
                  </a:lnTo>
                  <a:lnTo>
                    <a:pt x="2813830" y="1570146"/>
                  </a:lnTo>
                  <a:lnTo>
                    <a:pt x="2814498" y="1641183"/>
                  </a:lnTo>
                  <a:lnTo>
                    <a:pt x="2815166" y="1666771"/>
                  </a:lnTo>
                  <a:lnTo>
                    <a:pt x="2815834" y="1666771"/>
                  </a:lnTo>
                  <a:lnTo>
                    <a:pt x="2816502" y="1666771"/>
                  </a:lnTo>
                  <a:lnTo>
                    <a:pt x="2817170" y="1666771"/>
                  </a:lnTo>
                  <a:lnTo>
                    <a:pt x="2817839" y="1666771"/>
                  </a:lnTo>
                  <a:lnTo>
                    <a:pt x="2818507" y="1666771"/>
                  </a:lnTo>
                  <a:lnTo>
                    <a:pt x="2819175" y="1666771"/>
                  </a:lnTo>
                  <a:lnTo>
                    <a:pt x="2819843" y="1666771"/>
                  </a:lnTo>
                  <a:lnTo>
                    <a:pt x="2820511" y="1646217"/>
                  </a:lnTo>
                  <a:lnTo>
                    <a:pt x="2821179" y="1570146"/>
                  </a:lnTo>
                  <a:lnTo>
                    <a:pt x="2821847" y="1570146"/>
                  </a:lnTo>
                  <a:lnTo>
                    <a:pt x="2822515" y="1570146"/>
                  </a:lnTo>
                  <a:lnTo>
                    <a:pt x="2823183" y="1570146"/>
                  </a:lnTo>
                  <a:lnTo>
                    <a:pt x="2823851" y="1570146"/>
                  </a:lnTo>
                  <a:lnTo>
                    <a:pt x="2824519" y="1570146"/>
                  </a:lnTo>
                  <a:lnTo>
                    <a:pt x="2825187" y="1570146"/>
                  </a:lnTo>
                  <a:lnTo>
                    <a:pt x="2825855" y="1510404"/>
                  </a:lnTo>
                  <a:lnTo>
                    <a:pt x="2826523" y="1486446"/>
                  </a:lnTo>
                  <a:lnTo>
                    <a:pt x="2827191" y="1486446"/>
                  </a:lnTo>
                  <a:lnTo>
                    <a:pt x="2827859" y="1486446"/>
                  </a:lnTo>
                  <a:lnTo>
                    <a:pt x="2828527" y="1486446"/>
                  </a:lnTo>
                  <a:lnTo>
                    <a:pt x="2829195" y="1486446"/>
                  </a:lnTo>
                  <a:lnTo>
                    <a:pt x="2829863" y="1486446"/>
                  </a:lnTo>
                  <a:lnTo>
                    <a:pt x="2830531" y="1502316"/>
                  </a:lnTo>
                  <a:lnTo>
                    <a:pt x="2831199" y="1570146"/>
                  </a:lnTo>
                  <a:lnTo>
                    <a:pt x="2831867" y="1556856"/>
                  </a:lnTo>
                  <a:lnTo>
                    <a:pt x="2832535" y="1486446"/>
                  </a:lnTo>
                  <a:lnTo>
                    <a:pt x="2833203" y="1486446"/>
                  </a:lnTo>
                  <a:lnTo>
                    <a:pt x="2833871" y="1486446"/>
                  </a:lnTo>
                  <a:lnTo>
                    <a:pt x="2834539" y="1486446"/>
                  </a:lnTo>
                  <a:lnTo>
                    <a:pt x="2835207" y="1486446"/>
                  </a:lnTo>
                  <a:lnTo>
                    <a:pt x="2835875" y="1543842"/>
                  </a:lnTo>
                  <a:lnTo>
                    <a:pt x="2836543" y="1570146"/>
                  </a:lnTo>
                  <a:lnTo>
                    <a:pt x="2837211" y="1570146"/>
                  </a:lnTo>
                  <a:lnTo>
                    <a:pt x="2837879" y="1506347"/>
                  </a:lnTo>
                  <a:lnTo>
                    <a:pt x="2838547" y="1486446"/>
                  </a:lnTo>
                  <a:lnTo>
                    <a:pt x="2839215" y="1486446"/>
                  </a:lnTo>
                  <a:lnTo>
                    <a:pt x="2839883" y="1412617"/>
                  </a:lnTo>
                  <a:lnTo>
                    <a:pt x="2840551" y="1412617"/>
                  </a:lnTo>
                  <a:lnTo>
                    <a:pt x="2841219" y="1412617"/>
                  </a:lnTo>
                  <a:lnTo>
                    <a:pt x="2841887" y="1423152"/>
                  </a:lnTo>
                  <a:lnTo>
                    <a:pt x="2842556" y="1486446"/>
                  </a:lnTo>
                  <a:lnTo>
                    <a:pt x="2843224" y="1467158"/>
                  </a:lnTo>
                  <a:lnTo>
                    <a:pt x="2843892" y="1412617"/>
                  </a:lnTo>
                  <a:lnTo>
                    <a:pt x="2844560" y="1412617"/>
                  </a:lnTo>
                  <a:lnTo>
                    <a:pt x="2845228" y="1334163"/>
                  </a:lnTo>
                  <a:lnTo>
                    <a:pt x="2845896" y="1286833"/>
                  </a:lnTo>
                  <a:lnTo>
                    <a:pt x="2846564" y="1446726"/>
                  </a:lnTo>
                  <a:lnTo>
                    <a:pt x="2847232" y="1466719"/>
                  </a:lnTo>
                  <a:lnTo>
                    <a:pt x="2847900" y="1514137"/>
                  </a:lnTo>
                  <a:lnTo>
                    <a:pt x="2848568" y="1485416"/>
                  </a:lnTo>
                  <a:lnTo>
                    <a:pt x="2849236" y="1485416"/>
                  </a:lnTo>
                  <a:lnTo>
                    <a:pt x="2849904" y="1545158"/>
                  </a:lnTo>
                  <a:lnTo>
                    <a:pt x="2850572" y="1538921"/>
                  </a:lnTo>
                  <a:lnTo>
                    <a:pt x="2851240" y="1441411"/>
                  </a:lnTo>
                  <a:lnTo>
                    <a:pt x="2851908" y="1430876"/>
                  </a:lnTo>
                  <a:lnTo>
                    <a:pt x="2852576" y="1430876"/>
                  </a:lnTo>
                  <a:lnTo>
                    <a:pt x="2853244" y="1444072"/>
                  </a:lnTo>
                  <a:lnTo>
                    <a:pt x="2853912" y="1485416"/>
                  </a:lnTo>
                  <a:lnTo>
                    <a:pt x="2854580" y="1485416"/>
                  </a:lnTo>
                  <a:lnTo>
                    <a:pt x="2855248" y="1557822"/>
                  </a:lnTo>
                  <a:lnTo>
                    <a:pt x="2855916" y="1561028"/>
                  </a:lnTo>
                  <a:lnTo>
                    <a:pt x="2856584" y="1541727"/>
                  </a:lnTo>
                  <a:lnTo>
                    <a:pt x="2857252" y="1526461"/>
                  </a:lnTo>
                  <a:lnTo>
                    <a:pt x="2857920" y="1516905"/>
                  </a:lnTo>
                  <a:lnTo>
                    <a:pt x="2858588" y="1412617"/>
                  </a:lnTo>
                  <a:lnTo>
                    <a:pt x="2859256" y="1412617"/>
                  </a:lnTo>
                  <a:lnTo>
                    <a:pt x="2859924" y="1412617"/>
                  </a:lnTo>
                  <a:lnTo>
                    <a:pt x="2860592" y="1419621"/>
                  </a:lnTo>
                  <a:lnTo>
                    <a:pt x="2861260" y="1526900"/>
                  </a:lnTo>
                  <a:lnTo>
                    <a:pt x="2861928" y="1593994"/>
                  </a:lnTo>
                  <a:lnTo>
                    <a:pt x="2862596" y="1555322"/>
                  </a:lnTo>
                  <a:lnTo>
                    <a:pt x="2863264" y="1541727"/>
                  </a:lnTo>
                  <a:lnTo>
                    <a:pt x="2863932" y="1668810"/>
                  </a:lnTo>
                  <a:lnTo>
                    <a:pt x="2864600" y="1668810"/>
                  </a:lnTo>
                  <a:lnTo>
                    <a:pt x="2865268" y="1668810"/>
                  </a:lnTo>
                  <a:lnTo>
                    <a:pt x="2865936" y="1668810"/>
                  </a:lnTo>
                  <a:lnTo>
                    <a:pt x="2866604" y="1668810"/>
                  </a:lnTo>
                  <a:lnTo>
                    <a:pt x="2867273" y="1668810"/>
                  </a:lnTo>
                  <a:lnTo>
                    <a:pt x="2867941" y="1668810"/>
                  </a:lnTo>
                  <a:lnTo>
                    <a:pt x="2868609" y="1668810"/>
                  </a:lnTo>
                  <a:lnTo>
                    <a:pt x="2869277" y="1628560"/>
                  </a:lnTo>
                  <a:lnTo>
                    <a:pt x="2869945" y="1571413"/>
                  </a:lnTo>
                  <a:lnTo>
                    <a:pt x="2870613" y="1477394"/>
                  </a:lnTo>
                  <a:lnTo>
                    <a:pt x="2871281" y="1597248"/>
                  </a:lnTo>
                  <a:lnTo>
                    <a:pt x="2871949" y="1649713"/>
                  </a:lnTo>
                  <a:lnTo>
                    <a:pt x="2872617" y="1646199"/>
                  </a:lnTo>
                  <a:lnTo>
                    <a:pt x="2873285" y="1668810"/>
                  </a:lnTo>
                  <a:lnTo>
                    <a:pt x="2873953" y="1574019"/>
                  </a:lnTo>
                  <a:lnTo>
                    <a:pt x="2874621" y="1538481"/>
                  </a:lnTo>
                  <a:lnTo>
                    <a:pt x="2875289" y="1490972"/>
                  </a:lnTo>
                  <a:lnTo>
                    <a:pt x="2875957" y="1477394"/>
                  </a:lnTo>
                  <a:lnTo>
                    <a:pt x="2876625" y="1481888"/>
                  </a:lnTo>
                  <a:lnTo>
                    <a:pt x="2877293" y="1523847"/>
                  </a:lnTo>
                  <a:lnTo>
                    <a:pt x="2877961" y="1523847"/>
                  </a:lnTo>
                  <a:lnTo>
                    <a:pt x="2878629" y="1538481"/>
                  </a:lnTo>
                  <a:lnTo>
                    <a:pt x="2879297" y="1574019"/>
                  </a:lnTo>
                  <a:lnTo>
                    <a:pt x="2879965" y="1631415"/>
                  </a:lnTo>
                  <a:lnTo>
                    <a:pt x="2880633" y="1668810"/>
                  </a:lnTo>
                  <a:lnTo>
                    <a:pt x="2881301" y="1668810"/>
                  </a:lnTo>
                  <a:lnTo>
                    <a:pt x="2881969" y="1618204"/>
                  </a:lnTo>
                  <a:lnTo>
                    <a:pt x="2882637" y="1592503"/>
                  </a:lnTo>
                  <a:lnTo>
                    <a:pt x="2883305" y="1592503"/>
                  </a:lnTo>
                  <a:lnTo>
                    <a:pt x="2883973" y="1592503"/>
                  </a:lnTo>
                  <a:lnTo>
                    <a:pt x="2884641" y="1643256"/>
                  </a:lnTo>
                  <a:lnTo>
                    <a:pt x="2885309" y="1668810"/>
                  </a:lnTo>
                  <a:lnTo>
                    <a:pt x="2885977" y="1570146"/>
                  </a:lnTo>
                  <a:lnTo>
                    <a:pt x="2886645" y="1570146"/>
                  </a:lnTo>
                  <a:lnTo>
                    <a:pt x="2887313" y="1570146"/>
                  </a:lnTo>
                  <a:lnTo>
                    <a:pt x="2887981" y="1570146"/>
                  </a:lnTo>
                  <a:lnTo>
                    <a:pt x="2888649" y="1570146"/>
                  </a:lnTo>
                  <a:lnTo>
                    <a:pt x="2889317" y="1570146"/>
                  </a:lnTo>
                  <a:lnTo>
                    <a:pt x="2889985" y="1570146"/>
                  </a:lnTo>
                  <a:lnTo>
                    <a:pt x="2890653" y="1570146"/>
                  </a:lnTo>
                  <a:lnTo>
                    <a:pt x="2891322" y="1570146"/>
                  </a:lnTo>
                  <a:lnTo>
                    <a:pt x="2891990" y="1592942"/>
                  </a:lnTo>
                  <a:lnTo>
                    <a:pt x="2892658" y="1666771"/>
                  </a:lnTo>
                  <a:lnTo>
                    <a:pt x="2893326" y="1666771"/>
                  </a:lnTo>
                  <a:lnTo>
                    <a:pt x="2893994" y="1666771"/>
                  </a:lnTo>
                  <a:lnTo>
                    <a:pt x="2894662" y="1579165"/>
                  </a:lnTo>
                  <a:lnTo>
                    <a:pt x="2895330" y="1502316"/>
                  </a:lnTo>
                  <a:lnTo>
                    <a:pt x="2895998" y="1486446"/>
                  </a:lnTo>
                  <a:lnTo>
                    <a:pt x="2896666" y="1486446"/>
                  </a:lnTo>
                  <a:lnTo>
                    <a:pt x="2897334" y="1486446"/>
                  </a:lnTo>
                  <a:lnTo>
                    <a:pt x="2898002" y="1486446"/>
                  </a:lnTo>
                  <a:lnTo>
                    <a:pt x="2898670" y="1486446"/>
                  </a:lnTo>
                  <a:lnTo>
                    <a:pt x="2899338" y="1486446"/>
                  </a:lnTo>
                  <a:lnTo>
                    <a:pt x="2900006" y="1486446"/>
                  </a:lnTo>
                  <a:lnTo>
                    <a:pt x="2900674" y="1459606"/>
                  </a:lnTo>
                  <a:lnTo>
                    <a:pt x="2901342" y="1412617"/>
                  </a:lnTo>
                  <a:lnTo>
                    <a:pt x="2902010" y="1412617"/>
                  </a:lnTo>
                  <a:lnTo>
                    <a:pt x="2902678" y="1412617"/>
                  </a:lnTo>
                  <a:lnTo>
                    <a:pt x="2903346" y="1402256"/>
                  </a:lnTo>
                  <a:lnTo>
                    <a:pt x="2904014" y="1346575"/>
                  </a:lnTo>
                  <a:lnTo>
                    <a:pt x="2904682" y="1405691"/>
                  </a:lnTo>
                  <a:lnTo>
                    <a:pt x="2905350" y="1470968"/>
                  </a:lnTo>
                  <a:lnTo>
                    <a:pt x="2906018" y="1486446"/>
                  </a:lnTo>
                  <a:lnTo>
                    <a:pt x="2906686" y="1486446"/>
                  </a:lnTo>
                  <a:lnTo>
                    <a:pt x="2907354" y="1486446"/>
                  </a:lnTo>
                  <a:lnTo>
                    <a:pt x="2908022" y="1486446"/>
                  </a:lnTo>
                  <a:lnTo>
                    <a:pt x="2908690" y="1448445"/>
                  </a:lnTo>
                  <a:lnTo>
                    <a:pt x="2909358" y="1412617"/>
                  </a:lnTo>
                  <a:lnTo>
                    <a:pt x="2910026" y="1412617"/>
                  </a:lnTo>
                  <a:lnTo>
                    <a:pt x="2910694" y="1437480"/>
                  </a:lnTo>
                  <a:lnTo>
                    <a:pt x="2911362" y="1486446"/>
                  </a:lnTo>
                  <a:lnTo>
                    <a:pt x="2912030" y="1486446"/>
                  </a:lnTo>
                  <a:lnTo>
                    <a:pt x="2912698" y="1666332"/>
                  </a:lnTo>
                  <a:lnTo>
                    <a:pt x="2913366" y="1668810"/>
                  </a:lnTo>
                  <a:lnTo>
                    <a:pt x="2914034" y="1668810"/>
                  </a:lnTo>
                  <a:lnTo>
                    <a:pt x="2914702" y="1668810"/>
                  </a:lnTo>
                  <a:lnTo>
                    <a:pt x="2915370" y="1668810"/>
                  </a:lnTo>
                  <a:lnTo>
                    <a:pt x="2916039" y="1668810"/>
                  </a:lnTo>
                  <a:lnTo>
                    <a:pt x="2916707" y="1668810"/>
                  </a:lnTo>
                  <a:lnTo>
                    <a:pt x="2917375" y="1668810"/>
                  </a:lnTo>
                  <a:lnTo>
                    <a:pt x="2918043" y="1668810"/>
                  </a:lnTo>
                  <a:lnTo>
                    <a:pt x="2918711" y="1668810"/>
                  </a:lnTo>
                  <a:lnTo>
                    <a:pt x="2919379" y="1668810"/>
                  </a:lnTo>
                  <a:lnTo>
                    <a:pt x="2920047" y="1668810"/>
                  </a:lnTo>
                  <a:lnTo>
                    <a:pt x="2920715" y="1668810"/>
                  </a:lnTo>
                  <a:lnTo>
                    <a:pt x="2921383" y="1668810"/>
                  </a:lnTo>
                  <a:lnTo>
                    <a:pt x="2922051" y="1668810"/>
                  </a:lnTo>
                  <a:lnTo>
                    <a:pt x="2922719" y="1668810"/>
                  </a:lnTo>
                  <a:lnTo>
                    <a:pt x="2923387" y="1570146"/>
                  </a:lnTo>
                  <a:lnTo>
                    <a:pt x="2924055" y="1522735"/>
                  </a:lnTo>
                  <a:lnTo>
                    <a:pt x="2924723" y="1486446"/>
                  </a:lnTo>
                  <a:lnTo>
                    <a:pt x="2925391" y="1486446"/>
                  </a:lnTo>
                  <a:lnTo>
                    <a:pt x="2926059" y="1486446"/>
                  </a:lnTo>
                  <a:lnTo>
                    <a:pt x="2926727" y="1486446"/>
                  </a:lnTo>
                  <a:lnTo>
                    <a:pt x="2927395" y="1474802"/>
                  </a:lnTo>
                  <a:lnTo>
                    <a:pt x="2928063" y="1359239"/>
                  </a:lnTo>
                  <a:lnTo>
                    <a:pt x="2928731" y="1286833"/>
                  </a:lnTo>
                  <a:lnTo>
                    <a:pt x="2929399" y="1240177"/>
                  </a:lnTo>
                  <a:lnTo>
                    <a:pt x="2930067" y="1227091"/>
                  </a:lnTo>
                  <a:lnTo>
                    <a:pt x="2930735" y="1182120"/>
                  </a:lnTo>
                  <a:lnTo>
                    <a:pt x="2931403" y="1184536"/>
                  </a:lnTo>
                  <a:lnTo>
                    <a:pt x="2932071" y="1232293"/>
                  </a:lnTo>
                  <a:lnTo>
                    <a:pt x="2932739" y="1232293"/>
                  </a:lnTo>
                  <a:lnTo>
                    <a:pt x="2933407" y="1232293"/>
                  </a:lnTo>
                  <a:lnTo>
                    <a:pt x="2934075" y="1261701"/>
                  </a:lnTo>
                  <a:lnTo>
                    <a:pt x="2934743" y="1229686"/>
                  </a:lnTo>
                  <a:lnTo>
                    <a:pt x="2935411" y="1182120"/>
                  </a:lnTo>
                  <a:lnTo>
                    <a:pt x="2936079" y="1182120"/>
                  </a:lnTo>
                  <a:lnTo>
                    <a:pt x="2936747" y="1182120"/>
                  </a:lnTo>
                  <a:lnTo>
                    <a:pt x="2937415" y="1189395"/>
                  </a:lnTo>
                  <a:lnTo>
                    <a:pt x="2938083" y="1275539"/>
                  </a:lnTo>
                  <a:lnTo>
                    <a:pt x="2938751" y="1346575"/>
                  </a:lnTo>
                  <a:lnTo>
                    <a:pt x="2939419" y="1402256"/>
                  </a:lnTo>
                  <a:lnTo>
                    <a:pt x="2940087" y="1419621"/>
                  </a:lnTo>
                  <a:lnTo>
                    <a:pt x="2940756" y="1486446"/>
                  </a:lnTo>
                  <a:lnTo>
                    <a:pt x="2941424" y="1486446"/>
                  </a:lnTo>
                  <a:lnTo>
                    <a:pt x="2942092" y="1486446"/>
                  </a:lnTo>
                  <a:lnTo>
                    <a:pt x="2942760" y="1486446"/>
                  </a:lnTo>
                  <a:lnTo>
                    <a:pt x="2943428" y="1486446"/>
                  </a:lnTo>
                  <a:lnTo>
                    <a:pt x="2944096" y="1486446"/>
                  </a:lnTo>
                  <a:lnTo>
                    <a:pt x="2944764" y="1574639"/>
                  </a:lnTo>
                  <a:lnTo>
                    <a:pt x="2945432" y="1616598"/>
                  </a:lnTo>
                  <a:lnTo>
                    <a:pt x="2946100" y="1570146"/>
                  </a:lnTo>
                  <a:lnTo>
                    <a:pt x="2946768" y="1570146"/>
                  </a:lnTo>
                  <a:lnTo>
                    <a:pt x="2947436" y="1570146"/>
                  </a:lnTo>
                  <a:lnTo>
                    <a:pt x="2948104" y="1570146"/>
                  </a:lnTo>
                  <a:lnTo>
                    <a:pt x="2948772" y="1570146"/>
                  </a:lnTo>
                  <a:lnTo>
                    <a:pt x="2949440" y="1570146"/>
                  </a:lnTo>
                  <a:lnTo>
                    <a:pt x="2950108" y="1570146"/>
                  </a:lnTo>
                  <a:lnTo>
                    <a:pt x="2950776" y="1565685"/>
                  </a:lnTo>
                  <a:lnTo>
                    <a:pt x="2951444" y="1486446"/>
                  </a:lnTo>
                  <a:lnTo>
                    <a:pt x="2952112" y="1486446"/>
                  </a:lnTo>
                  <a:lnTo>
                    <a:pt x="2952780" y="1392064"/>
                  </a:lnTo>
                  <a:lnTo>
                    <a:pt x="2953448" y="1346575"/>
                  </a:lnTo>
                  <a:lnTo>
                    <a:pt x="2954116" y="1346575"/>
                  </a:lnTo>
                  <a:lnTo>
                    <a:pt x="2954784" y="1346575"/>
                  </a:lnTo>
                  <a:lnTo>
                    <a:pt x="2955452" y="1378727"/>
                  </a:lnTo>
                  <a:lnTo>
                    <a:pt x="2956120" y="1412617"/>
                  </a:lnTo>
                  <a:lnTo>
                    <a:pt x="2956788" y="1412617"/>
                  </a:lnTo>
                  <a:lnTo>
                    <a:pt x="2957456" y="1412617"/>
                  </a:lnTo>
                  <a:lnTo>
                    <a:pt x="2958124" y="1412617"/>
                  </a:lnTo>
                  <a:lnTo>
                    <a:pt x="2958792" y="1412617"/>
                  </a:lnTo>
                  <a:lnTo>
                    <a:pt x="2959460" y="1470681"/>
                  </a:lnTo>
                  <a:lnTo>
                    <a:pt x="2960128" y="1401818"/>
                  </a:lnTo>
                  <a:lnTo>
                    <a:pt x="2960796" y="1364422"/>
                  </a:lnTo>
                  <a:lnTo>
                    <a:pt x="2961464" y="1333724"/>
                  </a:lnTo>
                  <a:lnTo>
                    <a:pt x="2962132" y="1272477"/>
                  </a:lnTo>
                  <a:lnTo>
                    <a:pt x="2962800" y="1303668"/>
                  </a:lnTo>
                  <a:lnTo>
                    <a:pt x="2963468" y="1334251"/>
                  </a:lnTo>
                  <a:lnTo>
                    <a:pt x="2964136" y="1316593"/>
                  </a:lnTo>
                  <a:lnTo>
                    <a:pt x="2964804" y="1291005"/>
                  </a:lnTo>
                  <a:lnTo>
                    <a:pt x="2965473" y="1291005"/>
                  </a:lnTo>
                  <a:lnTo>
                    <a:pt x="2966141" y="1291005"/>
                  </a:lnTo>
                  <a:lnTo>
                    <a:pt x="2966809" y="1291005"/>
                  </a:lnTo>
                  <a:lnTo>
                    <a:pt x="2967477" y="1254481"/>
                  </a:lnTo>
                  <a:lnTo>
                    <a:pt x="2968145" y="1250551"/>
                  </a:lnTo>
                  <a:lnTo>
                    <a:pt x="2968813" y="1250551"/>
                  </a:lnTo>
                  <a:lnTo>
                    <a:pt x="2969481" y="1310989"/>
                  </a:lnTo>
                  <a:lnTo>
                    <a:pt x="2970149" y="1371725"/>
                  </a:lnTo>
                  <a:lnTo>
                    <a:pt x="2970817" y="1412178"/>
                  </a:lnTo>
                  <a:lnTo>
                    <a:pt x="2971485" y="1501877"/>
                  </a:lnTo>
                  <a:lnTo>
                    <a:pt x="2972153" y="1444769"/>
                  </a:lnTo>
                  <a:lnTo>
                    <a:pt x="2972821" y="1486446"/>
                  </a:lnTo>
                  <a:lnTo>
                    <a:pt x="2973489" y="1486446"/>
                  </a:lnTo>
                  <a:lnTo>
                    <a:pt x="2974157" y="1518598"/>
                  </a:lnTo>
                  <a:lnTo>
                    <a:pt x="2974825" y="1570146"/>
                  </a:lnTo>
                  <a:lnTo>
                    <a:pt x="2975493" y="1570146"/>
                  </a:lnTo>
                  <a:lnTo>
                    <a:pt x="2976161" y="1570146"/>
                  </a:lnTo>
                  <a:lnTo>
                    <a:pt x="2976829" y="1570146"/>
                  </a:lnTo>
                  <a:lnTo>
                    <a:pt x="2977497" y="1656410"/>
                  </a:lnTo>
                  <a:lnTo>
                    <a:pt x="2978165" y="1666771"/>
                  </a:lnTo>
                  <a:lnTo>
                    <a:pt x="2978833" y="1666771"/>
                  </a:lnTo>
                  <a:lnTo>
                    <a:pt x="2979501" y="1666771"/>
                  </a:lnTo>
                  <a:lnTo>
                    <a:pt x="2980169" y="1666771"/>
                  </a:lnTo>
                  <a:lnTo>
                    <a:pt x="2980837" y="1666771"/>
                  </a:lnTo>
                  <a:lnTo>
                    <a:pt x="2981505" y="1666771"/>
                  </a:lnTo>
                  <a:lnTo>
                    <a:pt x="2982173" y="1666771"/>
                  </a:lnTo>
                  <a:lnTo>
                    <a:pt x="2982841" y="1666771"/>
                  </a:lnTo>
                  <a:lnTo>
                    <a:pt x="2983509" y="1666771"/>
                  </a:lnTo>
                  <a:lnTo>
                    <a:pt x="2984177" y="1666771"/>
                  </a:lnTo>
                  <a:lnTo>
                    <a:pt x="2984845" y="1666771"/>
                  </a:lnTo>
                  <a:lnTo>
                    <a:pt x="2985513" y="1666771"/>
                  </a:lnTo>
                  <a:lnTo>
                    <a:pt x="2986181" y="1666771"/>
                  </a:lnTo>
                  <a:lnTo>
                    <a:pt x="2986849" y="1666771"/>
                  </a:lnTo>
                  <a:lnTo>
                    <a:pt x="2987517" y="1666771"/>
                  </a:lnTo>
                  <a:lnTo>
                    <a:pt x="2988185" y="1666771"/>
                  </a:lnTo>
                  <a:lnTo>
                    <a:pt x="2988853" y="1666771"/>
                  </a:lnTo>
                  <a:lnTo>
                    <a:pt x="2989522" y="1666771"/>
                  </a:lnTo>
                  <a:lnTo>
                    <a:pt x="2990190" y="1666771"/>
                  </a:lnTo>
                  <a:lnTo>
                    <a:pt x="2990858" y="1666771"/>
                  </a:lnTo>
                  <a:lnTo>
                    <a:pt x="2991526" y="1666771"/>
                  </a:lnTo>
                  <a:lnTo>
                    <a:pt x="2992194" y="1666771"/>
                  </a:lnTo>
                  <a:lnTo>
                    <a:pt x="2992862" y="1666771"/>
                  </a:lnTo>
                  <a:lnTo>
                    <a:pt x="2993530" y="1666771"/>
                  </a:lnTo>
                  <a:lnTo>
                    <a:pt x="2994198" y="1666771"/>
                  </a:lnTo>
                  <a:lnTo>
                    <a:pt x="2994866" y="1666771"/>
                  </a:lnTo>
                  <a:lnTo>
                    <a:pt x="2995534" y="1666771"/>
                  </a:lnTo>
                  <a:lnTo>
                    <a:pt x="2996202" y="1570146"/>
                  </a:lnTo>
                  <a:lnTo>
                    <a:pt x="2996870" y="1570146"/>
                  </a:lnTo>
                  <a:lnTo>
                    <a:pt x="2997538" y="1570146"/>
                  </a:lnTo>
                  <a:lnTo>
                    <a:pt x="2998206" y="1570146"/>
                  </a:lnTo>
                  <a:lnTo>
                    <a:pt x="2998874" y="1570146"/>
                  </a:lnTo>
                  <a:lnTo>
                    <a:pt x="2999542" y="1570146"/>
                  </a:lnTo>
                  <a:lnTo>
                    <a:pt x="3000210" y="1570146"/>
                  </a:lnTo>
                  <a:lnTo>
                    <a:pt x="3000878" y="1570146"/>
                  </a:lnTo>
                  <a:lnTo>
                    <a:pt x="3001546" y="1570146"/>
                  </a:lnTo>
                  <a:lnTo>
                    <a:pt x="3002214" y="1570146"/>
                  </a:lnTo>
                  <a:lnTo>
                    <a:pt x="3002882" y="1510404"/>
                  </a:lnTo>
                  <a:lnTo>
                    <a:pt x="3003550" y="1459606"/>
                  </a:lnTo>
                  <a:lnTo>
                    <a:pt x="3004218" y="1412617"/>
                  </a:lnTo>
                  <a:lnTo>
                    <a:pt x="3004886" y="1412617"/>
                  </a:lnTo>
                  <a:lnTo>
                    <a:pt x="3005554" y="1359239"/>
                  </a:lnTo>
                  <a:lnTo>
                    <a:pt x="3006222" y="1412617"/>
                  </a:lnTo>
                  <a:lnTo>
                    <a:pt x="3006890" y="1412617"/>
                  </a:lnTo>
                  <a:lnTo>
                    <a:pt x="3007558" y="1412617"/>
                  </a:lnTo>
                  <a:lnTo>
                    <a:pt x="3008226" y="1576336"/>
                  </a:lnTo>
                  <a:lnTo>
                    <a:pt x="3008894" y="1568589"/>
                  </a:lnTo>
                  <a:lnTo>
                    <a:pt x="3009562" y="1526461"/>
                  </a:lnTo>
                  <a:lnTo>
                    <a:pt x="3010230" y="1545158"/>
                  </a:lnTo>
                  <a:lnTo>
                    <a:pt x="3010898" y="1545158"/>
                  </a:lnTo>
                  <a:lnTo>
                    <a:pt x="3011566" y="1545158"/>
                  </a:lnTo>
                  <a:lnTo>
                    <a:pt x="3012234" y="1545158"/>
                  </a:lnTo>
                  <a:lnTo>
                    <a:pt x="3012902" y="1590647"/>
                  </a:lnTo>
                  <a:lnTo>
                    <a:pt x="3013570" y="1636063"/>
                  </a:lnTo>
                  <a:lnTo>
                    <a:pt x="3014239" y="1668810"/>
                  </a:lnTo>
                  <a:lnTo>
                    <a:pt x="3014907" y="1668810"/>
                  </a:lnTo>
                  <a:lnTo>
                    <a:pt x="3015575" y="1668810"/>
                  </a:lnTo>
                  <a:lnTo>
                    <a:pt x="3016243" y="1668810"/>
                  </a:lnTo>
                  <a:lnTo>
                    <a:pt x="3016911" y="1668810"/>
                  </a:lnTo>
                  <a:lnTo>
                    <a:pt x="3017579" y="1668810"/>
                  </a:lnTo>
                  <a:lnTo>
                    <a:pt x="3018247" y="1668810"/>
                  </a:lnTo>
                  <a:lnTo>
                    <a:pt x="3018915" y="1668810"/>
                  </a:lnTo>
                  <a:lnTo>
                    <a:pt x="3019583" y="1668810"/>
                  </a:lnTo>
                  <a:lnTo>
                    <a:pt x="3020251" y="1666771"/>
                  </a:lnTo>
                  <a:lnTo>
                    <a:pt x="3020919" y="1583724"/>
                  </a:lnTo>
                  <a:lnTo>
                    <a:pt x="3021587" y="1478659"/>
                  </a:lnTo>
                  <a:lnTo>
                    <a:pt x="3022255" y="1346575"/>
                  </a:lnTo>
                  <a:lnTo>
                    <a:pt x="3022923" y="1346575"/>
                  </a:lnTo>
                  <a:lnTo>
                    <a:pt x="3023591" y="1346575"/>
                  </a:lnTo>
                  <a:lnTo>
                    <a:pt x="3024259" y="1346575"/>
                  </a:lnTo>
                  <a:lnTo>
                    <a:pt x="3024927" y="1346575"/>
                  </a:lnTo>
                  <a:lnTo>
                    <a:pt x="3025595" y="1346575"/>
                  </a:lnTo>
                  <a:lnTo>
                    <a:pt x="3026263" y="1346575"/>
                  </a:lnTo>
                  <a:lnTo>
                    <a:pt x="3026931" y="1304165"/>
                  </a:lnTo>
                  <a:lnTo>
                    <a:pt x="3027599" y="1286833"/>
                  </a:lnTo>
                  <a:lnTo>
                    <a:pt x="3028267" y="1286833"/>
                  </a:lnTo>
                  <a:lnTo>
                    <a:pt x="3028935" y="1286833"/>
                  </a:lnTo>
                  <a:lnTo>
                    <a:pt x="3029603" y="1242828"/>
                  </a:lnTo>
                  <a:lnTo>
                    <a:pt x="3030271" y="1232293"/>
                  </a:lnTo>
                  <a:lnTo>
                    <a:pt x="3030939" y="1278343"/>
                  </a:lnTo>
                  <a:lnTo>
                    <a:pt x="3031607" y="1352875"/>
                  </a:lnTo>
                  <a:lnTo>
                    <a:pt x="3032275" y="1444769"/>
                  </a:lnTo>
                  <a:lnTo>
                    <a:pt x="3032943" y="1412617"/>
                  </a:lnTo>
                  <a:lnTo>
                    <a:pt x="3033611" y="1412617"/>
                  </a:lnTo>
                  <a:lnTo>
                    <a:pt x="3034279" y="1412617"/>
                  </a:lnTo>
                  <a:lnTo>
                    <a:pt x="3034947" y="1412617"/>
                  </a:lnTo>
                  <a:lnTo>
                    <a:pt x="3035615" y="1412617"/>
                  </a:lnTo>
                  <a:lnTo>
                    <a:pt x="3036283" y="1412617"/>
                  </a:lnTo>
                  <a:lnTo>
                    <a:pt x="3036951" y="1405691"/>
                  </a:lnTo>
                  <a:lnTo>
                    <a:pt x="3037619" y="1346575"/>
                  </a:lnTo>
                  <a:lnTo>
                    <a:pt x="3038287" y="1346575"/>
                  </a:lnTo>
                  <a:lnTo>
                    <a:pt x="3038956" y="1346575"/>
                  </a:lnTo>
                  <a:lnTo>
                    <a:pt x="3039624" y="1398840"/>
                  </a:lnTo>
                  <a:lnTo>
                    <a:pt x="3040292" y="1412617"/>
                  </a:lnTo>
                  <a:lnTo>
                    <a:pt x="3040960" y="1412617"/>
                  </a:lnTo>
                  <a:lnTo>
                    <a:pt x="3041628" y="1412617"/>
                  </a:lnTo>
                  <a:lnTo>
                    <a:pt x="3042296" y="1452143"/>
                  </a:lnTo>
                  <a:lnTo>
                    <a:pt x="3042964" y="1463370"/>
                  </a:lnTo>
                  <a:lnTo>
                    <a:pt x="3043632" y="1412617"/>
                  </a:lnTo>
                  <a:lnTo>
                    <a:pt x="3044300" y="1412617"/>
                  </a:lnTo>
                  <a:lnTo>
                    <a:pt x="3044968" y="1412617"/>
                  </a:lnTo>
                  <a:lnTo>
                    <a:pt x="3045636" y="1412617"/>
                  </a:lnTo>
                  <a:lnTo>
                    <a:pt x="3046304" y="1412617"/>
                  </a:lnTo>
                  <a:lnTo>
                    <a:pt x="3046972" y="1470968"/>
                  </a:lnTo>
                  <a:lnTo>
                    <a:pt x="3047640" y="1494331"/>
                  </a:lnTo>
                  <a:lnTo>
                    <a:pt x="3048308" y="1486446"/>
                  </a:lnTo>
                  <a:lnTo>
                    <a:pt x="3048976" y="1486446"/>
                  </a:lnTo>
                  <a:lnTo>
                    <a:pt x="3049644" y="1486446"/>
                  </a:lnTo>
                  <a:lnTo>
                    <a:pt x="3050312" y="1486446"/>
                  </a:lnTo>
                  <a:lnTo>
                    <a:pt x="3050980" y="1486446"/>
                  </a:lnTo>
                  <a:lnTo>
                    <a:pt x="3051648" y="1486446"/>
                  </a:lnTo>
                  <a:lnTo>
                    <a:pt x="3052316" y="1486446"/>
                  </a:lnTo>
                  <a:lnTo>
                    <a:pt x="3052984" y="1510404"/>
                  </a:lnTo>
                  <a:lnTo>
                    <a:pt x="3053652" y="1570146"/>
                  </a:lnTo>
                  <a:lnTo>
                    <a:pt x="3054320" y="1570146"/>
                  </a:lnTo>
                  <a:lnTo>
                    <a:pt x="3054988" y="1570146"/>
                  </a:lnTo>
                  <a:lnTo>
                    <a:pt x="3055656" y="1570146"/>
                  </a:lnTo>
                  <a:lnTo>
                    <a:pt x="3056324" y="1570146"/>
                  </a:lnTo>
                  <a:lnTo>
                    <a:pt x="3056992" y="1570146"/>
                  </a:lnTo>
                  <a:lnTo>
                    <a:pt x="3057660" y="1656410"/>
                  </a:lnTo>
                  <a:lnTo>
                    <a:pt x="3058328" y="1666771"/>
                  </a:lnTo>
                  <a:lnTo>
                    <a:pt x="3058996" y="1666771"/>
                  </a:lnTo>
                  <a:lnTo>
                    <a:pt x="3059664" y="1666771"/>
                  </a:lnTo>
                  <a:lnTo>
                    <a:pt x="3060332" y="1666771"/>
                  </a:lnTo>
                  <a:lnTo>
                    <a:pt x="3061000" y="1666771"/>
                  </a:lnTo>
                  <a:lnTo>
                    <a:pt x="3061668" y="1666771"/>
                  </a:lnTo>
                  <a:lnTo>
                    <a:pt x="3062336" y="1666771"/>
                  </a:lnTo>
                  <a:lnTo>
                    <a:pt x="3063004" y="1666771"/>
                  </a:lnTo>
                  <a:lnTo>
                    <a:pt x="3063673" y="1666771"/>
                  </a:lnTo>
                  <a:lnTo>
                    <a:pt x="3064341" y="1666771"/>
                  </a:lnTo>
                  <a:lnTo>
                    <a:pt x="3065009" y="1666771"/>
                  </a:lnTo>
                  <a:lnTo>
                    <a:pt x="3065677" y="1666771"/>
                  </a:lnTo>
                  <a:lnTo>
                    <a:pt x="3066345" y="1666771"/>
                  </a:lnTo>
                  <a:lnTo>
                    <a:pt x="3067013" y="1666771"/>
                  </a:lnTo>
                  <a:lnTo>
                    <a:pt x="3067681" y="1666771"/>
                  </a:lnTo>
                  <a:lnTo>
                    <a:pt x="3068349" y="1666771"/>
                  </a:lnTo>
                  <a:lnTo>
                    <a:pt x="3069017" y="1666771"/>
                  </a:lnTo>
                  <a:lnTo>
                    <a:pt x="3069685" y="1666771"/>
                  </a:lnTo>
                  <a:lnTo>
                    <a:pt x="3070353" y="1666771"/>
                  </a:lnTo>
                  <a:lnTo>
                    <a:pt x="3071021" y="1666771"/>
                  </a:lnTo>
                  <a:lnTo>
                    <a:pt x="3071689" y="1666771"/>
                  </a:lnTo>
                  <a:lnTo>
                    <a:pt x="3072357" y="1666771"/>
                  </a:lnTo>
                  <a:lnTo>
                    <a:pt x="3073025" y="1666771"/>
                  </a:lnTo>
                  <a:lnTo>
                    <a:pt x="3073693" y="1666771"/>
                  </a:lnTo>
                  <a:lnTo>
                    <a:pt x="3074361" y="1666771"/>
                  </a:lnTo>
                  <a:lnTo>
                    <a:pt x="3075029" y="1666771"/>
                  </a:lnTo>
                  <a:lnTo>
                    <a:pt x="3075697" y="1570146"/>
                  </a:lnTo>
                  <a:lnTo>
                    <a:pt x="3076365" y="1486446"/>
                  </a:lnTo>
                  <a:lnTo>
                    <a:pt x="3077033" y="1444769"/>
                  </a:lnTo>
                  <a:lnTo>
                    <a:pt x="3077701" y="1412617"/>
                  </a:lnTo>
                  <a:lnTo>
                    <a:pt x="3078369" y="1412617"/>
                  </a:lnTo>
                  <a:lnTo>
                    <a:pt x="3079037" y="1412617"/>
                  </a:lnTo>
                  <a:lnTo>
                    <a:pt x="3079705" y="1412617"/>
                  </a:lnTo>
                  <a:lnTo>
                    <a:pt x="3080373" y="1412617"/>
                  </a:lnTo>
                  <a:lnTo>
                    <a:pt x="3081041" y="1412617"/>
                  </a:lnTo>
                  <a:lnTo>
                    <a:pt x="3081709" y="1412617"/>
                  </a:lnTo>
                  <a:lnTo>
                    <a:pt x="3082377" y="1412617"/>
                  </a:lnTo>
                  <a:lnTo>
                    <a:pt x="3083045" y="1412617"/>
                  </a:lnTo>
                  <a:lnTo>
                    <a:pt x="3083713" y="1378727"/>
                  </a:lnTo>
                  <a:lnTo>
                    <a:pt x="3084381" y="1346575"/>
                  </a:lnTo>
                  <a:lnTo>
                    <a:pt x="3085049" y="1346575"/>
                  </a:lnTo>
                  <a:lnTo>
                    <a:pt x="3085717" y="1412617"/>
                  </a:lnTo>
                  <a:lnTo>
                    <a:pt x="3086385" y="1486446"/>
                  </a:lnTo>
                  <a:lnTo>
                    <a:pt x="3087053" y="1531093"/>
                  </a:lnTo>
                  <a:lnTo>
                    <a:pt x="3087722" y="1570146"/>
                  </a:lnTo>
                  <a:lnTo>
                    <a:pt x="3088390" y="1570146"/>
                  </a:lnTo>
                  <a:lnTo>
                    <a:pt x="3089058" y="1570146"/>
                  </a:lnTo>
                  <a:lnTo>
                    <a:pt x="3089726" y="1570146"/>
                  </a:lnTo>
                  <a:lnTo>
                    <a:pt x="3090394" y="1570146"/>
                  </a:lnTo>
                  <a:lnTo>
                    <a:pt x="3091062" y="1570146"/>
                  </a:lnTo>
                  <a:lnTo>
                    <a:pt x="3091730" y="1570146"/>
                  </a:lnTo>
                  <a:lnTo>
                    <a:pt x="3092398" y="1570146"/>
                  </a:lnTo>
                  <a:lnTo>
                    <a:pt x="3093066" y="1570146"/>
                  </a:lnTo>
                  <a:lnTo>
                    <a:pt x="3093734" y="1548150"/>
                  </a:lnTo>
                  <a:lnTo>
                    <a:pt x="3094402" y="1570146"/>
                  </a:lnTo>
                  <a:lnTo>
                    <a:pt x="3095070" y="1570146"/>
                  </a:lnTo>
                  <a:lnTo>
                    <a:pt x="3095738" y="1570146"/>
                  </a:lnTo>
                  <a:lnTo>
                    <a:pt x="3096406" y="1482541"/>
                  </a:lnTo>
                  <a:lnTo>
                    <a:pt x="3097074" y="1412617"/>
                  </a:lnTo>
                  <a:lnTo>
                    <a:pt x="3097742" y="1412617"/>
                  </a:lnTo>
                  <a:lnTo>
                    <a:pt x="3098410" y="1346575"/>
                  </a:lnTo>
                  <a:lnTo>
                    <a:pt x="3099078" y="1346575"/>
                  </a:lnTo>
                  <a:lnTo>
                    <a:pt x="3099746" y="1346575"/>
                  </a:lnTo>
                  <a:lnTo>
                    <a:pt x="3100414" y="1346575"/>
                  </a:lnTo>
                  <a:lnTo>
                    <a:pt x="3101082" y="1346575"/>
                  </a:lnTo>
                  <a:lnTo>
                    <a:pt x="3101750" y="1346575"/>
                  </a:lnTo>
                  <a:lnTo>
                    <a:pt x="3102418" y="1346575"/>
                  </a:lnTo>
                  <a:lnTo>
                    <a:pt x="3103086" y="1346575"/>
                  </a:lnTo>
                  <a:lnTo>
                    <a:pt x="3103754" y="1395443"/>
                  </a:lnTo>
                  <a:lnTo>
                    <a:pt x="3104422" y="1412617"/>
                  </a:lnTo>
                  <a:lnTo>
                    <a:pt x="3105090" y="1412617"/>
                  </a:lnTo>
                  <a:lnTo>
                    <a:pt x="3105758" y="1412617"/>
                  </a:lnTo>
                  <a:lnTo>
                    <a:pt x="3106426" y="1490376"/>
                  </a:lnTo>
                  <a:lnTo>
                    <a:pt x="3107094" y="1570146"/>
                  </a:lnTo>
                  <a:lnTo>
                    <a:pt x="3107762" y="1570146"/>
                  </a:lnTo>
                  <a:lnTo>
                    <a:pt x="3108430" y="1666771"/>
                  </a:lnTo>
                  <a:lnTo>
                    <a:pt x="3109098" y="1666771"/>
                  </a:lnTo>
                  <a:lnTo>
                    <a:pt x="3109766" y="1666771"/>
                  </a:lnTo>
                  <a:lnTo>
                    <a:pt x="3110434" y="1666771"/>
                  </a:lnTo>
                  <a:lnTo>
                    <a:pt x="3111102" y="1666771"/>
                  </a:lnTo>
                  <a:lnTo>
                    <a:pt x="3111770" y="1621439"/>
                  </a:lnTo>
                  <a:lnTo>
                    <a:pt x="3112439" y="1570146"/>
                  </a:lnTo>
                  <a:lnTo>
                    <a:pt x="3113107" y="1650165"/>
                  </a:lnTo>
                  <a:lnTo>
                    <a:pt x="3113775" y="1668810"/>
                  </a:lnTo>
                  <a:lnTo>
                    <a:pt x="3114443" y="1604274"/>
                  </a:lnTo>
                  <a:lnTo>
                    <a:pt x="3115111" y="1545158"/>
                  </a:lnTo>
                  <a:lnTo>
                    <a:pt x="3115779" y="1532746"/>
                  </a:lnTo>
                  <a:lnTo>
                    <a:pt x="3116447" y="1485416"/>
                  </a:lnTo>
                  <a:lnTo>
                    <a:pt x="3117115" y="1611923"/>
                  </a:lnTo>
                  <a:lnTo>
                    <a:pt x="3117783" y="1635513"/>
                  </a:lnTo>
                  <a:lnTo>
                    <a:pt x="3118451" y="1635513"/>
                  </a:lnTo>
                  <a:lnTo>
                    <a:pt x="3119119" y="1668810"/>
                  </a:lnTo>
                  <a:lnTo>
                    <a:pt x="3119787" y="1668810"/>
                  </a:lnTo>
                  <a:lnTo>
                    <a:pt x="3120455" y="1668810"/>
                  </a:lnTo>
                  <a:lnTo>
                    <a:pt x="3121123" y="1621518"/>
                  </a:lnTo>
                  <a:lnTo>
                    <a:pt x="3121791" y="1638692"/>
                  </a:lnTo>
                  <a:lnTo>
                    <a:pt x="3122459" y="1590820"/>
                  </a:lnTo>
                  <a:lnTo>
                    <a:pt x="3123127" y="1611127"/>
                  </a:lnTo>
                  <a:lnTo>
                    <a:pt x="3123795" y="1436241"/>
                  </a:lnTo>
                  <a:lnTo>
                    <a:pt x="3124463" y="1436241"/>
                  </a:lnTo>
                  <a:lnTo>
                    <a:pt x="3125131" y="1434148"/>
                  </a:lnTo>
                  <a:lnTo>
                    <a:pt x="3125799" y="1442562"/>
                  </a:lnTo>
                  <a:lnTo>
                    <a:pt x="3126467" y="1477394"/>
                  </a:lnTo>
                  <a:lnTo>
                    <a:pt x="3127135" y="1484348"/>
                  </a:lnTo>
                  <a:lnTo>
                    <a:pt x="3127803" y="1484348"/>
                  </a:lnTo>
                  <a:lnTo>
                    <a:pt x="3128471" y="1477394"/>
                  </a:lnTo>
                  <a:lnTo>
                    <a:pt x="3129139" y="1477394"/>
                  </a:lnTo>
                  <a:lnTo>
                    <a:pt x="3129807" y="1504851"/>
                  </a:lnTo>
                  <a:lnTo>
                    <a:pt x="3130475" y="1509546"/>
                  </a:lnTo>
                  <a:lnTo>
                    <a:pt x="3131143" y="1521441"/>
                  </a:lnTo>
                  <a:lnTo>
                    <a:pt x="3131811" y="1523847"/>
                  </a:lnTo>
                  <a:lnTo>
                    <a:pt x="3132479" y="1553466"/>
                  </a:lnTo>
                  <a:lnTo>
                    <a:pt x="3133147" y="1595269"/>
                  </a:lnTo>
                  <a:lnTo>
                    <a:pt x="3133815" y="1648828"/>
                  </a:lnTo>
                  <a:lnTo>
                    <a:pt x="3134483" y="1668810"/>
                  </a:lnTo>
                  <a:lnTo>
                    <a:pt x="3135151" y="1668810"/>
                  </a:lnTo>
                  <a:lnTo>
                    <a:pt x="3135819" y="1597977"/>
                  </a:lnTo>
                  <a:lnTo>
                    <a:pt x="3136487" y="1574019"/>
                  </a:lnTo>
                  <a:lnTo>
                    <a:pt x="3137156" y="1550943"/>
                  </a:lnTo>
                  <a:lnTo>
                    <a:pt x="3137824" y="1530800"/>
                  </a:lnTo>
                  <a:lnTo>
                    <a:pt x="3138492" y="1380704"/>
                  </a:lnTo>
                  <a:lnTo>
                    <a:pt x="3139160" y="1362006"/>
                  </a:lnTo>
                  <a:lnTo>
                    <a:pt x="3139828" y="1156147"/>
                  </a:lnTo>
                  <a:lnTo>
                    <a:pt x="3140496" y="1107221"/>
                  </a:lnTo>
                  <a:lnTo>
                    <a:pt x="3141164" y="1075926"/>
                  </a:lnTo>
                  <a:lnTo>
                    <a:pt x="3141832" y="1017665"/>
                  </a:lnTo>
                  <a:lnTo>
                    <a:pt x="3142500" y="1231854"/>
                  </a:lnTo>
                  <a:lnTo>
                    <a:pt x="3143168" y="1201271"/>
                  </a:lnTo>
                  <a:lnTo>
                    <a:pt x="3143836" y="1210669"/>
                  </a:lnTo>
                  <a:lnTo>
                    <a:pt x="3144504" y="1287751"/>
                  </a:lnTo>
                  <a:lnTo>
                    <a:pt x="3145172" y="1248364"/>
                  </a:lnTo>
                  <a:lnTo>
                    <a:pt x="3145840" y="1195508"/>
                  </a:lnTo>
                  <a:lnTo>
                    <a:pt x="3146508" y="1144786"/>
                  </a:lnTo>
                  <a:lnTo>
                    <a:pt x="3147176" y="1050801"/>
                  </a:lnTo>
                  <a:lnTo>
                    <a:pt x="3147844" y="1001763"/>
                  </a:lnTo>
                  <a:lnTo>
                    <a:pt x="3148512" y="966110"/>
                  </a:lnTo>
                  <a:lnTo>
                    <a:pt x="3149180" y="906638"/>
                  </a:lnTo>
                  <a:lnTo>
                    <a:pt x="3149848" y="888005"/>
                  </a:lnTo>
                  <a:lnTo>
                    <a:pt x="3150516" y="902151"/>
                  </a:lnTo>
                  <a:lnTo>
                    <a:pt x="3151184" y="928634"/>
                  </a:lnTo>
                  <a:lnTo>
                    <a:pt x="3151852" y="940878"/>
                  </a:lnTo>
                  <a:lnTo>
                    <a:pt x="3152520" y="915395"/>
                  </a:lnTo>
                  <a:lnTo>
                    <a:pt x="3153188" y="899345"/>
                  </a:lnTo>
                  <a:lnTo>
                    <a:pt x="3153856" y="880270"/>
                  </a:lnTo>
                  <a:lnTo>
                    <a:pt x="3154524" y="720074"/>
                  </a:lnTo>
                  <a:lnTo>
                    <a:pt x="3155192" y="744573"/>
                  </a:lnTo>
                  <a:lnTo>
                    <a:pt x="3155860" y="647583"/>
                  </a:lnTo>
                  <a:lnTo>
                    <a:pt x="3156528" y="696729"/>
                  </a:lnTo>
                  <a:lnTo>
                    <a:pt x="3157196" y="800432"/>
                  </a:lnTo>
                  <a:lnTo>
                    <a:pt x="3157864" y="878537"/>
                  </a:lnTo>
                  <a:lnTo>
                    <a:pt x="3158532" y="932807"/>
                  </a:lnTo>
                  <a:lnTo>
                    <a:pt x="3159200" y="1044181"/>
                  </a:lnTo>
                  <a:lnTo>
                    <a:pt x="3159868" y="1109364"/>
                  </a:lnTo>
                  <a:lnTo>
                    <a:pt x="3160536" y="1135668"/>
                  </a:lnTo>
                  <a:lnTo>
                    <a:pt x="3161204" y="1135668"/>
                  </a:lnTo>
                  <a:lnTo>
                    <a:pt x="3161873" y="1177317"/>
                  </a:lnTo>
                  <a:lnTo>
                    <a:pt x="3162541" y="1269967"/>
                  </a:lnTo>
                  <a:lnTo>
                    <a:pt x="3163209" y="1372163"/>
                  </a:lnTo>
                  <a:lnTo>
                    <a:pt x="3163877" y="1474802"/>
                  </a:lnTo>
                  <a:lnTo>
                    <a:pt x="3164545" y="1631233"/>
                  </a:lnTo>
                  <a:lnTo>
                    <a:pt x="3165213" y="1666771"/>
                  </a:lnTo>
                  <a:lnTo>
                    <a:pt x="3165881" y="1666771"/>
                  </a:lnTo>
                  <a:lnTo>
                    <a:pt x="3166549" y="1666771"/>
                  </a:lnTo>
                  <a:lnTo>
                    <a:pt x="3167217" y="1646217"/>
                  </a:lnTo>
                  <a:lnTo>
                    <a:pt x="3167885" y="1570146"/>
                  </a:lnTo>
                  <a:lnTo>
                    <a:pt x="3168553" y="1570146"/>
                  </a:lnTo>
                  <a:lnTo>
                    <a:pt x="3169221" y="1570146"/>
                  </a:lnTo>
                  <a:lnTo>
                    <a:pt x="3169889" y="1570146"/>
                  </a:lnTo>
                  <a:lnTo>
                    <a:pt x="3170557" y="1570146"/>
                  </a:lnTo>
                  <a:lnTo>
                    <a:pt x="3171225" y="1570146"/>
                  </a:lnTo>
                  <a:lnTo>
                    <a:pt x="3171893" y="1570146"/>
                  </a:lnTo>
                  <a:lnTo>
                    <a:pt x="3172561" y="1490376"/>
                  </a:lnTo>
                  <a:lnTo>
                    <a:pt x="3173229" y="1486446"/>
                  </a:lnTo>
                  <a:lnTo>
                    <a:pt x="3173897" y="1486446"/>
                  </a:lnTo>
                  <a:lnTo>
                    <a:pt x="3174565" y="1486446"/>
                  </a:lnTo>
                  <a:lnTo>
                    <a:pt x="3175233" y="1486446"/>
                  </a:lnTo>
                  <a:lnTo>
                    <a:pt x="3175901" y="1486446"/>
                  </a:lnTo>
                  <a:lnTo>
                    <a:pt x="3176569" y="1486446"/>
                  </a:lnTo>
                  <a:lnTo>
                    <a:pt x="3177237" y="1502316"/>
                  </a:lnTo>
                  <a:lnTo>
                    <a:pt x="3177905" y="1570146"/>
                  </a:lnTo>
                  <a:lnTo>
                    <a:pt x="3178573" y="1570146"/>
                  </a:lnTo>
                  <a:lnTo>
                    <a:pt x="3179241" y="1570146"/>
                  </a:lnTo>
                  <a:lnTo>
                    <a:pt x="3179909" y="1482541"/>
                  </a:lnTo>
                  <a:lnTo>
                    <a:pt x="3180577" y="1375436"/>
                  </a:lnTo>
                  <a:lnTo>
                    <a:pt x="3181245" y="1286833"/>
                  </a:lnTo>
                  <a:lnTo>
                    <a:pt x="3181913" y="1286833"/>
                  </a:lnTo>
                  <a:lnTo>
                    <a:pt x="3182581" y="1343449"/>
                  </a:lnTo>
                  <a:lnTo>
                    <a:pt x="3183249" y="1346575"/>
                  </a:lnTo>
                  <a:lnTo>
                    <a:pt x="3183917" y="1346575"/>
                  </a:lnTo>
                  <a:lnTo>
                    <a:pt x="3184585" y="1304165"/>
                  </a:lnTo>
                  <a:lnTo>
                    <a:pt x="3185253" y="1286833"/>
                  </a:lnTo>
                  <a:lnTo>
                    <a:pt x="3185922" y="1286833"/>
                  </a:lnTo>
                  <a:lnTo>
                    <a:pt x="3186590" y="1286833"/>
                  </a:lnTo>
                  <a:lnTo>
                    <a:pt x="3187258" y="1286833"/>
                  </a:lnTo>
                  <a:lnTo>
                    <a:pt x="3187926" y="1286833"/>
                  </a:lnTo>
                  <a:lnTo>
                    <a:pt x="3188594" y="1232293"/>
                  </a:lnTo>
                  <a:lnTo>
                    <a:pt x="3189262" y="1232293"/>
                  </a:lnTo>
                  <a:lnTo>
                    <a:pt x="3189930" y="1289689"/>
                  </a:lnTo>
                  <a:lnTo>
                    <a:pt x="3190598" y="1382035"/>
                  </a:lnTo>
                  <a:lnTo>
                    <a:pt x="3191266" y="1486446"/>
                  </a:lnTo>
                  <a:lnTo>
                    <a:pt x="3191934" y="1486446"/>
                  </a:lnTo>
                  <a:lnTo>
                    <a:pt x="3192602" y="1486446"/>
                  </a:lnTo>
                  <a:lnTo>
                    <a:pt x="3193270" y="1486446"/>
                  </a:lnTo>
                  <a:lnTo>
                    <a:pt x="3193938" y="1486446"/>
                  </a:lnTo>
                  <a:lnTo>
                    <a:pt x="3194606" y="1543842"/>
                  </a:lnTo>
                  <a:lnTo>
                    <a:pt x="3195274" y="1570146"/>
                  </a:lnTo>
                  <a:lnTo>
                    <a:pt x="3195942" y="1570146"/>
                  </a:lnTo>
                  <a:lnTo>
                    <a:pt x="3196610" y="1570146"/>
                  </a:lnTo>
                  <a:lnTo>
                    <a:pt x="3197278" y="1570146"/>
                  </a:lnTo>
                  <a:lnTo>
                    <a:pt x="3197946" y="1570146"/>
                  </a:lnTo>
                  <a:lnTo>
                    <a:pt x="3198614" y="1666771"/>
                  </a:lnTo>
                  <a:lnTo>
                    <a:pt x="3199282" y="1666771"/>
                  </a:lnTo>
                  <a:lnTo>
                    <a:pt x="3199950" y="1666771"/>
                  </a:lnTo>
                  <a:lnTo>
                    <a:pt x="3200618" y="1666771"/>
                  </a:lnTo>
                  <a:lnTo>
                    <a:pt x="3201286" y="1666771"/>
                  </a:lnTo>
                  <a:lnTo>
                    <a:pt x="3201954" y="1666771"/>
                  </a:lnTo>
                  <a:lnTo>
                    <a:pt x="3202622" y="1666771"/>
                  </a:lnTo>
                  <a:lnTo>
                    <a:pt x="3203290" y="1666771"/>
                  </a:lnTo>
                  <a:lnTo>
                    <a:pt x="3203958" y="1666771"/>
                  </a:lnTo>
                  <a:lnTo>
                    <a:pt x="3204626" y="1666771"/>
                  </a:lnTo>
                  <a:lnTo>
                    <a:pt x="3205294" y="1666771"/>
                  </a:lnTo>
                  <a:lnTo>
                    <a:pt x="3205962" y="1666771"/>
                  </a:lnTo>
                  <a:lnTo>
                    <a:pt x="3206630" y="1666771"/>
                  </a:lnTo>
                  <a:lnTo>
                    <a:pt x="3207298" y="1666771"/>
                  </a:lnTo>
                  <a:lnTo>
                    <a:pt x="3207966" y="1666771"/>
                  </a:lnTo>
                  <a:lnTo>
                    <a:pt x="3208634" y="1666771"/>
                  </a:lnTo>
                  <a:lnTo>
                    <a:pt x="3209302" y="1666771"/>
                  </a:lnTo>
                  <a:lnTo>
                    <a:pt x="3209970" y="1666771"/>
                  </a:lnTo>
                  <a:lnTo>
                    <a:pt x="3210639" y="1666771"/>
                  </a:lnTo>
                  <a:lnTo>
                    <a:pt x="3211307" y="1666771"/>
                  </a:lnTo>
                  <a:lnTo>
                    <a:pt x="3211975" y="1666771"/>
                  </a:lnTo>
                  <a:lnTo>
                    <a:pt x="3212643" y="1666771"/>
                  </a:lnTo>
                  <a:lnTo>
                    <a:pt x="3213311" y="1666771"/>
                  </a:lnTo>
                  <a:lnTo>
                    <a:pt x="3213979" y="1666771"/>
                  </a:lnTo>
                  <a:lnTo>
                    <a:pt x="3214647" y="1666771"/>
                  </a:lnTo>
                  <a:lnTo>
                    <a:pt x="3215315" y="1666771"/>
                  </a:lnTo>
                  <a:lnTo>
                    <a:pt x="3215983" y="1666771"/>
                  </a:lnTo>
                  <a:lnTo>
                    <a:pt x="3216651" y="1666771"/>
                  </a:lnTo>
                  <a:lnTo>
                    <a:pt x="3217319" y="1666771"/>
                  </a:lnTo>
                  <a:lnTo>
                    <a:pt x="3217987" y="1666771"/>
                  </a:lnTo>
                  <a:lnTo>
                    <a:pt x="3218655" y="1666771"/>
                  </a:lnTo>
                  <a:lnTo>
                    <a:pt x="3219323" y="1666771"/>
                  </a:lnTo>
                  <a:lnTo>
                    <a:pt x="3219991" y="1666771"/>
                  </a:lnTo>
                  <a:lnTo>
                    <a:pt x="3220659" y="1666771"/>
                  </a:lnTo>
                  <a:lnTo>
                    <a:pt x="3221327" y="1666771"/>
                  </a:lnTo>
                  <a:lnTo>
                    <a:pt x="3221995" y="1636188"/>
                  </a:lnTo>
                  <a:lnTo>
                    <a:pt x="3222663" y="1486446"/>
                  </a:lnTo>
                  <a:lnTo>
                    <a:pt x="3223331" y="1486446"/>
                  </a:lnTo>
                  <a:lnTo>
                    <a:pt x="3223999" y="1486446"/>
                  </a:lnTo>
                  <a:lnTo>
                    <a:pt x="3224667" y="1486446"/>
                  </a:lnTo>
                  <a:lnTo>
                    <a:pt x="3225335" y="1486446"/>
                  </a:lnTo>
                  <a:lnTo>
                    <a:pt x="3226003" y="1486446"/>
                  </a:lnTo>
                  <a:lnTo>
                    <a:pt x="3226671" y="1486446"/>
                  </a:lnTo>
                  <a:lnTo>
                    <a:pt x="3227339" y="1444769"/>
                  </a:lnTo>
                  <a:lnTo>
                    <a:pt x="3228007" y="1325012"/>
                  </a:lnTo>
                  <a:lnTo>
                    <a:pt x="3228675" y="1275539"/>
                  </a:lnTo>
                  <a:lnTo>
                    <a:pt x="3229343" y="1232293"/>
                  </a:lnTo>
                  <a:lnTo>
                    <a:pt x="3230011" y="1186961"/>
                  </a:lnTo>
                  <a:lnTo>
                    <a:pt x="3230679" y="1182120"/>
                  </a:lnTo>
                  <a:lnTo>
                    <a:pt x="3231347" y="1182120"/>
                  </a:lnTo>
                  <a:lnTo>
                    <a:pt x="3232015" y="1196755"/>
                  </a:lnTo>
                  <a:lnTo>
                    <a:pt x="3232683" y="1286833"/>
                  </a:lnTo>
                  <a:lnTo>
                    <a:pt x="3233351" y="1211739"/>
                  </a:lnTo>
                  <a:lnTo>
                    <a:pt x="3234019" y="1182120"/>
                  </a:lnTo>
                  <a:lnTo>
                    <a:pt x="3234687" y="1182120"/>
                  </a:lnTo>
                  <a:lnTo>
                    <a:pt x="3235356" y="1167819"/>
                  </a:lnTo>
                  <a:lnTo>
                    <a:pt x="3236024" y="1094515"/>
                  </a:lnTo>
                  <a:lnTo>
                    <a:pt x="3236692" y="1030783"/>
                  </a:lnTo>
                  <a:lnTo>
                    <a:pt x="3237360" y="1004816"/>
                  </a:lnTo>
                  <a:lnTo>
                    <a:pt x="3238028" y="1017665"/>
                  </a:lnTo>
                  <a:lnTo>
                    <a:pt x="3238696" y="1021385"/>
                  </a:lnTo>
                  <a:lnTo>
                    <a:pt x="3239364" y="1051968"/>
                  </a:lnTo>
                  <a:lnTo>
                    <a:pt x="3240032" y="1088257"/>
                  </a:lnTo>
                  <a:lnTo>
                    <a:pt x="3240700" y="1086185"/>
                  </a:lnTo>
                  <a:lnTo>
                    <a:pt x="3241368" y="1051968"/>
                  </a:lnTo>
                  <a:lnTo>
                    <a:pt x="3242036" y="1038404"/>
                  </a:lnTo>
                  <a:lnTo>
                    <a:pt x="3242704" y="945901"/>
                  </a:lnTo>
                  <a:lnTo>
                    <a:pt x="3243372" y="950882"/>
                  </a:lnTo>
                  <a:lnTo>
                    <a:pt x="3244040" y="881515"/>
                  </a:lnTo>
                  <a:lnTo>
                    <a:pt x="3244708" y="881515"/>
                  </a:lnTo>
                  <a:lnTo>
                    <a:pt x="3245376" y="890534"/>
                  </a:lnTo>
                  <a:lnTo>
                    <a:pt x="3246044" y="942602"/>
                  </a:lnTo>
                  <a:lnTo>
                    <a:pt x="3246712" y="997591"/>
                  </a:lnTo>
                  <a:lnTo>
                    <a:pt x="3247380" y="1044181"/>
                  </a:lnTo>
                  <a:lnTo>
                    <a:pt x="3248048" y="1102957"/>
                  </a:lnTo>
                  <a:lnTo>
                    <a:pt x="3248716" y="1135668"/>
                  </a:lnTo>
                  <a:lnTo>
                    <a:pt x="3249384" y="1135668"/>
                  </a:lnTo>
                  <a:lnTo>
                    <a:pt x="3250052" y="1135668"/>
                  </a:lnTo>
                  <a:lnTo>
                    <a:pt x="3250720" y="1142420"/>
                  </a:lnTo>
                  <a:lnTo>
                    <a:pt x="3251388" y="1182120"/>
                  </a:lnTo>
                  <a:lnTo>
                    <a:pt x="3252056" y="1199227"/>
                  </a:lnTo>
                  <a:lnTo>
                    <a:pt x="3252724" y="1343449"/>
                  </a:lnTo>
                  <a:lnTo>
                    <a:pt x="3253392" y="1426704"/>
                  </a:lnTo>
                  <a:lnTo>
                    <a:pt x="3254060" y="1666771"/>
                  </a:lnTo>
                  <a:lnTo>
                    <a:pt x="3254728" y="1607028"/>
                  </a:lnTo>
                  <a:lnTo>
                    <a:pt x="3255396" y="1570146"/>
                  </a:lnTo>
                  <a:lnTo>
                    <a:pt x="3256064" y="1570146"/>
                  </a:lnTo>
                  <a:lnTo>
                    <a:pt x="3256732" y="1570146"/>
                  </a:lnTo>
                  <a:lnTo>
                    <a:pt x="3257400" y="1552488"/>
                  </a:lnTo>
                  <a:lnTo>
                    <a:pt x="3258068" y="1486446"/>
                  </a:lnTo>
                  <a:lnTo>
                    <a:pt x="3258736" y="1486446"/>
                  </a:lnTo>
                  <a:lnTo>
                    <a:pt x="3259405" y="1433867"/>
                  </a:lnTo>
                  <a:lnTo>
                    <a:pt x="3260073" y="1362445"/>
                  </a:lnTo>
                  <a:lnTo>
                    <a:pt x="3260741" y="1184536"/>
                  </a:lnTo>
                  <a:lnTo>
                    <a:pt x="3261409" y="1233816"/>
                  </a:lnTo>
                  <a:lnTo>
                    <a:pt x="3262077" y="1248364"/>
                  </a:lnTo>
                  <a:lnTo>
                    <a:pt x="3262745" y="1216479"/>
                  </a:lnTo>
                  <a:lnTo>
                    <a:pt x="3263413" y="1176242"/>
                  </a:lnTo>
                  <a:lnTo>
                    <a:pt x="3264081" y="1150607"/>
                  </a:lnTo>
                  <a:lnTo>
                    <a:pt x="3264749" y="1151750"/>
                  </a:lnTo>
                  <a:lnTo>
                    <a:pt x="3265417" y="1117257"/>
                  </a:lnTo>
                  <a:lnTo>
                    <a:pt x="3266085" y="1054472"/>
                  </a:lnTo>
                  <a:lnTo>
                    <a:pt x="3266753" y="968572"/>
                  </a:lnTo>
                  <a:lnTo>
                    <a:pt x="3267421" y="968762"/>
                  </a:lnTo>
                  <a:lnTo>
                    <a:pt x="3268089" y="943670"/>
                  </a:lnTo>
                  <a:lnTo>
                    <a:pt x="3268757" y="921700"/>
                  </a:lnTo>
                  <a:lnTo>
                    <a:pt x="3269425" y="918112"/>
                  </a:lnTo>
                  <a:lnTo>
                    <a:pt x="3270093" y="917397"/>
                  </a:lnTo>
                  <a:lnTo>
                    <a:pt x="3270761" y="954951"/>
                  </a:lnTo>
                  <a:lnTo>
                    <a:pt x="3271429" y="979717"/>
                  </a:lnTo>
                  <a:lnTo>
                    <a:pt x="3272097" y="1012950"/>
                  </a:lnTo>
                  <a:lnTo>
                    <a:pt x="3272765" y="992535"/>
                  </a:lnTo>
                  <a:lnTo>
                    <a:pt x="3273433" y="931275"/>
                  </a:lnTo>
                  <a:lnTo>
                    <a:pt x="3274101" y="937745"/>
                  </a:lnTo>
                  <a:lnTo>
                    <a:pt x="3274769" y="937745"/>
                  </a:lnTo>
                  <a:lnTo>
                    <a:pt x="3275437" y="930471"/>
                  </a:lnTo>
                  <a:lnTo>
                    <a:pt x="3276105" y="1023866"/>
                  </a:lnTo>
                  <a:lnTo>
                    <a:pt x="3276773" y="1109020"/>
                  </a:lnTo>
                  <a:lnTo>
                    <a:pt x="3277441" y="1189678"/>
                  </a:lnTo>
                  <a:lnTo>
                    <a:pt x="3278109" y="1297430"/>
                  </a:lnTo>
                  <a:lnTo>
                    <a:pt x="3278777" y="1283550"/>
                  </a:lnTo>
                  <a:lnTo>
                    <a:pt x="3279445" y="1288698"/>
                  </a:lnTo>
                  <a:lnTo>
                    <a:pt x="3280113" y="1302280"/>
                  </a:lnTo>
                  <a:lnTo>
                    <a:pt x="3280781" y="1281923"/>
                  </a:lnTo>
                  <a:lnTo>
                    <a:pt x="3281449" y="1253138"/>
                  </a:lnTo>
                  <a:lnTo>
                    <a:pt x="3282117" y="1277228"/>
                  </a:lnTo>
                  <a:lnTo>
                    <a:pt x="3282785" y="1349013"/>
                  </a:lnTo>
                  <a:lnTo>
                    <a:pt x="3283453" y="1418950"/>
                  </a:lnTo>
                  <a:lnTo>
                    <a:pt x="3284122" y="1441628"/>
                  </a:lnTo>
                  <a:lnTo>
                    <a:pt x="3284790" y="1460041"/>
                  </a:lnTo>
                  <a:lnTo>
                    <a:pt x="3285458" y="1520633"/>
                  </a:lnTo>
                  <a:lnTo>
                    <a:pt x="3286126" y="1401344"/>
                  </a:lnTo>
                  <a:lnTo>
                    <a:pt x="3286794" y="1390604"/>
                  </a:lnTo>
                  <a:lnTo>
                    <a:pt x="3287462" y="1220263"/>
                  </a:lnTo>
                  <a:lnTo>
                    <a:pt x="3288130" y="1166218"/>
                  </a:lnTo>
                  <a:lnTo>
                    <a:pt x="3288798" y="1159442"/>
                  </a:lnTo>
                  <a:lnTo>
                    <a:pt x="3289466" y="1143471"/>
                  </a:lnTo>
                  <a:lnTo>
                    <a:pt x="3290134" y="1182784"/>
                  </a:lnTo>
                  <a:lnTo>
                    <a:pt x="3290802" y="1175903"/>
                  </a:lnTo>
                  <a:lnTo>
                    <a:pt x="3291470" y="1065348"/>
                  </a:lnTo>
                  <a:lnTo>
                    <a:pt x="3292138" y="1032516"/>
                  </a:lnTo>
                  <a:lnTo>
                    <a:pt x="3292806" y="824492"/>
                  </a:lnTo>
                  <a:lnTo>
                    <a:pt x="3293474" y="763512"/>
                  </a:lnTo>
                  <a:lnTo>
                    <a:pt x="3294142" y="884443"/>
                  </a:lnTo>
                  <a:lnTo>
                    <a:pt x="3294810" y="862569"/>
                  </a:lnTo>
                  <a:lnTo>
                    <a:pt x="3295478" y="870257"/>
                  </a:lnTo>
                  <a:lnTo>
                    <a:pt x="3296146" y="908792"/>
                  </a:lnTo>
                  <a:lnTo>
                    <a:pt x="3296814" y="923731"/>
                  </a:lnTo>
                  <a:lnTo>
                    <a:pt x="3297482" y="973322"/>
                  </a:lnTo>
                  <a:lnTo>
                    <a:pt x="3298150" y="1023075"/>
                  </a:lnTo>
                  <a:lnTo>
                    <a:pt x="3298818" y="1029925"/>
                  </a:lnTo>
                  <a:lnTo>
                    <a:pt x="3299486" y="1068271"/>
                  </a:lnTo>
                  <a:lnTo>
                    <a:pt x="3300154" y="1110680"/>
                  </a:lnTo>
                  <a:lnTo>
                    <a:pt x="3300822" y="1168076"/>
                  </a:lnTo>
                  <a:lnTo>
                    <a:pt x="3301490" y="1212550"/>
                  </a:lnTo>
                  <a:lnTo>
                    <a:pt x="3302158" y="1256455"/>
                  </a:lnTo>
                  <a:lnTo>
                    <a:pt x="3302826" y="1334251"/>
                  </a:lnTo>
                  <a:lnTo>
                    <a:pt x="3303494" y="1449430"/>
                  </a:lnTo>
                  <a:lnTo>
                    <a:pt x="3304162" y="1523335"/>
                  </a:lnTo>
                  <a:lnTo>
                    <a:pt x="3304830" y="1519131"/>
                  </a:lnTo>
                  <a:lnTo>
                    <a:pt x="3305498" y="1318985"/>
                  </a:lnTo>
                  <a:lnTo>
                    <a:pt x="3306166" y="1278343"/>
                  </a:lnTo>
                  <a:lnTo>
                    <a:pt x="3306834" y="1113672"/>
                  </a:lnTo>
                  <a:lnTo>
                    <a:pt x="3307502" y="1051968"/>
                  </a:lnTo>
                  <a:lnTo>
                    <a:pt x="3308170" y="1051968"/>
                  </a:lnTo>
                  <a:lnTo>
                    <a:pt x="3308839" y="1028892"/>
                  </a:lnTo>
                  <a:lnTo>
                    <a:pt x="3309507" y="1013967"/>
                  </a:lnTo>
                  <a:lnTo>
                    <a:pt x="3310175" y="990447"/>
                  </a:lnTo>
                  <a:lnTo>
                    <a:pt x="3310843" y="910532"/>
                  </a:lnTo>
                  <a:lnTo>
                    <a:pt x="3311511" y="871154"/>
                  </a:lnTo>
                  <a:lnTo>
                    <a:pt x="3312179" y="852355"/>
                  </a:lnTo>
                  <a:lnTo>
                    <a:pt x="3312847" y="852355"/>
                  </a:lnTo>
                  <a:lnTo>
                    <a:pt x="3313515" y="852355"/>
                  </a:lnTo>
                  <a:lnTo>
                    <a:pt x="3314183" y="858079"/>
                  </a:lnTo>
                  <a:lnTo>
                    <a:pt x="3314851" y="866765"/>
                  </a:lnTo>
                  <a:lnTo>
                    <a:pt x="3315519" y="890534"/>
                  </a:lnTo>
                  <a:lnTo>
                    <a:pt x="3316187" y="866765"/>
                  </a:lnTo>
                  <a:lnTo>
                    <a:pt x="3316855" y="907414"/>
                  </a:lnTo>
                  <a:lnTo>
                    <a:pt x="3317523" y="916816"/>
                  </a:lnTo>
                  <a:lnTo>
                    <a:pt x="3318191" y="893569"/>
                  </a:lnTo>
                  <a:lnTo>
                    <a:pt x="3318859" y="899685"/>
                  </a:lnTo>
                  <a:lnTo>
                    <a:pt x="3319527" y="901223"/>
                  </a:lnTo>
                  <a:lnTo>
                    <a:pt x="3320195" y="1064942"/>
                  </a:lnTo>
                  <a:lnTo>
                    <a:pt x="3320863" y="1159769"/>
                  </a:lnTo>
                  <a:lnTo>
                    <a:pt x="3321531" y="1132437"/>
                  </a:lnTo>
                  <a:lnTo>
                    <a:pt x="3322199" y="1102894"/>
                  </a:lnTo>
                  <a:lnTo>
                    <a:pt x="3322867" y="1080098"/>
                  </a:lnTo>
                  <a:lnTo>
                    <a:pt x="3323535" y="1032687"/>
                  </a:lnTo>
                  <a:lnTo>
                    <a:pt x="3324203" y="1042448"/>
                  </a:lnTo>
                  <a:lnTo>
                    <a:pt x="3324871" y="1074156"/>
                  </a:lnTo>
                  <a:lnTo>
                    <a:pt x="3325539" y="1056662"/>
                  </a:lnTo>
                  <a:lnTo>
                    <a:pt x="3326207" y="1099806"/>
                  </a:lnTo>
                  <a:lnTo>
                    <a:pt x="3326875" y="1050938"/>
                  </a:lnTo>
                  <a:lnTo>
                    <a:pt x="3327543" y="974582"/>
                  </a:lnTo>
                  <a:lnTo>
                    <a:pt x="3328211" y="980920"/>
                  </a:lnTo>
                  <a:lnTo>
                    <a:pt x="3328879" y="941422"/>
                  </a:lnTo>
                  <a:lnTo>
                    <a:pt x="3329547" y="898655"/>
                  </a:lnTo>
                  <a:lnTo>
                    <a:pt x="3330215" y="821977"/>
                  </a:lnTo>
                  <a:lnTo>
                    <a:pt x="3330883" y="780844"/>
                  </a:lnTo>
                  <a:lnTo>
                    <a:pt x="3331551" y="892709"/>
                  </a:lnTo>
                  <a:lnTo>
                    <a:pt x="3332219" y="763495"/>
                  </a:lnTo>
                  <a:lnTo>
                    <a:pt x="3332887" y="727617"/>
                  </a:lnTo>
                  <a:lnTo>
                    <a:pt x="3333556" y="699347"/>
                  </a:lnTo>
                  <a:lnTo>
                    <a:pt x="3334224" y="780389"/>
                  </a:lnTo>
                  <a:lnTo>
                    <a:pt x="3334892" y="796463"/>
                  </a:lnTo>
                  <a:lnTo>
                    <a:pt x="3335560" y="761030"/>
                  </a:lnTo>
                  <a:lnTo>
                    <a:pt x="3336228" y="809383"/>
                  </a:lnTo>
                  <a:lnTo>
                    <a:pt x="3336896" y="812183"/>
                  </a:lnTo>
                  <a:lnTo>
                    <a:pt x="3337564" y="831783"/>
                  </a:lnTo>
                  <a:lnTo>
                    <a:pt x="3338232" y="826315"/>
                  </a:lnTo>
                  <a:lnTo>
                    <a:pt x="3338900" y="856810"/>
                  </a:lnTo>
                  <a:lnTo>
                    <a:pt x="3339568" y="823946"/>
                  </a:lnTo>
                  <a:lnTo>
                    <a:pt x="3340236" y="849713"/>
                  </a:lnTo>
                  <a:lnTo>
                    <a:pt x="3340904" y="792532"/>
                  </a:lnTo>
                  <a:lnTo>
                    <a:pt x="3341572" y="823598"/>
                  </a:lnTo>
                  <a:lnTo>
                    <a:pt x="3342240" y="855571"/>
                  </a:lnTo>
                  <a:lnTo>
                    <a:pt x="3342908" y="896834"/>
                  </a:lnTo>
                  <a:lnTo>
                    <a:pt x="3343576" y="915385"/>
                  </a:lnTo>
                  <a:lnTo>
                    <a:pt x="3344244" y="928764"/>
                  </a:lnTo>
                  <a:lnTo>
                    <a:pt x="3344912" y="883945"/>
                  </a:lnTo>
                  <a:lnTo>
                    <a:pt x="3345580" y="762459"/>
                  </a:lnTo>
                  <a:lnTo>
                    <a:pt x="3346248" y="783420"/>
                  </a:lnTo>
                  <a:lnTo>
                    <a:pt x="3346916" y="688067"/>
                  </a:lnTo>
                  <a:lnTo>
                    <a:pt x="3347584" y="731028"/>
                  </a:lnTo>
                  <a:lnTo>
                    <a:pt x="3348252" y="705526"/>
                  </a:lnTo>
                  <a:lnTo>
                    <a:pt x="3348920" y="720317"/>
                  </a:lnTo>
                  <a:lnTo>
                    <a:pt x="3349588" y="622406"/>
                  </a:lnTo>
                  <a:lnTo>
                    <a:pt x="3350256" y="602968"/>
                  </a:lnTo>
                  <a:lnTo>
                    <a:pt x="3350924" y="575813"/>
                  </a:lnTo>
                  <a:lnTo>
                    <a:pt x="3351592" y="555082"/>
                  </a:lnTo>
                  <a:lnTo>
                    <a:pt x="3352260" y="494293"/>
                  </a:lnTo>
                  <a:lnTo>
                    <a:pt x="3352928" y="481549"/>
                  </a:lnTo>
                  <a:lnTo>
                    <a:pt x="3353596" y="485504"/>
                  </a:lnTo>
                  <a:lnTo>
                    <a:pt x="3354264" y="513908"/>
                  </a:lnTo>
                  <a:lnTo>
                    <a:pt x="3354932" y="734790"/>
                  </a:lnTo>
                  <a:lnTo>
                    <a:pt x="3355600" y="797376"/>
                  </a:lnTo>
                  <a:lnTo>
                    <a:pt x="3356268" y="970621"/>
                  </a:lnTo>
                  <a:lnTo>
                    <a:pt x="3356936" y="1006624"/>
                  </a:lnTo>
                  <a:lnTo>
                    <a:pt x="3357605" y="1004538"/>
                  </a:lnTo>
                  <a:lnTo>
                    <a:pt x="3358273" y="1099709"/>
                  </a:lnTo>
                  <a:lnTo>
                    <a:pt x="3358941" y="1106524"/>
                  </a:lnTo>
                  <a:lnTo>
                    <a:pt x="3359609" y="1178739"/>
                  </a:lnTo>
                  <a:lnTo>
                    <a:pt x="3360277" y="1253138"/>
                  </a:lnTo>
                  <a:lnTo>
                    <a:pt x="3360945" y="1327854"/>
                  </a:lnTo>
                  <a:lnTo>
                    <a:pt x="3361613" y="1346850"/>
                  </a:lnTo>
                  <a:lnTo>
                    <a:pt x="3362281" y="1404907"/>
                  </a:lnTo>
                  <a:lnTo>
                    <a:pt x="3362949" y="1351690"/>
                  </a:lnTo>
                  <a:lnTo>
                    <a:pt x="3363617" y="1338468"/>
                  </a:lnTo>
                  <a:lnTo>
                    <a:pt x="3364285" y="1371434"/>
                  </a:lnTo>
                  <a:lnTo>
                    <a:pt x="3364953" y="1346850"/>
                  </a:lnTo>
                  <a:lnTo>
                    <a:pt x="3365621" y="1375207"/>
                  </a:lnTo>
                  <a:lnTo>
                    <a:pt x="3366289" y="1376469"/>
                  </a:lnTo>
                  <a:lnTo>
                    <a:pt x="3366957" y="1330197"/>
                  </a:lnTo>
                  <a:lnTo>
                    <a:pt x="3367625" y="1279483"/>
                  </a:lnTo>
                  <a:lnTo>
                    <a:pt x="3368293" y="1237578"/>
                  </a:lnTo>
                  <a:lnTo>
                    <a:pt x="3368961" y="1198569"/>
                  </a:lnTo>
                  <a:lnTo>
                    <a:pt x="3369629" y="1163737"/>
                  </a:lnTo>
                  <a:lnTo>
                    <a:pt x="3370297" y="1132751"/>
                  </a:lnTo>
                  <a:lnTo>
                    <a:pt x="3370965" y="1102281"/>
                  </a:lnTo>
                  <a:lnTo>
                    <a:pt x="3371633" y="1049594"/>
                  </a:lnTo>
                  <a:lnTo>
                    <a:pt x="3372301" y="1010051"/>
                  </a:lnTo>
                  <a:lnTo>
                    <a:pt x="3372969" y="1049594"/>
                  </a:lnTo>
                  <a:lnTo>
                    <a:pt x="3373637" y="1094926"/>
                  </a:lnTo>
                  <a:lnTo>
                    <a:pt x="3374305" y="1092840"/>
                  </a:lnTo>
                  <a:lnTo>
                    <a:pt x="3374973" y="1093534"/>
                  </a:lnTo>
                  <a:lnTo>
                    <a:pt x="3375641" y="990338"/>
                  </a:lnTo>
                  <a:lnTo>
                    <a:pt x="3376309" y="1016612"/>
                  </a:lnTo>
                  <a:lnTo>
                    <a:pt x="3376977" y="1051936"/>
                  </a:lnTo>
                  <a:lnTo>
                    <a:pt x="3377645" y="1062240"/>
                  </a:lnTo>
                  <a:lnTo>
                    <a:pt x="3378313" y="1048538"/>
                  </a:lnTo>
                  <a:lnTo>
                    <a:pt x="3378981" y="1042083"/>
                  </a:lnTo>
                  <a:lnTo>
                    <a:pt x="3379649" y="1026794"/>
                  </a:lnTo>
                  <a:lnTo>
                    <a:pt x="3380317" y="1003498"/>
                  </a:lnTo>
                  <a:lnTo>
                    <a:pt x="3380985" y="1019250"/>
                  </a:lnTo>
                  <a:lnTo>
                    <a:pt x="3381653" y="966076"/>
                  </a:lnTo>
                  <a:lnTo>
                    <a:pt x="3382322" y="930471"/>
                  </a:lnTo>
                  <a:lnTo>
                    <a:pt x="3382990" y="867940"/>
                  </a:lnTo>
                  <a:lnTo>
                    <a:pt x="3383658" y="781685"/>
                  </a:lnTo>
                  <a:lnTo>
                    <a:pt x="3384326" y="765212"/>
                  </a:lnTo>
                  <a:lnTo>
                    <a:pt x="3384994" y="782261"/>
                  </a:lnTo>
                  <a:lnTo>
                    <a:pt x="3385662" y="786887"/>
                  </a:lnTo>
                  <a:lnTo>
                    <a:pt x="3386330" y="786887"/>
                  </a:lnTo>
                  <a:lnTo>
                    <a:pt x="3386998" y="790379"/>
                  </a:lnTo>
                  <a:lnTo>
                    <a:pt x="3387666" y="811147"/>
                  </a:lnTo>
                  <a:lnTo>
                    <a:pt x="3388334" y="812354"/>
                  </a:lnTo>
                  <a:lnTo>
                    <a:pt x="3389002" y="814777"/>
                  </a:lnTo>
                  <a:lnTo>
                    <a:pt x="3389670" y="839531"/>
                  </a:lnTo>
                  <a:lnTo>
                    <a:pt x="3390338" y="834619"/>
                  </a:lnTo>
                  <a:lnTo>
                    <a:pt x="3391006" y="763892"/>
                  </a:lnTo>
                  <a:lnTo>
                    <a:pt x="3391674" y="860102"/>
                  </a:lnTo>
                  <a:lnTo>
                    <a:pt x="3392342" y="793354"/>
                  </a:lnTo>
                  <a:lnTo>
                    <a:pt x="3393010" y="1091079"/>
                  </a:lnTo>
                  <a:lnTo>
                    <a:pt x="3393678" y="1251451"/>
                  </a:lnTo>
                  <a:lnTo>
                    <a:pt x="3394346" y="1215445"/>
                  </a:lnTo>
                  <a:lnTo>
                    <a:pt x="3395014" y="1173172"/>
                  </a:lnTo>
                  <a:lnTo>
                    <a:pt x="3395682" y="1139541"/>
                  </a:lnTo>
                  <a:lnTo>
                    <a:pt x="3396350" y="1083370"/>
                  </a:lnTo>
                  <a:lnTo>
                    <a:pt x="3397018" y="1040682"/>
                  </a:lnTo>
                  <a:lnTo>
                    <a:pt x="3397686" y="1024171"/>
                  </a:lnTo>
                  <a:lnTo>
                    <a:pt x="3398354" y="1059935"/>
                  </a:lnTo>
                  <a:lnTo>
                    <a:pt x="3399022" y="1077429"/>
                  </a:lnTo>
                  <a:lnTo>
                    <a:pt x="3399690" y="1095425"/>
                  </a:lnTo>
                  <a:lnTo>
                    <a:pt x="3400358" y="1130466"/>
                  </a:lnTo>
                  <a:lnTo>
                    <a:pt x="3401026" y="1155411"/>
                  </a:lnTo>
                  <a:lnTo>
                    <a:pt x="3401694" y="1120253"/>
                  </a:lnTo>
                  <a:lnTo>
                    <a:pt x="3402362" y="1002812"/>
                  </a:lnTo>
                  <a:lnTo>
                    <a:pt x="3403030" y="951457"/>
                  </a:lnTo>
                  <a:lnTo>
                    <a:pt x="3403698" y="832543"/>
                  </a:lnTo>
                  <a:lnTo>
                    <a:pt x="3404366" y="879958"/>
                  </a:lnTo>
                  <a:lnTo>
                    <a:pt x="3405034" y="864909"/>
                  </a:lnTo>
                  <a:lnTo>
                    <a:pt x="3405702" y="723986"/>
                  </a:lnTo>
                  <a:lnTo>
                    <a:pt x="3406370" y="778526"/>
                  </a:lnTo>
                  <a:lnTo>
                    <a:pt x="3407039" y="812346"/>
                  </a:lnTo>
                  <a:lnTo>
                    <a:pt x="3407707" y="781064"/>
                  </a:lnTo>
                  <a:lnTo>
                    <a:pt x="3408375" y="862330"/>
                  </a:lnTo>
                  <a:lnTo>
                    <a:pt x="3409043" y="818035"/>
                  </a:lnTo>
                  <a:lnTo>
                    <a:pt x="3409711" y="785490"/>
                  </a:lnTo>
                  <a:lnTo>
                    <a:pt x="3410379" y="874320"/>
                  </a:lnTo>
                  <a:lnTo>
                    <a:pt x="3411047" y="849028"/>
                  </a:lnTo>
                  <a:lnTo>
                    <a:pt x="3411715" y="881050"/>
                  </a:lnTo>
                  <a:lnTo>
                    <a:pt x="3412383" y="976091"/>
                  </a:lnTo>
                  <a:lnTo>
                    <a:pt x="3413051" y="1022002"/>
                  </a:lnTo>
                  <a:lnTo>
                    <a:pt x="3413719" y="975086"/>
                  </a:lnTo>
                  <a:lnTo>
                    <a:pt x="3414387" y="954338"/>
                  </a:lnTo>
                  <a:lnTo>
                    <a:pt x="3415055" y="954338"/>
                  </a:lnTo>
                  <a:lnTo>
                    <a:pt x="3415723" y="925841"/>
                  </a:lnTo>
                  <a:lnTo>
                    <a:pt x="3416391" y="877601"/>
                  </a:lnTo>
                  <a:lnTo>
                    <a:pt x="3417059" y="810785"/>
                  </a:lnTo>
                  <a:lnTo>
                    <a:pt x="3417727" y="813885"/>
                  </a:lnTo>
                  <a:lnTo>
                    <a:pt x="3418395" y="862588"/>
                  </a:lnTo>
                  <a:lnTo>
                    <a:pt x="3419063" y="743988"/>
                  </a:lnTo>
                  <a:lnTo>
                    <a:pt x="3419731" y="770741"/>
                  </a:lnTo>
                  <a:lnTo>
                    <a:pt x="3420399" y="774177"/>
                  </a:lnTo>
                  <a:lnTo>
                    <a:pt x="3421067" y="607771"/>
                  </a:lnTo>
                  <a:lnTo>
                    <a:pt x="3421735" y="579489"/>
                  </a:lnTo>
                  <a:lnTo>
                    <a:pt x="3422403" y="579489"/>
                  </a:lnTo>
                  <a:lnTo>
                    <a:pt x="3423071" y="590649"/>
                  </a:lnTo>
                  <a:lnTo>
                    <a:pt x="3423739" y="621420"/>
                  </a:lnTo>
                  <a:lnTo>
                    <a:pt x="3424407" y="627361"/>
                  </a:lnTo>
                  <a:lnTo>
                    <a:pt x="3425075" y="614558"/>
                  </a:lnTo>
                  <a:lnTo>
                    <a:pt x="3425743" y="598202"/>
                  </a:lnTo>
                  <a:lnTo>
                    <a:pt x="3426411" y="585975"/>
                  </a:lnTo>
                  <a:lnTo>
                    <a:pt x="3427079" y="660037"/>
                  </a:lnTo>
                  <a:lnTo>
                    <a:pt x="3427747" y="701190"/>
                  </a:lnTo>
                  <a:lnTo>
                    <a:pt x="3428415" y="738072"/>
                  </a:lnTo>
                  <a:lnTo>
                    <a:pt x="3429083" y="779794"/>
                  </a:lnTo>
                  <a:lnTo>
                    <a:pt x="3429751" y="765990"/>
                  </a:lnTo>
                  <a:lnTo>
                    <a:pt x="3430419" y="774739"/>
                  </a:lnTo>
                  <a:lnTo>
                    <a:pt x="3431087" y="860961"/>
                  </a:lnTo>
                  <a:lnTo>
                    <a:pt x="3431756" y="912097"/>
                  </a:lnTo>
                  <a:lnTo>
                    <a:pt x="3432424" y="887513"/>
                  </a:lnTo>
                  <a:lnTo>
                    <a:pt x="3433092" y="893569"/>
                  </a:lnTo>
                  <a:lnTo>
                    <a:pt x="3433760" y="944249"/>
                  </a:lnTo>
                  <a:lnTo>
                    <a:pt x="3434428" y="988674"/>
                  </a:lnTo>
                  <a:lnTo>
                    <a:pt x="3435096" y="1038404"/>
                  </a:lnTo>
                  <a:lnTo>
                    <a:pt x="3435764" y="1098722"/>
                  </a:lnTo>
                  <a:lnTo>
                    <a:pt x="3436432" y="1237538"/>
                  </a:lnTo>
                  <a:lnTo>
                    <a:pt x="3437100" y="1250847"/>
                  </a:lnTo>
                  <a:lnTo>
                    <a:pt x="3437768" y="1182120"/>
                  </a:lnTo>
                  <a:lnTo>
                    <a:pt x="3438436" y="1182120"/>
                  </a:lnTo>
                  <a:lnTo>
                    <a:pt x="3439104" y="1146962"/>
                  </a:lnTo>
                  <a:lnTo>
                    <a:pt x="3439772" y="1194292"/>
                  </a:lnTo>
                  <a:lnTo>
                    <a:pt x="3440440" y="1232293"/>
                  </a:lnTo>
                  <a:lnTo>
                    <a:pt x="3441108" y="1216815"/>
                  </a:lnTo>
                  <a:lnTo>
                    <a:pt x="3441776" y="1182120"/>
                  </a:lnTo>
                  <a:lnTo>
                    <a:pt x="3442444" y="1221932"/>
                  </a:lnTo>
                  <a:lnTo>
                    <a:pt x="3443112" y="1232293"/>
                  </a:lnTo>
                  <a:lnTo>
                    <a:pt x="3443780" y="1232293"/>
                  </a:lnTo>
                  <a:lnTo>
                    <a:pt x="3444448" y="1182120"/>
                  </a:lnTo>
                  <a:lnTo>
                    <a:pt x="3445116" y="1184536"/>
                  </a:lnTo>
                  <a:lnTo>
                    <a:pt x="3445784" y="1211739"/>
                  </a:lnTo>
                  <a:lnTo>
                    <a:pt x="3446452" y="1206705"/>
                  </a:lnTo>
                  <a:lnTo>
                    <a:pt x="3447120" y="1214272"/>
                  </a:lnTo>
                  <a:lnTo>
                    <a:pt x="3447788" y="1196755"/>
                  </a:lnTo>
                  <a:lnTo>
                    <a:pt x="3448456" y="1046119"/>
                  </a:lnTo>
                  <a:lnTo>
                    <a:pt x="3449124" y="976400"/>
                  </a:lnTo>
                  <a:lnTo>
                    <a:pt x="3449792" y="878537"/>
                  </a:lnTo>
                  <a:lnTo>
                    <a:pt x="3450460" y="800432"/>
                  </a:lnTo>
                  <a:lnTo>
                    <a:pt x="3451128" y="779794"/>
                  </a:lnTo>
                  <a:lnTo>
                    <a:pt x="3451796" y="772227"/>
                  </a:lnTo>
                  <a:lnTo>
                    <a:pt x="3452464" y="721669"/>
                  </a:lnTo>
                  <a:lnTo>
                    <a:pt x="3453132" y="701190"/>
                  </a:lnTo>
                  <a:lnTo>
                    <a:pt x="3453800" y="669542"/>
                  </a:lnTo>
                  <a:lnTo>
                    <a:pt x="3454468" y="661086"/>
                  </a:lnTo>
                  <a:lnTo>
                    <a:pt x="3455136" y="651707"/>
                  </a:lnTo>
                  <a:lnTo>
                    <a:pt x="3455805" y="650673"/>
                  </a:lnTo>
                  <a:lnTo>
                    <a:pt x="3456473" y="647583"/>
                  </a:lnTo>
                  <a:lnTo>
                    <a:pt x="3457141" y="625374"/>
                  </a:lnTo>
                  <a:lnTo>
                    <a:pt x="3457809" y="623394"/>
                  </a:lnTo>
                  <a:lnTo>
                    <a:pt x="3458477" y="617490"/>
                  </a:lnTo>
                  <a:lnTo>
                    <a:pt x="3459145" y="636380"/>
                  </a:lnTo>
                  <a:lnTo>
                    <a:pt x="3459813" y="696729"/>
                  </a:lnTo>
                  <a:lnTo>
                    <a:pt x="3460481" y="745236"/>
                  </a:lnTo>
                  <a:lnTo>
                    <a:pt x="3461149" y="772226"/>
                  </a:lnTo>
                  <a:lnTo>
                    <a:pt x="3461817" y="788739"/>
                  </a:lnTo>
                  <a:lnTo>
                    <a:pt x="3462485" y="773481"/>
                  </a:lnTo>
                  <a:lnTo>
                    <a:pt x="3463153" y="753698"/>
                  </a:lnTo>
                  <a:lnTo>
                    <a:pt x="3463821" y="759814"/>
                  </a:lnTo>
                  <a:lnTo>
                    <a:pt x="3464489" y="761044"/>
                  </a:lnTo>
                  <a:lnTo>
                    <a:pt x="3465157" y="907755"/>
                  </a:lnTo>
                  <a:lnTo>
                    <a:pt x="3465825" y="927316"/>
                  </a:lnTo>
                  <a:lnTo>
                    <a:pt x="3466493" y="1011895"/>
                  </a:lnTo>
                  <a:lnTo>
                    <a:pt x="3467161" y="1045409"/>
                  </a:lnTo>
                  <a:lnTo>
                    <a:pt x="3467829" y="1073828"/>
                  </a:lnTo>
                  <a:lnTo>
                    <a:pt x="3468497" y="1117725"/>
                  </a:lnTo>
                  <a:lnTo>
                    <a:pt x="3469165" y="1162144"/>
                  </a:lnTo>
                  <a:lnTo>
                    <a:pt x="3469833" y="1174448"/>
                  </a:lnTo>
                  <a:lnTo>
                    <a:pt x="3470501" y="1194081"/>
                  </a:lnTo>
                  <a:lnTo>
                    <a:pt x="3471169" y="1171693"/>
                  </a:lnTo>
                  <a:lnTo>
                    <a:pt x="3471837" y="1133045"/>
                  </a:lnTo>
                  <a:lnTo>
                    <a:pt x="3472505" y="1143471"/>
                  </a:lnTo>
                  <a:lnTo>
                    <a:pt x="3473173" y="1186999"/>
                  </a:lnTo>
                  <a:lnTo>
                    <a:pt x="3473841" y="1221750"/>
                  </a:lnTo>
                  <a:lnTo>
                    <a:pt x="3474509" y="1263297"/>
                  </a:lnTo>
                  <a:lnTo>
                    <a:pt x="3475177" y="1332065"/>
                  </a:lnTo>
                  <a:lnTo>
                    <a:pt x="3475845" y="1339057"/>
                  </a:lnTo>
                  <a:lnTo>
                    <a:pt x="3476513" y="1300076"/>
                  </a:lnTo>
                  <a:lnTo>
                    <a:pt x="3477181" y="1295723"/>
                  </a:lnTo>
                  <a:lnTo>
                    <a:pt x="3477849" y="1210669"/>
                  </a:lnTo>
                  <a:lnTo>
                    <a:pt x="3478517" y="1272308"/>
                  </a:lnTo>
                  <a:lnTo>
                    <a:pt x="3479185" y="1272308"/>
                  </a:lnTo>
                  <a:lnTo>
                    <a:pt x="3479853" y="1258436"/>
                  </a:lnTo>
                  <a:lnTo>
                    <a:pt x="3480522" y="1207044"/>
                  </a:lnTo>
                  <a:lnTo>
                    <a:pt x="3481190" y="1168076"/>
                  </a:lnTo>
                  <a:lnTo>
                    <a:pt x="3481858" y="1185489"/>
                  </a:lnTo>
                  <a:lnTo>
                    <a:pt x="3482526" y="1244702"/>
                  </a:lnTo>
                  <a:lnTo>
                    <a:pt x="3483194" y="1185489"/>
                  </a:lnTo>
                  <a:lnTo>
                    <a:pt x="3483862" y="1142832"/>
                  </a:lnTo>
                  <a:lnTo>
                    <a:pt x="3484530" y="1142832"/>
                  </a:lnTo>
                  <a:lnTo>
                    <a:pt x="3485198" y="1142832"/>
                  </a:lnTo>
                  <a:lnTo>
                    <a:pt x="3485866" y="1142832"/>
                  </a:lnTo>
                  <a:lnTo>
                    <a:pt x="3486534" y="1126550"/>
                  </a:lnTo>
                  <a:lnTo>
                    <a:pt x="3487202" y="1131390"/>
                  </a:lnTo>
                  <a:lnTo>
                    <a:pt x="3487870" y="1190177"/>
                  </a:lnTo>
                  <a:lnTo>
                    <a:pt x="3488538" y="1193853"/>
                  </a:lnTo>
                  <a:lnTo>
                    <a:pt x="3489206" y="1193853"/>
                  </a:lnTo>
                  <a:lnTo>
                    <a:pt x="3489874" y="1044181"/>
                  </a:lnTo>
                  <a:lnTo>
                    <a:pt x="3490542" y="1098722"/>
                  </a:lnTo>
                  <a:lnTo>
                    <a:pt x="3491210" y="1184536"/>
                  </a:lnTo>
                  <a:lnTo>
                    <a:pt x="3491878" y="1248162"/>
                  </a:lnTo>
                  <a:lnTo>
                    <a:pt x="3492546" y="1177317"/>
                  </a:lnTo>
                  <a:lnTo>
                    <a:pt x="3493214" y="1174929"/>
                  </a:lnTo>
                  <a:lnTo>
                    <a:pt x="3493882" y="1189395"/>
                  </a:lnTo>
                  <a:lnTo>
                    <a:pt x="3494550" y="1135668"/>
                  </a:lnTo>
                  <a:lnTo>
                    <a:pt x="3495218" y="1135668"/>
                  </a:lnTo>
                  <a:lnTo>
                    <a:pt x="3495886" y="1295561"/>
                  </a:lnTo>
                  <a:lnTo>
                    <a:pt x="3496554" y="1338350"/>
                  </a:lnTo>
                  <a:lnTo>
                    <a:pt x="3497222" y="1375900"/>
                  </a:lnTo>
                  <a:lnTo>
                    <a:pt x="3497890" y="1366403"/>
                  </a:lnTo>
                  <a:lnTo>
                    <a:pt x="3498558" y="1334251"/>
                  </a:lnTo>
                  <a:lnTo>
                    <a:pt x="3499226" y="1334251"/>
                  </a:lnTo>
                  <a:lnTo>
                    <a:pt x="3499894" y="1334251"/>
                  </a:lnTo>
                  <a:lnTo>
                    <a:pt x="3500562" y="1325360"/>
                  </a:lnTo>
                  <a:lnTo>
                    <a:pt x="3501230" y="1291005"/>
                  </a:lnTo>
                  <a:lnTo>
                    <a:pt x="3501898" y="1260422"/>
                  </a:lnTo>
                  <a:lnTo>
                    <a:pt x="3502566" y="1305804"/>
                  </a:lnTo>
                  <a:lnTo>
                    <a:pt x="3503234" y="1347829"/>
                  </a:lnTo>
                  <a:lnTo>
                    <a:pt x="3503902" y="1338744"/>
                  </a:lnTo>
                  <a:lnTo>
                    <a:pt x="3504570" y="1361707"/>
                  </a:lnTo>
                  <a:lnTo>
                    <a:pt x="3505239" y="1334251"/>
                  </a:lnTo>
                  <a:lnTo>
                    <a:pt x="3505907" y="1291400"/>
                  </a:lnTo>
                  <a:lnTo>
                    <a:pt x="3506575" y="1222135"/>
                  </a:lnTo>
                  <a:lnTo>
                    <a:pt x="3507243" y="1027007"/>
                  </a:lnTo>
                  <a:lnTo>
                    <a:pt x="3507911" y="990447"/>
                  </a:lnTo>
                  <a:lnTo>
                    <a:pt x="3508579" y="972937"/>
                  </a:lnTo>
                  <a:lnTo>
                    <a:pt x="3509247" y="944249"/>
                  </a:lnTo>
                  <a:lnTo>
                    <a:pt x="3509915" y="907414"/>
                  </a:lnTo>
                  <a:lnTo>
                    <a:pt x="3510583" y="846682"/>
                  </a:lnTo>
                  <a:lnTo>
                    <a:pt x="3511251" y="820417"/>
                  </a:lnTo>
                  <a:lnTo>
                    <a:pt x="3511919" y="795208"/>
                  </a:lnTo>
                  <a:lnTo>
                    <a:pt x="3512587" y="813684"/>
                  </a:lnTo>
                  <a:lnTo>
                    <a:pt x="3513255" y="977403"/>
                  </a:lnTo>
                  <a:lnTo>
                    <a:pt x="3513923" y="1040424"/>
                  </a:lnTo>
                  <a:lnTo>
                    <a:pt x="3514591" y="1062440"/>
                  </a:lnTo>
                  <a:lnTo>
                    <a:pt x="3515259" y="1053794"/>
                  </a:lnTo>
                  <a:lnTo>
                    <a:pt x="3515927" y="1046679"/>
                  </a:lnTo>
                  <a:lnTo>
                    <a:pt x="3516595" y="1058102"/>
                  </a:lnTo>
                  <a:lnTo>
                    <a:pt x="3517263" y="1055227"/>
                  </a:lnTo>
                  <a:lnTo>
                    <a:pt x="3517931" y="1072680"/>
                  </a:lnTo>
                  <a:lnTo>
                    <a:pt x="3518599" y="1084591"/>
                  </a:lnTo>
                  <a:lnTo>
                    <a:pt x="3519267" y="1110680"/>
                  </a:lnTo>
                  <a:lnTo>
                    <a:pt x="3519935" y="1099806"/>
                  </a:lnTo>
                  <a:lnTo>
                    <a:pt x="3520603" y="1156169"/>
                  </a:lnTo>
                  <a:lnTo>
                    <a:pt x="3521271" y="1157856"/>
                  </a:lnTo>
                  <a:lnTo>
                    <a:pt x="3521939" y="1208874"/>
                  </a:lnTo>
                  <a:lnTo>
                    <a:pt x="3522607" y="1219968"/>
                  </a:lnTo>
                  <a:lnTo>
                    <a:pt x="3523275" y="1231854"/>
                  </a:lnTo>
                  <a:lnTo>
                    <a:pt x="3523943" y="1211861"/>
                  </a:lnTo>
                  <a:lnTo>
                    <a:pt x="3524611" y="1051968"/>
                  </a:lnTo>
                  <a:lnTo>
                    <a:pt x="3525279" y="1053930"/>
                  </a:lnTo>
                  <a:lnTo>
                    <a:pt x="3525947" y="1080009"/>
                  </a:lnTo>
                  <a:lnTo>
                    <a:pt x="3526615" y="1124574"/>
                  </a:lnTo>
                  <a:lnTo>
                    <a:pt x="3527283" y="1144687"/>
                  </a:lnTo>
                  <a:lnTo>
                    <a:pt x="3527951" y="1167820"/>
                  </a:lnTo>
                  <a:lnTo>
                    <a:pt x="3528619" y="1182120"/>
                  </a:lnTo>
                  <a:lnTo>
                    <a:pt x="3529287" y="1118010"/>
                  </a:lnTo>
                  <a:lnTo>
                    <a:pt x="3529956" y="1158464"/>
                  </a:lnTo>
                  <a:lnTo>
                    <a:pt x="3530624" y="1182120"/>
                  </a:lnTo>
                  <a:lnTo>
                    <a:pt x="3531292" y="1269967"/>
                  </a:lnTo>
                  <a:lnTo>
                    <a:pt x="3531960" y="1179714"/>
                  </a:lnTo>
                  <a:lnTo>
                    <a:pt x="3532628" y="1107221"/>
                  </a:lnTo>
                  <a:lnTo>
                    <a:pt x="3533296" y="1019523"/>
                  </a:lnTo>
                  <a:lnTo>
                    <a:pt x="3533964" y="985143"/>
                  </a:lnTo>
                  <a:lnTo>
                    <a:pt x="3534632" y="872623"/>
                  </a:lnTo>
                  <a:lnTo>
                    <a:pt x="3535300" y="859519"/>
                  </a:lnTo>
                  <a:lnTo>
                    <a:pt x="3535968" y="852355"/>
                  </a:lnTo>
                  <a:lnTo>
                    <a:pt x="3536636" y="859519"/>
                  </a:lnTo>
                  <a:lnTo>
                    <a:pt x="3537304" y="881515"/>
                  </a:lnTo>
                  <a:lnTo>
                    <a:pt x="3537972" y="1019411"/>
                  </a:lnTo>
                  <a:lnTo>
                    <a:pt x="3538640" y="1015375"/>
                  </a:lnTo>
                  <a:lnTo>
                    <a:pt x="3539308" y="1006933"/>
                  </a:lnTo>
                  <a:lnTo>
                    <a:pt x="3539976" y="1120298"/>
                  </a:lnTo>
                  <a:lnTo>
                    <a:pt x="3540644" y="1023566"/>
                  </a:lnTo>
                  <a:lnTo>
                    <a:pt x="3541312" y="979117"/>
                  </a:lnTo>
                  <a:lnTo>
                    <a:pt x="3541980" y="1022002"/>
                  </a:lnTo>
                  <a:lnTo>
                    <a:pt x="3542648" y="1051935"/>
                  </a:lnTo>
                  <a:lnTo>
                    <a:pt x="3543316" y="1073891"/>
                  </a:lnTo>
                  <a:lnTo>
                    <a:pt x="3543984" y="1062239"/>
                  </a:lnTo>
                  <a:lnTo>
                    <a:pt x="3544652" y="1077429"/>
                  </a:lnTo>
                  <a:lnTo>
                    <a:pt x="3545320" y="1042916"/>
                  </a:lnTo>
                  <a:lnTo>
                    <a:pt x="3545988" y="983174"/>
                  </a:lnTo>
                  <a:lnTo>
                    <a:pt x="3546656" y="906638"/>
                  </a:lnTo>
                  <a:lnTo>
                    <a:pt x="3547324" y="858964"/>
                  </a:lnTo>
                  <a:lnTo>
                    <a:pt x="3547992" y="863419"/>
                  </a:lnTo>
                  <a:lnTo>
                    <a:pt x="3548660" y="868427"/>
                  </a:lnTo>
                  <a:lnTo>
                    <a:pt x="3549328" y="759902"/>
                  </a:lnTo>
                  <a:lnTo>
                    <a:pt x="3549996" y="761221"/>
                  </a:lnTo>
                  <a:lnTo>
                    <a:pt x="3550664" y="834326"/>
                  </a:lnTo>
                  <a:lnTo>
                    <a:pt x="3551332" y="859964"/>
                  </a:lnTo>
                  <a:lnTo>
                    <a:pt x="3552000" y="836786"/>
                  </a:lnTo>
                  <a:lnTo>
                    <a:pt x="3552668" y="771474"/>
                  </a:lnTo>
                  <a:lnTo>
                    <a:pt x="3553336" y="764930"/>
                  </a:lnTo>
                  <a:lnTo>
                    <a:pt x="3554005" y="792405"/>
                  </a:lnTo>
                  <a:lnTo>
                    <a:pt x="3554673" y="844114"/>
                  </a:lnTo>
                  <a:lnTo>
                    <a:pt x="3555341" y="1012334"/>
                  </a:lnTo>
                  <a:lnTo>
                    <a:pt x="3556009" y="1056494"/>
                  </a:lnTo>
                  <a:lnTo>
                    <a:pt x="3556677" y="1115208"/>
                  </a:lnTo>
                  <a:lnTo>
                    <a:pt x="3557345" y="1155411"/>
                  </a:lnTo>
                  <a:lnTo>
                    <a:pt x="3558013" y="1091784"/>
                  </a:lnTo>
                  <a:lnTo>
                    <a:pt x="3558681" y="1029626"/>
                  </a:lnTo>
                  <a:lnTo>
                    <a:pt x="3559349" y="976091"/>
                  </a:lnTo>
                  <a:lnTo>
                    <a:pt x="3560017" y="927702"/>
                  </a:lnTo>
                  <a:lnTo>
                    <a:pt x="3560685" y="899474"/>
                  </a:lnTo>
                  <a:lnTo>
                    <a:pt x="3561353" y="909999"/>
                  </a:lnTo>
                  <a:lnTo>
                    <a:pt x="3562021" y="929092"/>
                  </a:lnTo>
                  <a:lnTo>
                    <a:pt x="3562689" y="998322"/>
                  </a:lnTo>
                  <a:lnTo>
                    <a:pt x="3563357" y="1005580"/>
                  </a:lnTo>
                  <a:lnTo>
                    <a:pt x="3564025" y="835974"/>
                  </a:lnTo>
                  <a:lnTo>
                    <a:pt x="3564693" y="787681"/>
                  </a:lnTo>
                  <a:lnTo>
                    <a:pt x="3565361" y="719881"/>
                  </a:lnTo>
                  <a:lnTo>
                    <a:pt x="3566029" y="561319"/>
                  </a:lnTo>
                  <a:lnTo>
                    <a:pt x="3566697" y="564011"/>
                  </a:lnTo>
                  <a:lnTo>
                    <a:pt x="3567365" y="513908"/>
                  </a:lnTo>
                  <a:lnTo>
                    <a:pt x="3568033" y="532445"/>
                  </a:lnTo>
                  <a:lnTo>
                    <a:pt x="3568701" y="580412"/>
                  </a:lnTo>
                  <a:lnTo>
                    <a:pt x="3569369" y="547153"/>
                  </a:lnTo>
                  <a:lnTo>
                    <a:pt x="3570037" y="497520"/>
                  </a:lnTo>
                  <a:lnTo>
                    <a:pt x="3570705" y="494293"/>
                  </a:lnTo>
                  <a:lnTo>
                    <a:pt x="3571373" y="490283"/>
                  </a:lnTo>
                  <a:lnTo>
                    <a:pt x="3572041" y="493489"/>
                  </a:lnTo>
                  <a:lnTo>
                    <a:pt x="3572709" y="483128"/>
                  </a:lnTo>
                  <a:lnTo>
                    <a:pt x="3573377" y="491884"/>
                  </a:lnTo>
                  <a:lnTo>
                    <a:pt x="3574045" y="487889"/>
                  </a:lnTo>
                  <a:lnTo>
                    <a:pt x="3574713" y="501577"/>
                  </a:lnTo>
                  <a:lnTo>
                    <a:pt x="3575381" y="490283"/>
                  </a:lnTo>
                  <a:lnTo>
                    <a:pt x="3576049" y="465206"/>
                  </a:lnTo>
                  <a:lnTo>
                    <a:pt x="3576717" y="415744"/>
                  </a:lnTo>
                  <a:lnTo>
                    <a:pt x="3577385" y="435942"/>
                  </a:lnTo>
                  <a:lnTo>
                    <a:pt x="3578053" y="440356"/>
                  </a:lnTo>
                  <a:lnTo>
                    <a:pt x="3578722" y="425762"/>
                  </a:lnTo>
                  <a:lnTo>
                    <a:pt x="3579390" y="480761"/>
                  </a:lnTo>
                  <a:lnTo>
                    <a:pt x="3580058" y="568524"/>
                  </a:lnTo>
                  <a:lnTo>
                    <a:pt x="3580726" y="612612"/>
                  </a:lnTo>
                  <a:lnTo>
                    <a:pt x="3581394" y="586907"/>
                  </a:lnTo>
                  <a:lnTo>
                    <a:pt x="3582062" y="532445"/>
                  </a:lnTo>
                  <a:lnTo>
                    <a:pt x="3582730" y="520585"/>
                  </a:lnTo>
                  <a:lnTo>
                    <a:pt x="3583398" y="517238"/>
                  </a:lnTo>
                  <a:lnTo>
                    <a:pt x="3584066" y="530737"/>
                  </a:lnTo>
                  <a:lnTo>
                    <a:pt x="3584734" y="534157"/>
                  </a:lnTo>
                  <a:lnTo>
                    <a:pt x="3585402" y="585045"/>
                  </a:lnTo>
                  <a:lnTo>
                    <a:pt x="3586070" y="637390"/>
                  </a:lnTo>
                  <a:lnTo>
                    <a:pt x="3586738" y="740451"/>
                  </a:lnTo>
                  <a:lnTo>
                    <a:pt x="3587406" y="758586"/>
                  </a:lnTo>
                  <a:lnTo>
                    <a:pt x="3588074" y="819065"/>
                  </a:lnTo>
                  <a:lnTo>
                    <a:pt x="3588742" y="831342"/>
                  </a:lnTo>
                  <a:lnTo>
                    <a:pt x="3589410" y="801744"/>
                  </a:lnTo>
                  <a:lnTo>
                    <a:pt x="3590078" y="728646"/>
                  </a:lnTo>
                  <a:lnTo>
                    <a:pt x="3590746" y="678114"/>
                  </a:lnTo>
                  <a:lnTo>
                    <a:pt x="3591414" y="667417"/>
                  </a:lnTo>
                  <a:lnTo>
                    <a:pt x="3592082" y="666357"/>
                  </a:lnTo>
                  <a:lnTo>
                    <a:pt x="3592750" y="607771"/>
                  </a:lnTo>
                  <a:lnTo>
                    <a:pt x="3593418" y="565813"/>
                  </a:lnTo>
                  <a:lnTo>
                    <a:pt x="3594086" y="562215"/>
                  </a:lnTo>
                  <a:lnTo>
                    <a:pt x="3594754" y="560424"/>
                  </a:lnTo>
                  <a:lnTo>
                    <a:pt x="3595422" y="576730"/>
                  </a:lnTo>
                  <a:lnTo>
                    <a:pt x="3596090" y="574897"/>
                  </a:lnTo>
                  <a:lnTo>
                    <a:pt x="3596758" y="529884"/>
                  </a:lnTo>
                  <a:lnTo>
                    <a:pt x="3597426" y="494293"/>
                  </a:lnTo>
                  <a:lnTo>
                    <a:pt x="3598094" y="479974"/>
                  </a:lnTo>
                  <a:lnTo>
                    <a:pt x="3598762" y="625099"/>
                  </a:lnTo>
                  <a:lnTo>
                    <a:pt x="3599430" y="602051"/>
                  </a:lnTo>
                  <a:lnTo>
                    <a:pt x="3600098" y="647114"/>
                  </a:lnTo>
                  <a:lnTo>
                    <a:pt x="3600766" y="820838"/>
                  </a:lnTo>
                  <a:lnTo>
                    <a:pt x="3601434" y="831018"/>
                  </a:lnTo>
                  <a:lnTo>
                    <a:pt x="3602102" y="855981"/>
                  </a:lnTo>
                  <a:lnTo>
                    <a:pt x="3602770" y="974490"/>
                  </a:lnTo>
                  <a:lnTo>
                    <a:pt x="3603439" y="988528"/>
                  </a:lnTo>
                  <a:lnTo>
                    <a:pt x="3604107" y="991178"/>
                  </a:lnTo>
                  <a:lnTo>
                    <a:pt x="3604775" y="983260"/>
                  </a:lnTo>
                  <a:lnTo>
                    <a:pt x="3605443" y="962622"/>
                  </a:lnTo>
                  <a:lnTo>
                    <a:pt x="3606111" y="1003040"/>
                  </a:lnTo>
                  <a:lnTo>
                    <a:pt x="3606779" y="1038434"/>
                  </a:lnTo>
                  <a:lnTo>
                    <a:pt x="3607447" y="1113891"/>
                  </a:lnTo>
                  <a:lnTo>
                    <a:pt x="3608115" y="1120773"/>
                  </a:lnTo>
                  <a:lnTo>
                    <a:pt x="3608783" y="1145991"/>
                  </a:lnTo>
                  <a:lnTo>
                    <a:pt x="3609451" y="1252296"/>
                  </a:lnTo>
                  <a:lnTo>
                    <a:pt x="3610119" y="1219319"/>
                  </a:lnTo>
                  <a:lnTo>
                    <a:pt x="3610787" y="1230339"/>
                  </a:lnTo>
                  <a:lnTo>
                    <a:pt x="3611455" y="1275226"/>
                  </a:lnTo>
                  <a:lnTo>
                    <a:pt x="3612123" y="1235296"/>
                  </a:lnTo>
                  <a:lnTo>
                    <a:pt x="3612791" y="1316458"/>
                  </a:lnTo>
                  <a:lnTo>
                    <a:pt x="3613459" y="1219968"/>
                  </a:lnTo>
                  <a:lnTo>
                    <a:pt x="3614127" y="1268433"/>
                  </a:lnTo>
                  <a:lnTo>
                    <a:pt x="3614795" y="1336494"/>
                  </a:lnTo>
                  <a:lnTo>
                    <a:pt x="3615463" y="1373512"/>
                  </a:lnTo>
                  <a:lnTo>
                    <a:pt x="3616131" y="1370423"/>
                  </a:lnTo>
                  <a:lnTo>
                    <a:pt x="3616799" y="1229686"/>
                  </a:lnTo>
                  <a:lnTo>
                    <a:pt x="3617467" y="1182120"/>
                  </a:lnTo>
                  <a:lnTo>
                    <a:pt x="3618135" y="1216815"/>
                  </a:lnTo>
                  <a:lnTo>
                    <a:pt x="3618803" y="1286833"/>
                  </a:lnTo>
                  <a:lnTo>
                    <a:pt x="3619471" y="1286833"/>
                  </a:lnTo>
                  <a:lnTo>
                    <a:pt x="3620139" y="1269967"/>
                  </a:lnTo>
                  <a:lnTo>
                    <a:pt x="3620807" y="1286833"/>
                  </a:lnTo>
                  <a:lnTo>
                    <a:pt x="3621475" y="1286833"/>
                  </a:lnTo>
                  <a:lnTo>
                    <a:pt x="3622143" y="1286833"/>
                  </a:lnTo>
                  <a:lnTo>
                    <a:pt x="3622811" y="1334163"/>
                  </a:lnTo>
                  <a:lnTo>
                    <a:pt x="3623479" y="1346575"/>
                  </a:lnTo>
                  <a:lnTo>
                    <a:pt x="3624147" y="1304165"/>
                  </a:lnTo>
                  <a:lnTo>
                    <a:pt x="3624815" y="1318985"/>
                  </a:lnTo>
                  <a:lnTo>
                    <a:pt x="3625483" y="1298335"/>
                  </a:lnTo>
                  <a:lnTo>
                    <a:pt x="3626151" y="1346575"/>
                  </a:lnTo>
                  <a:lnTo>
                    <a:pt x="3626819" y="1349717"/>
                  </a:lnTo>
                  <a:lnTo>
                    <a:pt x="3627487" y="1412617"/>
                  </a:lnTo>
                  <a:lnTo>
                    <a:pt x="3628156" y="1412617"/>
                  </a:lnTo>
                  <a:lnTo>
                    <a:pt x="3628824" y="1412617"/>
                  </a:lnTo>
                  <a:lnTo>
                    <a:pt x="3629492" y="1412617"/>
                  </a:lnTo>
                  <a:lnTo>
                    <a:pt x="3630160" y="1455863"/>
                  </a:lnTo>
                  <a:lnTo>
                    <a:pt x="3630828" y="1423152"/>
                  </a:lnTo>
                  <a:lnTo>
                    <a:pt x="3631496" y="1388703"/>
                  </a:lnTo>
                  <a:lnTo>
                    <a:pt x="3632164" y="1346575"/>
                  </a:lnTo>
                  <a:lnTo>
                    <a:pt x="3632832" y="1346575"/>
                  </a:lnTo>
                  <a:lnTo>
                    <a:pt x="3633500" y="1346575"/>
                  </a:lnTo>
                  <a:lnTo>
                    <a:pt x="3634168" y="1359239"/>
                  </a:lnTo>
                  <a:lnTo>
                    <a:pt x="3634836" y="1349717"/>
                  </a:lnTo>
                  <a:lnTo>
                    <a:pt x="3635504" y="1346575"/>
                  </a:lnTo>
                  <a:lnTo>
                    <a:pt x="3636172" y="1286833"/>
                  </a:lnTo>
                  <a:lnTo>
                    <a:pt x="3636840" y="1227091"/>
                  </a:lnTo>
                  <a:lnTo>
                    <a:pt x="3637508" y="1182120"/>
                  </a:lnTo>
                  <a:lnTo>
                    <a:pt x="3638176" y="1111514"/>
                  </a:lnTo>
                  <a:lnTo>
                    <a:pt x="3638844" y="1090336"/>
                  </a:lnTo>
                  <a:lnTo>
                    <a:pt x="3639512" y="1032680"/>
                  </a:lnTo>
                  <a:lnTo>
                    <a:pt x="3640180" y="992226"/>
                  </a:lnTo>
                  <a:lnTo>
                    <a:pt x="3640848" y="972937"/>
                  </a:lnTo>
                  <a:lnTo>
                    <a:pt x="3641516" y="979883"/>
                  </a:lnTo>
                  <a:lnTo>
                    <a:pt x="3642184" y="978139"/>
                  </a:lnTo>
                  <a:lnTo>
                    <a:pt x="3642852" y="978139"/>
                  </a:lnTo>
                  <a:lnTo>
                    <a:pt x="3643520" y="978139"/>
                  </a:lnTo>
                  <a:lnTo>
                    <a:pt x="3644188" y="995797"/>
                  </a:lnTo>
                  <a:lnTo>
                    <a:pt x="3644856" y="1013967"/>
                  </a:lnTo>
                  <a:lnTo>
                    <a:pt x="3645524" y="1051968"/>
                  </a:lnTo>
                  <a:lnTo>
                    <a:pt x="3646192" y="1092422"/>
                  </a:lnTo>
                  <a:lnTo>
                    <a:pt x="3646860" y="1140161"/>
                  </a:lnTo>
                  <a:lnTo>
                    <a:pt x="3647528" y="1120190"/>
                  </a:lnTo>
                  <a:lnTo>
                    <a:pt x="3648196" y="1131207"/>
                  </a:lnTo>
                  <a:lnTo>
                    <a:pt x="3648864" y="1137911"/>
                  </a:lnTo>
                  <a:lnTo>
                    <a:pt x="3649532" y="1206705"/>
                  </a:lnTo>
                  <a:lnTo>
                    <a:pt x="3650200" y="1264444"/>
                  </a:lnTo>
                  <a:lnTo>
                    <a:pt x="3650868" y="1346575"/>
                  </a:lnTo>
                  <a:lnTo>
                    <a:pt x="3651536" y="1365668"/>
                  </a:lnTo>
                  <a:lnTo>
                    <a:pt x="3652205" y="1412617"/>
                  </a:lnTo>
                  <a:lnTo>
                    <a:pt x="3652873" y="1412617"/>
                  </a:lnTo>
                  <a:lnTo>
                    <a:pt x="3653541" y="1412617"/>
                  </a:lnTo>
                  <a:lnTo>
                    <a:pt x="3654209" y="1412617"/>
                  </a:lnTo>
                  <a:lnTo>
                    <a:pt x="3654877" y="1289689"/>
                  </a:lnTo>
                  <a:lnTo>
                    <a:pt x="3655545" y="1275539"/>
                  </a:lnTo>
                  <a:lnTo>
                    <a:pt x="3656213" y="1232293"/>
                  </a:lnTo>
                  <a:lnTo>
                    <a:pt x="3656881" y="1189395"/>
                  </a:lnTo>
                  <a:lnTo>
                    <a:pt x="3657549" y="1201710"/>
                  </a:lnTo>
                  <a:lnTo>
                    <a:pt x="3658217" y="1267199"/>
                  </a:lnTo>
                  <a:lnTo>
                    <a:pt x="3658885" y="1286833"/>
                  </a:lnTo>
                  <a:lnTo>
                    <a:pt x="3659553" y="1242828"/>
                  </a:lnTo>
                  <a:lnTo>
                    <a:pt x="3660221" y="1232293"/>
                  </a:lnTo>
                  <a:lnTo>
                    <a:pt x="3660889" y="1167820"/>
                  </a:lnTo>
                  <a:lnTo>
                    <a:pt x="3661557" y="1059853"/>
                  </a:lnTo>
                  <a:lnTo>
                    <a:pt x="3662225" y="1019523"/>
                  </a:lnTo>
                  <a:lnTo>
                    <a:pt x="3662893" y="1013967"/>
                  </a:lnTo>
                  <a:lnTo>
                    <a:pt x="3663561" y="994009"/>
                  </a:lnTo>
                  <a:lnTo>
                    <a:pt x="3664229" y="978139"/>
                  </a:lnTo>
                  <a:lnTo>
                    <a:pt x="3664897" y="1019523"/>
                  </a:lnTo>
                  <a:lnTo>
                    <a:pt x="3665565" y="974667"/>
                  </a:lnTo>
                  <a:lnTo>
                    <a:pt x="3666233" y="944249"/>
                  </a:lnTo>
                  <a:lnTo>
                    <a:pt x="3666901" y="913666"/>
                  </a:lnTo>
                  <a:lnTo>
                    <a:pt x="3667569" y="942602"/>
                  </a:lnTo>
                  <a:lnTo>
                    <a:pt x="3668237" y="944249"/>
                  </a:lnTo>
                  <a:lnTo>
                    <a:pt x="3668905" y="944249"/>
                  </a:lnTo>
                  <a:lnTo>
                    <a:pt x="3669573" y="964362"/>
                  </a:lnTo>
                  <a:lnTo>
                    <a:pt x="3670241" y="944249"/>
                  </a:lnTo>
                  <a:lnTo>
                    <a:pt x="3670909" y="985143"/>
                  </a:lnTo>
                  <a:lnTo>
                    <a:pt x="3671577" y="1044181"/>
                  </a:lnTo>
                  <a:lnTo>
                    <a:pt x="3672245" y="1046119"/>
                  </a:lnTo>
                  <a:lnTo>
                    <a:pt x="3672913" y="1051968"/>
                  </a:lnTo>
                  <a:lnTo>
                    <a:pt x="3673581" y="1010291"/>
                  </a:lnTo>
                  <a:lnTo>
                    <a:pt x="3674249" y="1013967"/>
                  </a:lnTo>
                  <a:lnTo>
                    <a:pt x="3674917" y="1017665"/>
                  </a:lnTo>
                  <a:lnTo>
                    <a:pt x="3675585" y="1044181"/>
                  </a:lnTo>
                  <a:lnTo>
                    <a:pt x="3676253" y="1198301"/>
                  </a:lnTo>
                  <a:lnTo>
                    <a:pt x="3676922" y="1173291"/>
                  </a:lnTo>
                  <a:lnTo>
                    <a:pt x="3677590" y="1267077"/>
                  </a:lnTo>
                  <a:lnTo>
                    <a:pt x="3678258" y="1233776"/>
                  </a:lnTo>
                  <a:lnTo>
                    <a:pt x="3678926" y="1195508"/>
                  </a:lnTo>
                  <a:lnTo>
                    <a:pt x="3679594" y="1306082"/>
                  </a:lnTo>
                  <a:lnTo>
                    <a:pt x="3680262" y="1329517"/>
                  </a:lnTo>
                  <a:lnTo>
                    <a:pt x="3680930" y="1308135"/>
                  </a:lnTo>
                  <a:lnTo>
                    <a:pt x="3681598" y="1311078"/>
                  </a:lnTo>
                  <a:lnTo>
                    <a:pt x="3682266" y="1272471"/>
                  </a:lnTo>
                  <a:lnTo>
                    <a:pt x="3682934" y="1261473"/>
                  </a:lnTo>
                  <a:lnTo>
                    <a:pt x="3683602" y="1280847"/>
                  </a:lnTo>
                  <a:lnTo>
                    <a:pt x="3684270" y="1260112"/>
                  </a:lnTo>
                  <a:lnTo>
                    <a:pt x="3684938" y="1253350"/>
                  </a:lnTo>
                  <a:lnTo>
                    <a:pt x="3685606" y="1244005"/>
                  </a:lnTo>
                  <a:lnTo>
                    <a:pt x="3686274" y="1249747"/>
                  </a:lnTo>
                  <a:lnTo>
                    <a:pt x="3686942" y="1217300"/>
                  </a:lnTo>
                  <a:lnTo>
                    <a:pt x="3687610" y="1225733"/>
                  </a:lnTo>
                  <a:lnTo>
                    <a:pt x="3688278" y="1045266"/>
                  </a:lnTo>
                  <a:lnTo>
                    <a:pt x="3688946" y="1060461"/>
                  </a:lnTo>
                  <a:lnTo>
                    <a:pt x="3689614" y="979008"/>
                  </a:lnTo>
                  <a:lnTo>
                    <a:pt x="3690282" y="962223"/>
                  </a:lnTo>
                  <a:lnTo>
                    <a:pt x="3690950" y="754917"/>
                  </a:lnTo>
                  <a:lnTo>
                    <a:pt x="3691618" y="728646"/>
                  </a:lnTo>
                  <a:lnTo>
                    <a:pt x="3692286" y="706812"/>
                  </a:lnTo>
                  <a:lnTo>
                    <a:pt x="3692954" y="679194"/>
                  </a:lnTo>
                  <a:lnTo>
                    <a:pt x="3693622" y="697841"/>
                  </a:lnTo>
                  <a:lnTo>
                    <a:pt x="3694290" y="677036"/>
                  </a:lnTo>
                  <a:lnTo>
                    <a:pt x="3694958" y="646556"/>
                  </a:lnTo>
                  <a:lnTo>
                    <a:pt x="3695626" y="652742"/>
                  </a:lnTo>
                  <a:lnTo>
                    <a:pt x="3696294" y="685712"/>
                  </a:lnTo>
                  <a:lnTo>
                    <a:pt x="3696962" y="688997"/>
                  </a:lnTo>
                  <a:lnTo>
                    <a:pt x="3697630" y="683532"/>
                  </a:lnTo>
                  <a:lnTo>
                    <a:pt x="3698298" y="671674"/>
                  </a:lnTo>
                  <a:lnTo>
                    <a:pt x="3698966" y="624383"/>
                  </a:lnTo>
                  <a:lnTo>
                    <a:pt x="3699634" y="612612"/>
                  </a:lnTo>
                  <a:lnTo>
                    <a:pt x="3700302" y="549785"/>
                  </a:lnTo>
                  <a:lnTo>
                    <a:pt x="3700970" y="529884"/>
                  </a:lnTo>
                  <a:lnTo>
                    <a:pt x="3701639" y="544532"/>
                  </a:lnTo>
                  <a:lnTo>
                    <a:pt x="3702307" y="604885"/>
                  </a:lnTo>
                  <a:lnTo>
                    <a:pt x="3702975" y="637390"/>
                  </a:lnTo>
                  <a:lnTo>
                    <a:pt x="3703643" y="639416"/>
                  </a:lnTo>
                  <a:lnTo>
                    <a:pt x="3704311" y="682444"/>
                  </a:lnTo>
                  <a:lnTo>
                    <a:pt x="3704979" y="718209"/>
                  </a:lnTo>
                  <a:lnTo>
                    <a:pt x="3705647" y="733342"/>
                  </a:lnTo>
                  <a:lnTo>
                    <a:pt x="3706315" y="747642"/>
                  </a:lnTo>
                  <a:lnTo>
                    <a:pt x="3706983" y="747642"/>
                  </a:lnTo>
                  <a:lnTo>
                    <a:pt x="3707651" y="791319"/>
                  </a:lnTo>
                  <a:lnTo>
                    <a:pt x="3708319" y="858079"/>
                  </a:lnTo>
                  <a:lnTo>
                    <a:pt x="3708987" y="949217"/>
                  </a:lnTo>
                  <a:lnTo>
                    <a:pt x="3709655" y="1059853"/>
                  </a:lnTo>
                  <a:lnTo>
                    <a:pt x="3710323" y="1245489"/>
                  </a:lnTo>
                  <a:lnTo>
                    <a:pt x="3710991" y="1385360"/>
                  </a:lnTo>
                  <a:lnTo>
                    <a:pt x="3711659" y="1412617"/>
                  </a:lnTo>
                  <a:lnTo>
                    <a:pt x="3712327" y="1402256"/>
                  </a:lnTo>
                  <a:lnTo>
                    <a:pt x="3712995" y="1286833"/>
                  </a:lnTo>
                  <a:lnTo>
                    <a:pt x="3713663" y="1227091"/>
                  </a:lnTo>
                  <a:lnTo>
                    <a:pt x="3714331" y="1345839"/>
                  </a:lnTo>
                  <a:lnTo>
                    <a:pt x="3714999" y="1394158"/>
                  </a:lnTo>
                  <a:lnTo>
                    <a:pt x="3715667" y="1306666"/>
                  </a:lnTo>
                  <a:lnTo>
                    <a:pt x="3716335" y="1210710"/>
                  </a:lnTo>
                  <a:lnTo>
                    <a:pt x="3717003" y="1196174"/>
                  </a:lnTo>
                  <a:lnTo>
                    <a:pt x="3717671" y="1197973"/>
                  </a:lnTo>
                  <a:lnTo>
                    <a:pt x="3718339" y="1168076"/>
                  </a:lnTo>
                  <a:lnTo>
                    <a:pt x="3719007" y="1121747"/>
                  </a:lnTo>
                  <a:lnTo>
                    <a:pt x="3719675" y="1242249"/>
                  </a:lnTo>
                  <a:lnTo>
                    <a:pt x="3720343" y="1230195"/>
                  </a:lnTo>
                  <a:lnTo>
                    <a:pt x="3721011" y="1225733"/>
                  </a:lnTo>
                  <a:lnTo>
                    <a:pt x="3721679" y="1230195"/>
                  </a:lnTo>
                  <a:lnTo>
                    <a:pt x="3722347" y="1218780"/>
                  </a:lnTo>
                  <a:lnTo>
                    <a:pt x="3723015" y="1253824"/>
                  </a:lnTo>
                  <a:lnTo>
                    <a:pt x="3723683" y="1281046"/>
                  </a:lnTo>
                  <a:lnTo>
                    <a:pt x="3724351" y="1257651"/>
                  </a:lnTo>
                  <a:lnTo>
                    <a:pt x="3725019" y="1234688"/>
                  </a:lnTo>
                  <a:lnTo>
                    <a:pt x="3725687" y="1266048"/>
                  </a:lnTo>
                  <a:lnTo>
                    <a:pt x="3726356" y="1214397"/>
                  </a:lnTo>
                  <a:lnTo>
                    <a:pt x="3727024" y="1250551"/>
                  </a:lnTo>
                  <a:lnTo>
                    <a:pt x="3727692" y="1266421"/>
                  </a:lnTo>
                  <a:lnTo>
                    <a:pt x="3728360" y="1301540"/>
                  </a:lnTo>
                  <a:lnTo>
                    <a:pt x="3729028" y="1360620"/>
                  </a:lnTo>
                  <a:lnTo>
                    <a:pt x="3729696" y="1391625"/>
                  </a:lnTo>
                  <a:lnTo>
                    <a:pt x="3730364" y="1391625"/>
                  </a:lnTo>
                  <a:lnTo>
                    <a:pt x="3731032" y="1350066"/>
                  </a:lnTo>
                  <a:lnTo>
                    <a:pt x="3731700" y="1269257"/>
                  </a:lnTo>
                  <a:lnTo>
                    <a:pt x="3732368" y="1080009"/>
                  </a:lnTo>
                  <a:lnTo>
                    <a:pt x="3733036" y="1092422"/>
                  </a:lnTo>
                  <a:lnTo>
                    <a:pt x="3733704" y="1102957"/>
                  </a:lnTo>
                  <a:lnTo>
                    <a:pt x="3734372" y="1186961"/>
                  </a:lnTo>
                  <a:lnTo>
                    <a:pt x="3735040" y="1232293"/>
                  </a:lnTo>
                  <a:lnTo>
                    <a:pt x="3735708" y="1211739"/>
                  </a:lnTo>
                  <a:lnTo>
                    <a:pt x="3736376" y="1182120"/>
                  </a:lnTo>
                  <a:lnTo>
                    <a:pt x="3737044" y="1182120"/>
                  </a:lnTo>
                  <a:lnTo>
                    <a:pt x="3737712" y="1182120"/>
                  </a:lnTo>
                  <a:lnTo>
                    <a:pt x="3738380" y="1182120"/>
                  </a:lnTo>
                  <a:lnTo>
                    <a:pt x="3739048" y="1182120"/>
                  </a:lnTo>
                  <a:lnTo>
                    <a:pt x="3739716" y="1182120"/>
                  </a:lnTo>
                  <a:lnTo>
                    <a:pt x="3740384" y="1153838"/>
                  </a:lnTo>
                  <a:lnTo>
                    <a:pt x="3741052" y="1201710"/>
                  </a:lnTo>
                  <a:lnTo>
                    <a:pt x="3741720" y="1264444"/>
                  </a:lnTo>
                  <a:lnTo>
                    <a:pt x="3742388" y="1307102"/>
                  </a:lnTo>
                  <a:lnTo>
                    <a:pt x="3743056" y="1240177"/>
                  </a:lnTo>
                  <a:lnTo>
                    <a:pt x="3743724" y="1232293"/>
                  </a:lnTo>
                  <a:lnTo>
                    <a:pt x="3744392" y="1232293"/>
                  </a:lnTo>
                  <a:lnTo>
                    <a:pt x="3745060" y="1232293"/>
                  </a:lnTo>
                  <a:lnTo>
                    <a:pt x="3745728" y="1289689"/>
                  </a:lnTo>
                  <a:lnTo>
                    <a:pt x="3746396" y="1346575"/>
                  </a:lnTo>
                  <a:lnTo>
                    <a:pt x="3747064" y="1346575"/>
                  </a:lnTo>
                  <a:lnTo>
                    <a:pt x="3747732" y="1346575"/>
                  </a:lnTo>
                  <a:lnTo>
                    <a:pt x="3748400" y="1346575"/>
                  </a:lnTo>
                  <a:lnTo>
                    <a:pt x="3749068" y="1295439"/>
                  </a:lnTo>
                  <a:lnTo>
                    <a:pt x="3749736" y="1286833"/>
                  </a:lnTo>
                  <a:lnTo>
                    <a:pt x="3750405" y="1346575"/>
                  </a:lnTo>
                  <a:lnTo>
                    <a:pt x="3751073" y="1368907"/>
                  </a:lnTo>
                  <a:lnTo>
                    <a:pt x="3751741" y="1412617"/>
                  </a:lnTo>
                  <a:lnTo>
                    <a:pt x="3752409" y="1430275"/>
                  </a:lnTo>
                  <a:lnTo>
                    <a:pt x="3753077" y="1556856"/>
                  </a:lnTo>
                  <a:lnTo>
                    <a:pt x="3753745" y="1570146"/>
                  </a:lnTo>
                  <a:lnTo>
                    <a:pt x="3754413" y="1570146"/>
                  </a:lnTo>
                  <a:lnTo>
                    <a:pt x="3755081" y="1570146"/>
                  </a:lnTo>
                  <a:lnTo>
                    <a:pt x="3755749" y="1570146"/>
                  </a:lnTo>
                  <a:lnTo>
                    <a:pt x="3756417" y="1570146"/>
                  </a:lnTo>
                  <a:lnTo>
                    <a:pt x="3757085" y="1570146"/>
                  </a:lnTo>
                  <a:lnTo>
                    <a:pt x="3757753" y="1570146"/>
                  </a:lnTo>
                  <a:lnTo>
                    <a:pt x="3758421" y="1570146"/>
                  </a:lnTo>
                  <a:lnTo>
                    <a:pt x="3759089" y="1651293"/>
                  </a:lnTo>
                  <a:lnTo>
                    <a:pt x="3759757" y="1666771"/>
                  </a:lnTo>
                  <a:lnTo>
                    <a:pt x="3760425" y="1666771"/>
                  </a:lnTo>
                  <a:lnTo>
                    <a:pt x="3761093" y="1666771"/>
                  </a:lnTo>
                  <a:lnTo>
                    <a:pt x="3761761" y="1666771"/>
                  </a:lnTo>
                  <a:lnTo>
                    <a:pt x="3762429" y="1666771"/>
                  </a:lnTo>
                  <a:lnTo>
                    <a:pt x="3763097" y="1666771"/>
                  </a:lnTo>
                  <a:lnTo>
                    <a:pt x="3763765" y="1666771"/>
                  </a:lnTo>
                  <a:lnTo>
                    <a:pt x="3764433" y="1666771"/>
                  </a:lnTo>
                  <a:lnTo>
                    <a:pt x="3765101" y="1666771"/>
                  </a:lnTo>
                  <a:lnTo>
                    <a:pt x="3765769" y="1666771"/>
                  </a:lnTo>
                  <a:lnTo>
                    <a:pt x="3766437" y="1666771"/>
                  </a:lnTo>
                  <a:lnTo>
                    <a:pt x="3767105" y="1666771"/>
                  </a:lnTo>
                  <a:lnTo>
                    <a:pt x="3767773" y="1666771"/>
                  </a:lnTo>
                  <a:lnTo>
                    <a:pt x="3768441" y="1666771"/>
                  </a:lnTo>
                  <a:lnTo>
                    <a:pt x="3769109" y="1666771"/>
                  </a:lnTo>
                  <a:lnTo>
                    <a:pt x="3769777" y="1666771"/>
                  </a:lnTo>
                  <a:lnTo>
                    <a:pt x="3770445" y="1666771"/>
                  </a:lnTo>
                  <a:lnTo>
                    <a:pt x="3771113" y="1666771"/>
                  </a:lnTo>
                  <a:lnTo>
                    <a:pt x="3771781" y="1666771"/>
                  </a:lnTo>
                  <a:lnTo>
                    <a:pt x="3772449" y="1666771"/>
                  </a:lnTo>
                  <a:lnTo>
                    <a:pt x="3773117" y="1666771"/>
                  </a:lnTo>
                  <a:lnTo>
                    <a:pt x="3773785" y="1666771"/>
                  </a:lnTo>
                  <a:lnTo>
                    <a:pt x="3774453" y="1666771"/>
                  </a:lnTo>
                  <a:lnTo>
                    <a:pt x="3775122" y="1666771"/>
                  </a:lnTo>
                  <a:lnTo>
                    <a:pt x="3775790" y="1666771"/>
                  </a:lnTo>
                  <a:lnTo>
                    <a:pt x="3776458" y="1666771"/>
                  </a:lnTo>
                  <a:lnTo>
                    <a:pt x="3777126" y="1666771"/>
                  </a:lnTo>
                  <a:lnTo>
                    <a:pt x="3777794" y="1666771"/>
                  </a:lnTo>
                  <a:lnTo>
                    <a:pt x="3778462" y="1666771"/>
                  </a:lnTo>
                  <a:lnTo>
                    <a:pt x="3779130" y="1666771"/>
                  </a:lnTo>
                  <a:lnTo>
                    <a:pt x="3779798" y="1666771"/>
                  </a:lnTo>
                  <a:lnTo>
                    <a:pt x="3780466" y="1666771"/>
                  </a:lnTo>
                  <a:lnTo>
                    <a:pt x="3781134" y="1666771"/>
                  </a:lnTo>
                  <a:lnTo>
                    <a:pt x="3781802" y="1666771"/>
                  </a:lnTo>
                  <a:lnTo>
                    <a:pt x="3782470" y="1666771"/>
                  </a:lnTo>
                  <a:lnTo>
                    <a:pt x="3783138" y="1666771"/>
                  </a:lnTo>
                  <a:lnTo>
                    <a:pt x="3783806" y="1666771"/>
                  </a:lnTo>
                  <a:lnTo>
                    <a:pt x="3784474" y="1666771"/>
                  </a:lnTo>
                  <a:lnTo>
                    <a:pt x="3785142" y="1666771"/>
                  </a:lnTo>
                  <a:lnTo>
                    <a:pt x="3785810" y="1666771"/>
                  </a:lnTo>
                  <a:lnTo>
                    <a:pt x="3786478" y="1666771"/>
                  </a:lnTo>
                  <a:lnTo>
                    <a:pt x="3787146" y="1666771"/>
                  </a:lnTo>
                  <a:lnTo>
                    <a:pt x="3787814" y="1666771"/>
                  </a:lnTo>
                  <a:lnTo>
                    <a:pt x="3788482" y="1666771"/>
                  </a:lnTo>
                  <a:lnTo>
                    <a:pt x="3789150" y="1666771"/>
                  </a:lnTo>
                  <a:lnTo>
                    <a:pt x="3789818" y="1666771"/>
                  </a:lnTo>
                  <a:lnTo>
                    <a:pt x="3790486" y="1666771"/>
                  </a:lnTo>
                  <a:lnTo>
                    <a:pt x="3791154" y="1666771"/>
                  </a:lnTo>
                  <a:lnTo>
                    <a:pt x="3791822" y="1666771"/>
                  </a:lnTo>
                  <a:lnTo>
                    <a:pt x="3792490" y="1666771"/>
                  </a:lnTo>
                  <a:lnTo>
                    <a:pt x="3793158" y="1666771"/>
                  </a:lnTo>
                  <a:lnTo>
                    <a:pt x="3793826" y="1666771"/>
                  </a:lnTo>
                  <a:lnTo>
                    <a:pt x="3794494" y="1666771"/>
                  </a:lnTo>
                  <a:lnTo>
                    <a:pt x="3795162" y="1666771"/>
                  </a:lnTo>
                  <a:lnTo>
                    <a:pt x="3795830" y="1666771"/>
                  </a:lnTo>
                  <a:lnTo>
                    <a:pt x="3796498" y="1666771"/>
                  </a:lnTo>
                  <a:lnTo>
                    <a:pt x="3797166" y="1666771"/>
                  </a:lnTo>
                  <a:lnTo>
                    <a:pt x="3797834" y="1666771"/>
                  </a:lnTo>
                  <a:lnTo>
                    <a:pt x="3798502" y="1666771"/>
                  </a:lnTo>
                  <a:lnTo>
                    <a:pt x="3799170" y="1666771"/>
                  </a:lnTo>
                  <a:lnTo>
                    <a:pt x="3799839" y="1666771"/>
                  </a:lnTo>
                  <a:lnTo>
                    <a:pt x="3800507" y="1666771"/>
                  </a:lnTo>
                  <a:lnTo>
                    <a:pt x="3801175" y="1666771"/>
                  </a:lnTo>
                  <a:lnTo>
                    <a:pt x="3801843" y="1666771"/>
                  </a:lnTo>
                  <a:lnTo>
                    <a:pt x="3802511" y="1666771"/>
                  </a:lnTo>
                  <a:lnTo>
                    <a:pt x="3803179" y="1666771"/>
                  </a:lnTo>
                  <a:lnTo>
                    <a:pt x="3803847" y="1666771"/>
                  </a:lnTo>
                  <a:lnTo>
                    <a:pt x="3804515" y="1666771"/>
                  </a:lnTo>
                  <a:lnTo>
                    <a:pt x="3805183" y="1666771"/>
                  </a:lnTo>
                  <a:lnTo>
                    <a:pt x="3805851" y="1666771"/>
                  </a:lnTo>
                  <a:lnTo>
                    <a:pt x="3806519" y="1666771"/>
                  </a:lnTo>
                  <a:lnTo>
                    <a:pt x="3807187" y="1666771"/>
                  </a:lnTo>
                  <a:lnTo>
                    <a:pt x="3807855" y="1666771"/>
                  </a:lnTo>
                  <a:lnTo>
                    <a:pt x="3808523" y="1666771"/>
                  </a:lnTo>
                  <a:lnTo>
                    <a:pt x="3809191" y="1666771"/>
                  </a:lnTo>
                  <a:lnTo>
                    <a:pt x="3809859" y="1641183"/>
                  </a:lnTo>
                  <a:lnTo>
                    <a:pt x="3810527" y="1570146"/>
                  </a:lnTo>
                  <a:lnTo>
                    <a:pt x="3811195" y="1570146"/>
                  </a:lnTo>
                  <a:lnTo>
                    <a:pt x="3811863" y="1570146"/>
                  </a:lnTo>
                  <a:lnTo>
                    <a:pt x="3812531" y="1570146"/>
                  </a:lnTo>
                  <a:lnTo>
                    <a:pt x="3813199" y="1570146"/>
                  </a:lnTo>
                  <a:lnTo>
                    <a:pt x="3813867" y="1570146"/>
                  </a:lnTo>
                  <a:lnTo>
                    <a:pt x="3814535" y="1570146"/>
                  </a:lnTo>
                  <a:lnTo>
                    <a:pt x="3815203" y="1570146"/>
                  </a:lnTo>
                  <a:lnTo>
                    <a:pt x="3815871" y="1514487"/>
                  </a:lnTo>
                  <a:lnTo>
                    <a:pt x="3816539" y="1486446"/>
                  </a:lnTo>
                  <a:lnTo>
                    <a:pt x="3817207" y="1486446"/>
                  </a:lnTo>
                  <a:lnTo>
                    <a:pt x="3817875" y="1486446"/>
                  </a:lnTo>
                  <a:lnTo>
                    <a:pt x="3818543" y="1486446"/>
                  </a:lnTo>
                  <a:lnTo>
                    <a:pt x="3819211" y="1486446"/>
                  </a:lnTo>
                  <a:lnTo>
                    <a:pt x="3819879" y="1506347"/>
                  </a:lnTo>
                  <a:lnTo>
                    <a:pt x="3820547" y="1486446"/>
                  </a:lnTo>
                  <a:lnTo>
                    <a:pt x="3821215" y="1416109"/>
                  </a:lnTo>
                  <a:lnTo>
                    <a:pt x="3821883" y="1412617"/>
                  </a:lnTo>
                  <a:lnTo>
                    <a:pt x="3822551" y="1412617"/>
                  </a:lnTo>
                  <a:lnTo>
                    <a:pt x="3823219" y="1412617"/>
                  </a:lnTo>
                  <a:lnTo>
                    <a:pt x="3823887" y="1412617"/>
                  </a:lnTo>
                  <a:lnTo>
                    <a:pt x="3824556" y="1412617"/>
                  </a:lnTo>
                  <a:lnTo>
                    <a:pt x="3825224" y="1412617"/>
                  </a:lnTo>
                  <a:lnTo>
                    <a:pt x="3825892" y="1459606"/>
                  </a:lnTo>
                  <a:lnTo>
                    <a:pt x="3826560" y="1486446"/>
                  </a:lnTo>
                  <a:lnTo>
                    <a:pt x="3827228" y="1486446"/>
                  </a:lnTo>
                  <a:lnTo>
                    <a:pt x="3827896" y="1486446"/>
                  </a:lnTo>
                  <a:lnTo>
                    <a:pt x="3828564" y="1486446"/>
                  </a:lnTo>
                  <a:lnTo>
                    <a:pt x="3829232" y="1486446"/>
                  </a:lnTo>
                  <a:lnTo>
                    <a:pt x="3829900" y="1486446"/>
                  </a:lnTo>
                  <a:lnTo>
                    <a:pt x="3830568" y="1570146"/>
                  </a:lnTo>
                  <a:lnTo>
                    <a:pt x="3831236" y="1661569"/>
                  </a:lnTo>
                  <a:lnTo>
                    <a:pt x="3831904" y="1666771"/>
                  </a:lnTo>
                  <a:lnTo>
                    <a:pt x="3832572" y="1666771"/>
                  </a:lnTo>
                  <a:lnTo>
                    <a:pt x="3833240" y="1646217"/>
                  </a:lnTo>
                  <a:lnTo>
                    <a:pt x="3833908" y="1570146"/>
                  </a:lnTo>
                  <a:lnTo>
                    <a:pt x="3834576" y="1570146"/>
                  </a:lnTo>
                  <a:lnTo>
                    <a:pt x="3835244" y="1570146"/>
                  </a:lnTo>
                  <a:lnTo>
                    <a:pt x="3835912" y="1570146"/>
                  </a:lnTo>
                  <a:lnTo>
                    <a:pt x="3836580" y="1570146"/>
                  </a:lnTo>
                  <a:lnTo>
                    <a:pt x="3837248" y="1570146"/>
                  </a:lnTo>
                  <a:lnTo>
                    <a:pt x="3837916" y="1668810"/>
                  </a:lnTo>
                  <a:lnTo>
                    <a:pt x="3838584" y="1668810"/>
                  </a:lnTo>
                  <a:lnTo>
                    <a:pt x="3839252" y="1474122"/>
                  </a:lnTo>
                  <a:lnTo>
                    <a:pt x="3839920" y="1352421"/>
                  </a:lnTo>
                  <a:lnTo>
                    <a:pt x="3840588" y="1334251"/>
                  </a:lnTo>
                  <a:lnTo>
                    <a:pt x="3841256" y="1293098"/>
                  </a:lnTo>
                  <a:lnTo>
                    <a:pt x="3841924" y="1250551"/>
                  </a:lnTo>
                  <a:lnTo>
                    <a:pt x="3842592" y="1250551"/>
                  </a:lnTo>
                  <a:lnTo>
                    <a:pt x="3843260" y="1258436"/>
                  </a:lnTo>
                  <a:lnTo>
                    <a:pt x="3843928" y="1291005"/>
                  </a:lnTo>
                  <a:lnTo>
                    <a:pt x="3844596" y="1291005"/>
                  </a:lnTo>
                  <a:lnTo>
                    <a:pt x="3845264" y="1291005"/>
                  </a:lnTo>
                  <a:lnTo>
                    <a:pt x="3845932" y="1291005"/>
                  </a:lnTo>
                  <a:lnTo>
                    <a:pt x="3846600" y="1291005"/>
                  </a:lnTo>
                  <a:lnTo>
                    <a:pt x="3847268" y="1291005"/>
                  </a:lnTo>
                  <a:lnTo>
                    <a:pt x="3847936" y="1221591"/>
                  </a:lnTo>
                  <a:lnTo>
                    <a:pt x="3848605" y="1094515"/>
                  </a:lnTo>
                  <a:lnTo>
                    <a:pt x="3849273" y="1224506"/>
                  </a:lnTo>
                  <a:lnTo>
                    <a:pt x="3849941" y="1321991"/>
                  </a:lnTo>
                  <a:lnTo>
                    <a:pt x="3850609" y="1346575"/>
                  </a:lnTo>
                  <a:lnTo>
                    <a:pt x="3851277" y="1409145"/>
                  </a:lnTo>
                  <a:lnTo>
                    <a:pt x="3851945" y="1486446"/>
                  </a:lnTo>
                  <a:lnTo>
                    <a:pt x="3852613" y="1486446"/>
                  </a:lnTo>
                  <a:lnTo>
                    <a:pt x="3853281" y="1486446"/>
                  </a:lnTo>
                  <a:lnTo>
                    <a:pt x="3853949" y="1486446"/>
                  </a:lnTo>
                  <a:lnTo>
                    <a:pt x="3854617" y="1486446"/>
                  </a:lnTo>
                  <a:lnTo>
                    <a:pt x="3855285" y="1486446"/>
                  </a:lnTo>
                  <a:lnTo>
                    <a:pt x="3855953" y="1486446"/>
                  </a:lnTo>
                  <a:lnTo>
                    <a:pt x="3856621" y="1486446"/>
                  </a:lnTo>
                  <a:lnTo>
                    <a:pt x="3857289" y="1486446"/>
                  </a:lnTo>
                  <a:lnTo>
                    <a:pt x="3857957" y="1556856"/>
                  </a:lnTo>
                  <a:lnTo>
                    <a:pt x="3858625" y="1570146"/>
                  </a:lnTo>
                  <a:lnTo>
                    <a:pt x="3859293" y="1602298"/>
                  </a:lnTo>
                  <a:lnTo>
                    <a:pt x="3859961" y="1666771"/>
                  </a:lnTo>
                  <a:lnTo>
                    <a:pt x="3860629" y="1668810"/>
                  </a:lnTo>
                  <a:lnTo>
                    <a:pt x="3861297" y="1668810"/>
                  </a:lnTo>
                  <a:lnTo>
                    <a:pt x="3861965" y="1668810"/>
                  </a:lnTo>
                  <a:lnTo>
                    <a:pt x="3862633" y="1668810"/>
                  </a:lnTo>
                  <a:lnTo>
                    <a:pt x="3863301" y="1668810"/>
                  </a:lnTo>
                  <a:lnTo>
                    <a:pt x="3863969" y="1668810"/>
                  </a:lnTo>
                  <a:lnTo>
                    <a:pt x="3864637" y="1668810"/>
                  </a:lnTo>
                  <a:lnTo>
                    <a:pt x="3865305" y="1668810"/>
                  </a:lnTo>
                  <a:lnTo>
                    <a:pt x="3865973" y="1668810"/>
                  </a:lnTo>
                  <a:lnTo>
                    <a:pt x="3866641" y="1668810"/>
                  </a:lnTo>
                  <a:lnTo>
                    <a:pt x="3867309" y="1668810"/>
                  </a:lnTo>
                  <a:lnTo>
                    <a:pt x="3867977" y="1668810"/>
                  </a:lnTo>
                  <a:lnTo>
                    <a:pt x="3868645" y="1668810"/>
                  </a:lnTo>
                  <a:lnTo>
                    <a:pt x="3869313" y="1668810"/>
                  </a:lnTo>
                  <a:lnTo>
                    <a:pt x="3869981" y="1668810"/>
                  </a:lnTo>
                  <a:lnTo>
                    <a:pt x="3870649" y="1668810"/>
                  </a:lnTo>
                  <a:lnTo>
                    <a:pt x="3871317" y="1668810"/>
                  </a:lnTo>
                  <a:lnTo>
                    <a:pt x="3871985" y="1668810"/>
                  </a:lnTo>
                  <a:lnTo>
                    <a:pt x="3872653" y="1557597"/>
                  </a:lnTo>
                  <a:lnTo>
                    <a:pt x="3873322" y="1526461"/>
                  </a:lnTo>
                  <a:lnTo>
                    <a:pt x="3873990" y="1504241"/>
                  </a:lnTo>
                  <a:lnTo>
                    <a:pt x="3874658" y="1346575"/>
                  </a:lnTo>
                  <a:lnTo>
                    <a:pt x="3875326" y="1346575"/>
                  </a:lnTo>
                  <a:lnTo>
                    <a:pt x="3875994" y="1362445"/>
                  </a:lnTo>
                  <a:lnTo>
                    <a:pt x="3876662" y="1553109"/>
                  </a:lnTo>
                  <a:lnTo>
                    <a:pt x="3877330" y="1517129"/>
                  </a:lnTo>
                  <a:lnTo>
                    <a:pt x="3877998" y="1469575"/>
                  </a:lnTo>
                  <a:lnTo>
                    <a:pt x="3878666" y="1412178"/>
                  </a:lnTo>
                  <a:lnTo>
                    <a:pt x="3879334" y="1360620"/>
                  </a:lnTo>
                  <a:lnTo>
                    <a:pt x="3880002" y="1413346"/>
                  </a:lnTo>
                  <a:lnTo>
                    <a:pt x="3880670" y="1368203"/>
                  </a:lnTo>
                  <a:lnTo>
                    <a:pt x="3881338" y="1355694"/>
                  </a:lnTo>
                  <a:lnTo>
                    <a:pt x="3882006" y="1355694"/>
                  </a:lnTo>
                  <a:lnTo>
                    <a:pt x="3882674" y="1383976"/>
                  </a:lnTo>
                  <a:lnTo>
                    <a:pt x="3883342" y="1393694"/>
                  </a:lnTo>
                  <a:lnTo>
                    <a:pt x="3884010" y="1393694"/>
                  </a:lnTo>
                  <a:lnTo>
                    <a:pt x="3884678" y="1393694"/>
                  </a:lnTo>
                  <a:lnTo>
                    <a:pt x="3885346" y="1393694"/>
                  </a:lnTo>
                  <a:lnTo>
                    <a:pt x="3886014" y="1393694"/>
                  </a:lnTo>
                  <a:lnTo>
                    <a:pt x="3886682" y="1410519"/>
                  </a:lnTo>
                  <a:lnTo>
                    <a:pt x="3887350" y="1482113"/>
                  </a:lnTo>
                  <a:lnTo>
                    <a:pt x="3888018" y="1562952"/>
                  </a:lnTo>
                  <a:lnTo>
                    <a:pt x="3888686" y="1523609"/>
                  </a:lnTo>
                  <a:lnTo>
                    <a:pt x="3889354" y="1524317"/>
                  </a:lnTo>
                  <a:lnTo>
                    <a:pt x="3890022" y="1472443"/>
                  </a:lnTo>
                  <a:lnTo>
                    <a:pt x="3890690" y="1562149"/>
                  </a:lnTo>
                  <a:lnTo>
                    <a:pt x="3891358" y="1412617"/>
                  </a:lnTo>
                  <a:lnTo>
                    <a:pt x="3892026" y="1412617"/>
                  </a:lnTo>
                  <a:lnTo>
                    <a:pt x="3892694" y="1412617"/>
                  </a:lnTo>
                  <a:lnTo>
                    <a:pt x="3893362" y="1506468"/>
                  </a:lnTo>
                  <a:lnTo>
                    <a:pt x="3894030" y="1597836"/>
                  </a:lnTo>
                  <a:lnTo>
                    <a:pt x="3894698" y="1581669"/>
                  </a:lnTo>
                  <a:lnTo>
                    <a:pt x="3895366" y="1582592"/>
                  </a:lnTo>
                  <a:lnTo>
                    <a:pt x="3896034" y="1656237"/>
                  </a:lnTo>
                  <a:lnTo>
                    <a:pt x="3896702" y="1624278"/>
                  </a:lnTo>
                  <a:lnTo>
                    <a:pt x="3897370" y="1519269"/>
                  </a:lnTo>
                  <a:lnTo>
                    <a:pt x="3898039" y="1514825"/>
                  </a:lnTo>
                  <a:lnTo>
                    <a:pt x="3898707" y="1489150"/>
                  </a:lnTo>
                  <a:lnTo>
                    <a:pt x="3899375" y="1469560"/>
                  </a:lnTo>
                  <a:lnTo>
                    <a:pt x="3900043" y="1450564"/>
                  </a:lnTo>
                  <a:lnTo>
                    <a:pt x="3900711" y="1452911"/>
                  </a:lnTo>
                  <a:lnTo>
                    <a:pt x="3901379" y="1429530"/>
                  </a:lnTo>
                  <a:lnTo>
                    <a:pt x="3902047" y="1392627"/>
                  </a:lnTo>
                  <a:lnTo>
                    <a:pt x="3902715" y="1381901"/>
                  </a:lnTo>
                  <a:lnTo>
                    <a:pt x="3903383" y="1358417"/>
                  </a:lnTo>
                  <a:lnTo>
                    <a:pt x="3904051" y="1373975"/>
                  </a:lnTo>
                  <a:lnTo>
                    <a:pt x="3904719" y="1404229"/>
                  </a:lnTo>
                  <a:lnTo>
                    <a:pt x="3905387" y="1420873"/>
                  </a:lnTo>
                  <a:lnTo>
                    <a:pt x="3906055" y="1379936"/>
                  </a:lnTo>
                  <a:lnTo>
                    <a:pt x="3906723" y="1387489"/>
                  </a:lnTo>
                  <a:lnTo>
                    <a:pt x="3907391" y="1471189"/>
                  </a:lnTo>
                  <a:lnTo>
                    <a:pt x="3908059" y="1422250"/>
                  </a:lnTo>
                  <a:lnTo>
                    <a:pt x="3908727" y="1479232"/>
                  </a:lnTo>
                  <a:lnTo>
                    <a:pt x="3909395" y="1543457"/>
                  </a:lnTo>
                  <a:lnTo>
                    <a:pt x="3910063" y="1482522"/>
                  </a:lnTo>
                  <a:lnTo>
                    <a:pt x="3910731" y="1397624"/>
                  </a:lnTo>
                  <a:lnTo>
                    <a:pt x="3911399" y="1447468"/>
                  </a:lnTo>
                  <a:lnTo>
                    <a:pt x="3912067" y="1430733"/>
                  </a:lnTo>
                  <a:lnTo>
                    <a:pt x="3912735" y="1295439"/>
                  </a:lnTo>
                  <a:lnTo>
                    <a:pt x="3913403" y="1482541"/>
                  </a:lnTo>
                  <a:lnTo>
                    <a:pt x="3914071" y="1486446"/>
                  </a:lnTo>
                  <a:lnTo>
                    <a:pt x="3914739" y="1510404"/>
                  </a:lnTo>
                  <a:lnTo>
                    <a:pt x="3915407" y="1570146"/>
                  </a:lnTo>
                  <a:lnTo>
                    <a:pt x="3916075" y="1570146"/>
                  </a:lnTo>
                  <a:lnTo>
                    <a:pt x="3916743" y="1570146"/>
                  </a:lnTo>
                  <a:lnTo>
                    <a:pt x="3917411" y="1570146"/>
                  </a:lnTo>
                  <a:lnTo>
                    <a:pt x="3918079" y="1607028"/>
                  </a:lnTo>
                  <a:lnTo>
                    <a:pt x="3918747" y="1666771"/>
                  </a:lnTo>
                  <a:lnTo>
                    <a:pt x="3919415" y="1666771"/>
                  </a:lnTo>
                  <a:lnTo>
                    <a:pt x="3920083" y="1666771"/>
                  </a:lnTo>
                  <a:lnTo>
                    <a:pt x="3920751" y="1666771"/>
                  </a:lnTo>
                  <a:lnTo>
                    <a:pt x="3921419" y="1666771"/>
                  </a:lnTo>
                  <a:lnTo>
                    <a:pt x="3922088" y="1666771"/>
                  </a:lnTo>
                  <a:lnTo>
                    <a:pt x="3922756" y="1668810"/>
                  </a:lnTo>
                  <a:lnTo>
                    <a:pt x="3923424" y="1668810"/>
                  </a:lnTo>
                  <a:lnTo>
                    <a:pt x="3924092" y="1668810"/>
                  </a:lnTo>
                  <a:lnTo>
                    <a:pt x="3924760" y="1668810"/>
                  </a:lnTo>
                  <a:lnTo>
                    <a:pt x="3925428" y="1668810"/>
                  </a:lnTo>
                  <a:lnTo>
                    <a:pt x="3926096" y="1668810"/>
                  </a:lnTo>
                  <a:lnTo>
                    <a:pt x="3926764" y="1668810"/>
                  </a:lnTo>
                  <a:lnTo>
                    <a:pt x="3927432" y="1668810"/>
                  </a:lnTo>
                  <a:lnTo>
                    <a:pt x="3928100" y="1668810"/>
                  </a:lnTo>
                  <a:lnTo>
                    <a:pt x="3928768" y="1668810"/>
                  </a:lnTo>
                  <a:lnTo>
                    <a:pt x="3929436" y="1668810"/>
                  </a:lnTo>
                  <a:lnTo>
                    <a:pt x="3930104" y="1668810"/>
                  </a:lnTo>
                  <a:lnTo>
                    <a:pt x="3930772" y="1668810"/>
                  </a:lnTo>
                  <a:lnTo>
                    <a:pt x="3931440" y="1668810"/>
                  </a:lnTo>
                  <a:lnTo>
                    <a:pt x="3932108" y="1604274"/>
                  </a:lnTo>
                  <a:lnTo>
                    <a:pt x="3932776" y="1532395"/>
                  </a:lnTo>
                  <a:lnTo>
                    <a:pt x="3933444" y="1466719"/>
                  </a:lnTo>
                  <a:lnTo>
                    <a:pt x="3934112" y="1466719"/>
                  </a:lnTo>
                  <a:lnTo>
                    <a:pt x="3934780" y="1432639"/>
                  </a:lnTo>
                  <a:lnTo>
                    <a:pt x="3935448" y="1256250"/>
                  </a:lnTo>
                  <a:lnTo>
                    <a:pt x="3936116" y="1204202"/>
                  </a:lnTo>
                  <a:lnTo>
                    <a:pt x="3936784" y="1118010"/>
                  </a:lnTo>
                  <a:lnTo>
                    <a:pt x="3937452" y="1034582"/>
                  </a:lnTo>
                  <a:lnTo>
                    <a:pt x="3938120" y="978139"/>
                  </a:lnTo>
                  <a:lnTo>
                    <a:pt x="3938788" y="902765"/>
                  </a:lnTo>
                  <a:lnTo>
                    <a:pt x="3939456" y="881515"/>
                  </a:lnTo>
                  <a:lnTo>
                    <a:pt x="3940124" y="863856"/>
                  </a:lnTo>
                  <a:lnTo>
                    <a:pt x="3940792" y="881515"/>
                  </a:lnTo>
                  <a:lnTo>
                    <a:pt x="3941460" y="881515"/>
                  </a:lnTo>
                  <a:lnTo>
                    <a:pt x="3942128" y="915239"/>
                  </a:lnTo>
                  <a:lnTo>
                    <a:pt x="3942796" y="949217"/>
                  </a:lnTo>
                  <a:lnTo>
                    <a:pt x="3943464" y="978139"/>
                  </a:lnTo>
                  <a:lnTo>
                    <a:pt x="3944132" y="957586"/>
                  </a:lnTo>
                  <a:lnTo>
                    <a:pt x="3944800" y="952551"/>
                  </a:lnTo>
                  <a:lnTo>
                    <a:pt x="3945468" y="978139"/>
                  </a:lnTo>
                  <a:lnTo>
                    <a:pt x="3946136" y="1034582"/>
                  </a:lnTo>
                  <a:lnTo>
                    <a:pt x="3946805" y="1109364"/>
                  </a:lnTo>
                  <a:lnTo>
                    <a:pt x="3947473" y="1170180"/>
                  </a:lnTo>
                  <a:lnTo>
                    <a:pt x="3948141" y="1232293"/>
                  </a:lnTo>
                  <a:lnTo>
                    <a:pt x="3948809" y="1365668"/>
                  </a:lnTo>
                  <a:lnTo>
                    <a:pt x="3949477" y="1412617"/>
                  </a:lnTo>
                  <a:lnTo>
                    <a:pt x="3950145" y="1478659"/>
                  </a:lnTo>
                  <a:lnTo>
                    <a:pt x="3950813" y="1486446"/>
                  </a:lnTo>
                  <a:lnTo>
                    <a:pt x="3951481" y="1486446"/>
                  </a:lnTo>
                  <a:lnTo>
                    <a:pt x="3952149" y="1486446"/>
                  </a:lnTo>
                  <a:lnTo>
                    <a:pt x="3952817" y="1486446"/>
                  </a:lnTo>
                  <a:lnTo>
                    <a:pt x="3953485" y="1486446"/>
                  </a:lnTo>
                  <a:lnTo>
                    <a:pt x="3954153" y="1518598"/>
                  </a:lnTo>
                  <a:lnTo>
                    <a:pt x="3954821" y="1646339"/>
                  </a:lnTo>
                  <a:lnTo>
                    <a:pt x="3955489" y="1561921"/>
                  </a:lnTo>
                  <a:lnTo>
                    <a:pt x="3956157" y="1520574"/>
                  </a:lnTo>
                  <a:lnTo>
                    <a:pt x="3956825" y="1441411"/>
                  </a:lnTo>
                  <a:lnTo>
                    <a:pt x="3957493" y="1415398"/>
                  </a:lnTo>
                  <a:lnTo>
                    <a:pt x="3958161" y="1430876"/>
                  </a:lnTo>
                  <a:lnTo>
                    <a:pt x="3958829" y="1430876"/>
                  </a:lnTo>
                  <a:lnTo>
                    <a:pt x="3959497" y="1385544"/>
                  </a:lnTo>
                  <a:lnTo>
                    <a:pt x="3960165" y="1380704"/>
                  </a:lnTo>
                  <a:lnTo>
                    <a:pt x="3960833" y="1371133"/>
                  </a:lnTo>
                  <a:lnTo>
                    <a:pt x="3961501" y="1332016"/>
                  </a:lnTo>
                  <a:lnTo>
                    <a:pt x="3962169" y="1291005"/>
                  </a:lnTo>
                  <a:lnTo>
                    <a:pt x="3962837" y="1291005"/>
                  </a:lnTo>
                  <a:lnTo>
                    <a:pt x="3963505" y="1291005"/>
                  </a:lnTo>
                  <a:lnTo>
                    <a:pt x="3964173" y="1299419"/>
                  </a:lnTo>
                  <a:lnTo>
                    <a:pt x="3964841" y="1330820"/>
                  </a:lnTo>
                  <a:lnTo>
                    <a:pt x="3965509" y="1367921"/>
                  </a:lnTo>
                  <a:lnTo>
                    <a:pt x="3966177" y="1253543"/>
                  </a:lnTo>
                  <a:lnTo>
                    <a:pt x="3966845" y="1334163"/>
                  </a:lnTo>
                  <a:lnTo>
                    <a:pt x="3967513" y="1412617"/>
                  </a:lnTo>
                  <a:lnTo>
                    <a:pt x="3968181" y="1412617"/>
                  </a:lnTo>
                  <a:lnTo>
                    <a:pt x="3968849" y="1412617"/>
                  </a:lnTo>
                  <a:lnTo>
                    <a:pt x="3969517" y="1478659"/>
                  </a:lnTo>
                  <a:lnTo>
                    <a:pt x="3970185" y="1486446"/>
                  </a:lnTo>
                  <a:lnTo>
                    <a:pt x="3970853" y="1502316"/>
                  </a:lnTo>
                  <a:lnTo>
                    <a:pt x="3971522" y="1574639"/>
                  </a:lnTo>
                  <a:lnTo>
                    <a:pt x="3972190" y="1668810"/>
                  </a:lnTo>
                  <a:lnTo>
                    <a:pt x="3972858" y="1668810"/>
                  </a:lnTo>
                  <a:lnTo>
                    <a:pt x="3973526" y="1668810"/>
                  </a:lnTo>
                  <a:lnTo>
                    <a:pt x="3974194" y="1668810"/>
                  </a:lnTo>
                  <a:lnTo>
                    <a:pt x="3974862" y="1628858"/>
                  </a:lnTo>
                  <a:lnTo>
                    <a:pt x="3975530" y="1574020"/>
                  </a:lnTo>
                  <a:lnTo>
                    <a:pt x="3976198" y="1514576"/>
                  </a:lnTo>
                  <a:lnTo>
                    <a:pt x="3976866" y="1485416"/>
                  </a:lnTo>
                  <a:lnTo>
                    <a:pt x="3977534" y="1627023"/>
                  </a:lnTo>
                  <a:lnTo>
                    <a:pt x="3978202" y="1530800"/>
                  </a:lnTo>
                  <a:lnTo>
                    <a:pt x="3978870" y="1523847"/>
                  </a:lnTo>
                  <a:lnTo>
                    <a:pt x="3979538" y="1470714"/>
                  </a:lnTo>
                  <a:lnTo>
                    <a:pt x="3980206" y="1421736"/>
                  </a:lnTo>
                  <a:lnTo>
                    <a:pt x="3980874" y="1393694"/>
                  </a:lnTo>
                  <a:lnTo>
                    <a:pt x="3981542" y="1393694"/>
                  </a:lnTo>
                  <a:lnTo>
                    <a:pt x="3982210" y="1383262"/>
                  </a:lnTo>
                  <a:lnTo>
                    <a:pt x="3982878" y="1385170"/>
                  </a:lnTo>
                  <a:lnTo>
                    <a:pt x="3983546" y="1318173"/>
                  </a:lnTo>
                  <a:lnTo>
                    <a:pt x="3984214" y="1229400"/>
                  </a:lnTo>
                  <a:lnTo>
                    <a:pt x="3984882" y="1102894"/>
                  </a:lnTo>
                  <a:lnTo>
                    <a:pt x="3985550" y="1092152"/>
                  </a:lnTo>
                  <a:lnTo>
                    <a:pt x="3986218" y="1095202"/>
                  </a:lnTo>
                  <a:lnTo>
                    <a:pt x="3986886" y="1101348"/>
                  </a:lnTo>
                  <a:lnTo>
                    <a:pt x="3987554" y="1065894"/>
                  </a:lnTo>
                  <a:lnTo>
                    <a:pt x="3988222" y="1099212"/>
                  </a:lnTo>
                  <a:lnTo>
                    <a:pt x="3988890" y="912097"/>
                  </a:lnTo>
                  <a:lnTo>
                    <a:pt x="3989558" y="927967"/>
                  </a:lnTo>
                  <a:lnTo>
                    <a:pt x="3990226" y="949217"/>
                  </a:lnTo>
                  <a:lnTo>
                    <a:pt x="3990894" y="934429"/>
                  </a:lnTo>
                  <a:lnTo>
                    <a:pt x="3991562" y="912097"/>
                  </a:lnTo>
                  <a:lnTo>
                    <a:pt x="3992230" y="921571"/>
                  </a:lnTo>
                  <a:lnTo>
                    <a:pt x="3992898" y="1088479"/>
                  </a:lnTo>
                  <a:lnTo>
                    <a:pt x="3993566" y="1135789"/>
                  </a:lnTo>
                  <a:lnTo>
                    <a:pt x="3994234" y="1233556"/>
                  </a:lnTo>
                  <a:lnTo>
                    <a:pt x="3994902" y="1291005"/>
                  </a:lnTo>
                  <a:lnTo>
                    <a:pt x="3995570" y="1303668"/>
                  </a:lnTo>
                  <a:lnTo>
                    <a:pt x="3996239" y="1334251"/>
                  </a:lnTo>
                  <a:lnTo>
                    <a:pt x="3996907" y="1347829"/>
                  </a:lnTo>
                  <a:lnTo>
                    <a:pt x="3997575" y="1366403"/>
                  </a:lnTo>
                  <a:lnTo>
                    <a:pt x="3998243" y="1341003"/>
                  </a:lnTo>
                  <a:lnTo>
                    <a:pt x="3998911" y="1380704"/>
                  </a:lnTo>
                  <a:lnTo>
                    <a:pt x="3999579" y="1390422"/>
                  </a:lnTo>
                  <a:lnTo>
                    <a:pt x="4000247" y="1514484"/>
                  </a:lnTo>
                  <a:lnTo>
                    <a:pt x="4000915" y="1578366"/>
                  </a:lnTo>
                  <a:lnTo>
                    <a:pt x="4001583" y="1580973"/>
                  </a:lnTo>
                  <a:lnTo>
                    <a:pt x="4002251" y="1597977"/>
                  </a:lnTo>
                  <a:lnTo>
                    <a:pt x="4002919" y="1635513"/>
                  </a:lnTo>
                  <a:lnTo>
                    <a:pt x="4003587" y="1668810"/>
                  </a:lnTo>
                  <a:lnTo>
                    <a:pt x="4004255" y="1511598"/>
                  </a:lnTo>
                  <a:lnTo>
                    <a:pt x="4004923" y="1444072"/>
                  </a:lnTo>
                  <a:lnTo>
                    <a:pt x="4005591" y="1397811"/>
                  </a:lnTo>
                  <a:lnTo>
                    <a:pt x="4006259" y="1312255"/>
                  </a:lnTo>
                  <a:lnTo>
                    <a:pt x="4006927" y="1231263"/>
                  </a:lnTo>
                  <a:lnTo>
                    <a:pt x="4007595" y="1223711"/>
                  </a:lnTo>
                  <a:lnTo>
                    <a:pt x="4008263" y="1250551"/>
                  </a:lnTo>
                  <a:lnTo>
                    <a:pt x="4008931" y="1250551"/>
                  </a:lnTo>
                  <a:lnTo>
                    <a:pt x="4009599" y="1199776"/>
                  </a:lnTo>
                  <a:lnTo>
                    <a:pt x="4010267" y="1161220"/>
                  </a:lnTo>
                  <a:lnTo>
                    <a:pt x="4010935" y="1122487"/>
                  </a:lnTo>
                  <a:lnTo>
                    <a:pt x="4011603" y="1078958"/>
                  </a:lnTo>
                  <a:lnTo>
                    <a:pt x="4012271" y="912097"/>
                  </a:lnTo>
                  <a:lnTo>
                    <a:pt x="4012939" y="904311"/>
                  </a:lnTo>
                  <a:lnTo>
                    <a:pt x="4013607" y="881515"/>
                  </a:lnTo>
                  <a:lnTo>
                    <a:pt x="4014275" y="868225"/>
                  </a:lnTo>
                  <a:lnTo>
                    <a:pt x="4014943" y="904311"/>
                  </a:lnTo>
                  <a:lnTo>
                    <a:pt x="4015611" y="960965"/>
                  </a:lnTo>
                  <a:lnTo>
                    <a:pt x="4016279" y="1015814"/>
                  </a:lnTo>
                  <a:lnTo>
                    <a:pt x="4016947" y="1071869"/>
                  </a:lnTo>
                  <a:lnTo>
                    <a:pt x="4017615" y="1092422"/>
                  </a:lnTo>
                  <a:lnTo>
                    <a:pt x="4018283" y="1092422"/>
                  </a:lnTo>
                  <a:lnTo>
                    <a:pt x="4018951" y="1092422"/>
                  </a:lnTo>
                  <a:lnTo>
                    <a:pt x="4019619" y="1172550"/>
                  </a:lnTo>
                  <a:lnTo>
                    <a:pt x="4020288" y="1250847"/>
                  </a:lnTo>
                  <a:lnTo>
                    <a:pt x="4020956" y="1455332"/>
                  </a:lnTo>
                  <a:lnTo>
                    <a:pt x="4021624" y="1520224"/>
                  </a:lnTo>
                  <a:lnTo>
                    <a:pt x="4022292" y="1526461"/>
                  </a:lnTo>
                  <a:lnTo>
                    <a:pt x="4022960" y="1514049"/>
                  </a:lnTo>
                  <a:lnTo>
                    <a:pt x="4023628" y="1494023"/>
                  </a:lnTo>
                  <a:lnTo>
                    <a:pt x="4024296" y="1460284"/>
                  </a:lnTo>
                  <a:lnTo>
                    <a:pt x="4024964" y="1397811"/>
                  </a:lnTo>
                  <a:lnTo>
                    <a:pt x="4025632" y="1380704"/>
                  </a:lnTo>
                  <a:lnTo>
                    <a:pt x="4026300" y="1395338"/>
                  </a:lnTo>
                  <a:lnTo>
                    <a:pt x="4026968" y="1373512"/>
                  </a:lnTo>
                  <a:lnTo>
                    <a:pt x="4027636" y="1293098"/>
                  </a:lnTo>
                  <a:lnTo>
                    <a:pt x="4028304" y="1250551"/>
                  </a:lnTo>
                  <a:lnTo>
                    <a:pt x="4028972" y="1231263"/>
                  </a:lnTo>
                  <a:lnTo>
                    <a:pt x="4029640" y="1355694"/>
                  </a:lnTo>
                  <a:lnTo>
                    <a:pt x="4030308" y="1429634"/>
                  </a:lnTo>
                  <a:lnTo>
                    <a:pt x="4030976" y="1434909"/>
                  </a:lnTo>
                  <a:lnTo>
                    <a:pt x="4031644" y="1461970"/>
                  </a:lnTo>
                  <a:lnTo>
                    <a:pt x="4032312" y="1460129"/>
                  </a:lnTo>
                  <a:lnTo>
                    <a:pt x="4032980" y="1410664"/>
                  </a:lnTo>
                  <a:lnTo>
                    <a:pt x="4033648" y="1314664"/>
                  </a:lnTo>
                  <a:lnTo>
                    <a:pt x="4034316" y="1372510"/>
                  </a:lnTo>
                  <a:lnTo>
                    <a:pt x="4034984" y="1419691"/>
                  </a:lnTo>
                  <a:lnTo>
                    <a:pt x="4035652" y="1434148"/>
                  </a:lnTo>
                  <a:lnTo>
                    <a:pt x="4036320" y="1440448"/>
                  </a:lnTo>
                  <a:lnTo>
                    <a:pt x="4036988" y="1484147"/>
                  </a:lnTo>
                  <a:lnTo>
                    <a:pt x="4037656" y="1571413"/>
                  </a:lnTo>
                  <a:lnTo>
                    <a:pt x="4038324" y="1628560"/>
                  </a:lnTo>
                  <a:lnTo>
                    <a:pt x="4038992" y="1664673"/>
                  </a:lnTo>
                  <a:lnTo>
                    <a:pt x="4039660" y="1545158"/>
                  </a:lnTo>
                  <a:lnTo>
                    <a:pt x="4040328" y="1545754"/>
                  </a:lnTo>
                  <a:lnTo>
                    <a:pt x="4040996" y="1346575"/>
                  </a:lnTo>
                  <a:lnTo>
                    <a:pt x="4041664" y="1340338"/>
                  </a:lnTo>
                  <a:lnTo>
                    <a:pt x="4042332" y="1289689"/>
                  </a:lnTo>
                  <a:lnTo>
                    <a:pt x="4043000" y="1405691"/>
                  </a:lnTo>
                  <a:lnTo>
                    <a:pt x="4043668" y="1486446"/>
                  </a:lnTo>
                  <a:lnTo>
                    <a:pt x="4044336" y="1486446"/>
                  </a:lnTo>
                  <a:lnTo>
                    <a:pt x="4045005" y="1486446"/>
                  </a:lnTo>
                  <a:lnTo>
                    <a:pt x="4045673" y="1486446"/>
                  </a:lnTo>
                  <a:lnTo>
                    <a:pt x="4046341" y="1666332"/>
                  </a:lnTo>
                  <a:lnTo>
                    <a:pt x="4047009" y="1666120"/>
                  </a:lnTo>
                  <a:lnTo>
                    <a:pt x="4047677" y="1587286"/>
                  </a:lnTo>
                  <a:lnTo>
                    <a:pt x="4048345" y="1545158"/>
                  </a:lnTo>
                  <a:lnTo>
                    <a:pt x="4049013" y="1545158"/>
                  </a:lnTo>
                  <a:lnTo>
                    <a:pt x="4049681" y="1545158"/>
                  </a:lnTo>
                  <a:lnTo>
                    <a:pt x="4050349" y="1514576"/>
                  </a:lnTo>
                  <a:lnTo>
                    <a:pt x="4051017" y="1526631"/>
                  </a:lnTo>
                  <a:lnTo>
                    <a:pt x="4051685" y="1485416"/>
                  </a:lnTo>
                  <a:lnTo>
                    <a:pt x="4052353" y="1452126"/>
                  </a:lnTo>
                  <a:lnTo>
                    <a:pt x="4053021" y="1430876"/>
                  </a:lnTo>
                  <a:lnTo>
                    <a:pt x="4053689" y="1430876"/>
                  </a:lnTo>
                  <a:lnTo>
                    <a:pt x="4054357" y="1430876"/>
                  </a:lnTo>
                  <a:lnTo>
                    <a:pt x="4055025" y="1430876"/>
                  </a:lnTo>
                  <a:lnTo>
                    <a:pt x="4055693" y="1430876"/>
                  </a:lnTo>
                  <a:lnTo>
                    <a:pt x="4056361" y="1412178"/>
                  </a:lnTo>
                  <a:lnTo>
                    <a:pt x="4057029" y="1400494"/>
                  </a:lnTo>
                  <a:lnTo>
                    <a:pt x="4057697" y="1204202"/>
                  </a:lnTo>
                  <a:lnTo>
                    <a:pt x="4058365" y="1196755"/>
                  </a:lnTo>
                  <a:lnTo>
                    <a:pt x="4059033" y="1182120"/>
                  </a:lnTo>
                  <a:lnTo>
                    <a:pt x="4059701" y="1182120"/>
                  </a:lnTo>
                  <a:lnTo>
                    <a:pt x="4060369" y="1224506"/>
                  </a:lnTo>
                  <a:lnTo>
                    <a:pt x="4061037" y="1248162"/>
                  </a:lnTo>
                  <a:lnTo>
                    <a:pt x="4061705" y="1242828"/>
                  </a:lnTo>
                  <a:lnTo>
                    <a:pt x="4062373" y="1321991"/>
                  </a:lnTo>
                  <a:lnTo>
                    <a:pt x="4063041" y="1283990"/>
                  </a:lnTo>
                  <a:lnTo>
                    <a:pt x="4063709" y="1184536"/>
                  </a:lnTo>
                  <a:lnTo>
                    <a:pt x="4064377" y="1182120"/>
                  </a:lnTo>
                  <a:lnTo>
                    <a:pt x="4065045" y="1182120"/>
                  </a:lnTo>
                  <a:lnTo>
                    <a:pt x="4065713" y="1144687"/>
                  </a:lnTo>
                  <a:lnTo>
                    <a:pt x="4066381" y="1100836"/>
                  </a:lnTo>
                  <a:lnTo>
                    <a:pt x="4067049" y="1071869"/>
                  </a:lnTo>
                  <a:lnTo>
                    <a:pt x="4067717" y="1109364"/>
                  </a:lnTo>
                  <a:lnTo>
                    <a:pt x="4068385" y="1113672"/>
                  </a:lnTo>
                  <a:lnTo>
                    <a:pt x="4069053" y="1059853"/>
                  </a:lnTo>
                  <a:lnTo>
                    <a:pt x="4069722" y="1013967"/>
                  </a:lnTo>
                  <a:lnTo>
                    <a:pt x="4070390" y="972937"/>
                  </a:lnTo>
                  <a:lnTo>
                    <a:pt x="4071058" y="1106248"/>
                  </a:lnTo>
                  <a:lnTo>
                    <a:pt x="4071726" y="1120844"/>
                  </a:lnTo>
                  <a:lnTo>
                    <a:pt x="4072394" y="1142832"/>
                  </a:lnTo>
                  <a:lnTo>
                    <a:pt x="4073062" y="1178466"/>
                  </a:lnTo>
                  <a:lnTo>
                    <a:pt x="4073730" y="1248595"/>
                  </a:lnTo>
                  <a:lnTo>
                    <a:pt x="4074398" y="1321617"/>
                  </a:lnTo>
                  <a:lnTo>
                    <a:pt x="4075066" y="1260777"/>
                  </a:lnTo>
                  <a:lnTo>
                    <a:pt x="4075734" y="1246037"/>
                  </a:lnTo>
                  <a:lnTo>
                    <a:pt x="4076402" y="1247587"/>
                  </a:lnTo>
                  <a:lnTo>
                    <a:pt x="4077070" y="1256966"/>
                  </a:lnTo>
                  <a:lnTo>
                    <a:pt x="4077738" y="1269693"/>
                  </a:lnTo>
                  <a:lnTo>
                    <a:pt x="4078406" y="1236819"/>
                  </a:lnTo>
                  <a:lnTo>
                    <a:pt x="4079074" y="1247587"/>
                  </a:lnTo>
                  <a:lnTo>
                    <a:pt x="4079742" y="1285975"/>
                  </a:lnTo>
                  <a:lnTo>
                    <a:pt x="4080410" y="1325111"/>
                  </a:lnTo>
                  <a:lnTo>
                    <a:pt x="4081078" y="1383262"/>
                  </a:lnTo>
                  <a:lnTo>
                    <a:pt x="4081746" y="1400648"/>
                  </a:lnTo>
                  <a:lnTo>
                    <a:pt x="4082414" y="1221837"/>
                  </a:lnTo>
                  <a:lnTo>
                    <a:pt x="4083082" y="1183726"/>
                  </a:lnTo>
                  <a:lnTo>
                    <a:pt x="4083750" y="1176722"/>
                  </a:lnTo>
                  <a:lnTo>
                    <a:pt x="4084418" y="1237758"/>
                  </a:lnTo>
                  <a:lnTo>
                    <a:pt x="4085086" y="1315554"/>
                  </a:lnTo>
                  <a:lnTo>
                    <a:pt x="4085754" y="1302353"/>
                  </a:lnTo>
                  <a:lnTo>
                    <a:pt x="4086422" y="1182120"/>
                  </a:lnTo>
                  <a:lnTo>
                    <a:pt x="4087090" y="1201710"/>
                  </a:lnTo>
                  <a:lnTo>
                    <a:pt x="4087758" y="1232293"/>
                  </a:lnTo>
                  <a:lnTo>
                    <a:pt x="4088426" y="1331097"/>
                  </a:lnTo>
                  <a:lnTo>
                    <a:pt x="4089094" y="1412617"/>
                  </a:lnTo>
                  <a:lnTo>
                    <a:pt x="4089762" y="1412617"/>
                  </a:lnTo>
                  <a:lnTo>
                    <a:pt x="4090430" y="1412617"/>
                  </a:lnTo>
                  <a:lnTo>
                    <a:pt x="4091098" y="1412617"/>
                  </a:lnTo>
                  <a:lnTo>
                    <a:pt x="4091766" y="1412617"/>
                  </a:lnTo>
                  <a:lnTo>
                    <a:pt x="4092434" y="1467158"/>
                  </a:lnTo>
                  <a:lnTo>
                    <a:pt x="4093102" y="1552488"/>
                  </a:lnTo>
                  <a:lnTo>
                    <a:pt x="4093770" y="1570146"/>
                  </a:lnTo>
                  <a:lnTo>
                    <a:pt x="4094439" y="1570146"/>
                  </a:lnTo>
                  <a:lnTo>
                    <a:pt x="4095107" y="1570146"/>
                  </a:lnTo>
                  <a:lnTo>
                    <a:pt x="4095775" y="1651293"/>
                  </a:lnTo>
                  <a:lnTo>
                    <a:pt x="4096443" y="1666771"/>
                  </a:lnTo>
                  <a:lnTo>
                    <a:pt x="4097111" y="1666771"/>
                  </a:lnTo>
                  <a:lnTo>
                    <a:pt x="4097779" y="1666771"/>
                  </a:lnTo>
                  <a:lnTo>
                    <a:pt x="4098447" y="1666771"/>
                  </a:lnTo>
                  <a:lnTo>
                    <a:pt x="4099115" y="1666771"/>
                  </a:lnTo>
                  <a:lnTo>
                    <a:pt x="4099783" y="1666771"/>
                  </a:lnTo>
                  <a:lnTo>
                    <a:pt x="4100451" y="1666771"/>
                  </a:lnTo>
                  <a:lnTo>
                    <a:pt x="4101119" y="1666771"/>
                  </a:lnTo>
                  <a:lnTo>
                    <a:pt x="4101787" y="1666771"/>
                  </a:lnTo>
                  <a:lnTo>
                    <a:pt x="4102455" y="1666771"/>
                  </a:lnTo>
                  <a:lnTo>
                    <a:pt x="4103123" y="1666771"/>
                  </a:lnTo>
                  <a:lnTo>
                    <a:pt x="4103791" y="1666771"/>
                  </a:lnTo>
                  <a:lnTo>
                    <a:pt x="4104459" y="1666771"/>
                  </a:lnTo>
                  <a:lnTo>
                    <a:pt x="4105127" y="1666771"/>
                  </a:lnTo>
                  <a:lnTo>
                    <a:pt x="4105795" y="1661569"/>
                  </a:lnTo>
                  <a:lnTo>
                    <a:pt x="4106463" y="1570146"/>
                  </a:lnTo>
                  <a:lnTo>
                    <a:pt x="4107131" y="1482541"/>
                  </a:lnTo>
                  <a:lnTo>
                    <a:pt x="4107799" y="1412617"/>
                  </a:lnTo>
                  <a:lnTo>
                    <a:pt x="4108467" y="1412617"/>
                  </a:lnTo>
                  <a:lnTo>
                    <a:pt x="4109135" y="1412617"/>
                  </a:lnTo>
                  <a:lnTo>
                    <a:pt x="4109803" y="1412617"/>
                  </a:lnTo>
                  <a:lnTo>
                    <a:pt x="4110471" y="1402256"/>
                  </a:lnTo>
                  <a:lnTo>
                    <a:pt x="4111139" y="1346575"/>
                  </a:lnTo>
                  <a:lnTo>
                    <a:pt x="4111807" y="1346575"/>
                  </a:lnTo>
                  <a:lnTo>
                    <a:pt x="4112475" y="1346575"/>
                  </a:lnTo>
                  <a:lnTo>
                    <a:pt x="4113143" y="1307101"/>
                  </a:lnTo>
                  <a:lnTo>
                    <a:pt x="4113811" y="1286833"/>
                  </a:lnTo>
                  <a:lnTo>
                    <a:pt x="4114479" y="1286833"/>
                  </a:lnTo>
                  <a:lnTo>
                    <a:pt x="4115147" y="1286833"/>
                  </a:lnTo>
                  <a:lnTo>
                    <a:pt x="4115815" y="1272747"/>
                  </a:lnTo>
                  <a:lnTo>
                    <a:pt x="4116483" y="1286833"/>
                  </a:lnTo>
                  <a:lnTo>
                    <a:pt x="4117151" y="1298335"/>
                  </a:lnTo>
                  <a:lnTo>
                    <a:pt x="4117819" y="1346575"/>
                  </a:lnTo>
                  <a:lnTo>
                    <a:pt x="4118488" y="1346575"/>
                  </a:lnTo>
                  <a:lnTo>
                    <a:pt x="4119156" y="1346575"/>
                  </a:lnTo>
                  <a:lnTo>
                    <a:pt x="4119824" y="1346575"/>
                  </a:lnTo>
                  <a:lnTo>
                    <a:pt x="4120492" y="1356049"/>
                  </a:lnTo>
                  <a:lnTo>
                    <a:pt x="4121160" y="1412617"/>
                  </a:lnTo>
                  <a:lnTo>
                    <a:pt x="4121828" y="1412617"/>
                  </a:lnTo>
                  <a:lnTo>
                    <a:pt x="4122496" y="1570283"/>
                  </a:lnTo>
                  <a:lnTo>
                    <a:pt x="4123164" y="1624655"/>
                  </a:lnTo>
                  <a:lnTo>
                    <a:pt x="4123832" y="1611201"/>
                  </a:lnTo>
                  <a:lnTo>
                    <a:pt x="4124500" y="1668810"/>
                  </a:lnTo>
                  <a:lnTo>
                    <a:pt x="4125168" y="1668810"/>
                  </a:lnTo>
                  <a:lnTo>
                    <a:pt x="4125836" y="1668810"/>
                  </a:lnTo>
                  <a:lnTo>
                    <a:pt x="4126504" y="1668810"/>
                  </a:lnTo>
                  <a:lnTo>
                    <a:pt x="4127172" y="1668810"/>
                  </a:lnTo>
                  <a:lnTo>
                    <a:pt x="4127840" y="1668810"/>
                  </a:lnTo>
                  <a:lnTo>
                    <a:pt x="4128508" y="1668810"/>
                  </a:lnTo>
                  <a:lnTo>
                    <a:pt x="4129176" y="1668810"/>
                  </a:lnTo>
                  <a:lnTo>
                    <a:pt x="4129844" y="1668810"/>
                  </a:lnTo>
                  <a:lnTo>
                    <a:pt x="4130512" y="1668810"/>
                  </a:lnTo>
                  <a:lnTo>
                    <a:pt x="4131180" y="1668810"/>
                  </a:lnTo>
                  <a:lnTo>
                    <a:pt x="4131848" y="1668810"/>
                  </a:lnTo>
                  <a:lnTo>
                    <a:pt x="4132516" y="1668810"/>
                  </a:lnTo>
                  <a:lnTo>
                    <a:pt x="4133184" y="1668810"/>
                  </a:lnTo>
                  <a:lnTo>
                    <a:pt x="4133852" y="1668810"/>
                  </a:lnTo>
                  <a:lnTo>
                    <a:pt x="4134520" y="1666332"/>
                  </a:lnTo>
                  <a:lnTo>
                    <a:pt x="4135188" y="1638521"/>
                  </a:lnTo>
                  <a:lnTo>
                    <a:pt x="4135856" y="1412617"/>
                  </a:lnTo>
                  <a:lnTo>
                    <a:pt x="4136524" y="1412617"/>
                  </a:lnTo>
                  <a:lnTo>
                    <a:pt x="4137192" y="1372163"/>
                  </a:lnTo>
                  <a:lnTo>
                    <a:pt x="4137860" y="1337243"/>
                  </a:lnTo>
                  <a:lnTo>
                    <a:pt x="4138528" y="1269967"/>
                  </a:lnTo>
                  <a:lnTo>
                    <a:pt x="4139196" y="1389103"/>
                  </a:lnTo>
                  <a:lnTo>
                    <a:pt x="4139864" y="1354815"/>
                  </a:lnTo>
                  <a:lnTo>
                    <a:pt x="4140532" y="1268433"/>
                  </a:lnTo>
                  <a:lnTo>
                    <a:pt x="4141200" y="1212550"/>
                  </a:lnTo>
                  <a:lnTo>
                    <a:pt x="4141868" y="1194380"/>
                  </a:lnTo>
                  <a:lnTo>
                    <a:pt x="4142536" y="1212551"/>
                  </a:lnTo>
                  <a:lnTo>
                    <a:pt x="4143205" y="1210710"/>
                  </a:lnTo>
                  <a:lnTo>
                    <a:pt x="4143873" y="1176722"/>
                  </a:lnTo>
                  <a:lnTo>
                    <a:pt x="4144541" y="1176722"/>
                  </a:lnTo>
                  <a:lnTo>
                    <a:pt x="4145209" y="1181968"/>
                  </a:lnTo>
                  <a:lnTo>
                    <a:pt x="4145877" y="1212550"/>
                  </a:lnTo>
                  <a:lnTo>
                    <a:pt x="4146545" y="1212550"/>
                  </a:lnTo>
                  <a:lnTo>
                    <a:pt x="4147213" y="1235073"/>
                  </a:lnTo>
                  <a:lnTo>
                    <a:pt x="4147881" y="1256455"/>
                  </a:lnTo>
                  <a:lnTo>
                    <a:pt x="4148549" y="1262416"/>
                  </a:lnTo>
                  <a:lnTo>
                    <a:pt x="4149217" y="1291400"/>
                  </a:lnTo>
                  <a:lnTo>
                    <a:pt x="4149885" y="1322306"/>
                  </a:lnTo>
                  <a:lnTo>
                    <a:pt x="4150553" y="1261701"/>
                  </a:lnTo>
                  <a:lnTo>
                    <a:pt x="4151221" y="1346575"/>
                  </a:lnTo>
                  <a:lnTo>
                    <a:pt x="4151889" y="1392064"/>
                  </a:lnTo>
                  <a:lnTo>
                    <a:pt x="4152557" y="1412617"/>
                  </a:lnTo>
                  <a:lnTo>
                    <a:pt x="4153225" y="1482541"/>
                  </a:lnTo>
                  <a:lnTo>
                    <a:pt x="4153893" y="1570146"/>
                  </a:lnTo>
                  <a:lnTo>
                    <a:pt x="4154561" y="1570146"/>
                  </a:lnTo>
                  <a:lnTo>
                    <a:pt x="4155229" y="1570146"/>
                  </a:lnTo>
                  <a:lnTo>
                    <a:pt x="4155897" y="1570146"/>
                  </a:lnTo>
                  <a:lnTo>
                    <a:pt x="4156565" y="1570146"/>
                  </a:lnTo>
                  <a:lnTo>
                    <a:pt x="4157233" y="1570146"/>
                  </a:lnTo>
                  <a:lnTo>
                    <a:pt x="4157901" y="1570146"/>
                  </a:lnTo>
                  <a:lnTo>
                    <a:pt x="4158569" y="1666771"/>
                  </a:lnTo>
                  <a:lnTo>
                    <a:pt x="4159237" y="1666771"/>
                  </a:lnTo>
                  <a:lnTo>
                    <a:pt x="4159905" y="1666771"/>
                  </a:lnTo>
                  <a:lnTo>
                    <a:pt x="4160573" y="1666771"/>
                  </a:lnTo>
                  <a:lnTo>
                    <a:pt x="4161241" y="1666771"/>
                  </a:lnTo>
                  <a:lnTo>
                    <a:pt x="4161909" y="1666771"/>
                  </a:lnTo>
                  <a:lnTo>
                    <a:pt x="4162577" y="1666771"/>
                  </a:lnTo>
                  <a:lnTo>
                    <a:pt x="4163245" y="1666771"/>
                  </a:lnTo>
                  <a:lnTo>
                    <a:pt x="4163913" y="1666771"/>
                  </a:lnTo>
                  <a:lnTo>
                    <a:pt x="4164581" y="1666771"/>
                  </a:lnTo>
                  <a:lnTo>
                    <a:pt x="4165249" y="1666771"/>
                  </a:lnTo>
                  <a:lnTo>
                    <a:pt x="4165917" y="1666771"/>
                  </a:lnTo>
                  <a:lnTo>
                    <a:pt x="4166585" y="1666771"/>
                  </a:lnTo>
                  <a:lnTo>
                    <a:pt x="4167253" y="1666771"/>
                  </a:lnTo>
                  <a:lnTo>
                    <a:pt x="4167922" y="1666771"/>
                  </a:lnTo>
                  <a:lnTo>
                    <a:pt x="4168590" y="1666771"/>
                  </a:lnTo>
                  <a:lnTo>
                    <a:pt x="4169258" y="1666771"/>
                  </a:lnTo>
                  <a:lnTo>
                    <a:pt x="4169926" y="1666771"/>
                  </a:lnTo>
                  <a:lnTo>
                    <a:pt x="4170594" y="1666771"/>
                  </a:lnTo>
                  <a:lnTo>
                    <a:pt x="4171262" y="1666771"/>
                  </a:lnTo>
                  <a:lnTo>
                    <a:pt x="4171930" y="1668810"/>
                  </a:lnTo>
                  <a:lnTo>
                    <a:pt x="4172598" y="1668810"/>
                  </a:lnTo>
                  <a:lnTo>
                    <a:pt x="4173266" y="1668810"/>
                  </a:lnTo>
                  <a:lnTo>
                    <a:pt x="4173934" y="1668810"/>
                  </a:lnTo>
                  <a:lnTo>
                    <a:pt x="4174602" y="1668810"/>
                  </a:lnTo>
                  <a:lnTo>
                    <a:pt x="4175270" y="1668810"/>
                  </a:lnTo>
                  <a:lnTo>
                    <a:pt x="4175938" y="1668810"/>
                  </a:lnTo>
                  <a:lnTo>
                    <a:pt x="4176606" y="1668810"/>
                  </a:lnTo>
                  <a:lnTo>
                    <a:pt x="4177274" y="1668810"/>
                  </a:lnTo>
                  <a:lnTo>
                    <a:pt x="4177942" y="1668810"/>
                  </a:lnTo>
                  <a:lnTo>
                    <a:pt x="4178610" y="1668810"/>
                  </a:lnTo>
                  <a:lnTo>
                    <a:pt x="4179278" y="1668810"/>
                  </a:lnTo>
                  <a:lnTo>
                    <a:pt x="4179946" y="1668810"/>
                  </a:lnTo>
                  <a:lnTo>
                    <a:pt x="4180614" y="1668810"/>
                  </a:lnTo>
                  <a:lnTo>
                    <a:pt x="4181282" y="1668810"/>
                  </a:lnTo>
                  <a:lnTo>
                    <a:pt x="4181950" y="1668810"/>
                  </a:lnTo>
                  <a:lnTo>
                    <a:pt x="4182618" y="1668810"/>
                  </a:lnTo>
                  <a:lnTo>
                    <a:pt x="4183286" y="1666771"/>
                  </a:lnTo>
                  <a:lnTo>
                    <a:pt x="4183954" y="1666771"/>
                  </a:lnTo>
                  <a:lnTo>
                    <a:pt x="4184622" y="1666771"/>
                  </a:lnTo>
                  <a:lnTo>
                    <a:pt x="4185290" y="1666771"/>
                  </a:lnTo>
                  <a:lnTo>
                    <a:pt x="4185958" y="1651293"/>
                  </a:lnTo>
                  <a:lnTo>
                    <a:pt x="4186626" y="1570146"/>
                  </a:lnTo>
                  <a:lnTo>
                    <a:pt x="4187294" y="1570146"/>
                  </a:lnTo>
                  <a:lnTo>
                    <a:pt x="4187962" y="1535314"/>
                  </a:lnTo>
                  <a:lnTo>
                    <a:pt x="4188630" y="1486446"/>
                  </a:lnTo>
                  <a:lnTo>
                    <a:pt x="4189298" y="1486446"/>
                  </a:lnTo>
                  <a:lnTo>
                    <a:pt x="4189966" y="1486446"/>
                  </a:lnTo>
                  <a:lnTo>
                    <a:pt x="4190634" y="1486446"/>
                  </a:lnTo>
                  <a:lnTo>
                    <a:pt x="4191302" y="1486446"/>
                  </a:lnTo>
                  <a:lnTo>
                    <a:pt x="4191970" y="1486446"/>
                  </a:lnTo>
                  <a:lnTo>
                    <a:pt x="4192639" y="1486446"/>
                  </a:lnTo>
                  <a:lnTo>
                    <a:pt x="4193307" y="1486446"/>
                  </a:lnTo>
                  <a:lnTo>
                    <a:pt x="4193975" y="1486446"/>
                  </a:lnTo>
                  <a:lnTo>
                    <a:pt x="4194643" y="1486446"/>
                  </a:lnTo>
                  <a:lnTo>
                    <a:pt x="4195311" y="1486446"/>
                  </a:lnTo>
                  <a:lnTo>
                    <a:pt x="4195979" y="1498310"/>
                  </a:lnTo>
                  <a:lnTo>
                    <a:pt x="4196647" y="1570146"/>
                  </a:lnTo>
                  <a:lnTo>
                    <a:pt x="4197315" y="1570146"/>
                  </a:lnTo>
                  <a:lnTo>
                    <a:pt x="4197983" y="1607028"/>
                  </a:lnTo>
                  <a:lnTo>
                    <a:pt x="4198651" y="1666771"/>
                  </a:lnTo>
                  <a:lnTo>
                    <a:pt x="4199319" y="1666771"/>
                  </a:lnTo>
                  <a:lnTo>
                    <a:pt x="4199987" y="1666771"/>
                  </a:lnTo>
                  <a:lnTo>
                    <a:pt x="4200655" y="1666771"/>
                  </a:lnTo>
                  <a:lnTo>
                    <a:pt x="4201323" y="1666771"/>
                  </a:lnTo>
                  <a:lnTo>
                    <a:pt x="4201991" y="1666771"/>
                  </a:lnTo>
                  <a:lnTo>
                    <a:pt x="4202659" y="1579165"/>
                  </a:lnTo>
                  <a:lnTo>
                    <a:pt x="4203327" y="1570146"/>
                  </a:lnTo>
                  <a:lnTo>
                    <a:pt x="4203995" y="1570146"/>
                  </a:lnTo>
                  <a:lnTo>
                    <a:pt x="4204663" y="1570146"/>
                  </a:lnTo>
                  <a:lnTo>
                    <a:pt x="4205331" y="1570146"/>
                  </a:lnTo>
                  <a:lnTo>
                    <a:pt x="4205999" y="1570146"/>
                  </a:lnTo>
                  <a:lnTo>
                    <a:pt x="4206667" y="1561255"/>
                  </a:lnTo>
                  <a:lnTo>
                    <a:pt x="4207335" y="1486446"/>
                  </a:lnTo>
                  <a:lnTo>
                    <a:pt x="4208003" y="1486446"/>
                  </a:lnTo>
                  <a:lnTo>
                    <a:pt x="4208671" y="1486446"/>
                  </a:lnTo>
                  <a:lnTo>
                    <a:pt x="4209339" y="1486446"/>
                  </a:lnTo>
                  <a:lnTo>
                    <a:pt x="4210007" y="1486446"/>
                  </a:lnTo>
                  <a:lnTo>
                    <a:pt x="4210675" y="1486446"/>
                  </a:lnTo>
                  <a:lnTo>
                    <a:pt x="4211343" y="1486446"/>
                  </a:lnTo>
                  <a:lnTo>
                    <a:pt x="4212011" y="1486446"/>
                  </a:lnTo>
                  <a:lnTo>
                    <a:pt x="4212679" y="1561255"/>
                  </a:lnTo>
                  <a:lnTo>
                    <a:pt x="4213347" y="1570146"/>
                  </a:lnTo>
                  <a:lnTo>
                    <a:pt x="4214015" y="1570146"/>
                  </a:lnTo>
                  <a:lnTo>
                    <a:pt x="4214683" y="1570146"/>
                  </a:lnTo>
                  <a:lnTo>
                    <a:pt x="4215351" y="1570146"/>
                  </a:lnTo>
                  <a:lnTo>
                    <a:pt x="4216019" y="1570146"/>
                  </a:lnTo>
                  <a:lnTo>
                    <a:pt x="4216688" y="1579165"/>
                  </a:lnTo>
                  <a:lnTo>
                    <a:pt x="4217356" y="1666771"/>
                  </a:lnTo>
                  <a:lnTo>
                    <a:pt x="4218024" y="1666771"/>
                  </a:lnTo>
                  <a:lnTo>
                    <a:pt x="4218692" y="1666771"/>
                  </a:lnTo>
                  <a:lnTo>
                    <a:pt x="4219360" y="1666771"/>
                  </a:lnTo>
                  <a:lnTo>
                    <a:pt x="4220028" y="1666771"/>
                  </a:lnTo>
                  <a:lnTo>
                    <a:pt x="4220696" y="1666771"/>
                  </a:lnTo>
                  <a:lnTo>
                    <a:pt x="4221364" y="1666771"/>
                  </a:lnTo>
                  <a:lnTo>
                    <a:pt x="4222032" y="1666771"/>
                  </a:lnTo>
                  <a:lnTo>
                    <a:pt x="4222700" y="1666771"/>
                  </a:lnTo>
                  <a:lnTo>
                    <a:pt x="4223368" y="1666771"/>
                  </a:lnTo>
                  <a:lnTo>
                    <a:pt x="4224036" y="1656410"/>
                  </a:lnTo>
                  <a:lnTo>
                    <a:pt x="4224704" y="1570146"/>
                  </a:lnTo>
                  <a:lnTo>
                    <a:pt x="4225372" y="1570146"/>
                  </a:lnTo>
                  <a:lnTo>
                    <a:pt x="4226040" y="1570146"/>
                  </a:lnTo>
                  <a:lnTo>
                    <a:pt x="4226708" y="1570146"/>
                  </a:lnTo>
                  <a:lnTo>
                    <a:pt x="4227376" y="1570146"/>
                  </a:lnTo>
                  <a:lnTo>
                    <a:pt x="4228044" y="1570146"/>
                  </a:lnTo>
                  <a:lnTo>
                    <a:pt x="4228712" y="1570146"/>
                  </a:lnTo>
                  <a:lnTo>
                    <a:pt x="4229380" y="1548150"/>
                  </a:lnTo>
                  <a:lnTo>
                    <a:pt x="4230048" y="1486446"/>
                  </a:lnTo>
                  <a:lnTo>
                    <a:pt x="4230716" y="1486446"/>
                  </a:lnTo>
                  <a:lnTo>
                    <a:pt x="4231384" y="1423152"/>
                  </a:lnTo>
                  <a:lnTo>
                    <a:pt x="4232052" y="1412617"/>
                  </a:lnTo>
                  <a:lnTo>
                    <a:pt x="4232720" y="1412617"/>
                  </a:lnTo>
                  <a:lnTo>
                    <a:pt x="4233388" y="1412617"/>
                  </a:lnTo>
                  <a:lnTo>
                    <a:pt x="4234056" y="1419621"/>
                  </a:lnTo>
                  <a:lnTo>
                    <a:pt x="4234724" y="1486446"/>
                  </a:lnTo>
                  <a:lnTo>
                    <a:pt x="4235392" y="1486446"/>
                  </a:lnTo>
                  <a:lnTo>
                    <a:pt x="4236060" y="1486446"/>
                  </a:lnTo>
                  <a:lnTo>
                    <a:pt x="4236728" y="1486446"/>
                  </a:lnTo>
                  <a:lnTo>
                    <a:pt x="4237396" y="1478659"/>
                  </a:lnTo>
                  <a:lnTo>
                    <a:pt x="4238064" y="1412617"/>
                  </a:lnTo>
                  <a:lnTo>
                    <a:pt x="4238732" y="1349717"/>
                  </a:lnTo>
                  <a:lnTo>
                    <a:pt x="4239400" y="1240177"/>
                  </a:lnTo>
                  <a:lnTo>
                    <a:pt x="4240068" y="1189395"/>
                  </a:lnTo>
                  <a:lnTo>
                    <a:pt x="4240736" y="1182120"/>
                  </a:lnTo>
                  <a:lnTo>
                    <a:pt x="4241405" y="1224506"/>
                  </a:lnTo>
                  <a:lnTo>
                    <a:pt x="4242073" y="1232293"/>
                  </a:lnTo>
                  <a:lnTo>
                    <a:pt x="4242741" y="1232293"/>
                  </a:lnTo>
                  <a:lnTo>
                    <a:pt x="4243409" y="1232293"/>
                  </a:lnTo>
                  <a:lnTo>
                    <a:pt x="4244077" y="1232293"/>
                  </a:lnTo>
                  <a:lnTo>
                    <a:pt x="4244745" y="1194292"/>
                  </a:lnTo>
                  <a:lnTo>
                    <a:pt x="4245413" y="1182120"/>
                  </a:lnTo>
                  <a:lnTo>
                    <a:pt x="4246081" y="1182120"/>
                  </a:lnTo>
                  <a:lnTo>
                    <a:pt x="4246749" y="1182120"/>
                  </a:lnTo>
                  <a:lnTo>
                    <a:pt x="4247417" y="1186961"/>
                  </a:lnTo>
                  <a:lnTo>
                    <a:pt x="4248085" y="1189395"/>
                  </a:lnTo>
                  <a:lnTo>
                    <a:pt x="4248753" y="1179714"/>
                  </a:lnTo>
                  <a:lnTo>
                    <a:pt x="4249421" y="1292557"/>
                  </a:lnTo>
                  <a:lnTo>
                    <a:pt x="4250089" y="1402256"/>
                  </a:lnTo>
                  <a:lnTo>
                    <a:pt x="4250757" y="1412617"/>
                  </a:lnTo>
                  <a:lnTo>
                    <a:pt x="4251425" y="1412617"/>
                  </a:lnTo>
                  <a:lnTo>
                    <a:pt x="4252093" y="1412617"/>
                  </a:lnTo>
                  <a:lnTo>
                    <a:pt x="4252761" y="1412617"/>
                  </a:lnTo>
                  <a:lnTo>
                    <a:pt x="4253429" y="1412617"/>
                  </a:lnTo>
                  <a:lnTo>
                    <a:pt x="4254097" y="1346575"/>
                  </a:lnTo>
                  <a:lnTo>
                    <a:pt x="4254765" y="1395443"/>
                  </a:lnTo>
                  <a:lnTo>
                    <a:pt x="4255433" y="1412617"/>
                  </a:lnTo>
                  <a:lnTo>
                    <a:pt x="4256101" y="1412617"/>
                  </a:lnTo>
                  <a:lnTo>
                    <a:pt x="4256769" y="1412617"/>
                  </a:lnTo>
                  <a:lnTo>
                    <a:pt x="4257437" y="1412617"/>
                  </a:lnTo>
                  <a:lnTo>
                    <a:pt x="4258105" y="1474802"/>
                  </a:lnTo>
                  <a:lnTo>
                    <a:pt x="4258773" y="1570146"/>
                  </a:lnTo>
                  <a:lnTo>
                    <a:pt x="4259441" y="1570146"/>
                  </a:lnTo>
                  <a:lnTo>
                    <a:pt x="4260109" y="1570146"/>
                  </a:lnTo>
                  <a:lnTo>
                    <a:pt x="4260777" y="1570146"/>
                  </a:lnTo>
                  <a:lnTo>
                    <a:pt x="4261445" y="1570146"/>
                  </a:lnTo>
                  <a:lnTo>
                    <a:pt x="4262113" y="1570146"/>
                  </a:lnTo>
                  <a:lnTo>
                    <a:pt x="4262781" y="1570146"/>
                  </a:lnTo>
                  <a:lnTo>
                    <a:pt x="4263449" y="1570146"/>
                  </a:lnTo>
                  <a:lnTo>
                    <a:pt x="4264117" y="1668810"/>
                  </a:lnTo>
                  <a:lnTo>
                    <a:pt x="4264785" y="1668810"/>
                  </a:lnTo>
                  <a:lnTo>
                    <a:pt x="4265453" y="1668810"/>
                  </a:lnTo>
                  <a:lnTo>
                    <a:pt x="4266122" y="1668810"/>
                  </a:lnTo>
                  <a:lnTo>
                    <a:pt x="4266790" y="1668810"/>
                  </a:lnTo>
                  <a:lnTo>
                    <a:pt x="4267458" y="1668810"/>
                  </a:lnTo>
                  <a:lnTo>
                    <a:pt x="4268126" y="1668810"/>
                  </a:lnTo>
                  <a:lnTo>
                    <a:pt x="4268794" y="1668810"/>
                  </a:lnTo>
                  <a:lnTo>
                    <a:pt x="4269462" y="1668810"/>
                  </a:lnTo>
                  <a:lnTo>
                    <a:pt x="4270130" y="1668810"/>
                  </a:lnTo>
                  <a:lnTo>
                    <a:pt x="4270798" y="1668810"/>
                  </a:lnTo>
                  <a:lnTo>
                    <a:pt x="4271466" y="1668810"/>
                  </a:lnTo>
                  <a:lnTo>
                    <a:pt x="4272134" y="1668810"/>
                  </a:lnTo>
                  <a:lnTo>
                    <a:pt x="4272802" y="1668810"/>
                  </a:lnTo>
                  <a:lnTo>
                    <a:pt x="4273470" y="1668810"/>
                  </a:lnTo>
                  <a:lnTo>
                    <a:pt x="4274138" y="1668810"/>
                  </a:lnTo>
                  <a:lnTo>
                    <a:pt x="4274806" y="1668810"/>
                  </a:lnTo>
                  <a:lnTo>
                    <a:pt x="4275474" y="1570146"/>
                  </a:lnTo>
                  <a:lnTo>
                    <a:pt x="4276142" y="1552488"/>
                  </a:lnTo>
                  <a:lnTo>
                    <a:pt x="4276810" y="1486446"/>
                  </a:lnTo>
                  <a:lnTo>
                    <a:pt x="4277478" y="1486446"/>
                  </a:lnTo>
                  <a:lnTo>
                    <a:pt x="4278146" y="1486446"/>
                  </a:lnTo>
                  <a:lnTo>
                    <a:pt x="4278814" y="1486446"/>
                  </a:lnTo>
                  <a:lnTo>
                    <a:pt x="4279482" y="1486446"/>
                  </a:lnTo>
                  <a:lnTo>
                    <a:pt x="4280150" y="1486446"/>
                  </a:lnTo>
                  <a:lnTo>
                    <a:pt x="4280818" y="1486446"/>
                  </a:lnTo>
                  <a:lnTo>
                    <a:pt x="4281486" y="1486446"/>
                  </a:lnTo>
                  <a:lnTo>
                    <a:pt x="4282154" y="1486446"/>
                  </a:lnTo>
                  <a:lnTo>
                    <a:pt x="4282822" y="1514487"/>
                  </a:lnTo>
                  <a:lnTo>
                    <a:pt x="4283490" y="1570146"/>
                  </a:lnTo>
                  <a:lnTo>
                    <a:pt x="4284158" y="1570146"/>
                  </a:lnTo>
                  <a:lnTo>
                    <a:pt x="4284826" y="1570146"/>
                  </a:lnTo>
                  <a:lnTo>
                    <a:pt x="4285494" y="1570146"/>
                  </a:lnTo>
                  <a:lnTo>
                    <a:pt x="4286162" y="1588316"/>
                  </a:lnTo>
                  <a:lnTo>
                    <a:pt x="4286830" y="1579165"/>
                  </a:lnTo>
                  <a:lnTo>
                    <a:pt x="4287498" y="1570146"/>
                  </a:lnTo>
                  <a:lnTo>
                    <a:pt x="4288166" y="1570146"/>
                  </a:lnTo>
                  <a:lnTo>
                    <a:pt x="4288834" y="1570146"/>
                  </a:lnTo>
                  <a:lnTo>
                    <a:pt x="4289502" y="1570146"/>
                  </a:lnTo>
                  <a:lnTo>
                    <a:pt x="4290170" y="1570146"/>
                  </a:lnTo>
                  <a:lnTo>
                    <a:pt x="4290839" y="1570146"/>
                  </a:lnTo>
                  <a:lnTo>
                    <a:pt x="4291507" y="1570146"/>
                  </a:lnTo>
                  <a:lnTo>
                    <a:pt x="4292175" y="1543842"/>
                  </a:lnTo>
                  <a:lnTo>
                    <a:pt x="4292843" y="1590168"/>
                  </a:lnTo>
                  <a:lnTo>
                    <a:pt x="4293511" y="1592503"/>
                  </a:lnTo>
                  <a:lnTo>
                    <a:pt x="4294179" y="1557597"/>
                  </a:lnTo>
                  <a:lnTo>
                    <a:pt x="4294847" y="1545158"/>
                  </a:lnTo>
                  <a:lnTo>
                    <a:pt x="4295515" y="1545158"/>
                  </a:lnTo>
                  <a:lnTo>
                    <a:pt x="4296183" y="1545158"/>
                  </a:lnTo>
                  <a:lnTo>
                    <a:pt x="4296851" y="1604274"/>
                  </a:lnTo>
                  <a:lnTo>
                    <a:pt x="4297519" y="1611201"/>
                  </a:lnTo>
                  <a:lnTo>
                    <a:pt x="4298187" y="1551458"/>
                  </a:lnTo>
                  <a:lnTo>
                    <a:pt x="4298855" y="1479743"/>
                  </a:lnTo>
                  <a:lnTo>
                    <a:pt x="4299523" y="1555385"/>
                  </a:lnTo>
                  <a:lnTo>
                    <a:pt x="4300191" y="1459736"/>
                  </a:lnTo>
                  <a:lnTo>
                    <a:pt x="4300859" y="1407558"/>
                  </a:lnTo>
                  <a:lnTo>
                    <a:pt x="4301527" y="1467765"/>
                  </a:lnTo>
                  <a:lnTo>
                    <a:pt x="4302195" y="1427429"/>
                  </a:lnTo>
                  <a:lnTo>
                    <a:pt x="4302863" y="1458293"/>
                  </a:lnTo>
                  <a:lnTo>
                    <a:pt x="4303531" y="1461970"/>
                  </a:lnTo>
                  <a:lnTo>
                    <a:pt x="4304199" y="1383976"/>
                  </a:lnTo>
                  <a:lnTo>
                    <a:pt x="4304867" y="1393694"/>
                  </a:lnTo>
                  <a:lnTo>
                    <a:pt x="4305535" y="1393694"/>
                  </a:lnTo>
                  <a:lnTo>
                    <a:pt x="4306203" y="1393694"/>
                  </a:lnTo>
                  <a:lnTo>
                    <a:pt x="4306871" y="1383976"/>
                  </a:lnTo>
                  <a:lnTo>
                    <a:pt x="4307539" y="1355694"/>
                  </a:lnTo>
                  <a:lnTo>
                    <a:pt x="4308207" y="1389789"/>
                  </a:lnTo>
                  <a:lnTo>
                    <a:pt x="4308875" y="1438341"/>
                  </a:lnTo>
                  <a:lnTo>
                    <a:pt x="4309543" y="1357047"/>
                  </a:lnTo>
                  <a:lnTo>
                    <a:pt x="4310211" y="1452126"/>
                  </a:lnTo>
                  <a:lnTo>
                    <a:pt x="4310879" y="1523595"/>
                  </a:lnTo>
                  <a:lnTo>
                    <a:pt x="4311547" y="1382035"/>
                  </a:lnTo>
                  <a:lnTo>
                    <a:pt x="4312215" y="1482541"/>
                  </a:lnTo>
                  <a:lnTo>
                    <a:pt x="4312883" y="1556856"/>
                  </a:lnTo>
                  <a:lnTo>
                    <a:pt x="4313551" y="1570146"/>
                  </a:lnTo>
                  <a:lnTo>
                    <a:pt x="4314219" y="1570146"/>
                  </a:lnTo>
                  <a:lnTo>
                    <a:pt x="4314888" y="1570146"/>
                  </a:lnTo>
                  <a:lnTo>
                    <a:pt x="4315556" y="1570146"/>
                  </a:lnTo>
                  <a:lnTo>
                    <a:pt x="4316224" y="1570146"/>
                  </a:lnTo>
                  <a:lnTo>
                    <a:pt x="4316892" y="1592942"/>
                  </a:lnTo>
                  <a:lnTo>
                    <a:pt x="4317560" y="1666771"/>
                  </a:lnTo>
                  <a:lnTo>
                    <a:pt x="4318228" y="1666771"/>
                  </a:lnTo>
                  <a:lnTo>
                    <a:pt x="4318896" y="1666771"/>
                  </a:lnTo>
                  <a:lnTo>
                    <a:pt x="4319564" y="1666771"/>
                  </a:lnTo>
                  <a:lnTo>
                    <a:pt x="4320232" y="1666771"/>
                  </a:lnTo>
                  <a:lnTo>
                    <a:pt x="4320900" y="1621439"/>
                  </a:lnTo>
                  <a:lnTo>
                    <a:pt x="4321568" y="1570146"/>
                  </a:lnTo>
                  <a:lnTo>
                    <a:pt x="4322236" y="1518598"/>
                  </a:lnTo>
                  <a:lnTo>
                    <a:pt x="4322904" y="1486446"/>
                  </a:lnTo>
                  <a:lnTo>
                    <a:pt x="4323572" y="1486446"/>
                  </a:lnTo>
                  <a:lnTo>
                    <a:pt x="4324240" y="1486446"/>
                  </a:lnTo>
                  <a:lnTo>
                    <a:pt x="4324908" y="1486446"/>
                  </a:lnTo>
                  <a:lnTo>
                    <a:pt x="4325576" y="1486446"/>
                  </a:lnTo>
                  <a:lnTo>
                    <a:pt x="4326244" y="1444769"/>
                  </a:lnTo>
                  <a:lnTo>
                    <a:pt x="4326912" y="1412617"/>
                  </a:lnTo>
                  <a:lnTo>
                    <a:pt x="4327580" y="1412617"/>
                  </a:lnTo>
                  <a:lnTo>
                    <a:pt x="4328248" y="1412617"/>
                  </a:lnTo>
                  <a:lnTo>
                    <a:pt x="4328916" y="1412617"/>
                  </a:lnTo>
                  <a:lnTo>
                    <a:pt x="4329584" y="1412617"/>
                  </a:lnTo>
                  <a:lnTo>
                    <a:pt x="4330252" y="1412617"/>
                  </a:lnTo>
                  <a:lnTo>
                    <a:pt x="4330920" y="1444769"/>
                  </a:lnTo>
                  <a:lnTo>
                    <a:pt x="4331588" y="1444769"/>
                  </a:lnTo>
                  <a:lnTo>
                    <a:pt x="4332256" y="1455863"/>
                  </a:lnTo>
                  <a:lnTo>
                    <a:pt x="4332924" y="1486446"/>
                  </a:lnTo>
                  <a:lnTo>
                    <a:pt x="4333592" y="1419621"/>
                  </a:lnTo>
                  <a:lnTo>
                    <a:pt x="4334260" y="1372163"/>
                  </a:lnTo>
                  <a:lnTo>
                    <a:pt x="4334928" y="1346575"/>
                  </a:lnTo>
                  <a:lnTo>
                    <a:pt x="4335596" y="1346575"/>
                  </a:lnTo>
                  <a:lnTo>
                    <a:pt x="4336264" y="1382035"/>
                  </a:lnTo>
                  <a:lnTo>
                    <a:pt x="4336932" y="1412617"/>
                  </a:lnTo>
                  <a:lnTo>
                    <a:pt x="4337600" y="1412617"/>
                  </a:lnTo>
                  <a:lnTo>
                    <a:pt x="4338268" y="1412617"/>
                  </a:lnTo>
                  <a:lnTo>
                    <a:pt x="4338936" y="1412617"/>
                  </a:lnTo>
                  <a:lnTo>
                    <a:pt x="4339605" y="1412617"/>
                  </a:lnTo>
                  <a:lnTo>
                    <a:pt x="4340273" y="1412617"/>
                  </a:lnTo>
                  <a:lnTo>
                    <a:pt x="4340941" y="1412617"/>
                  </a:lnTo>
                  <a:lnTo>
                    <a:pt x="4341609" y="1452143"/>
                  </a:lnTo>
                  <a:lnTo>
                    <a:pt x="4342277" y="1486446"/>
                  </a:lnTo>
                  <a:lnTo>
                    <a:pt x="4342945" y="1486446"/>
                  </a:lnTo>
                  <a:lnTo>
                    <a:pt x="4343613" y="1561255"/>
                  </a:lnTo>
                  <a:lnTo>
                    <a:pt x="4344281" y="1626317"/>
                  </a:lnTo>
                  <a:lnTo>
                    <a:pt x="4344949" y="1666771"/>
                  </a:lnTo>
                  <a:lnTo>
                    <a:pt x="4345617" y="1666771"/>
                  </a:lnTo>
                  <a:lnTo>
                    <a:pt x="4346285" y="1666771"/>
                  </a:lnTo>
                  <a:lnTo>
                    <a:pt x="4346953" y="1666771"/>
                  </a:lnTo>
                  <a:lnTo>
                    <a:pt x="4347621" y="1666771"/>
                  </a:lnTo>
                  <a:lnTo>
                    <a:pt x="4348289" y="1666771"/>
                  </a:lnTo>
                  <a:lnTo>
                    <a:pt x="4348957" y="1666771"/>
                  </a:lnTo>
                  <a:lnTo>
                    <a:pt x="4349625" y="1666771"/>
                  </a:lnTo>
                  <a:lnTo>
                    <a:pt x="4350293" y="1666771"/>
                  </a:lnTo>
                  <a:lnTo>
                    <a:pt x="4350961" y="1666771"/>
                  </a:lnTo>
                  <a:lnTo>
                    <a:pt x="4351629" y="1666771"/>
                  </a:lnTo>
                  <a:lnTo>
                    <a:pt x="4352297" y="1666771"/>
                  </a:lnTo>
                  <a:lnTo>
                    <a:pt x="4352965" y="1666771"/>
                  </a:lnTo>
                  <a:lnTo>
                    <a:pt x="4353633" y="1666771"/>
                  </a:lnTo>
                  <a:lnTo>
                    <a:pt x="4354301" y="1666771"/>
                  </a:lnTo>
                  <a:lnTo>
                    <a:pt x="4354969" y="1666771"/>
                  </a:lnTo>
                  <a:lnTo>
                    <a:pt x="4355637" y="1666771"/>
                  </a:lnTo>
                  <a:lnTo>
                    <a:pt x="4356305" y="1583724"/>
                  </a:lnTo>
                  <a:lnTo>
                    <a:pt x="4356973" y="1570146"/>
                  </a:lnTo>
                  <a:lnTo>
                    <a:pt x="4357641" y="1570146"/>
                  </a:lnTo>
                  <a:lnTo>
                    <a:pt x="4358309" y="1570146"/>
                  </a:lnTo>
                  <a:lnTo>
                    <a:pt x="4358977" y="1570146"/>
                  </a:lnTo>
                  <a:lnTo>
                    <a:pt x="4359645" y="1570146"/>
                  </a:lnTo>
                  <a:lnTo>
                    <a:pt x="4360313" y="1535314"/>
                  </a:lnTo>
                  <a:lnTo>
                    <a:pt x="4360981" y="1486446"/>
                  </a:lnTo>
                  <a:lnTo>
                    <a:pt x="4361649" y="1486446"/>
                  </a:lnTo>
                  <a:lnTo>
                    <a:pt x="4362317" y="1632029"/>
                  </a:lnTo>
                  <a:lnTo>
                    <a:pt x="4362985" y="1592503"/>
                  </a:lnTo>
                  <a:lnTo>
                    <a:pt x="4363653" y="1561921"/>
                  </a:lnTo>
                  <a:lnTo>
                    <a:pt x="4364322" y="1491141"/>
                  </a:lnTo>
                  <a:lnTo>
                    <a:pt x="4364990" y="1436121"/>
                  </a:lnTo>
                  <a:lnTo>
                    <a:pt x="4365658" y="1430876"/>
                  </a:lnTo>
                  <a:lnTo>
                    <a:pt x="4366326" y="1476926"/>
                  </a:lnTo>
                  <a:lnTo>
                    <a:pt x="4366994" y="1485416"/>
                  </a:lnTo>
                  <a:lnTo>
                    <a:pt x="4367662" y="1485416"/>
                  </a:lnTo>
                  <a:lnTo>
                    <a:pt x="4368330" y="1485416"/>
                  </a:lnTo>
                  <a:lnTo>
                    <a:pt x="4368998" y="1485416"/>
                  </a:lnTo>
                  <a:lnTo>
                    <a:pt x="4369666" y="1460284"/>
                  </a:lnTo>
                  <a:lnTo>
                    <a:pt x="4370334" y="1405288"/>
                  </a:lnTo>
                  <a:lnTo>
                    <a:pt x="4371002" y="1430876"/>
                  </a:lnTo>
                  <a:lnTo>
                    <a:pt x="4371670" y="1392875"/>
                  </a:lnTo>
                  <a:lnTo>
                    <a:pt x="4372338" y="1384088"/>
                  </a:lnTo>
                  <a:lnTo>
                    <a:pt x="4373006" y="1412178"/>
                  </a:lnTo>
                  <a:lnTo>
                    <a:pt x="4373674" y="1419969"/>
                  </a:lnTo>
                  <a:lnTo>
                    <a:pt x="4374342" y="1340338"/>
                  </a:lnTo>
                  <a:lnTo>
                    <a:pt x="4375010" y="1405691"/>
                  </a:lnTo>
                  <a:lnTo>
                    <a:pt x="4375678" y="1412617"/>
                  </a:lnTo>
                  <a:lnTo>
                    <a:pt x="4376346" y="1412617"/>
                  </a:lnTo>
                  <a:lnTo>
                    <a:pt x="4377014" y="1412617"/>
                  </a:lnTo>
                  <a:lnTo>
                    <a:pt x="4377682" y="1412617"/>
                  </a:lnTo>
                  <a:lnTo>
                    <a:pt x="4378350" y="1412617"/>
                  </a:lnTo>
                  <a:lnTo>
                    <a:pt x="4379018" y="1412617"/>
                  </a:lnTo>
                  <a:lnTo>
                    <a:pt x="4379686" y="1444769"/>
                  </a:lnTo>
                  <a:lnTo>
                    <a:pt x="4380354" y="1561255"/>
                  </a:lnTo>
                  <a:lnTo>
                    <a:pt x="4381022" y="1570146"/>
                  </a:lnTo>
                  <a:lnTo>
                    <a:pt x="4381690" y="1641183"/>
                  </a:lnTo>
                  <a:lnTo>
                    <a:pt x="4382358" y="1666771"/>
                  </a:lnTo>
                  <a:lnTo>
                    <a:pt x="4383026" y="1666771"/>
                  </a:lnTo>
                  <a:lnTo>
                    <a:pt x="4383694" y="1666771"/>
                  </a:lnTo>
                  <a:lnTo>
                    <a:pt x="4384362" y="1579165"/>
                  </a:lnTo>
                  <a:lnTo>
                    <a:pt x="4385030" y="1570146"/>
                  </a:lnTo>
                  <a:lnTo>
                    <a:pt x="4385698" y="1570146"/>
                  </a:lnTo>
                  <a:lnTo>
                    <a:pt x="4386366" y="1570146"/>
                  </a:lnTo>
                  <a:lnTo>
                    <a:pt x="4387034" y="1570146"/>
                  </a:lnTo>
                  <a:lnTo>
                    <a:pt x="4387702" y="1570146"/>
                  </a:lnTo>
                  <a:lnTo>
                    <a:pt x="4388370" y="1570146"/>
                  </a:lnTo>
                  <a:lnTo>
                    <a:pt x="4389039" y="1526900"/>
                  </a:lnTo>
                  <a:lnTo>
                    <a:pt x="4389707" y="1474802"/>
                  </a:lnTo>
                  <a:lnTo>
                    <a:pt x="4390375" y="1301243"/>
                  </a:lnTo>
                  <a:lnTo>
                    <a:pt x="4391043" y="1286833"/>
                  </a:lnTo>
                  <a:lnTo>
                    <a:pt x="4391711" y="1286833"/>
                  </a:lnTo>
                  <a:lnTo>
                    <a:pt x="4392379" y="1286833"/>
                  </a:lnTo>
                  <a:lnTo>
                    <a:pt x="4393047" y="1286833"/>
                  </a:lnTo>
                  <a:lnTo>
                    <a:pt x="4393715" y="1286833"/>
                  </a:lnTo>
                  <a:lnTo>
                    <a:pt x="4394383" y="1340338"/>
                  </a:lnTo>
                  <a:lnTo>
                    <a:pt x="4395051" y="1346575"/>
                  </a:lnTo>
                  <a:lnTo>
                    <a:pt x="4395719" y="1334163"/>
                  </a:lnTo>
                  <a:lnTo>
                    <a:pt x="4396387" y="1286833"/>
                  </a:lnTo>
                  <a:lnTo>
                    <a:pt x="4397055" y="1286833"/>
                  </a:lnTo>
                  <a:lnTo>
                    <a:pt x="4397723" y="1466719"/>
                  </a:lnTo>
                  <a:lnTo>
                    <a:pt x="4398391" y="1466719"/>
                  </a:lnTo>
                  <a:lnTo>
                    <a:pt x="4399059" y="1514576"/>
                  </a:lnTo>
                  <a:lnTo>
                    <a:pt x="4399727" y="1554632"/>
                  </a:lnTo>
                  <a:lnTo>
                    <a:pt x="4400395" y="1668810"/>
                  </a:lnTo>
                  <a:lnTo>
                    <a:pt x="4401063" y="1668810"/>
                  </a:lnTo>
                  <a:lnTo>
                    <a:pt x="4401731" y="1668810"/>
                  </a:lnTo>
                  <a:lnTo>
                    <a:pt x="4402399" y="1668810"/>
                  </a:lnTo>
                  <a:lnTo>
                    <a:pt x="4403067" y="1668810"/>
                  </a:lnTo>
                  <a:lnTo>
                    <a:pt x="4403735" y="1668810"/>
                  </a:lnTo>
                  <a:lnTo>
                    <a:pt x="4404403" y="1668810"/>
                  </a:lnTo>
                  <a:lnTo>
                    <a:pt x="4405071" y="1668810"/>
                  </a:lnTo>
                  <a:lnTo>
                    <a:pt x="4405739" y="1668810"/>
                  </a:lnTo>
                  <a:lnTo>
                    <a:pt x="4406407" y="1668810"/>
                  </a:lnTo>
                  <a:lnTo>
                    <a:pt x="4407075" y="1668810"/>
                  </a:lnTo>
                  <a:lnTo>
                    <a:pt x="4407743" y="1668810"/>
                  </a:lnTo>
                  <a:lnTo>
                    <a:pt x="4408411" y="1668810"/>
                  </a:lnTo>
                  <a:lnTo>
                    <a:pt x="4409079" y="1666771"/>
                  </a:lnTo>
                  <a:lnTo>
                    <a:pt x="4409747" y="1666771"/>
                  </a:lnTo>
                  <a:lnTo>
                    <a:pt x="4410415" y="1666771"/>
                  </a:lnTo>
                  <a:lnTo>
                    <a:pt x="4411083" y="1666771"/>
                  </a:lnTo>
                  <a:lnTo>
                    <a:pt x="4411751" y="1666771"/>
                  </a:lnTo>
                  <a:lnTo>
                    <a:pt x="4412419" y="1666771"/>
                  </a:lnTo>
                  <a:lnTo>
                    <a:pt x="4413088" y="1666771"/>
                  </a:lnTo>
                  <a:lnTo>
                    <a:pt x="4413756" y="1666771"/>
                  </a:lnTo>
                  <a:lnTo>
                    <a:pt x="4414424" y="1666771"/>
                  </a:lnTo>
                  <a:lnTo>
                    <a:pt x="4415092" y="1666771"/>
                  </a:lnTo>
                  <a:lnTo>
                    <a:pt x="4415760" y="1666771"/>
                  </a:lnTo>
                  <a:lnTo>
                    <a:pt x="4416428" y="1666771"/>
                  </a:lnTo>
                  <a:lnTo>
                    <a:pt x="4417096" y="1666771"/>
                  </a:lnTo>
                  <a:lnTo>
                    <a:pt x="4417764" y="1666771"/>
                  </a:lnTo>
                  <a:lnTo>
                    <a:pt x="4418432" y="1666771"/>
                  </a:lnTo>
                  <a:lnTo>
                    <a:pt x="4419100" y="1666771"/>
                  </a:lnTo>
                  <a:lnTo>
                    <a:pt x="4419768" y="1666771"/>
                  </a:lnTo>
                  <a:lnTo>
                    <a:pt x="4420436" y="1666771"/>
                  </a:lnTo>
                  <a:lnTo>
                    <a:pt x="4421104" y="1666771"/>
                  </a:lnTo>
                  <a:lnTo>
                    <a:pt x="4421772" y="1666771"/>
                  </a:lnTo>
                  <a:lnTo>
                    <a:pt x="4422440" y="1666771"/>
                  </a:lnTo>
                  <a:lnTo>
                    <a:pt x="4423108" y="1666771"/>
                  </a:lnTo>
                  <a:lnTo>
                    <a:pt x="4423776" y="1666771"/>
                  </a:lnTo>
                  <a:lnTo>
                    <a:pt x="4424444" y="1666771"/>
                  </a:lnTo>
                  <a:lnTo>
                    <a:pt x="4425112" y="1666771"/>
                  </a:lnTo>
                  <a:lnTo>
                    <a:pt x="4425780" y="1666771"/>
                  </a:lnTo>
                  <a:lnTo>
                    <a:pt x="4426448" y="1666771"/>
                  </a:lnTo>
                  <a:lnTo>
                    <a:pt x="4427116" y="1666771"/>
                  </a:lnTo>
                  <a:lnTo>
                    <a:pt x="4427784" y="1666771"/>
                  </a:lnTo>
                  <a:lnTo>
                    <a:pt x="4428452" y="1666771"/>
                  </a:lnTo>
                  <a:lnTo>
                    <a:pt x="4429120" y="1666771"/>
                  </a:lnTo>
                  <a:lnTo>
                    <a:pt x="4429788" y="1666771"/>
                  </a:lnTo>
                  <a:lnTo>
                    <a:pt x="4430456" y="1668810"/>
                  </a:lnTo>
                  <a:lnTo>
                    <a:pt x="4431124" y="1668810"/>
                  </a:lnTo>
                  <a:lnTo>
                    <a:pt x="4431792" y="1668810"/>
                  </a:lnTo>
                  <a:lnTo>
                    <a:pt x="4432460" y="1668810"/>
                  </a:lnTo>
                  <a:lnTo>
                    <a:pt x="4433128" y="1668810"/>
                  </a:lnTo>
                  <a:lnTo>
                    <a:pt x="4433796" y="1668810"/>
                  </a:lnTo>
                  <a:lnTo>
                    <a:pt x="4434464" y="1668810"/>
                  </a:lnTo>
                  <a:lnTo>
                    <a:pt x="4435132" y="1668810"/>
                  </a:lnTo>
                  <a:lnTo>
                    <a:pt x="4435800" y="1668810"/>
                  </a:lnTo>
                  <a:lnTo>
                    <a:pt x="4436468" y="1668810"/>
                  </a:lnTo>
                  <a:lnTo>
                    <a:pt x="4437136" y="1668810"/>
                  </a:lnTo>
                  <a:lnTo>
                    <a:pt x="4437805" y="1668810"/>
                  </a:lnTo>
                  <a:lnTo>
                    <a:pt x="4438473" y="1668810"/>
                  </a:lnTo>
                  <a:lnTo>
                    <a:pt x="4439141" y="1668810"/>
                  </a:lnTo>
                  <a:lnTo>
                    <a:pt x="4439809" y="1668810"/>
                  </a:lnTo>
                  <a:lnTo>
                    <a:pt x="4440477" y="1668810"/>
                  </a:lnTo>
                  <a:lnTo>
                    <a:pt x="4441145" y="1668810"/>
                  </a:lnTo>
                  <a:lnTo>
                    <a:pt x="4441813" y="1668810"/>
                  </a:lnTo>
                  <a:lnTo>
                    <a:pt x="4442481" y="1668810"/>
                  </a:lnTo>
                  <a:lnTo>
                    <a:pt x="4443149" y="1668810"/>
                  </a:lnTo>
                  <a:lnTo>
                    <a:pt x="4443817" y="1668810"/>
                  </a:lnTo>
                  <a:lnTo>
                    <a:pt x="4444485" y="1668810"/>
                  </a:lnTo>
                  <a:lnTo>
                    <a:pt x="4445153" y="1668810"/>
                  </a:lnTo>
                  <a:lnTo>
                    <a:pt x="4445821" y="1668810"/>
                  </a:lnTo>
                  <a:lnTo>
                    <a:pt x="4446489" y="1668810"/>
                  </a:lnTo>
                  <a:lnTo>
                    <a:pt x="4447157" y="1668810"/>
                  </a:lnTo>
                  <a:lnTo>
                    <a:pt x="4447825" y="1667045"/>
                  </a:lnTo>
                  <a:lnTo>
                    <a:pt x="4448493" y="1561212"/>
                  </a:lnTo>
                  <a:lnTo>
                    <a:pt x="4449161" y="1434148"/>
                  </a:lnTo>
                  <a:lnTo>
                    <a:pt x="4449829" y="1312255"/>
                  </a:lnTo>
                  <a:lnTo>
                    <a:pt x="4450497" y="1359373"/>
                  </a:lnTo>
                  <a:lnTo>
                    <a:pt x="4451165" y="1399354"/>
                  </a:lnTo>
                  <a:lnTo>
                    <a:pt x="4451833" y="1481884"/>
                  </a:lnTo>
                  <a:lnTo>
                    <a:pt x="4452501" y="1395443"/>
                  </a:lnTo>
                  <a:lnTo>
                    <a:pt x="4453169" y="1498310"/>
                  </a:lnTo>
                  <a:lnTo>
                    <a:pt x="4453837" y="1570146"/>
                  </a:lnTo>
                  <a:lnTo>
                    <a:pt x="4454505" y="1570146"/>
                  </a:lnTo>
                  <a:lnTo>
                    <a:pt x="4455173" y="1570146"/>
                  </a:lnTo>
                  <a:lnTo>
                    <a:pt x="4455841" y="1570146"/>
                  </a:lnTo>
                  <a:lnTo>
                    <a:pt x="4456509" y="1570146"/>
                  </a:lnTo>
                  <a:lnTo>
                    <a:pt x="4457177" y="1570146"/>
                  </a:lnTo>
                  <a:lnTo>
                    <a:pt x="4457845" y="1583724"/>
                  </a:lnTo>
                  <a:lnTo>
                    <a:pt x="4458513" y="1666771"/>
                  </a:lnTo>
                  <a:lnTo>
                    <a:pt x="4459181" y="1666771"/>
                  </a:lnTo>
                  <a:lnTo>
                    <a:pt x="4459849" y="1666771"/>
                  </a:lnTo>
                  <a:lnTo>
                    <a:pt x="4460517" y="1666771"/>
                  </a:lnTo>
                  <a:lnTo>
                    <a:pt x="4461185" y="1666771"/>
                  </a:lnTo>
                  <a:lnTo>
                    <a:pt x="4461853" y="1666771"/>
                  </a:lnTo>
                  <a:lnTo>
                    <a:pt x="4462522" y="1666771"/>
                  </a:lnTo>
                  <a:lnTo>
                    <a:pt x="4463190" y="1666771"/>
                  </a:lnTo>
                  <a:lnTo>
                    <a:pt x="4463858" y="1666771"/>
                  </a:lnTo>
                  <a:lnTo>
                    <a:pt x="4464526" y="1666771"/>
                  </a:lnTo>
                  <a:lnTo>
                    <a:pt x="4465194" y="1666771"/>
                  </a:lnTo>
                  <a:lnTo>
                    <a:pt x="4465862" y="1626317"/>
                  </a:lnTo>
                  <a:lnTo>
                    <a:pt x="4466530" y="1543842"/>
                  </a:lnTo>
                  <a:lnTo>
                    <a:pt x="4467198" y="1486446"/>
                  </a:lnTo>
                  <a:lnTo>
                    <a:pt x="4467866" y="1486446"/>
                  </a:lnTo>
                  <a:lnTo>
                    <a:pt x="4468534" y="1486446"/>
                  </a:lnTo>
                  <a:lnTo>
                    <a:pt x="4469202" y="1486446"/>
                  </a:lnTo>
                  <a:lnTo>
                    <a:pt x="4469870" y="1486446"/>
                  </a:lnTo>
                  <a:lnTo>
                    <a:pt x="4470538" y="1437480"/>
                  </a:lnTo>
                  <a:lnTo>
                    <a:pt x="4471206" y="1412617"/>
                  </a:lnTo>
                  <a:lnTo>
                    <a:pt x="4471874" y="1412617"/>
                  </a:lnTo>
                  <a:lnTo>
                    <a:pt x="4472542" y="1412617"/>
                  </a:lnTo>
                  <a:lnTo>
                    <a:pt x="4473210" y="1412617"/>
                  </a:lnTo>
                  <a:lnTo>
                    <a:pt x="4473878" y="1412617"/>
                  </a:lnTo>
                  <a:lnTo>
                    <a:pt x="4474546" y="1352875"/>
                  </a:lnTo>
                  <a:lnTo>
                    <a:pt x="4475214" y="1331097"/>
                  </a:lnTo>
                  <a:lnTo>
                    <a:pt x="4475882" y="1253543"/>
                  </a:lnTo>
                  <a:lnTo>
                    <a:pt x="4476550" y="1304165"/>
                  </a:lnTo>
                  <a:lnTo>
                    <a:pt x="4477218" y="1346575"/>
                  </a:lnTo>
                  <a:lnTo>
                    <a:pt x="4477886" y="1325012"/>
                  </a:lnTo>
                  <a:lnTo>
                    <a:pt x="4478554" y="1286833"/>
                  </a:lnTo>
                  <a:lnTo>
                    <a:pt x="4479222" y="1258970"/>
                  </a:lnTo>
                  <a:lnTo>
                    <a:pt x="4479890" y="1182120"/>
                  </a:lnTo>
                  <a:lnTo>
                    <a:pt x="4480558" y="1133433"/>
                  </a:lnTo>
                  <a:lnTo>
                    <a:pt x="4481226" y="1135668"/>
                  </a:lnTo>
                  <a:lnTo>
                    <a:pt x="4481894" y="1128988"/>
                  </a:lnTo>
                  <a:lnTo>
                    <a:pt x="4482562" y="1092422"/>
                  </a:lnTo>
                  <a:lnTo>
                    <a:pt x="4483230" y="1092422"/>
                  </a:lnTo>
                  <a:lnTo>
                    <a:pt x="4483898" y="1069850"/>
                  </a:lnTo>
                  <a:lnTo>
                    <a:pt x="4484566" y="1088257"/>
                  </a:lnTo>
                  <a:lnTo>
                    <a:pt x="4485234" y="1102957"/>
                  </a:lnTo>
                  <a:lnTo>
                    <a:pt x="4485902" y="1182120"/>
                  </a:lnTo>
                  <a:lnTo>
                    <a:pt x="4486570" y="1182120"/>
                  </a:lnTo>
                  <a:lnTo>
                    <a:pt x="4487239" y="1182120"/>
                  </a:lnTo>
                  <a:lnTo>
                    <a:pt x="4487907" y="1156147"/>
                  </a:lnTo>
                  <a:lnTo>
                    <a:pt x="4488575" y="1182120"/>
                  </a:lnTo>
                  <a:lnTo>
                    <a:pt x="4489243" y="1206705"/>
                  </a:lnTo>
                  <a:lnTo>
                    <a:pt x="4489911" y="1286833"/>
                  </a:lnTo>
                  <a:lnTo>
                    <a:pt x="4490579" y="1392064"/>
                  </a:lnTo>
                  <a:lnTo>
                    <a:pt x="4491247" y="1412617"/>
                  </a:lnTo>
                  <a:lnTo>
                    <a:pt x="4491915" y="1423152"/>
                  </a:lnTo>
                  <a:lnTo>
                    <a:pt x="4492583" y="1426704"/>
                  </a:lnTo>
                  <a:lnTo>
                    <a:pt x="4493251" y="1412617"/>
                  </a:lnTo>
                  <a:lnTo>
                    <a:pt x="4493919" y="1452143"/>
                  </a:lnTo>
                  <a:lnTo>
                    <a:pt x="4494587" y="1486446"/>
                  </a:lnTo>
                  <a:lnTo>
                    <a:pt x="4495255" y="1486446"/>
                  </a:lnTo>
                  <a:lnTo>
                    <a:pt x="4495923" y="1486446"/>
                  </a:lnTo>
                  <a:lnTo>
                    <a:pt x="4496591" y="1437480"/>
                  </a:lnTo>
                  <a:lnTo>
                    <a:pt x="4497259" y="1385360"/>
                  </a:lnTo>
                  <a:lnTo>
                    <a:pt x="4497927" y="1405691"/>
                  </a:lnTo>
                  <a:lnTo>
                    <a:pt x="4498595" y="1412617"/>
                  </a:lnTo>
                  <a:lnTo>
                    <a:pt x="4499263" y="1382035"/>
                  </a:lnTo>
                  <a:lnTo>
                    <a:pt x="4499931" y="1346575"/>
                  </a:lnTo>
                  <a:lnTo>
                    <a:pt x="4500599" y="1337243"/>
                  </a:lnTo>
                  <a:lnTo>
                    <a:pt x="4501267" y="1286833"/>
                  </a:lnTo>
                  <a:lnTo>
                    <a:pt x="4501935" y="1267199"/>
                  </a:lnTo>
                  <a:lnTo>
                    <a:pt x="4502603" y="1234910"/>
                  </a:lnTo>
                  <a:lnTo>
                    <a:pt x="4503271" y="1219368"/>
                  </a:lnTo>
                  <a:lnTo>
                    <a:pt x="4503939" y="1177317"/>
                  </a:lnTo>
                  <a:lnTo>
                    <a:pt x="4504607" y="1113672"/>
                  </a:lnTo>
                  <a:lnTo>
                    <a:pt x="4505275" y="1036490"/>
                  </a:lnTo>
                  <a:lnTo>
                    <a:pt x="4505943" y="983385"/>
                  </a:lnTo>
                  <a:lnTo>
                    <a:pt x="4506611" y="969493"/>
                  </a:lnTo>
                  <a:lnTo>
                    <a:pt x="4507279" y="992226"/>
                  </a:lnTo>
                  <a:lnTo>
                    <a:pt x="4507947" y="979883"/>
                  </a:lnTo>
                  <a:lnTo>
                    <a:pt x="4508615" y="960965"/>
                  </a:lnTo>
                  <a:lnTo>
                    <a:pt x="4509283" y="944249"/>
                  </a:lnTo>
                  <a:lnTo>
                    <a:pt x="4509951" y="1071990"/>
                  </a:lnTo>
                  <a:lnTo>
                    <a:pt x="4510619" y="1052509"/>
                  </a:lnTo>
                  <a:lnTo>
                    <a:pt x="4511288" y="1052509"/>
                  </a:lnTo>
                  <a:lnTo>
                    <a:pt x="4511956" y="1027176"/>
                  </a:lnTo>
                  <a:lnTo>
                    <a:pt x="4512624" y="1043855"/>
                  </a:lnTo>
                  <a:lnTo>
                    <a:pt x="4513292" y="1058102"/>
                  </a:lnTo>
                  <a:lnTo>
                    <a:pt x="4513960" y="1083090"/>
                  </a:lnTo>
                  <a:lnTo>
                    <a:pt x="4514628" y="1095203"/>
                  </a:lnTo>
                  <a:lnTo>
                    <a:pt x="4515296" y="1156169"/>
                  </a:lnTo>
                  <a:lnTo>
                    <a:pt x="4515964" y="1185489"/>
                  </a:lnTo>
                  <a:lnTo>
                    <a:pt x="4516632" y="1156169"/>
                  </a:lnTo>
                  <a:lnTo>
                    <a:pt x="4517300" y="1110680"/>
                  </a:lnTo>
                  <a:lnTo>
                    <a:pt x="4517968" y="1141185"/>
                  </a:lnTo>
                  <a:lnTo>
                    <a:pt x="4518636" y="1144484"/>
                  </a:lnTo>
                  <a:lnTo>
                    <a:pt x="4519304" y="1157856"/>
                  </a:lnTo>
                  <a:lnTo>
                    <a:pt x="4519972" y="1209119"/>
                  </a:lnTo>
                  <a:lnTo>
                    <a:pt x="4520640" y="1249736"/>
                  </a:lnTo>
                  <a:lnTo>
                    <a:pt x="4521308" y="1284971"/>
                  </a:lnTo>
                  <a:lnTo>
                    <a:pt x="4521976" y="1191839"/>
                  </a:lnTo>
                  <a:lnTo>
                    <a:pt x="4522644" y="1232293"/>
                  </a:lnTo>
                  <a:lnTo>
                    <a:pt x="4523312" y="1232293"/>
                  </a:lnTo>
                  <a:lnTo>
                    <a:pt x="4523980" y="1232293"/>
                  </a:lnTo>
                  <a:lnTo>
                    <a:pt x="4524648" y="1286833"/>
                  </a:lnTo>
                  <a:lnTo>
                    <a:pt x="4525316" y="1286833"/>
                  </a:lnTo>
                  <a:lnTo>
                    <a:pt x="4525984" y="1321991"/>
                  </a:lnTo>
                  <a:lnTo>
                    <a:pt x="4526652" y="1448445"/>
                  </a:lnTo>
                  <a:lnTo>
                    <a:pt x="4527320" y="1570146"/>
                  </a:lnTo>
                  <a:lnTo>
                    <a:pt x="4527988" y="1498310"/>
                  </a:lnTo>
                  <a:lnTo>
                    <a:pt x="4528656" y="1522735"/>
                  </a:lnTo>
                  <a:lnTo>
                    <a:pt x="4529324" y="1570146"/>
                  </a:lnTo>
                  <a:lnTo>
                    <a:pt x="4529992" y="1570146"/>
                  </a:lnTo>
                  <a:lnTo>
                    <a:pt x="4530660" y="1570146"/>
                  </a:lnTo>
                  <a:lnTo>
                    <a:pt x="4531328" y="1570146"/>
                  </a:lnTo>
                  <a:lnTo>
                    <a:pt x="4531996" y="1570146"/>
                  </a:lnTo>
                  <a:lnTo>
                    <a:pt x="4532664" y="1570146"/>
                  </a:lnTo>
                  <a:lnTo>
                    <a:pt x="4533332" y="1570146"/>
                  </a:lnTo>
                  <a:lnTo>
                    <a:pt x="4534000" y="1570146"/>
                  </a:lnTo>
                  <a:lnTo>
                    <a:pt x="4534668" y="1668810"/>
                  </a:lnTo>
                  <a:lnTo>
                    <a:pt x="4535336" y="1668810"/>
                  </a:lnTo>
                  <a:lnTo>
                    <a:pt x="4536005" y="1668810"/>
                  </a:lnTo>
                  <a:lnTo>
                    <a:pt x="4536673" y="1668810"/>
                  </a:lnTo>
                  <a:lnTo>
                    <a:pt x="4537341" y="1639697"/>
                  </a:lnTo>
                  <a:lnTo>
                    <a:pt x="4538009" y="1590647"/>
                  </a:lnTo>
                  <a:lnTo>
                    <a:pt x="4538677" y="1545158"/>
                  </a:lnTo>
                  <a:lnTo>
                    <a:pt x="4539345" y="1545158"/>
                  </a:lnTo>
                  <a:lnTo>
                    <a:pt x="4540013" y="1545158"/>
                  </a:lnTo>
                  <a:lnTo>
                    <a:pt x="4540681" y="1545158"/>
                  </a:lnTo>
                  <a:lnTo>
                    <a:pt x="4541349" y="1545158"/>
                  </a:lnTo>
                  <a:lnTo>
                    <a:pt x="4542017" y="1545158"/>
                  </a:lnTo>
                  <a:lnTo>
                    <a:pt x="4542685" y="1545158"/>
                  </a:lnTo>
                  <a:lnTo>
                    <a:pt x="4543353" y="1545158"/>
                  </a:lnTo>
                  <a:lnTo>
                    <a:pt x="4544021" y="1545158"/>
                  </a:lnTo>
                  <a:lnTo>
                    <a:pt x="4544689" y="1526461"/>
                  </a:lnTo>
                  <a:lnTo>
                    <a:pt x="4545357" y="1430918"/>
                  </a:lnTo>
                  <a:lnTo>
                    <a:pt x="4546025" y="1275539"/>
                  </a:lnTo>
                  <a:lnTo>
                    <a:pt x="4546693" y="1286833"/>
                  </a:lnTo>
                  <a:lnTo>
                    <a:pt x="4547361" y="1264444"/>
                  </a:lnTo>
                  <a:lnTo>
                    <a:pt x="4548029" y="1356049"/>
                  </a:lnTo>
                  <a:lnTo>
                    <a:pt x="4548697" y="1412617"/>
                  </a:lnTo>
                  <a:lnTo>
                    <a:pt x="4549365" y="1412617"/>
                  </a:lnTo>
                  <a:lnTo>
                    <a:pt x="4550033" y="1412617"/>
                  </a:lnTo>
                  <a:lnTo>
                    <a:pt x="4550701" y="1385360"/>
                  </a:lnTo>
                  <a:lnTo>
                    <a:pt x="4551369" y="1346575"/>
                  </a:lnTo>
                  <a:lnTo>
                    <a:pt x="4552037" y="1346575"/>
                  </a:lnTo>
                  <a:lnTo>
                    <a:pt x="4552705" y="1346575"/>
                  </a:lnTo>
                  <a:lnTo>
                    <a:pt x="4553373" y="1464962"/>
                  </a:lnTo>
                  <a:lnTo>
                    <a:pt x="4554041" y="1412178"/>
                  </a:lnTo>
                  <a:lnTo>
                    <a:pt x="4554709" y="1364422"/>
                  </a:lnTo>
                  <a:lnTo>
                    <a:pt x="4555377" y="1397811"/>
                  </a:lnTo>
                  <a:lnTo>
                    <a:pt x="4556045" y="1430876"/>
                  </a:lnTo>
                  <a:lnTo>
                    <a:pt x="4556713" y="1430876"/>
                  </a:lnTo>
                  <a:lnTo>
                    <a:pt x="4557381" y="1485416"/>
                  </a:lnTo>
                  <a:lnTo>
                    <a:pt x="4558049" y="1485416"/>
                  </a:lnTo>
                  <a:lnTo>
                    <a:pt x="4558717" y="1485416"/>
                  </a:lnTo>
                  <a:lnTo>
                    <a:pt x="4559385" y="1436121"/>
                  </a:lnTo>
                  <a:lnTo>
                    <a:pt x="4560053" y="1420515"/>
                  </a:lnTo>
                  <a:lnTo>
                    <a:pt x="4560722" y="1378297"/>
                  </a:lnTo>
                  <a:lnTo>
                    <a:pt x="4561390" y="1380704"/>
                  </a:lnTo>
                  <a:lnTo>
                    <a:pt x="4562058" y="1371133"/>
                  </a:lnTo>
                  <a:lnTo>
                    <a:pt x="4562726" y="1334251"/>
                  </a:lnTo>
                  <a:lnTo>
                    <a:pt x="4563394" y="1278608"/>
                  </a:lnTo>
                  <a:lnTo>
                    <a:pt x="4564062" y="1315554"/>
                  </a:lnTo>
                  <a:lnTo>
                    <a:pt x="4564730" y="1343433"/>
                  </a:lnTo>
                  <a:lnTo>
                    <a:pt x="4565398" y="1219368"/>
                  </a:lnTo>
                  <a:lnTo>
                    <a:pt x="4566066" y="1124574"/>
                  </a:lnTo>
                  <a:lnTo>
                    <a:pt x="4566734" y="1092422"/>
                  </a:lnTo>
                  <a:lnTo>
                    <a:pt x="4567402" y="1059853"/>
                  </a:lnTo>
                  <a:lnTo>
                    <a:pt x="4568070" y="1051968"/>
                  </a:lnTo>
                  <a:lnTo>
                    <a:pt x="4568738" y="1021385"/>
                  </a:lnTo>
                  <a:lnTo>
                    <a:pt x="4569406" y="1048062"/>
                  </a:lnTo>
                  <a:lnTo>
                    <a:pt x="4570074" y="1004816"/>
                  </a:lnTo>
                  <a:lnTo>
                    <a:pt x="4570742" y="962661"/>
                  </a:lnTo>
                  <a:lnTo>
                    <a:pt x="4571410" y="1021523"/>
                  </a:lnTo>
                  <a:lnTo>
                    <a:pt x="4572078" y="1001643"/>
                  </a:lnTo>
                  <a:lnTo>
                    <a:pt x="4572746" y="1163705"/>
                  </a:lnTo>
                  <a:lnTo>
                    <a:pt x="4573414" y="1267067"/>
                  </a:lnTo>
                  <a:lnTo>
                    <a:pt x="4574082" y="1240042"/>
                  </a:lnTo>
                  <a:lnTo>
                    <a:pt x="4574750" y="1230891"/>
                  </a:lnTo>
                  <a:lnTo>
                    <a:pt x="4575418" y="1215508"/>
                  </a:lnTo>
                  <a:lnTo>
                    <a:pt x="4576086" y="1238726"/>
                  </a:lnTo>
                  <a:lnTo>
                    <a:pt x="4576754" y="1234796"/>
                  </a:lnTo>
                  <a:lnTo>
                    <a:pt x="4577422" y="1256047"/>
                  </a:lnTo>
                  <a:lnTo>
                    <a:pt x="4578090" y="1261473"/>
                  </a:lnTo>
                  <a:lnTo>
                    <a:pt x="4578758" y="1283664"/>
                  </a:lnTo>
                  <a:lnTo>
                    <a:pt x="4579426" y="1289337"/>
                  </a:lnTo>
                  <a:lnTo>
                    <a:pt x="4580094" y="1332074"/>
                  </a:lnTo>
                  <a:lnTo>
                    <a:pt x="4580762" y="1409919"/>
                  </a:lnTo>
                  <a:lnTo>
                    <a:pt x="4581430" y="1433145"/>
                  </a:lnTo>
                  <a:lnTo>
                    <a:pt x="4582098" y="1319866"/>
                  </a:lnTo>
                  <a:lnTo>
                    <a:pt x="4582766" y="1276647"/>
                  </a:lnTo>
                  <a:lnTo>
                    <a:pt x="4583434" y="1104443"/>
                  </a:lnTo>
                  <a:lnTo>
                    <a:pt x="4584102" y="1132837"/>
                  </a:lnTo>
                  <a:lnTo>
                    <a:pt x="4584771" y="1199186"/>
                  </a:lnTo>
                  <a:lnTo>
                    <a:pt x="4585439" y="1138708"/>
                  </a:lnTo>
                  <a:lnTo>
                    <a:pt x="4586107" y="1084383"/>
                  </a:lnTo>
                  <a:lnTo>
                    <a:pt x="4586775" y="1065712"/>
                  </a:lnTo>
                  <a:lnTo>
                    <a:pt x="4587443" y="1161628"/>
                  </a:lnTo>
                  <a:lnTo>
                    <a:pt x="4588111" y="1113302"/>
                  </a:lnTo>
                  <a:lnTo>
                    <a:pt x="4588779" y="1064514"/>
                  </a:lnTo>
                  <a:lnTo>
                    <a:pt x="4589447" y="1010964"/>
                  </a:lnTo>
                  <a:lnTo>
                    <a:pt x="4590115" y="969426"/>
                  </a:lnTo>
                  <a:lnTo>
                    <a:pt x="4590783" y="978928"/>
                  </a:lnTo>
                  <a:lnTo>
                    <a:pt x="4591451" y="976567"/>
                  </a:lnTo>
                  <a:lnTo>
                    <a:pt x="4592119" y="1012253"/>
                  </a:lnTo>
                  <a:lnTo>
                    <a:pt x="4592787" y="1006912"/>
                  </a:lnTo>
                  <a:lnTo>
                    <a:pt x="4593455" y="1076827"/>
                  </a:lnTo>
                  <a:lnTo>
                    <a:pt x="4594123" y="1044010"/>
                  </a:lnTo>
                  <a:lnTo>
                    <a:pt x="4594791" y="1035150"/>
                  </a:lnTo>
                  <a:lnTo>
                    <a:pt x="4595459" y="1054507"/>
                  </a:lnTo>
                  <a:lnTo>
                    <a:pt x="4596127" y="1035674"/>
                  </a:lnTo>
                  <a:lnTo>
                    <a:pt x="4596795" y="1045293"/>
                  </a:lnTo>
                  <a:lnTo>
                    <a:pt x="4597463" y="1042874"/>
                  </a:lnTo>
                  <a:lnTo>
                    <a:pt x="4598131" y="1055883"/>
                  </a:lnTo>
                  <a:lnTo>
                    <a:pt x="4598799" y="1028116"/>
                  </a:lnTo>
                  <a:lnTo>
                    <a:pt x="4599467" y="1026413"/>
                  </a:lnTo>
                  <a:lnTo>
                    <a:pt x="4600135" y="1052462"/>
                  </a:lnTo>
                  <a:lnTo>
                    <a:pt x="4600803" y="1110964"/>
                  </a:lnTo>
                  <a:lnTo>
                    <a:pt x="4601471" y="1122694"/>
                  </a:lnTo>
                  <a:lnTo>
                    <a:pt x="4602139" y="1217727"/>
                  </a:lnTo>
                  <a:lnTo>
                    <a:pt x="4602807" y="1175903"/>
                  </a:lnTo>
                  <a:lnTo>
                    <a:pt x="4603475" y="1050938"/>
                  </a:lnTo>
                  <a:lnTo>
                    <a:pt x="4604143" y="1076709"/>
                  </a:lnTo>
                  <a:lnTo>
                    <a:pt x="4604811" y="1019523"/>
                  </a:lnTo>
                  <a:lnTo>
                    <a:pt x="4605479" y="1124574"/>
                  </a:lnTo>
                  <a:lnTo>
                    <a:pt x="4606147" y="1182120"/>
                  </a:lnTo>
                  <a:lnTo>
                    <a:pt x="4606815" y="1177317"/>
                  </a:lnTo>
                  <a:lnTo>
                    <a:pt x="4607483" y="1201710"/>
                  </a:lnTo>
                  <a:lnTo>
                    <a:pt x="4608151" y="1275539"/>
                  </a:lnTo>
                  <a:lnTo>
                    <a:pt x="4608819" y="1334163"/>
                  </a:lnTo>
                  <a:lnTo>
                    <a:pt x="4609488" y="1498310"/>
                  </a:lnTo>
                  <a:lnTo>
                    <a:pt x="4610156" y="1561255"/>
                  </a:lnTo>
                  <a:lnTo>
                    <a:pt x="4610824" y="1356049"/>
                  </a:lnTo>
                  <a:lnTo>
                    <a:pt x="4611492" y="1301243"/>
                  </a:lnTo>
                  <a:lnTo>
                    <a:pt x="4612160" y="1237538"/>
                  </a:lnTo>
                  <a:lnTo>
                    <a:pt x="4612828" y="1232293"/>
                  </a:lnTo>
                  <a:lnTo>
                    <a:pt x="4613496" y="1232293"/>
                  </a:lnTo>
                  <a:lnTo>
                    <a:pt x="4614164" y="1232293"/>
                  </a:lnTo>
                  <a:lnTo>
                    <a:pt x="4614832" y="1232293"/>
                  </a:lnTo>
                  <a:lnTo>
                    <a:pt x="4615500" y="1232293"/>
                  </a:lnTo>
                  <a:lnTo>
                    <a:pt x="4616168" y="1232293"/>
                  </a:lnTo>
                  <a:lnTo>
                    <a:pt x="4616836" y="1281160"/>
                  </a:lnTo>
                  <a:lnTo>
                    <a:pt x="4617504" y="1286833"/>
                  </a:lnTo>
                  <a:lnTo>
                    <a:pt x="4618172" y="1286833"/>
                  </a:lnTo>
                  <a:lnTo>
                    <a:pt x="4618840" y="1286833"/>
                  </a:lnTo>
                  <a:lnTo>
                    <a:pt x="4619508" y="1286833"/>
                  </a:lnTo>
                  <a:lnTo>
                    <a:pt x="4620176" y="1258970"/>
                  </a:lnTo>
                  <a:lnTo>
                    <a:pt x="4620844" y="1402256"/>
                  </a:lnTo>
                  <a:lnTo>
                    <a:pt x="4621512" y="1467158"/>
                  </a:lnTo>
                  <a:lnTo>
                    <a:pt x="4622180" y="1561255"/>
                  </a:lnTo>
                  <a:lnTo>
                    <a:pt x="4622848" y="1570146"/>
                  </a:lnTo>
                  <a:lnTo>
                    <a:pt x="4623516" y="1570146"/>
                  </a:lnTo>
                  <a:lnTo>
                    <a:pt x="4624184" y="1570146"/>
                  </a:lnTo>
                  <a:lnTo>
                    <a:pt x="4624852" y="1570146"/>
                  </a:lnTo>
                  <a:lnTo>
                    <a:pt x="4625520" y="1552488"/>
                  </a:lnTo>
                  <a:lnTo>
                    <a:pt x="4626188" y="1486446"/>
                  </a:lnTo>
                  <a:lnTo>
                    <a:pt x="4626856" y="1486446"/>
                  </a:lnTo>
                  <a:lnTo>
                    <a:pt x="4627524" y="1486446"/>
                  </a:lnTo>
                  <a:lnTo>
                    <a:pt x="4628192" y="1486446"/>
                  </a:lnTo>
                  <a:lnTo>
                    <a:pt x="4628860" y="1486446"/>
                  </a:lnTo>
                  <a:lnTo>
                    <a:pt x="4629528" y="1343449"/>
                  </a:lnTo>
                  <a:lnTo>
                    <a:pt x="4630196" y="1298335"/>
                  </a:lnTo>
                  <a:lnTo>
                    <a:pt x="4630864" y="1232293"/>
                  </a:lnTo>
                  <a:lnTo>
                    <a:pt x="4631532" y="1342202"/>
                  </a:lnTo>
                  <a:lnTo>
                    <a:pt x="4632200" y="1280722"/>
                  </a:lnTo>
                  <a:lnTo>
                    <a:pt x="4632868" y="1272308"/>
                  </a:lnTo>
                  <a:lnTo>
                    <a:pt x="4633536" y="1285488"/>
                  </a:lnTo>
                  <a:lnTo>
                    <a:pt x="4634205" y="1207044"/>
                  </a:lnTo>
                  <a:lnTo>
                    <a:pt x="4634873" y="1050938"/>
                  </a:lnTo>
                  <a:lnTo>
                    <a:pt x="4635541" y="1028549"/>
                  </a:lnTo>
                  <a:lnTo>
                    <a:pt x="4636209" y="1049515"/>
                  </a:lnTo>
                  <a:lnTo>
                    <a:pt x="4636877" y="1023075"/>
                  </a:lnTo>
                  <a:lnTo>
                    <a:pt x="4637545" y="1023075"/>
                  </a:lnTo>
                  <a:lnTo>
                    <a:pt x="4638213" y="1023075"/>
                  </a:lnTo>
                  <a:lnTo>
                    <a:pt x="4638881" y="1001643"/>
                  </a:lnTo>
                  <a:lnTo>
                    <a:pt x="4639549" y="1052364"/>
                  </a:lnTo>
                  <a:lnTo>
                    <a:pt x="4640217" y="1023075"/>
                  </a:lnTo>
                  <a:lnTo>
                    <a:pt x="4640885" y="968307"/>
                  </a:lnTo>
                  <a:lnTo>
                    <a:pt x="4641553" y="876511"/>
                  </a:lnTo>
                  <a:lnTo>
                    <a:pt x="4642221" y="868883"/>
                  </a:lnTo>
                  <a:lnTo>
                    <a:pt x="4642889" y="828497"/>
                  </a:lnTo>
                  <a:lnTo>
                    <a:pt x="4643557" y="796068"/>
                  </a:lnTo>
                  <a:lnTo>
                    <a:pt x="4644225" y="670607"/>
                  </a:lnTo>
                  <a:lnTo>
                    <a:pt x="4644893" y="764750"/>
                  </a:lnTo>
                  <a:lnTo>
                    <a:pt x="4645561" y="742839"/>
                  </a:lnTo>
                  <a:lnTo>
                    <a:pt x="4646229" y="704557"/>
                  </a:lnTo>
                  <a:lnTo>
                    <a:pt x="4646897" y="693403"/>
                  </a:lnTo>
                  <a:lnTo>
                    <a:pt x="4647565" y="662137"/>
                  </a:lnTo>
                  <a:lnTo>
                    <a:pt x="4648233" y="651707"/>
                  </a:lnTo>
                  <a:lnTo>
                    <a:pt x="4648901" y="653779"/>
                  </a:lnTo>
                  <a:lnTo>
                    <a:pt x="4649569" y="657944"/>
                  </a:lnTo>
                  <a:lnTo>
                    <a:pt x="4650237" y="710209"/>
                  </a:lnTo>
                  <a:lnTo>
                    <a:pt x="4650905" y="752483"/>
                  </a:lnTo>
                  <a:lnTo>
                    <a:pt x="4651573" y="720513"/>
                  </a:lnTo>
                  <a:lnTo>
                    <a:pt x="4652241" y="667417"/>
                  </a:lnTo>
                  <a:lnTo>
                    <a:pt x="4652909" y="678114"/>
                  </a:lnTo>
                  <a:lnTo>
                    <a:pt x="4653577" y="637390"/>
                  </a:lnTo>
                  <a:lnTo>
                    <a:pt x="4654245" y="643486"/>
                  </a:lnTo>
                  <a:lnTo>
                    <a:pt x="4654913" y="791246"/>
                  </a:lnTo>
                  <a:lnTo>
                    <a:pt x="4655581" y="842022"/>
                  </a:lnTo>
                  <a:lnTo>
                    <a:pt x="4656249" y="872184"/>
                  </a:lnTo>
                  <a:lnTo>
                    <a:pt x="4656917" y="886483"/>
                  </a:lnTo>
                  <a:lnTo>
                    <a:pt x="4657585" y="848225"/>
                  </a:lnTo>
                  <a:lnTo>
                    <a:pt x="4658253" y="754553"/>
                  </a:lnTo>
                  <a:lnTo>
                    <a:pt x="4658922" y="695295"/>
                  </a:lnTo>
                  <a:lnTo>
                    <a:pt x="4659590" y="679344"/>
                  </a:lnTo>
                  <a:lnTo>
                    <a:pt x="4660258" y="641158"/>
                  </a:lnTo>
                  <a:lnTo>
                    <a:pt x="4660926" y="659198"/>
                  </a:lnTo>
                  <a:lnTo>
                    <a:pt x="4661594" y="759902"/>
                  </a:lnTo>
                  <a:lnTo>
                    <a:pt x="4662262" y="833955"/>
                  </a:lnTo>
                  <a:lnTo>
                    <a:pt x="4662930" y="827937"/>
                  </a:lnTo>
                  <a:lnTo>
                    <a:pt x="4663598" y="841049"/>
                  </a:lnTo>
                  <a:lnTo>
                    <a:pt x="4664266" y="790172"/>
                  </a:lnTo>
                  <a:lnTo>
                    <a:pt x="4664934" y="772800"/>
                  </a:lnTo>
                  <a:lnTo>
                    <a:pt x="4665602" y="710622"/>
                  </a:lnTo>
                  <a:lnTo>
                    <a:pt x="4666270" y="678458"/>
                  </a:lnTo>
                  <a:lnTo>
                    <a:pt x="4666938" y="518073"/>
                  </a:lnTo>
                  <a:lnTo>
                    <a:pt x="4667606" y="518073"/>
                  </a:lnTo>
                  <a:lnTo>
                    <a:pt x="4668274" y="590649"/>
                  </a:lnTo>
                  <a:lnTo>
                    <a:pt x="4668942" y="644508"/>
                  </a:lnTo>
                  <a:lnTo>
                    <a:pt x="4669610" y="627361"/>
                  </a:lnTo>
                  <a:lnTo>
                    <a:pt x="4670278" y="620435"/>
                  </a:lnTo>
                  <a:lnTo>
                    <a:pt x="4670946" y="592529"/>
                  </a:lnTo>
                  <a:lnTo>
                    <a:pt x="4671614" y="561319"/>
                  </a:lnTo>
                  <a:lnTo>
                    <a:pt x="4672282" y="707922"/>
                  </a:lnTo>
                  <a:lnTo>
                    <a:pt x="4672950" y="727915"/>
                  </a:lnTo>
                  <a:lnTo>
                    <a:pt x="4673618" y="752010"/>
                  </a:lnTo>
                  <a:lnTo>
                    <a:pt x="4674286" y="775313"/>
                  </a:lnTo>
                  <a:lnTo>
                    <a:pt x="4674954" y="810224"/>
                  </a:lnTo>
                  <a:lnTo>
                    <a:pt x="4675622" y="1022493"/>
                  </a:lnTo>
                  <a:lnTo>
                    <a:pt x="4676290" y="1030723"/>
                  </a:lnTo>
                  <a:lnTo>
                    <a:pt x="4676958" y="1053072"/>
                  </a:lnTo>
                  <a:lnTo>
                    <a:pt x="4677626" y="1131754"/>
                  </a:lnTo>
                  <a:lnTo>
                    <a:pt x="4678294" y="1144786"/>
                  </a:lnTo>
                  <a:lnTo>
                    <a:pt x="4678962" y="1175830"/>
                  </a:lnTo>
                  <a:lnTo>
                    <a:pt x="4679630" y="1173069"/>
                  </a:lnTo>
                  <a:lnTo>
                    <a:pt x="4680298" y="1227734"/>
                  </a:lnTo>
                  <a:lnTo>
                    <a:pt x="4680966" y="1295951"/>
                  </a:lnTo>
                  <a:lnTo>
                    <a:pt x="4681634" y="1276155"/>
                  </a:lnTo>
                  <a:lnTo>
                    <a:pt x="4682302" y="1252990"/>
                  </a:lnTo>
                  <a:lnTo>
                    <a:pt x="4682971" y="1288000"/>
                  </a:lnTo>
                  <a:lnTo>
                    <a:pt x="4683639" y="1151134"/>
                  </a:lnTo>
                  <a:lnTo>
                    <a:pt x="4684307" y="1168076"/>
                  </a:lnTo>
                  <a:lnTo>
                    <a:pt x="4684975" y="1173291"/>
                  </a:lnTo>
                  <a:lnTo>
                    <a:pt x="4685643" y="1147664"/>
                  </a:lnTo>
                  <a:lnTo>
                    <a:pt x="4686311" y="1120327"/>
                  </a:lnTo>
                  <a:lnTo>
                    <a:pt x="4686979" y="978139"/>
                  </a:lnTo>
                  <a:lnTo>
                    <a:pt x="4687647" y="978139"/>
                  </a:lnTo>
                  <a:lnTo>
                    <a:pt x="4688315" y="1006636"/>
                  </a:lnTo>
                  <a:lnTo>
                    <a:pt x="4688983" y="972937"/>
                  </a:lnTo>
                  <a:lnTo>
                    <a:pt x="4689651" y="1015814"/>
                  </a:lnTo>
                  <a:lnTo>
                    <a:pt x="4690319" y="1051968"/>
                  </a:lnTo>
                  <a:lnTo>
                    <a:pt x="4690987" y="1051968"/>
                  </a:lnTo>
                  <a:lnTo>
                    <a:pt x="4691655" y="1149246"/>
                  </a:lnTo>
                  <a:lnTo>
                    <a:pt x="4692323" y="1182120"/>
                  </a:lnTo>
                  <a:lnTo>
                    <a:pt x="4692991" y="1221932"/>
                  </a:lnTo>
                  <a:lnTo>
                    <a:pt x="4693659" y="1272747"/>
                  </a:lnTo>
                  <a:lnTo>
                    <a:pt x="4694327" y="1321991"/>
                  </a:lnTo>
                  <a:lnTo>
                    <a:pt x="4694995" y="1286833"/>
                  </a:lnTo>
                  <a:lnTo>
                    <a:pt x="4695663" y="1304165"/>
                  </a:lnTo>
                  <a:lnTo>
                    <a:pt x="4696331" y="1346575"/>
                  </a:lnTo>
                  <a:lnTo>
                    <a:pt x="4696999" y="1346575"/>
                  </a:lnTo>
                  <a:lnTo>
                    <a:pt x="4697667" y="1346575"/>
                  </a:lnTo>
                  <a:lnTo>
                    <a:pt x="4698335" y="1346575"/>
                  </a:lnTo>
                  <a:lnTo>
                    <a:pt x="4699003" y="1430275"/>
                  </a:lnTo>
                  <a:lnTo>
                    <a:pt x="4699671" y="1448445"/>
                  </a:lnTo>
                  <a:lnTo>
                    <a:pt x="4700339" y="1412617"/>
                  </a:lnTo>
                  <a:lnTo>
                    <a:pt x="4701007" y="1412617"/>
                  </a:lnTo>
                  <a:lnTo>
                    <a:pt x="4701675" y="1412617"/>
                  </a:lnTo>
                  <a:lnTo>
                    <a:pt x="4702343" y="1486446"/>
                  </a:lnTo>
                  <a:lnTo>
                    <a:pt x="4703011" y="1486446"/>
                  </a:lnTo>
                  <a:lnTo>
                    <a:pt x="4703679" y="1419621"/>
                  </a:lnTo>
                  <a:lnTo>
                    <a:pt x="4704347" y="1441114"/>
                  </a:lnTo>
                  <a:lnTo>
                    <a:pt x="4705015" y="1382035"/>
                  </a:lnTo>
                  <a:lnTo>
                    <a:pt x="4705683" y="1346575"/>
                  </a:lnTo>
                  <a:lnTo>
                    <a:pt x="4706351" y="1346575"/>
                  </a:lnTo>
                  <a:lnTo>
                    <a:pt x="4707019" y="1346575"/>
                  </a:lnTo>
                  <a:lnTo>
                    <a:pt x="4707688" y="1307101"/>
                  </a:lnTo>
                  <a:lnTo>
                    <a:pt x="4708356" y="1286833"/>
                  </a:lnTo>
                  <a:lnTo>
                    <a:pt x="4709024" y="1286833"/>
                  </a:lnTo>
                  <a:lnTo>
                    <a:pt x="4709692" y="1234910"/>
                  </a:lnTo>
                  <a:lnTo>
                    <a:pt x="4710360" y="1151538"/>
                  </a:lnTo>
                  <a:lnTo>
                    <a:pt x="4711028" y="1048062"/>
                  </a:lnTo>
                  <a:lnTo>
                    <a:pt x="4711696" y="1013967"/>
                  </a:lnTo>
                  <a:lnTo>
                    <a:pt x="4712364" y="1013967"/>
                  </a:lnTo>
                  <a:lnTo>
                    <a:pt x="4713032" y="1013967"/>
                  </a:lnTo>
                  <a:lnTo>
                    <a:pt x="4713700" y="1048062"/>
                  </a:lnTo>
                  <a:lnTo>
                    <a:pt x="4714368" y="1051968"/>
                  </a:lnTo>
                  <a:lnTo>
                    <a:pt x="4715036" y="1032680"/>
                  </a:lnTo>
                  <a:lnTo>
                    <a:pt x="4715704" y="1051968"/>
                  </a:lnTo>
                  <a:lnTo>
                    <a:pt x="4716372" y="1048062"/>
                  </a:lnTo>
                  <a:lnTo>
                    <a:pt x="4717040" y="1013967"/>
                  </a:lnTo>
                  <a:lnTo>
                    <a:pt x="4717708" y="1027007"/>
                  </a:lnTo>
                  <a:lnTo>
                    <a:pt x="4718376" y="978139"/>
                  </a:lnTo>
                  <a:lnTo>
                    <a:pt x="4719044" y="944249"/>
                  </a:lnTo>
                  <a:lnTo>
                    <a:pt x="4719712" y="960965"/>
                  </a:lnTo>
                  <a:lnTo>
                    <a:pt x="4720380" y="1004816"/>
                  </a:lnTo>
                  <a:lnTo>
                    <a:pt x="4721048" y="1088257"/>
                  </a:lnTo>
                  <a:lnTo>
                    <a:pt x="4721716" y="1069850"/>
                  </a:lnTo>
                  <a:lnTo>
                    <a:pt x="4722384" y="1051968"/>
                  </a:lnTo>
                  <a:lnTo>
                    <a:pt x="4723052" y="1015814"/>
                  </a:lnTo>
                  <a:lnTo>
                    <a:pt x="4723720" y="994009"/>
                  </a:lnTo>
                  <a:lnTo>
                    <a:pt x="4724388" y="955903"/>
                  </a:lnTo>
                  <a:lnTo>
                    <a:pt x="4725056" y="1155690"/>
                  </a:lnTo>
                  <a:lnTo>
                    <a:pt x="4725724" y="1157813"/>
                  </a:lnTo>
                  <a:lnTo>
                    <a:pt x="4726392" y="1146140"/>
                  </a:lnTo>
                  <a:lnTo>
                    <a:pt x="4727060" y="1176722"/>
                  </a:lnTo>
                  <a:lnTo>
                    <a:pt x="4727728" y="1187257"/>
                  </a:lnTo>
                  <a:lnTo>
                    <a:pt x="4728396" y="1250551"/>
                  </a:lnTo>
                  <a:lnTo>
                    <a:pt x="4729064" y="1288919"/>
                  </a:lnTo>
                  <a:lnTo>
                    <a:pt x="4729732" y="1288919"/>
                  </a:lnTo>
                  <a:lnTo>
                    <a:pt x="4730400" y="1297305"/>
                  </a:lnTo>
                  <a:lnTo>
                    <a:pt x="4731068" y="1162945"/>
                  </a:lnTo>
                  <a:lnTo>
                    <a:pt x="4731736" y="1185489"/>
                  </a:lnTo>
                  <a:lnTo>
                    <a:pt x="4732405" y="1176722"/>
                  </a:lnTo>
                  <a:lnTo>
                    <a:pt x="4733073" y="1210710"/>
                  </a:lnTo>
                  <a:lnTo>
                    <a:pt x="4733741" y="1231263"/>
                  </a:lnTo>
                  <a:lnTo>
                    <a:pt x="4734409" y="1233165"/>
                  </a:lnTo>
                  <a:lnTo>
                    <a:pt x="4735077" y="1205443"/>
                  </a:lnTo>
                  <a:lnTo>
                    <a:pt x="4735745" y="1139775"/>
                  </a:lnTo>
                  <a:lnTo>
                    <a:pt x="4736413" y="949217"/>
                  </a:lnTo>
                  <a:lnTo>
                    <a:pt x="4737081" y="872623"/>
                  </a:lnTo>
                  <a:lnTo>
                    <a:pt x="4737749" y="852355"/>
                  </a:lnTo>
                  <a:lnTo>
                    <a:pt x="4738417" y="831342"/>
                  </a:lnTo>
                  <a:lnTo>
                    <a:pt x="4739085" y="825856"/>
                  </a:lnTo>
                  <a:lnTo>
                    <a:pt x="4739753" y="852355"/>
                  </a:lnTo>
                  <a:lnTo>
                    <a:pt x="4740421" y="874097"/>
                  </a:lnTo>
                  <a:lnTo>
                    <a:pt x="4741089" y="985143"/>
                  </a:lnTo>
                  <a:lnTo>
                    <a:pt x="4741757" y="988674"/>
                  </a:lnTo>
                  <a:lnTo>
                    <a:pt x="4742425" y="1013967"/>
                  </a:lnTo>
                  <a:lnTo>
                    <a:pt x="4743093" y="1108548"/>
                  </a:lnTo>
                  <a:lnTo>
                    <a:pt x="4743761" y="966056"/>
                  </a:lnTo>
                  <a:lnTo>
                    <a:pt x="4744429" y="913227"/>
                  </a:lnTo>
                  <a:lnTo>
                    <a:pt x="4745097" y="914496"/>
                  </a:lnTo>
                  <a:lnTo>
                    <a:pt x="4745765" y="902016"/>
                  </a:lnTo>
                  <a:lnTo>
                    <a:pt x="4746433" y="875619"/>
                  </a:lnTo>
                  <a:lnTo>
                    <a:pt x="4747101" y="847195"/>
                  </a:lnTo>
                  <a:lnTo>
                    <a:pt x="4747769" y="977037"/>
                  </a:lnTo>
                  <a:lnTo>
                    <a:pt x="4748437" y="963146"/>
                  </a:lnTo>
                  <a:lnTo>
                    <a:pt x="4749105" y="925842"/>
                  </a:lnTo>
                  <a:lnTo>
                    <a:pt x="4749773" y="897696"/>
                  </a:lnTo>
                  <a:lnTo>
                    <a:pt x="4750441" y="866522"/>
                  </a:lnTo>
                  <a:lnTo>
                    <a:pt x="4751109" y="828024"/>
                  </a:lnTo>
                  <a:lnTo>
                    <a:pt x="4751777" y="778402"/>
                  </a:lnTo>
                  <a:lnTo>
                    <a:pt x="4752445" y="768932"/>
                  </a:lnTo>
                  <a:lnTo>
                    <a:pt x="4753113" y="792739"/>
                  </a:lnTo>
                  <a:lnTo>
                    <a:pt x="4753781" y="874320"/>
                  </a:lnTo>
                  <a:lnTo>
                    <a:pt x="4754449" y="899072"/>
                  </a:lnTo>
                  <a:lnTo>
                    <a:pt x="4755117" y="814117"/>
                  </a:lnTo>
                  <a:lnTo>
                    <a:pt x="4755785" y="862827"/>
                  </a:lnTo>
                  <a:lnTo>
                    <a:pt x="4756453" y="906525"/>
                  </a:lnTo>
                  <a:lnTo>
                    <a:pt x="4757122" y="939188"/>
                  </a:lnTo>
                  <a:lnTo>
                    <a:pt x="4757790" y="910875"/>
                  </a:lnTo>
                  <a:lnTo>
                    <a:pt x="4758458" y="871291"/>
                  </a:lnTo>
                  <a:lnTo>
                    <a:pt x="4759126" y="757360"/>
                  </a:lnTo>
                  <a:lnTo>
                    <a:pt x="4759794" y="779794"/>
                  </a:lnTo>
                  <a:lnTo>
                    <a:pt x="4760462" y="827223"/>
                  </a:lnTo>
                  <a:lnTo>
                    <a:pt x="4761130" y="907414"/>
                  </a:lnTo>
                  <a:lnTo>
                    <a:pt x="4761798" y="1006636"/>
                  </a:lnTo>
                  <a:lnTo>
                    <a:pt x="4762466" y="957586"/>
                  </a:lnTo>
                  <a:lnTo>
                    <a:pt x="4763134" y="978139"/>
                  </a:lnTo>
                  <a:lnTo>
                    <a:pt x="4763802" y="997591"/>
                  </a:lnTo>
                  <a:lnTo>
                    <a:pt x="4764470" y="1013967"/>
                  </a:lnTo>
                  <a:lnTo>
                    <a:pt x="4765138" y="1013967"/>
                  </a:lnTo>
                  <a:lnTo>
                    <a:pt x="4765806" y="1013967"/>
                  </a:lnTo>
                  <a:lnTo>
                    <a:pt x="4766474" y="1038404"/>
                  </a:lnTo>
                  <a:lnTo>
                    <a:pt x="4767142" y="1131207"/>
                  </a:lnTo>
                  <a:lnTo>
                    <a:pt x="4767810" y="1240177"/>
                  </a:lnTo>
                  <a:lnTo>
                    <a:pt x="4768478" y="1346575"/>
                  </a:lnTo>
                  <a:lnTo>
                    <a:pt x="4769146" y="1368907"/>
                  </a:lnTo>
                  <a:lnTo>
                    <a:pt x="4769814" y="1412617"/>
                  </a:lnTo>
                  <a:lnTo>
                    <a:pt x="4770482" y="1412617"/>
                  </a:lnTo>
                  <a:lnTo>
                    <a:pt x="4771150" y="1412617"/>
                  </a:lnTo>
                  <a:lnTo>
                    <a:pt x="4771818" y="1478659"/>
                  </a:lnTo>
                  <a:lnTo>
                    <a:pt x="4772486" y="1661569"/>
                  </a:lnTo>
                  <a:lnTo>
                    <a:pt x="4773154" y="1666771"/>
                  </a:lnTo>
                  <a:lnTo>
                    <a:pt x="4773822" y="1666771"/>
                  </a:lnTo>
                  <a:lnTo>
                    <a:pt x="4774490" y="1666771"/>
                  </a:lnTo>
                  <a:lnTo>
                    <a:pt x="4775158" y="1621439"/>
                  </a:lnTo>
                  <a:lnTo>
                    <a:pt x="4775826" y="1570146"/>
                  </a:lnTo>
                  <a:lnTo>
                    <a:pt x="4776494" y="1570146"/>
                  </a:lnTo>
                  <a:lnTo>
                    <a:pt x="4777162" y="1570146"/>
                  </a:lnTo>
                  <a:lnTo>
                    <a:pt x="4777830" y="1570146"/>
                  </a:lnTo>
                  <a:lnTo>
                    <a:pt x="4778498" y="1570146"/>
                  </a:lnTo>
                  <a:lnTo>
                    <a:pt x="4779166" y="1570146"/>
                  </a:lnTo>
                  <a:lnTo>
                    <a:pt x="4779834" y="1498310"/>
                  </a:lnTo>
                  <a:lnTo>
                    <a:pt x="4780502" y="1416109"/>
                  </a:lnTo>
                  <a:lnTo>
                    <a:pt x="4781171" y="1248162"/>
                  </a:lnTo>
                  <a:lnTo>
                    <a:pt x="4781839" y="1232293"/>
                  </a:lnTo>
                  <a:lnTo>
                    <a:pt x="4782507" y="1206705"/>
                  </a:lnTo>
                  <a:lnTo>
                    <a:pt x="4783175" y="1170180"/>
                  </a:lnTo>
                  <a:lnTo>
                    <a:pt x="4783843" y="1128988"/>
                  </a:lnTo>
                  <a:lnTo>
                    <a:pt x="4784511" y="1036490"/>
                  </a:lnTo>
                  <a:lnTo>
                    <a:pt x="4785179" y="1030783"/>
                  </a:lnTo>
                  <a:lnTo>
                    <a:pt x="4785847" y="985143"/>
                  </a:lnTo>
                  <a:lnTo>
                    <a:pt x="4786515" y="944249"/>
                  </a:lnTo>
                  <a:lnTo>
                    <a:pt x="4787183" y="944249"/>
                  </a:lnTo>
                  <a:lnTo>
                    <a:pt x="4787851" y="944249"/>
                  </a:lnTo>
                  <a:lnTo>
                    <a:pt x="4788519" y="944249"/>
                  </a:lnTo>
                  <a:lnTo>
                    <a:pt x="4789187" y="898150"/>
                  </a:lnTo>
                  <a:lnTo>
                    <a:pt x="4789855" y="907414"/>
                  </a:lnTo>
                  <a:lnTo>
                    <a:pt x="4790523" y="927967"/>
                  </a:lnTo>
                  <a:lnTo>
                    <a:pt x="4791191" y="921571"/>
                  </a:lnTo>
                  <a:lnTo>
                    <a:pt x="4791859" y="890534"/>
                  </a:lnTo>
                  <a:lnTo>
                    <a:pt x="4792527" y="824492"/>
                  </a:lnTo>
                  <a:lnTo>
                    <a:pt x="4793195" y="831342"/>
                  </a:lnTo>
                  <a:lnTo>
                    <a:pt x="4793863" y="834104"/>
                  </a:lnTo>
                  <a:lnTo>
                    <a:pt x="4794531" y="863856"/>
                  </a:lnTo>
                  <a:lnTo>
                    <a:pt x="4795199" y="874097"/>
                  </a:lnTo>
                  <a:lnTo>
                    <a:pt x="4795867" y="868225"/>
                  </a:lnTo>
                  <a:lnTo>
                    <a:pt x="4796535" y="880024"/>
                  </a:lnTo>
                  <a:lnTo>
                    <a:pt x="4797203" y="838268"/>
                  </a:lnTo>
                  <a:lnTo>
                    <a:pt x="4797871" y="782337"/>
                  </a:lnTo>
                  <a:lnTo>
                    <a:pt x="4798539" y="656900"/>
                  </a:lnTo>
                  <a:lnTo>
                    <a:pt x="4799207" y="613584"/>
                  </a:lnTo>
                  <a:lnTo>
                    <a:pt x="4799875" y="550665"/>
                  </a:lnTo>
                  <a:lnTo>
                    <a:pt x="4800543" y="517238"/>
                  </a:lnTo>
                  <a:lnTo>
                    <a:pt x="4801211" y="568524"/>
                  </a:lnTo>
                  <a:lnTo>
                    <a:pt x="4801879" y="592529"/>
                  </a:lnTo>
                  <a:lnTo>
                    <a:pt x="4802547" y="616511"/>
                  </a:lnTo>
                  <a:lnTo>
                    <a:pt x="4803215" y="617490"/>
                  </a:lnTo>
                  <a:lnTo>
                    <a:pt x="4803883" y="630353"/>
                  </a:lnTo>
                  <a:lnTo>
                    <a:pt x="4804551" y="619452"/>
                  </a:lnTo>
                  <a:lnTo>
                    <a:pt x="4805219" y="622406"/>
                  </a:lnTo>
                  <a:lnTo>
                    <a:pt x="4805888" y="663189"/>
                  </a:lnTo>
                  <a:lnTo>
                    <a:pt x="4806556" y="680276"/>
                  </a:lnTo>
                  <a:lnTo>
                    <a:pt x="4807224" y="710209"/>
                  </a:lnTo>
                  <a:lnTo>
                    <a:pt x="4807892" y="738072"/>
                  </a:lnTo>
                  <a:lnTo>
                    <a:pt x="4808560" y="883009"/>
                  </a:lnTo>
                  <a:lnTo>
                    <a:pt x="4809228" y="1001193"/>
                  </a:lnTo>
                  <a:lnTo>
                    <a:pt x="4809896" y="1163124"/>
                  </a:lnTo>
                  <a:lnTo>
                    <a:pt x="4810564" y="1242828"/>
                  </a:lnTo>
                  <a:lnTo>
                    <a:pt x="4811232" y="1232293"/>
                  </a:lnTo>
                  <a:lnTo>
                    <a:pt x="4811900" y="1232293"/>
                  </a:lnTo>
                  <a:lnTo>
                    <a:pt x="4812568" y="1278343"/>
                  </a:lnTo>
                  <a:lnTo>
                    <a:pt x="4813236" y="1229686"/>
                  </a:lnTo>
                  <a:lnTo>
                    <a:pt x="4813904" y="1189395"/>
                  </a:lnTo>
                  <a:lnTo>
                    <a:pt x="4814572" y="1281160"/>
                  </a:lnTo>
                  <a:lnTo>
                    <a:pt x="4815240" y="1227091"/>
                  </a:lnTo>
                  <a:lnTo>
                    <a:pt x="4815908" y="1179714"/>
                  </a:lnTo>
                  <a:lnTo>
                    <a:pt x="4816576" y="1135668"/>
                  </a:lnTo>
                  <a:lnTo>
                    <a:pt x="4817244" y="1102957"/>
                  </a:lnTo>
                  <a:lnTo>
                    <a:pt x="4817912" y="1135668"/>
                  </a:lnTo>
                  <a:lnTo>
                    <a:pt x="4818580" y="1135668"/>
                  </a:lnTo>
                  <a:lnTo>
                    <a:pt x="4819248" y="1135668"/>
                  </a:lnTo>
                  <a:lnTo>
                    <a:pt x="4819916" y="1135668"/>
                  </a:lnTo>
                  <a:lnTo>
                    <a:pt x="4820584" y="1172550"/>
                  </a:lnTo>
                  <a:lnTo>
                    <a:pt x="4821252" y="1160790"/>
                  </a:lnTo>
                  <a:lnTo>
                    <a:pt x="4821920" y="1135668"/>
                  </a:lnTo>
                  <a:lnTo>
                    <a:pt x="4822588" y="1128988"/>
                  </a:lnTo>
                  <a:lnTo>
                    <a:pt x="4823256" y="1184536"/>
                  </a:lnTo>
                  <a:lnTo>
                    <a:pt x="4823924" y="1232293"/>
                  </a:lnTo>
                  <a:lnTo>
                    <a:pt x="4824592" y="1232293"/>
                  </a:lnTo>
                  <a:lnTo>
                    <a:pt x="4825260" y="1292557"/>
                  </a:lnTo>
                  <a:lnTo>
                    <a:pt x="4825928" y="1334163"/>
                  </a:lnTo>
                  <a:lnTo>
                    <a:pt x="4826596" y="1283990"/>
                  </a:lnTo>
                  <a:lnTo>
                    <a:pt x="4827264" y="1278343"/>
                  </a:lnTo>
                  <a:lnTo>
                    <a:pt x="4827932" y="1286833"/>
                  </a:lnTo>
                  <a:lnTo>
                    <a:pt x="4828600" y="1286833"/>
                  </a:lnTo>
                  <a:lnTo>
                    <a:pt x="4829268" y="1286833"/>
                  </a:lnTo>
                  <a:lnTo>
                    <a:pt x="4829936" y="1283990"/>
                  </a:lnTo>
                  <a:lnTo>
                    <a:pt x="4830605" y="1191839"/>
                  </a:lnTo>
                  <a:lnTo>
                    <a:pt x="4831273" y="1306855"/>
                  </a:lnTo>
                  <a:lnTo>
                    <a:pt x="4831941" y="1197551"/>
                  </a:lnTo>
                  <a:lnTo>
                    <a:pt x="4832609" y="1147800"/>
                  </a:lnTo>
                  <a:lnTo>
                    <a:pt x="4833277" y="1087605"/>
                  </a:lnTo>
                  <a:lnTo>
                    <a:pt x="4833945" y="1020355"/>
                  </a:lnTo>
                  <a:lnTo>
                    <a:pt x="4834613" y="940227"/>
                  </a:lnTo>
                  <a:lnTo>
                    <a:pt x="4835281" y="922569"/>
                  </a:lnTo>
                  <a:lnTo>
                    <a:pt x="4835949" y="890882"/>
                  </a:lnTo>
                  <a:lnTo>
                    <a:pt x="4836617" y="923731"/>
                  </a:lnTo>
                  <a:lnTo>
                    <a:pt x="4837285" y="945021"/>
                  </a:lnTo>
                  <a:lnTo>
                    <a:pt x="4837953" y="920252"/>
                  </a:lnTo>
                  <a:lnTo>
                    <a:pt x="4838621" y="874543"/>
                  </a:lnTo>
                  <a:lnTo>
                    <a:pt x="4839289" y="953447"/>
                  </a:lnTo>
                  <a:lnTo>
                    <a:pt x="4839957" y="943559"/>
                  </a:lnTo>
                  <a:lnTo>
                    <a:pt x="4840625" y="957261"/>
                  </a:lnTo>
                  <a:lnTo>
                    <a:pt x="4841293" y="953565"/>
                  </a:lnTo>
                  <a:lnTo>
                    <a:pt x="4841961" y="972673"/>
                  </a:lnTo>
                  <a:lnTo>
                    <a:pt x="4842629" y="851325"/>
                  </a:lnTo>
                  <a:lnTo>
                    <a:pt x="4843297" y="894201"/>
                  </a:lnTo>
                  <a:lnTo>
                    <a:pt x="4843965" y="935469"/>
                  </a:lnTo>
                  <a:lnTo>
                    <a:pt x="4844633" y="977109"/>
                  </a:lnTo>
                  <a:lnTo>
                    <a:pt x="4845301" y="948641"/>
                  </a:lnTo>
                  <a:lnTo>
                    <a:pt x="4845969" y="962095"/>
                  </a:lnTo>
                  <a:lnTo>
                    <a:pt x="4846637" y="970810"/>
                  </a:lnTo>
                  <a:lnTo>
                    <a:pt x="4847305" y="972065"/>
                  </a:lnTo>
                  <a:lnTo>
                    <a:pt x="4847973" y="999015"/>
                  </a:lnTo>
                  <a:lnTo>
                    <a:pt x="4848641" y="1055227"/>
                  </a:lnTo>
                  <a:lnTo>
                    <a:pt x="4849309" y="1115134"/>
                  </a:lnTo>
                  <a:lnTo>
                    <a:pt x="4849977" y="1091983"/>
                  </a:lnTo>
                  <a:lnTo>
                    <a:pt x="4850645" y="974666"/>
                  </a:lnTo>
                  <a:lnTo>
                    <a:pt x="4851313" y="1046119"/>
                  </a:lnTo>
                  <a:lnTo>
                    <a:pt x="4851981" y="1109364"/>
                  </a:lnTo>
                  <a:lnTo>
                    <a:pt x="4852649" y="1229686"/>
                  </a:lnTo>
                  <a:lnTo>
                    <a:pt x="4853317" y="1232293"/>
                  </a:lnTo>
                  <a:lnTo>
                    <a:pt x="4853985" y="1261701"/>
                  </a:lnTo>
                  <a:lnTo>
                    <a:pt x="4854653" y="1346575"/>
                  </a:lnTo>
                  <a:lnTo>
                    <a:pt x="4855322" y="1478659"/>
                  </a:lnTo>
                  <a:lnTo>
                    <a:pt x="4855990" y="1570146"/>
                  </a:lnTo>
                  <a:lnTo>
                    <a:pt x="4856658" y="1570146"/>
                  </a:lnTo>
                  <a:lnTo>
                    <a:pt x="4857326" y="1570146"/>
                  </a:lnTo>
                  <a:lnTo>
                    <a:pt x="4857994" y="1570146"/>
                  </a:lnTo>
                  <a:lnTo>
                    <a:pt x="4858662" y="1570146"/>
                  </a:lnTo>
                  <a:lnTo>
                    <a:pt x="4859330" y="1588316"/>
                  </a:lnTo>
                  <a:lnTo>
                    <a:pt x="4859998" y="1666771"/>
                  </a:lnTo>
                  <a:lnTo>
                    <a:pt x="4860666" y="1666771"/>
                  </a:lnTo>
                  <a:lnTo>
                    <a:pt x="4861334" y="1666771"/>
                  </a:lnTo>
                  <a:lnTo>
                    <a:pt x="4862002" y="1579165"/>
                  </a:lnTo>
                  <a:lnTo>
                    <a:pt x="4862670" y="1498310"/>
                  </a:lnTo>
                  <a:lnTo>
                    <a:pt x="4863338" y="1615862"/>
                  </a:lnTo>
                  <a:lnTo>
                    <a:pt x="4864006" y="1492901"/>
                  </a:lnTo>
                  <a:lnTo>
                    <a:pt x="4864674" y="1397811"/>
                  </a:lnTo>
                  <a:lnTo>
                    <a:pt x="4865342" y="1347829"/>
                  </a:lnTo>
                  <a:lnTo>
                    <a:pt x="4866010" y="1178466"/>
                  </a:lnTo>
                  <a:lnTo>
                    <a:pt x="4866678" y="1126550"/>
                  </a:lnTo>
                  <a:lnTo>
                    <a:pt x="4867346" y="1045265"/>
                  </a:lnTo>
                  <a:lnTo>
                    <a:pt x="4868014" y="1023075"/>
                  </a:lnTo>
                  <a:lnTo>
                    <a:pt x="4868682" y="993791"/>
                  </a:lnTo>
                  <a:lnTo>
                    <a:pt x="4869350" y="970810"/>
                  </a:lnTo>
                  <a:lnTo>
                    <a:pt x="4870018" y="970810"/>
                  </a:lnTo>
                  <a:lnTo>
                    <a:pt x="4870686" y="970810"/>
                  </a:lnTo>
                  <a:lnTo>
                    <a:pt x="4871354" y="970810"/>
                  </a:lnTo>
                  <a:lnTo>
                    <a:pt x="4872022" y="991196"/>
                  </a:lnTo>
                  <a:lnTo>
                    <a:pt x="4872690" y="980920"/>
                  </a:lnTo>
                  <a:lnTo>
                    <a:pt x="4873358" y="938472"/>
                  </a:lnTo>
                  <a:lnTo>
                    <a:pt x="4874026" y="969418"/>
                  </a:lnTo>
                  <a:lnTo>
                    <a:pt x="4874694" y="815025"/>
                  </a:lnTo>
                  <a:lnTo>
                    <a:pt x="4875362" y="770974"/>
                  </a:lnTo>
                  <a:lnTo>
                    <a:pt x="4876030" y="858079"/>
                  </a:lnTo>
                  <a:lnTo>
                    <a:pt x="4876698" y="884507"/>
                  </a:lnTo>
                  <a:lnTo>
                    <a:pt x="4877366" y="950882"/>
                  </a:lnTo>
                  <a:lnTo>
                    <a:pt x="4878034" y="978139"/>
                  </a:lnTo>
                  <a:lnTo>
                    <a:pt x="4878702" y="952551"/>
                  </a:lnTo>
                  <a:lnTo>
                    <a:pt x="4879371" y="939320"/>
                  </a:lnTo>
                  <a:lnTo>
                    <a:pt x="4880039" y="889021"/>
                  </a:lnTo>
                  <a:lnTo>
                    <a:pt x="4880707" y="872623"/>
                  </a:lnTo>
                  <a:lnTo>
                    <a:pt x="4881375" y="795208"/>
                  </a:lnTo>
                  <a:lnTo>
                    <a:pt x="4882043" y="774739"/>
                  </a:lnTo>
                  <a:lnTo>
                    <a:pt x="4882711" y="809679"/>
                  </a:lnTo>
                  <a:lnTo>
                    <a:pt x="4883379" y="839663"/>
                  </a:lnTo>
                  <a:lnTo>
                    <a:pt x="4884047" y="815025"/>
                  </a:lnTo>
                  <a:lnTo>
                    <a:pt x="4884715" y="852355"/>
                  </a:lnTo>
                  <a:lnTo>
                    <a:pt x="4885383" y="936055"/>
                  </a:lnTo>
                  <a:lnTo>
                    <a:pt x="4886051" y="969493"/>
                  </a:lnTo>
                  <a:lnTo>
                    <a:pt x="4886719" y="992226"/>
                  </a:lnTo>
                  <a:lnTo>
                    <a:pt x="4887387" y="990447"/>
                  </a:lnTo>
                  <a:lnTo>
                    <a:pt x="4888055" y="978139"/>
                  </a:lnTo>
                  <a:lnTo>
                    <a:pt x="4888723" y="1046119"/>
                  </a:lnTo>
                  <a:lnTo>
                    <a:pt x="4889391" y="1098722"/>
                  </a:lnTo>
                  <a:lnTo>
                    <a:pt x="4890059" y="1170180"/>
                  </a:lnTo>
                  <a:lnTo>
                    <a:pt x="4890727" y="1196755"/>
                  </a:lnTo>
                  <a:lnTo>
                    <a:pt x="4891395" y="1352875"/>
                  </a:lnTo>
                  <a:lnTo>
                    <a:pt x="4892063" y="1412617"/>
                  </a:lnTo>
                  <a:lnTo>
                    <a:pt x="4892731" y="1412617"/>
                  </a:lnTo>
                  <a:lnTo>
                    <a:pt x="4893399" y="1444769"/>
                  </a:lnTo>
                  <a:lnTo>
                    <a:pt x="4894067" y="1535314"/>
                  </a:lnTo>
                  <a:lnTo>
                    <a:pt x="4894735" y="1570146"/>
                  </a:lnTo>
                  <a:lnTo>
                    <a:pt x="4895403" y="1570146"/>
                  </a:lnTo>
                  <a:lnTo>
                    <a:pt x="4896071" y="1570146"/>
                  </a:lnTo>
                  <a:lnTo>
                    <a:pt x="4896739" y="1570146"/>
                  </a:lnTo>
                  <a:lnTo>
                    <a:pt x="4897407" y="1631233"/>
                  </a:lnTo>
                  <a:lnTo>
                    <a:pt x="4898075" y="1666771"/>
                  </a:lnTo>
                  <a:lnTo>
                    <a:pt x="4898743" y="1666771"/>
                  </a:lnTo>
                  <a:lnTo>
                    <a:pt x="4899411" y="1666771"/>
                  </a:lnTo>
                  <a:lnTo>
                    <a:pt x="4900079" y="1666771"/>
                  </a:lnTo>
                  <a:lnTo>
                    <a:pt x="4900747" y="1666771"/>
                  </a:lnTo>
                  <a:lnTo>
                    <a:pt x="4901415" y="1666771"/>
                  </a:lnTo>
                  <a:lnTo>
                    <a:pt x="4902083" y="1666771"/>
                  </a:lnTo>
                  <a:lnTo>
                    <a:pt x="4902751" y="1666771"/>
                  </a:lnTo>
                  <a:lnTo>
                    <a:pt x="4903419" y="1666771"/>
                  </a:lnTo>
                  <a:lnTo>
                    <a:pt x="4904088" y="1666771"/>
                  </a:lnTo>
                  <a:lnTo>
                    <a:pt x="4904756" y="1666771"/>
                  </a:lnTo>
                  <a:lnTo>
                    <a:pt x="4905424" y="1666771"/>
                  </a:lnTo>
                  <a:lnTo>
                    <a:pt x="4906092" y="1631233"/>
                  </a:lnTo>
                  <a:lnTo>
                    <a:pt x="4906760" y="1570146"/>
                  </a:lnTo>
                  <a:lnTo>
                    <a:pt x="4907428" y="1502316"/>
                  </a:lnTo>
                  <a:lnTo>
                    <a:pt x="4908096" y="1486446"/>
                  </a:lnTo>
                  <a:lnTo>
                    <a:pt x="4908764" y="1486446"/>
                  </a:lnTo>
                  <a:lnTo>
                    <a:pt x="4909432" y="1486446"/>
                  </a:lnTo>
                  <a:lnTo>
                    <a:pt x="4910100" y="1486446"/>
                  </a:lnTo>
                  <a:lnTo>
                    <a:pt x="4910768" y="1486446"/>
                  </a:lnTo>
                  <a:lnTo>
                    <a:pt x="4911436" y="1486446"/>
                  </a:lnTo>
                  <a:lnTo>
                    <a:pt x="4912104" y="1486446"/>
                  </a:lnTo>
                  <a:lnTo>
                    <a:pt x="4912772" y="1486446"/>
                  </a:lnTo>
                  <a:lnTo>
                    <a:pt x="4913440" y="1486446"/>
                  </a:lnTo>
                  <a:lnTo>
                    <a:pt x="4914108" y="1486446"/>
                  </a:lnTo>
                  <a:lnTo>
                    <a:pt x="4914776" y="1486446"/>
                  </a:lnTo>
                  <a:lnTo>
                    <a:pt x="4915444" y="1486446"/>
                  </a:lnTo>
                  <a:lnTo>
                    <a:pt x="4916112" y="1668810"/>
                  </a:lnTo>
                  <a:lnTo>
                    <a:pt x="4916780" y="1668810"/>
                  </a:lnTo>
                  <a:lnTo>
                    <a:pt x="4917448" y="1668810"/>
                  </a:lnTo>
                  <a:lnTo>
                    <a:pt x="4918116" y="1639697"/>
                  </a:lnTo>
                  <a:lnTo>
                    <a:pt x="4918784" y="1423089"/>
                  </a:lnTo>
                  <a:lnTo>
                    <a:pt x="4919452" y="1310098"/>
                  </a:lnTo>
                  <a:lnTo>
                    <a:pt x="4920120" y="1291005"/>
                  </a:lnTo>
                  <a:lnTo>
                    <a:pt x="4920788" y="1291005"/>
                  </a:lnTo>
                  <a:lnTo>
                    <a:pt x="4921456" y="1291005"/>
                  </a:lnTo>
                  <a:lnTo>
                    <a:pt x="4922124" y="1288919"/>
                  </a:lnTo>
                  <a:lnTo>
                    <a:pt x="4922792" y="1212550"/>
                  </a:lnTo>
                  <a:lnTo>
                    <a:pt x="4923460" y="1176722"/>
                  </a:lnTo>
                  <a:lnTo>
                    <a:pt x="4924128" y="1142832"/>
                  </a:lnTo>
                  <a:lnTo>
                    <a:pt x="4924796" y="1133012"/>
                  </a:lnTo>
                  <a:lnTo>
                    <a:pt x="4925464" y="1080098"/>
                  </a:lnTo>
                  <a:lnTo>
                    <a:pt x="4926132" y="1061400"/>
                  </a:lnTo>
                  <a:lnTo>
                    <a:pt x="4926800" y="1066637"/>
                  </a:lnTo>
                  <a:lnTo>
                    <a:pt x="4927468" y="944249"/>
                  </a:lnTo>
                  <a:lnTo>
                    <a:pt x="4928136" y="964362"/>
                  </a:lnTo>
                  <a:lnTo>
                    <a:pt x="4928805" y="1098722"/>
                  </a:lnTo>
                  <a:lnTo>
                    <a:pt x="4929473" y="1209217"/>
                  </a:lnTo>
                  <a:lnTo>
                    <a:pt x="4930141" y="1232293"/>
                  </a:lnTo>
                  <a:lnTo>
                    <a:pt x="4930809" y="1170180"/>
                  </a:lnTo>
                  <a:lnTo>
                    <a:pt x="4931477" y="1111514"/>
                  </a:lnTo>
                  <a:lnTo>
                    <a:pt x="4932145" y="1094515"/>
                  </a:lnTo>
                  <a:lnTo>
                    <a:pt x="4932813" y="1182120"/>
                  </a:lnTo>
                  <a:lnTo>
                    <a:pt x="4933481" y="1232293"/>
                  </a:lnTo>
                  <a:lnTo>
                    <a:pt x="4934149" y="1286833"/>
                  </a:lnTo>
                  <a:lnTo>
                    <a:pt x="4934817" y="1304165"/>
                  </a:lnTo>
                  <a:lnTo>
                    <a:pt x="4935485" y="1412617"/>
                  </a:lnTo>
                  <a:lnTo>
                    <a:pt x="4936153" y="1412617"/>
                  </a:lnTo>
                  <a:lnTo>
                    <a:pt x="4936821" y="1412617"/>
                  </a:lnTo>
                  <a:lnTo>
                    <a:pt x="4937489" y="1412617"/>
                  </a:lnTo>
                  <a:lnTo>
                    <a:pt x="4938157" y="1412617"/>
                  </a:lnTo>
                  <a:lnTo>
                    <a:pt x="4938825" y="1412617"/>
                  </a:lnTo>
                  <a:lnTo>
                    <a:pt x="4939493" y="1412617"/>
                  </a:lnTo>
                  <a:lnTo>
                    <a:pt x="4940161" y="1412617"/>
                  </a:lnTo>
                  <a:lnTo>
                    <a:pt x="4940829" y="1506347"/>
                  </a:lnTo>
                  <a:lnTo>
                    <a:pt x="4941497" y="1621439"/>
                  </a:lnTo>
                  <a:lnTo>
                    <a:pt x="4942165" y="1666771"/>
                  </a:lnTo>
                  <a:lnTo>
                    <a:pt x="4942833" y="1666771"/>
                  </a:lnTo>
                  <a:lnTo>
                    <a:pt x="4943501" y="1666771"/>
                  </a:lnTo>
                  <a:lnTo>
                    <a:pt x="4944169" y="1666771"/>
                  </a:lnTo>
                  <a:lnTo>
                    <a:pt x="4944837" y="1666771"/>
                  </a:lnTo>
                  <a:lnTo>
                    <a:pt x="4945505" y="1666771"/>
                  </a:lnTo>
                  <a:lnTo>
                    <a:pt x="4946173" y="1666771"/>
                  </a:lnTo>
                  <a:lnTo>
                    <a:pt x="4946841" y="1666771"/>
                  </a:lnTo>
                  <a:lnTo>
                    <a:pt x="4947509" y="1666771"/>
                  </a:lnTo>
                  <a:lnTo>
                    <a:pt x="4948177" y="1666771"/>
                  </a:lnTo>
                  <a:lnTo>
                    <a:pt x="4948845" y="1666771"/>
                  </a:lnTo>
                  <a:lnTo>
                    <a:pt x="4949513" y="1666771"/>
                  </a:lnTo>
                  <a:lnTo>
                    <a:pt x="4950181" y="1621439"/>
                  </a:lnTo>
                  <a:lnTo>
                    <a:pt x="4950849" y="1570146"/>
                  </a:lnTo>
                  <a:lnTo>
                    <a:pt x="4951517" y="1570146"/>
                  </a:lnTo>
                  <a:lnTo>
                    <a:pt x="4952185" y="1570146"/>
                  </a:lnTo>
                  <a:lnTo>
                    <a:pt x="4952853" y="1478659"/>
                  </a:lnTo>
                  <a:lnTo>
                    <a:pt x="4953522" y="1412617"/>
                  </a:lnTo>
                  <a:lnTo>
                    <a:pt x="4954190" y="1378727"/>
                  </a:lnTo>
                  <a:lnTo>
                    <a:pt x="4954858" y="1315993"/>
                  </a:lnTo>
                  <a:lnTo>
                    <a:pt x="4955526" y="1199227"/>
                  </a:lnTo>
                  <a:lnTo>
                    <a:pt x="4956194" y="1291400"/>
                  </a:lnTo>
                  <a:lnTo>
                    <a:pt x="4956862" y="1409209"/>
                  </a:lnTo>
                  <a:lnTo>
                    <a:pt x="4957530" y="1360806"/>
                  </a:lnTo>
                  <a:lnTo>
                    <a:pt x="4958198" y="1272916"/>
                  </a:lnTo>
                  <a:lnTo>
                    <a:pt x="4958866" y="1239877"/>
                  </a:lnTo>
                  <a:lnTo>
                    <a:pt x="4959534" y="1185592"/>
                  </a:lnTo>
                  <a:lnTo>
                    <a:pt x="4960202" y="1178604"/>
                  </a:lnTo>
                  <a:lnTo>
                    <a:pt x="4960870" y="1194081"/>
                  </a:lnTo>
                  <a:lnTo>
                    <a:pt x="4961538" y="1170319"/>
                  </a:lnTo>
                  <a:lnTo>
                    <a:pt x="4962206" y="1139541"/>
                  </a:lnTo>
                  <a:lnTo>
                    <a:pt x="4962874" y="1142158"/>
                  </a:lnTo>
                  <a:lnTo>
                    <a:pt x="4963542" y="1105238"/>
                  </a:lnTo>
                  <a:lnTo>
                    <a:pt x="4964210" y="1101540"/>
                  </a:lnTo>
                  <a:lnTo>
                    <a:pt x="4964878" y="1107716"/>
                  </a:lnTo>
                  <a:lnTo>
                    <a:pt x="4965546" y="1156752"/>
                  </a:lnTo>
                  <a:lnTo>
                    <a:pt x="4966214" y="1193314"/>
                  </a:lnTo>
                  <a:lnTo>
                    <a:pt x="4966882" y="1053231"/>
                  </a:lnTo>
                  <a:lnTo>
                    <a:pt x="4967550" y="1073559"/>
                  </a:lnTo>
                  <a:lnTo>
                    <a:pt x="4968218" y="992226"/>
                  </a:lnTo>
                  <a:lnTo>
                    <a:pt x="4968886" y="1030783"/>
                  </a:lnTo>
                  <a:lnTo>
                    <a:pt x="4969554" y="1105085"/>
                  </a:lnTo>
                  <a:lnTo>
                    <a:pt x="4970222" y="1135668"/>
                  </a:lnTo>
                  <a:lnTo>
                    <a:pt x="4970890" y="1135668"/>
                  </a:lnTo>
                  <a:lnTo>
                    <a:pt x="4971558" y="1174929"/>
                  </a:lnTo>
                  <a:lnTo>
                    <a:pt x="4972226" y="1232293"/>
                  </a:lnTo>
                  <a:lnTo>
                    <a:pt x="4972894" y="1286833"/>
                  </a:lnTo>
                  <a:lnTo>
                    <a:pt x="4973562" y="1437480"/>
                  </a:lnTo>
                  <a:lnTo>
                    <a:pt x="4974230" y="1486446"/>
                  </a:lnTo>
                  <a:lnTo>
                    <a:pt x="4974898" y="1668810"/>
                  </a:lnTo>
                  <a:lnTo>
                    <a:pt x="4975566" y="1666332"/>
                  </a:lnTo>
                  <a:lnTo>
                    <a:pt x="4976234" y="1668810"/>
                  </a:lnTo>
                  <a:lnTo>
                    <a:pt x="4976902" y="1668810"/>
                  </a:lnTo>
                  <a:lnTo>
                    <a:pt x="4977571" y="1668810"/>
                  </a:lnTo>
                  <a:lnTo>
                    <a:pt x="4978239" y="1668810"/>
                  </a:lnTo>
                  <a:lnTo>
                    <a:pt x="4978907" y="1668810"/>
                  </a:lnTo>
                  <a:lnTo>
                    <a:pt x="4979575" y="1611693"/>
                  </a:lnTo>
                  <a:lnTo>
                    <a:pt x="4980243" y="1484147"/>
                  </a:lnTo>
                  <a:lnTo>
                    <a:pt x="4980911" y="1370619"/>
                  </a:lnTo>
                  <a:lnTo>
                    <a:pt x="4981579" y="1321609"/>
                  </a:lnTo>
                  <a:lnTo>
                    <a:pt x="4982247" y="1253824"/>
                  </a:lnTo>
                  <a:lnTo>
                    <a:pt x="4982915" y="1253824"/>
                  </a:lnTo>
                  <a:lnTo>
                    <a:pt x="4983583" y="1253824"/>
                  </a:lnTo>
                  <a:lnTo>
                    <a:pt x="4984251" y="1208492"/>
                  </a:lnTo>
                  <a:lnTo>
                    <a:pt x="4984919" y="1158359"/>
                  </a:lnTo>
                  <a:lnTo>
                    <a:pt x="4985587" y="1081227"/>
                  </a:lnTo>
                  <a:lnTo>
                    <a:pt x="4986255" y="906525"/>
                  </a:lnTo>
                  <a:lnTo>
                    <a:pt x="4986923" y="845186"/>
                  </a:lnTo>
                  <a:lnTo>
                    <a:pt x="4987591" y="795073"/>
                  </a:lnTo>
                  <a:lnTo>
                    <a:pt x="4988259" y="600104"/>
                  </a:lnTo>
                  <a:lnTo>
                    <a:pt x="4988927" y="653779"/>
                  </a:lnTo>
                  <a:lnTo>
                    <a:pt x="4989595" y="685712"/>
                  </a:lnTo>
                  <a:lnTo>
                    <a:pt x="4990263" y="744036"/>
                  </a:lnTo>
                  <a:lnTo>
                    <a:pt x="4990931" y="813684"/>
                  </a:lnTo>
                  <a:lnTo>
                    <a:pt x="4991599" y="850932"/>
                  </a:lnTo>
                  <a:lnTo>
                    <a:pt x="4992267" y="912097"/>
                  </a:lnTo>
                  <a:lnTo>
                    <a:pt x="4992935" y="912097"/>
                  </a:lnTo>
                  <a:lnTo>
                    <a:pt x="4993603" y="901223"/>
                  </a:lnTo>
                  <a:lnTo>
                    <a:pt x="4994271" y="927967"/>
                  </a:lnTo>
                  <a:lnTo>
                    <a:pt x="4994939" y="1008461"/>
                  </a:lnTo>
                  <a:lnTo>
                    <a:pt x="4995607" y="1120190"/>
                  </a:lnTo>
                  <a:lnTo>
                    <a:pt x="4996275" y="1216815"/>
                  </a:lnTo>
                  <a:lnTo>
                    <a:pt x="4996943" y="1325012"/>
                  </a:lnTo>
                  <a:lnTo>
                    <a:pt x="4997611" y="1433867"/>
                  </a:lnTo>
                  <a:lnTo>
                    <a:pt x="4998279" y="1570146"/>
                  </a:lnTo>
                  <a:lnTo>
                    <a:pt x="4998947" y="1570146"/>
                  </a:lnTo>
                  <a:lnTo>
                    <a:pt x="4999615" y="1570146"/>
                  </a:lnTo>
                  <a:lnTo>
                    <a:pt x="5000283" y="1570146"/>
                  </a:lnTo>
                  <a:lnTo>
                    <a:pt x="5000951" y="1570146"/>
                  </a:lnTo>
                  <a:lnTo>
                    <a:pt x="5001619" y="1570146"/>
                  </a:lnTo>
                  <a:lnTo>
                    <a:pt x="5002288" y="1570146"/>
                  </a:lnTo>
                  <a:lnTo>
                    <a:pt x="5002956" y="1570146"/>
                  </a:lnTo>
                  <a:lnTo>
                    <a:pt x="5003624" y="1602298"/>
                  </a:lnTo>
                  <a:lnTo>
                    <a:pt x="5004292" y="1583724"/>
                  </a:lnTo>
                  <a:lnTo>
                    <a:pt x="5004960" y="1601007"/>
                  </a:lnTo>
                  <a:lnTo>
                    <a:pt x="5005628" y="1386590"/>
                  </a:lnTo>
                  <a:lnTo>
                    <a:pt x="5006296" y="1187378"/>
                  </a:lnTo>
                  <a:lnTo>
                    <a:pt x="5006964" y="1191239"/>
                  </a:lnTo>
                  <a:lnTo>
                    <a:pt x="5007632" y="1192039"/>
                  </a:lnTo>
                  <a:lnTo>
                    <a:pt x="5008300" y="1076398"/>
                  </a:lnTo>
                  <a:lnTo>
                    <a:pt x="5008968" y="953386"/>
                  </a:lnTo>
                  <a:lnTo>
                    <a:pt x="5009636" y="879557"/>
                  </a:lnTo>
                  <a:lnTo>
                    <a:pt x="5010304" y="814850"/>
                  </a:lnTo>
                  <a:lnTo>
                    <a:pt x="5010972" y="790600"/>
                  </a:lnTo>
                  <a:lnTo>
                    <a:pt x="5011640" y="787394"/>
                  </a:lnTo>
                  <a:lnTo>
                    <a:pt x="5012308" y="787394"/>
                  </a:lnTo>
                  <a:lnTo>
                    <a:pt x="5012976" y="787394"/>
                  </a:lnTo>
                  <a:lnTo>
                    <a:pt x="5013644" y="777242"/>
                  </a:lnTo>
                  <a:lnTo>
                    <a:pt x="5014312" y="785478"/>
                  </a:lnTo>
                  <a:lnTo>
                    <a:pt x="5014980" y="807434"/>
                  </a:lnTo>
                  <a:lnTo>
                    <a:pt x="5015648" y="846937"/>
                  </a:lnTo>
                  <a:lnTo>
                    <a:pt x="5016316" y="798539"/>
                  </a:lnTo>
                  <a:lnTo>
                    <a:pt x="5016984" y="726766"/>
                  </a:lnTo>
                  <a:lnTo>
                    <a:pt x="5017652" y="780943"/>
                  </a:lnTo>
                  <a:lnTo>
                    <a:pt x="5018320" y="698955"/>
                  </a:lnTo>
                  <a:lnTo>
                    <a:pt x="5018988" y="869687"/>
                  </a:lnTo>
                  <a:lnTo>
                    <a:pt x="5019656" y="1025128"/>
                  </a:lnTo>
                  <a:lnTo>
                    <a:pt x="5020324" y="1189395"/>
                  </a:lnTo>
                  <a:lnTo>
                    <a:pt x="5020992" y="1219368"/>
                  </a:lnTo>
                  <a:lnTo>
                    <a:pt x="5021660" y="1232293"/>
                  </a:lnTo>
                  <a:lnTo>
                    <a:pt x="5022328" y="1377991"/>
                  </a:lnTo>
                  <a:lnTo>
                    <a:pt x="5022996" y="1328585"/>
                  </a:lnTo>
                  <a:lnTo>
                    <a:pt x="5023664" y="1451866"/>
                  </a:lnTo>
                  <a:lnTo>
                    <a:pt x="5024332" y="1429983"/>
                  </a:lnTo>
                  <a:lnTo>
                    <a:pt x="5025000" y="1391738"/>
                  </a:lnTo>
                  <a:lnTo>
                    <a:pt x="5025668" y="1421736"/>
                  </a:lnTo>
                  <a:lnTo>
                    <a:pt x="5026336" y="1432062"/>
                  </a:lnTo>
                  <a:lnTo>
                    <a:pt x="5027005" y="1434148"/>
                  </a:lnTo>
                  <a:lnTo>
                    <a:pt x="5027673" y="1434148"/>
                  </a:lnTo>
                  <a:lnTo>
                    <a:pt x="5028341" y="1434148"/>
                  </a:lnTo>
                  <a:lnTo>
                    <a:pt x="5029009" y="1434148"/>
                  </a:lnTo>
                  <a:lnTo>
                    <a:pt x="5029677" y="1434148"/>
                  </a:lnTo>
                  <a:lnTo>
                    <a:pt x="5030345" y="1466300"/>
                  </a:lnTo>
                  <a:lnTo>
                    <a:pt x="5031013" y="1523847"/>
                  </a:lnTo>
                  <a:lnTo>
                    <a:pt x="5031681" y="1497873"/>
                  </a:lnTo>
                  <a:lnTo>
                    <a:pt x="5032349" y="1475457"/>
                  </a:lnTo>
                  <a:lnTo>
                    <a:pt x="5033017" y="1336494"/>
                  </a:lnTo>
                  <a:lnTo>
                    <a:pt x="5033685" y="1295723"/>
                  </a:lnTo>
                  <a:lnTo>
                    <a:pt x="5034353" y="1254281"/>
                  </a:lnTo>
                  <a:lnTo>
                    <a:pt x="5035021" y="1135668"/>
                  </a:lnTo>
                  <a:lnTo>
                    <a:pt x="5035689" y="1057872"/>
                  </a:lnTo>
                  <a:lnTo>
                    <a:pt x="5036357" y="1071869"/>
                  </a:lnTo>
                  <a:lnTo>
                    <a:pt x="5037025" y="1013967"/>
                  </a:lnTo>
                  <a:lnTo>
                    <a:pt x="5037693" y="969493"/>
                  </a:lnTo>
                  <a:lnTo>
                    <a:pt x="5038361" y="1048110"/>
                  </a:lnTo>
                  <a:lnTo>
                    <a:pt x="5039029" y="933104"/>
                  </a:lnTo>
                  <a:lnTo>
                    <a:pt x="5039697" y="1027874"/>
                  </a:lnTo>
                  <a:lnTo>
                    <a:pt x="5040365" y="1021423"/>
                  </a:lnTo>
                  <a:lnTo>
                    <a:pt x="5041033" y="1005580"/>
                  </a:lnTo>
                  <a:lnTo>
                    <a:pt x="5041701" y="987082"/>
                  </a:lnTo>
                  <a:lnTo>
                    <a:pt x="5042369" y="990338"/>
                  </a:lnTo>
                  <a:lnTo>
                    <a:pt x="5043037" y="1010205"/>
                  </a:lnTo>
                  <a:lnTo>
                    <a:pt x="5043705" y="1027439"/>
                  </a:lnTo>
                  <a:lnTo>
                    <a:pt x="5044373" y="1008084"/>
                  </a:lnTo>
                  <a:lnTo>
                    <a:pt x="5045041" y="1063537"/>
                  </a:lnTo>
                  <a:lnTo>
                    <a:pt x="5045709" y="1057706"/>
                  </a:lnTo>
                  <a:lnTo>
                    <a:pt x="5046377" y="1033047"/>
                  </a:lnTo>
                  <a:lnTo>
                    <a:pt x="5047045" y="1035183"/>
                  </a:lnTo>
                  <a:lnTo>
                    <a:pt x="5047713" y="1059388"/>
                  </a:lnTo>
                  <a:lnTo>
                    <a:pt x="5048381" y="1136999"/>
                  </a:lnTo>
                  <a:lnTo>
                    <a:pt x="5049049" y="1154073"/>
                  </a:lnTo>
                  <a:lnTo>
                    <a:pt x="5049717" y="1211414"/>
                  </a:lnTo>
                  <a:lnTo>
                    <a:pt x="5050385" y="1150076"/>
                  </a:lnTo>
                  <a:lnTo>
                    <a:pt x="5051053" y="1204140"/>
                  </a:lnTo>
                  <a:lnTo>
                    <a:pt x="5051722" y="1102771"/>
                  </a:lnTo>
                  <a:lnTo>
                    <a:pt x="5052390" y="1113953"/>
                  </a:lnTo>
                  <a:lnTo>
                    <a:pt x="5053058" y="1126616"/>
                  </a:lnTo>
                  <a:lnTo>
                    <a:pt x="5053726" y="1130466"/>
                  </a:lnTo>
                  <a:lnTo>
                    <a:pt x="5054394" y="1182787"/>
                  </a:lnTo>
                  <a:lnTo>
                    <a:pt x="5055062" y="1284735"/>
                  </a:lnTo>
                  <a:lnTo>
                    <a:pt x="5055730" y="1340906"/>
                  </a:lnTo>
                  <a:lnTo>
                    <a:pt x="5056398" y="1240833"/>
                  </a:lnTo>
                  <a:lnTo>
                    <a:pt x="5057066" y="1250551"/>
                  </a:lnTo>
                  <a:lnTo>
                    <a:pt x="5057734" y="1250551"/>
                  </a:lnTo>
                  <a:lnTo>
                    <a:pt x="5058402" y="1250551"/>
                  </a:lnTo>
                  <a:lnTo>
                    <a:pt x="5059070" y="1250551"/>
                  </a:lnTo>
                  <a:lnTo>
                    <a:pt x="5059738" y="1247723"/>
                  </a:lnTo>
                  <a:lnTo>
                    <a:pt x="5060406" y="1341036"/>
                  </a:lnTo>
                  <a:lnTo>
                    <a:pt x="5061074" y="1328047"/>
                  </a:lnTo>
                  <a:lnTo>
                    <a:pt x="5061742" y="1409145"/>
                  </a:lnTo>
                  <a:lnTo>
                    <a:pt x="5062410" y="1412617"/>
                  </a:lnTo>
                  <a:lnTo>
                    <a:pt x="5063078" y="1412617"/>
                  </a:lnTo>
                  <a:lnTo>
                    <a:pt x="5063746" y="1444769"/>
                  </a:lnTo>
                  <a:lnTo>
                    <a:pt x="5064414" y="1412617"/>
                  </a:lnTo>
                  <a:lnTo>
                    <a:pt x="5065082" y="1433867"/>
                  </a:lnTo>
                  <a:lnTo>
                    <a:pt x="5065750" y="1486446"/>
                  </a:lnTo>
                  <a:lnTo>
                    <a:pt x="5066418" y="1522735"/>
                  </a:lnTo>
                  <a:lnTo>
                    <a:pt x="5067086" y="1570146"/>
                  </a:lnTo>
                  <a:lnTo>
                    <a:pt x="5067754" y="1570146"/>
                  </a:lnTo>
                  <a:lnTo>
                    <a:pt x="5068422" y="1570146"/>
                  </a:lnTo>
                  <a:lnTo>
                    <a:pt x="5069090" y="1570146"/>
                  </a:lnTo>
                  <a:lnTo>
                    <a:pt x="5069758" y="1570146"/>
                  </a:lnTo>
                  <a:lnTo>
                    <a:pt x="5070426" y="1570146"/>
                  </a:lnTo>
                  <a:lnTo>
                    <a:pt x="5071094" y="1570146"/>
                  </a:lnTo>
                  <a:lnTo>
                    <a:pt x="5071762" y="1570146"/>
                  </a:lnTo>
                  <a:lnTo>
                    <a:pt x="5072430" y="1570146"/>
                  </a:lnTo>
                  <a:lnTo>
                    <a:pt x="5073098" y="1570146"/>
                  </a:lnTo>
                  <a:lnTo>
                    <a:pt x="5073766" y="1574639"/>
                  </a:lnTo>
                  <a:lnTo>
                    <a:pt x="5074434" y="1666771"/>
                  </a:lnTo>
                  <a:lnTo>
                    <a:pt x="5075102" y="1666771"/>
                  </a:lnTo>
                  <a:lnTo>
                    <a:pt x="5075771" y="1666771"/>
                  </a:lnTo>
                  <a:lnTo>
                    <a:pt x="5076439" y="1666771"/>
                  </a:lnTo>
                  <a:lnTo>
                    <a:pt x="5077107" y="1666771"/>
                  </a:lnTo>
                  <a:lnTo>
                    <a:pt x="5077775" y="1607028"/>
                  </a:lnTo>
                  <a:lnTo>
                    <a:pt x="5078443" y="1570146"/>
                  </a:lnTo>
                  <a:lnTo>
                    <a:pt x="5079111" y="1570146"/>
                  </a:lnTo>
                  <a:lnTo>
                    <a:pt x="5079779" y="1570146"/>
                  </a:lnTo>
                  <a:lnTo>
                    <a:pt x="5080447" y="1570146"/>
                  </a:lnTo>
                  <a:lnTo>
                    <a:pt x="5081115" y="1570146"/>
                  </a:lnTo>
                  <a:lnTo>
                    <a:pt x="5081783" y="1570146"/>
                  </a:lnTo>
                  <a:lnTo>
                    <a:pt x="5082451" y="1570146"/>
                  </a:lnTo>
                  <a:lnTo>
                    <a:pt x="5083119" y="1486446"/>
                  </a:lnTo>
                  <a:lnTo>
                    <a:pt x="5083787" y="1441114"/>
                  </a:lnTo>
                  <a:lnTo>
                    <a:pt x="5084455" y="1412617"/>
                  </a:lnTo>
                  <a:lnTo>
                    <a:pt x="5085123" y="1412617"/>
                  </a:lnTo>
                  <a:lnTo>
                    <a:pt x="5085791" y="1412617"/>
                  </a:lnTo>
                  <a:lnTo>
                    <a:pt x="5086459" y="1412617"/>
                  </a:lnTo>
                  <a:lnTo>
                    <a:pt x="5087127" y="1378727"/>
                  </a:lnTo>
                  <a:lnTo>
                    <a:pt x="5087795" y="1313015"/>
                  </a:lnTo>
                  <a:lnTo>
                    <a:pt x="5088463" y="1237538"/>
                  </a:lnTo>
                  <a:lnTo>
                    <a:pt x="5089131" y="1163124"/>
                  </a:lnTo>
                  <a:lnTo>
                    <a:pt x="5089799" y="1215687"/>
                  </a:lnTo>
                  <a:lnTo>
                    <a:pt x="5090467" y="1231854"/>
                  </a:lnTo>
                  <a:lnTo>
                    <a:pt x="5091135" y="1250551"/>
                  </a:lnTo>
                  <a:lnTo>
                    <a:pt x="5091803" y="1250551"/>
                  </a:lnTo>
                  <a:lnTo>
                    <a:pt x="5092471" y="1244702"/>
                  </a:lnTo>
                  <a:lnTo>
                    <a:pt x="5093139" y="1250551"/>
                  </a:lnTo>
                  <a:lnTo>
                    <a:pt x="5093807" y="1274509"/>
                  </a:lnTo>
                  <a:lnTo>
                    <a:pt x="5094475" y="1291005"/>
                  </a:lnTo>
                  <a:lnTo>
                    <a:pt x="5095143" y="1291005"/>
                  </a:lnTo>
                  <a:lnTo>
                    <a:pt x="5095811" y="1266421"/>
                  </a:lnTo>
                  <a:lnTo>
                    <a:pt x="5096479" y="1250551"/>
                  </a:lnTo>
                  <a:lnTo>
                    <a:pt x="5097147" y="1270452"/>
                  </a:lnTo>
                  <a:lnTo>
                    <a:pt x="5097815" y="1341003"/>
                  </a:lnTo>
                  <a:lnTo>
                    <a:pt x="5098483" y="1425674"/>
                  </a:lnTo>
                  <a:lnTo>
                    <a:pt x="5099151" y="1508634"/>
                  </a:lnTo>
                  <a:lnTo>
                    <a:pt x="5099819" y="1666332"/>
                  </a:lnTo>
                  <a:lnTo>
                    <a:pt x="5100488" y="1666332"/>
                  </a:lnTo>
                  <a:lnTo>
                    <a:pt x="5101156" y="1486446"/>
                  </a:lnTo>
                  <a:lnTo>
                    <a:pt x="5101824" y="1486446"/>
                  </a:lnTo>
                  <a:lnTo>
                    <a:pt x="5102492" y="1498310"/>
                  </a:lnTo>
                  <a:lnTo>
                    <a:pt x="5103160" y="1570146"/>
                  </a:lnTo>
                  <a:lnTo>
                    <a:pt x="5103828" y="1570146"/>
                  </a:lnTo>
                  <a:lnTo>
                    <a:pt x="5104496" y="1570146"/>
                  </a:lnTo>
                  <a:lnTo>
                    <a:pt x="5105164" y="1539563"/>
                  </a:lnTo>
                  <a:lnTo>
                    <a:pt x="5105832" y="1535314"/>
                  </a:lnTo>
                  <a:lnTo>
                    <a:pt x="5106500" y="1570146"/>
                  </a:lnTo>
                  <a:lnTo>
                    <a:pt x="5107168" y="1570146"/>
                  </a:lnTo>
                  <a:lnTo>
                    <a:pt x="5107836" y="1570146"/>
                  </a:lnTo>
                  <a:lnTo>
                    <a:pt x="5108504" y="1514487"/>
                  </a:lnTo>
                  <a:lnTo>
                    <a:pt x="5109172" y="1486446"/>
                  </a:lnTo>
                  <a:lnTo>
                    <a:pt x="5109840" y="1441114"/>
                  </a:lnTo>
                  <a:lnTo>
                    <a:pt x="5110508" y="1412617"/>
                  </a:lnTo>
                  <a:lnTo>
                    <a:pt x="5111176" y="1412617"/>
                  </a:lnTo>
                  <a:lnTo>
                    <a:pt x="5111844" y="1412617"/>
                  </a:lnTo>
                  <a:lnTo>
                    <a:pt x="5112512" y="1412617"/>
                  </a:lnTo>
                  <a:lnTo>
                    <a:pt x="5113180" y="1382035"/>
                  </a:lnTo>
                  <a:lnTo>
                    <a:pt x="5113848" y="1346575"/>
                  </a:lnTo>
                  <a:lnTo>
                    <a:pt x="5114516" y="1346575"/>
                  </a:lnTo>
                  <a:lnTo>
                    <a:pt x="5115184" y="1310051"/>
                  </a:lnTo>
                  <a:lnTo>
                    <a:pt x="5115852" y="1281160"/>
                  </a:lnTo>
                  <a:lnTo>
                    <a:pt x="5116520" y="1182120"/>
                  </a:lnTo>
                  <a:lnTo>
                    <a:pt x="5117188" y="1182120"/>
                  </a:lnTo>
                  <a:lnTo>
                    <a:pt x="5117856" y="1182120"/>
                  </a:lnTo>
                  <a:lnTo>
                    <a:pt x="5118524" y="1214272"/>
                  </a:lnTo>
                  <a:lnTo>
                    <a:pt x="5119192" y="1232293"/>
                  </a:lnTo>
                  <a:lnTo>
                    <a:pt x="5119860" y="1264444"/>
                  </a:lnTo>
                  <a:lnTo>
                    <a:pt x="5120528" y="1446726"/>
                  </a:lnTo>
                  <a:lnTo>
                    <a:pt x="5121196" y="1458229"/>
                  </a:lnTo>
                  <a:lnTo>
                    <a:pt x="5121864" y="1430876"/>
                  </a:lnTo>
                  <a:lnTo>
                    <a:pt x="5122532" y="1390422"/>
                  </a:lnTo>
                  <a:lnTo>
                    <a:pt x="5123200" y="1402785"/>
                  </a:lnTo>
                  <a:lnTo>
                    <a:pt x="5123868" y="1425674"/>
                  </a:lnTo>
                  <a:lnTo>
                    <a:pt x="5124536" y="1364051"/>
                  </a:lnTo>
                  <a:lnTo>
                    <a:pt x="5125205" y="1371133"/>
                  </a:lnTo>
                  <a:lnTo>
                    <a:pt x="5125873" y="1332016"/>
                  </a:lnTo>
                  <a:lnTo>
                    <a:pt x="5126541" y="1380704"/>
                  </a:lnTo>
                  <a:lnTo>
                    <a:pt x="5127209" y="1359373"/>
                  </a:lnTo>
                  <a:lnTo>
                    <a:pt x="5127877" y="1334251"/>
                  </a:lnTo>
                  <a:lnTo>
                    <a:pt x="5128545" y="1286840"/>
                  </a:lnTo>
                  <a:lnTo>
                    <a:pt x="5129213" y="1201585"/>
                  </a:lnTo>
                  <a:lnTo>
                    <a:pt x="5129881" y="1176722"/>
                  </a:lnTo>
                  <a:lnTo>
                    <a:pt x="5130549" y="1158025"/>
                  </a:lnTo>
                  <a:lnTo>
                    <a:pt x="5131217" y="1147103"/>
                  </a:lnTo>
                  <a:lnTo>
                    <a:pt x="5131885" y="1001193"/>
                  </a:lnTo>
                  <a:lnTo>
                    <a:pt x="5132553" y="978139"/>
                  </a:lnTo>
                  <a:lnTo>
                    <a:pt x="5133221" y="978139"/>
                  </a:lnTo>
                  <a:lnTo>
                    <a:pt x="5133889" y="981631"/>
                  </a:lnTo>
                  <a:lnTo>
                    <a:pt x="5134557" y="1021385"/>
                  </a:lnTo>
                  <a:lnTo>
                    <a:pt x="5135225" y="1019523"/>
                  </a:lnTo>
                  <a:lnTo>
                    <a:pt x="5135893" y="1094515"/>
                  </a:lnTo>
                  <a:lnTo>
                    <a:pt x="5136561" y="1092422"/>
                  </a:lnTo>
                  <a:lnTo>
                    <a:pt x="5137229" y="1065832"/>
                  </a:lnTo>
                  <a:lnTo>
                    <a:pt x="5137897" y="1051968"/>
                  </a:lnTo>
                  <a:lnTo>
                    <a:pt x="5138565" y="1042250"/>
                  </a:lnTo>
                  <a:lnTo>
                    <a:pt x="5139233" y="1105085"/>
                  </a:lnTo>
                  <a:lnTo>
                    <a:pt x="5139901" y="1098722"/>
                  </a:lnTo>
                  <a:lnTo>
                    <a:pt x="5140569" y="1092422"/>
                  </a:lnTo>
                  <a:lnTo>
                    <a:pt x="5141237" y="1051968"/>
                  </a:lnTo>
                  <a:lnTo>
                    <a:pt x="5141905" y="1055898"/>
                  </a:lnTo>
                  <a:lnTo>
                    <a:pt x="5142573" y="1021385"/>
                  </a:lnTo>
                  <a:lnTo>
                    <a:pt x="5143241" y="954225"/>
                  </a:lnTo>
                  <a:lnTo>
                    <a:pt x="5143909" y="904311"/>
                  </a:lnTo>
                  <a:lnTo>
                    <a:pt x="5144577" y="886008"/>
                  </a:lnTo>
                  <a:lnTo>
                    <a:pt x="5145245" y="912097"/>
                  </a:lnTo>
                  <a:lnTo>
                    <a:pt x="5145913" y="915239"/>
                  </a:lnTo>
                  <a:lnTo>
                    <a:pt x="5146581" y="944249"/>
                  </a:lnTo>
                  <a:lnTo>
                    <a:pt x="5147249" y="981631"/>
                  </a:lnTo>
                  <a:lnTo>
                    <a:pt x="5147917" y="947557"/>
                  </a:lnTo>
                  <a:lnTo>
                    <a:pt x="5148585" y="949217"/>
                  </a:lnTo>
                  <a:lnTo>
                    <a:pt x="5149254" y="944249"/>
                  </a:lnTo>
                  <a:lnTo>
                    <a:pt x="5149922" y="972937"/>
                  </a:lnTo>
                  <a:lnTo>
                    <a:pt x="5150590" y="978139"/>
                  </a:lnTo>
                  <a:lnTo>
                    <a:pt x="5151258" y="1013967"/>
                  </a:lnTo>
                  <a:lnTo>
                    <a:pt x="5151926" y="1023254"/>
                  </a:lnTo>
                  <a:lnTo>
                    <a:pt x="5152594" y="1118010"/>
                  </a:lnTo>
                  <a:lnTo>
                    <a:pt x="5153262" y="1216815"/>
                  </a:lnTo>
                  <a:lnTo>
                    <a:pt x="5153930" y="1301243"/>
                  </a:lnTo>
                  <a:lnTo>
                    <a:pt x="5154598" y="1346575"/>
                  </a:lnTo>
                  <a:lnTo>
                    <a:pt x="5155266" y="1346575"/>
                  </a:lnTo>
                  <a:lnTo>
                    <a:pt x="5155934" y="1346575"/>
                  </a:lnTo>
                  <a:lnTo>
                    <a:pt x="5156602" y="1318985"/>
                  </a:lnTo>
                  <a:lnTo>
                    <a:pt x="5157270" y="1240177"/>
                  </a:lnTo>
                  <a:lnTo>
                    <a:pt x="5157938" y="1328047"/>
                  </a:lnTo>
                  <a:lnTo>
                    <a:pt x="5158606" y="1237538"/>
                  </a:lnTo>
                  <a:lnTo>
                    <a:pt x="5159274" y="1156147"/>
                  </a:lnTo>
                  <a:lnTo>
                    <a:pt x="5159942" y="1135668"/>
                  </a:lnTo>
                  <a:lnTo>
                    <a:pt x="5160610" y="1135668"/>
                  </a:lnTo>
                  <a:lnTo>
                    <a:pt x="5161278" y="1135668"/>
                  </a:lnTo>
                  <a:lnTo>
                    <a:pt x="5161946" y="1133433"/>
                  </a:lnTo>
                  <a:lnTo>
                    <a:pt x="5162614" y="1080009"/>
                  </a:lnTo>
                  <a:lnTo>
                    <a:pt x="5163282" y="1051968"/>
                  </a:lnTo>
                  <a:lnTo>
                    <a:pt x="5163950" y="1051968"/>
                  </a:lnTo>
                  <a:lnTo>
                    <a:pt x="5164618" y="979883"/>
                  </a:lnTo>
                  <a:lnTo>
                    <a:pt x="5165286" y="907414"/>
                  </a:lnTo>
                  <a:lnTo>
                    <a:pt x="5165954" y="881515"/>
                  </a:lnTo>
                  <a:lnTo>
                    <a:pt x="5166622" y="874097"/>
                  </a:lnTo>
                  <a:lnTo>
                    <a:pt x="5167290" y="907414"/>
                  </a:lnTo>
                  <a:lnTo>
                    <a:pt x="5167958" y="907414"/>
                  </a:lnTo>
                  <a:lnTo>
                    <a:pt x="5168626" y="981631"/>
                  </a:lnTo>
                  <a:lnTo>
                    <a:pt x="5169294" y="1051968"/>
                  </a:lnTo>
                  <a:lnTo>
                    <a:pt x="5169962" y="971213"/>
                  </a:lnTo>
                  <a:lnTo>
                    <a:pt x="5170630" y="871154"/>
                  </a:lnTo>
                  <a:lnTo>
                    <a:pt x="5171298" y="845272"/>
                  </a:lnTo>
                  <a:lnTo>
                    <a:pt x="5171966" y="966779"/>
                  </a:lnTo>
                  <a:lnTo>
                    <a:pt x="5172634" y="1012607"/>
                  </a:lnTo>
                  <a:lnTo>
                    <a:pt x="5173302" y="1041834"/>
                  </a:lnTo>
                  <a:lnTo>
                    <a:pt x="5173971" y="1019000"/>
                  </a:lnTo>
                  <a:lnTo>
                    <a:pt x="5174639" y="1043855"/>
                  </a:lnTo>
                  <a:lnTo>
                    <a:pt x="5175307" y="1058102"/>
                  </a:lnTo>
                  <a:lnTo>
                    <a:pt x="5175975" y="1027176"/>
                  </a:lnTo>
                  <a:lnTo>
                    <a:pt x="5176643" y="928400"/>
                  </a:lnTo>
                  <a:lnTo>
                    <a:pt x="5177311" y="900893"/>
                  </a:lnTo>
                  <a:lnTo>
                    <a:pt x="5177979" y="854441"/>
                  </a:lnTo>
                  <a:lnTo>
                    <a:pt x="5178647" y="856527"/>
                  </a:lnTo>
                  <a:lnTo>
                    <a:pt x="5179315" y="959454"/>
                  </a:lnTo>
                  <a:lnTo>
                    <a:pt x="5179983" y="995236"/>
                  </a:lnTo>
                  <a:lnTo>
                    <a:pt x="5180651" y="1042083"/>
                  </a:lnTo>
                  <a:lnTo>
                    <a:pt x="5181319" y="1026347"/>
                  </a:lnTo>
                  <a:lnTo>
                    <a:pt x="5181987" y="1069193"/>
                  </a:lnTo>
                  <a:lnTo>
                    <a:pt x="5182655" y="1072666"/>
                  </a:lnTo>
                  <a:lnTo>
                    <a:pt x="5183323" y="919096"/>
                  </a:lnTo>
                  <a:lnTo>
                    <a:pt x="5183991" y="926061"/>
                  </a:lnTo>
                  <a:lnTo>
                    <a:pt x="5184659" y="951066"/>
                  </a:lnTo>
                  <a:lnTo>
                    <a:pt x="5185327" y="993791"/>
                  </a:lnTo>
                  <a:lnTo>
                    <a:pt x="5185995" y="1021714"/>
                  </a:lnTo>
                  <a:lnTo>
                    <a:pt x="5186663" y="1121747"/>
                  </a:lnTo>
                  <a:lnTo>
                    <a:pt x="5187331" y="1089117"/>
                  </a:lnTo>
                  <a:lnTo>
                    <a:pt x="5187999" y="1142832"/>
                  </a:lnTo>
                  <a:lnTo>
                    <a:pt x="5188667" y="1142832"/>
                  </a:lnTo>
                  <a:lnTo>
                    <a:pt x="5189335" y="1179275"/>
                  </a:lnTo>
                  <a:lnTo>
                    <a:pt x="5190003" y="1216376"/>
                  </a:lnTo>
                  <a:lnTo>
                    <a:pt x="5190671" y="1197990"/>
                  </a:lnTo>
                  <a:lnTo>
                    <a:pt x="5191339" y="1092422"/>
                  </a:lnTo>
                  <a:lnTo>
                    <a:pt x="5192007" y="1092422"/>
                  </a:lnTo>
                  <a:lnTo>
                    <a:pt x="5192675" y="1061839"/>
                  </a:lnTo>
                  <a:lnTo>
                    <a:pt x="5193343" y="1065832"/>
                  </a:lnTo>
                  <a:lnTo>
                    <a:pt x="5194011" y="1092422"/>
                  </a:lnTo>
                  <a:lnTo>
                    <a:pt x="5194679" y="1084119"/>
                  </a:lnTo>
                  <a:lnTo>
                    <a:pt x="5195347" y="985143"/>
                  </a:lnTo>
                  <a:lnTo>
                    <a:pt x="5196015" y="983385"/>
                  </a:lnTo>
                  <a:lnTo>
                    <a:pt x="5196683" y="937685"/>
                  </a:lnTo>
                  <a:lnTo>
                    <a:pt x="5197351" y="1001193"/>
                  </a:lnTo>
                  <a:lnTo>
                    <a:pt x="5198019" y="1030783"/>
                  </a:lnTo>
                  <a:lnTo>
                    <a:pt x="5198688" y="1051968"/>
                  </a:lnTo>
                  <a:lnTo>
                    <a:pt x="5199356" y="1017665"/>
                  </a:lnTo>
                  <a:lnTo>
                    <a:pt x="5200024" y="1019523"/>
                  </a:lnTo>
                  <a:lnTo>
                    <a:pt x="5200692" y="1017665"/>
                  </a:lnTo>
                  <a:lnTo>
                    <a:pt x="5201360" y="1148567"/>
                  </a:lnTo>
                  <a:lnTo>
                    <a:pt x="5202028" y="1058423"/>
                  </a:lnTo>
                  <a:lnTo>
                    <a:pt x="5202696" y="1017648"/>
                  </a:lnTo>
                  <a:lnTo>
                    <a:pt x="5203364" y="992492"/>
                  </a:lnTo>
                  <a:lnTo>
                    <a:pt x="5204032" y="970810"/>
                  </a:lnTo>
                  <a:lnTo>
                    <a:pt x="5204700" y="975844"/>
                  </a:lnTo>
                  <a:lnTo>
                    <a:pt x="5205368" y="1045266"/>
                  </a:lnTo>
                  <a:lnTo>
                    <a:pt x="5206036" y="1072680"/>
                  </a:lnTo>
                  <a:lnTo>
                    <a:pt x="5206704" y="1121747"/>
                  </a:lnTo>
                  <a:lnTo>
                    <a:pt x="5207372" y="1142832"/>
                  </a:lnTo>
                  <a:lnTo>
                    <a:pt x="5208040" y="1142832"/>
                  </a:lnTo>
                  <a:lnTo>
                    <a:pt x="5208708" y="1142832"/>
                  </a:lnTo>
                  <a:lnTo>
                    <a:pt x="5209376" y="1176722"/>
                  </a:lnTo>
                  <a:lnTo>
                    <a:pt x="5210044" y="1212550"/>
                  </a:lnTo>
                  <a:lnTo>
                    <a:pt x="5210712" y="1225590"/>
                  </a:lnTo>
                  <a:lnTo>
                    <a:pt x="5211380" y="1198154"/>
                  </a:lnTo>
                  <a:lnTo>
                    <a:pt x="5212048" y="1320047"/>
                  </a:lnTo>
                  <a:lnTo>
                    <a:pt x="5212716" y="1283990"/>
                  </a:lnTo>
                  <a:lnTo>
                    <a:pt x="5213384" y="1328047"/>
                  </a:lnTo>
                  <a:lnTo>
                    <a:pt x="5214052" y="1346575"/>
                  </a:lnTo>
                  <a:lnTo>
                    <a:pt x="5214720" y="1346575"/>
                  </a:lnTo>
                  <a:lnTo>
                    <a:pt x="5215388" y="1346575"/>
                  </a:lnTo>
                  <a:lnTo>
                    <a:pt x="5216056" y="1258970"/>
                  </a:lnTo>
                  <a:lnTo>
                    <a:pt x="5216724" y="1411209"/>
                  </a:lnTo>
                  <a:lnTo>
                    <a:pt x="5217392" y="1412178"/>
                  </a:lnTo>
                  <a:lnTo>
                    <a:pt x="5218060" y="1387978"/>
                  </a:lnTo>
                  <a:lnTo>
                    <a:pt x="5218728" y="1380704"/>
                  </a:lnTo>
                  <a:lnTo>
                    <a:pt x="5219396" y="1380704"/>
                  </a:lnTo>
                  <a:lnTo>
                    <a:pt x="5220064" y="1380704"/>
                  </a:lnTo>
                  <a:lnTo>
                    <a:pt x="5220732" y="1407800"/>
                  </a:lnTo>
                  <a:lnTo>
                    <a:pt x="5221400" y="1444072"/>
                  </a:lnTo>
                  <a:lnTo>
                    <a:pt x="5222068" y="1430876"/>
                  </a:lnTo>
                  <a:lnTo>
                    <a:pt x="5222736" y="1430876"/>
                  </a:lnTo>
                  <a:lnTo>
                    <a:pt x="5223405" y="1452126"/>
                  </a:lnTo>
                  <a:lnTo>
                    <a:pt x="5224073" y="1430876"/>
                  </a:lnTo>
                  <a:lnTo>
                    <a:pt x="5224741" y="1430876"/>
                  </a:lnTo>
                  <a:lnTo>
                    <a:pt x="5225409" y="1392875"/>
                  </a:lnTo>
                  <a:lnTo>
                    <a:pt x="5226077" y="1457553"/>
                  </a:lnTo>
                  <a:lnTo>
                    <a:pt x="5226745" y="1514137"/>
                  </a:lnTo>
                  <a:lnTo>
                    <a:pt x="5227413" y="1510294"/>
                  </a:lnTo>
                  <a:lnTo>
                    <a:pt x="5228081" y="1368907"/>
                  </a:lnTo>
                  <a:lnTo>
                    <a:pt x="5228749" y="1346575"/>
                  </a:lnTo>
                  <a:lnTo>
                    <a:pt x="5229417" y="1328047"/>
                  </a:lnTo>
                  <a:lnTo>
                    <a:pt x="5230085" y="1286833"/>
                  </a:lnTo>
                  <a:lnTo>
                    <a:pt x="5230753" y="1286833"/>
                  </a:lnTo>
                  <a:lnTo>
                    <a:pt x="5231421" y="1331097"/>
                  </a:lnTo>
                  <a:lnTo>
                    <a:pt x="5232089" y="1346575"/>
                  </a:lnTo>
                  <a:lnTo>
                    <a:pt x="5232757" y="1346575"/>
                  </a:lnTo>
                  <a:lnTo>
                    <a:pt x="5233425" y="1349717"/>
                  </a:lnTo>
                  <a:lnTo>
                    <a:pt x="5234093" y="1349717"/>
                  </a:lnTo>
                  <a:lnTo>
                    <a:pt x="5234761" y="1503342"/>
                  </a:lnTo>
                  <a:lnTo>
                    <a:pt x="5235429" y="1469575"/>
                  </a:lnTo>
                  <a:lnTo>
                    <a:pt x="5236097" y="1485416"/>
                  </a:lnTo>
                  <a:lnTo>
                    <a:pt x="5236765" y="1485416"/>
                  </a:lnTo>
                  <a:lnTo>
                    <a:pt x="5237433" y="1562627"/>
                  </a:lnTo>
                  <a:lnTo>
                    <a:pt x="5238101" y="1545435"/>
                  </a:lnTo>
                  <a:lnTo>
                    <a:pt x="5238769" y="1448947"/>
                  </a:lnTo>
                  <a:lnTo>
                    <a:pt x="5239437" y="1405559"/>
                  </a:lnTo>
                  <a:lnTo>
                    <a:pt x="5240105" y="1397624"/>
                  </a:lnTo>
                  <a:lnTo>
                    <a:pt x="5240773" y="1391739"/>
                  </a:lnTo>
                  <a:lnTo>
                    <a:pt x="5241441" y="1341116"/>
                  </a:lnTo>
                  <a:lnTo>
                    <a:pt x="5242109" y="1319866"/>
                  </a:lnTo>
                  <a:lnTo>
                    <a:pt x="5242777" y="1307794"/>
                  </a:lnTo>
                  <a:lnTo>
                    <a:pt x="5243445" y="1285975"/>
                  </a:lnTo>
                  <a:lnTo>
                    <a:pt x="5244113" y="1271303"/>
                  </a:lnTo>
                  <a:lnTo>
                    <a:pt x="5244781" y="1262346"/>
                  </a:lnTo>
                  <a:lnTo>
                    <a:pt x="5245449" y="1316458"/>
                  </a:lnTo>
                  <a:lnTo>
                    <a:pt x="5246117" y="1166361"/>
                  </a:lnTo>
                  <a:lnTo>
                    <a:pt x="5246785" y="1093676"/>
                  </a:lnTo>
                  <a:lnTo>
                    <a:pt x="5247454" y="1088857"/>
                  </a:lnTo>
                  <a:lnTo>
                    <a:pt x="5248122" y="1109619"/>
                  </a:lnTo>
                  <a:lnTo>
                    <a:pt x="5248790" y="1001193"/>
                  </a:lnTo>
                  <a:lnTo>
                    <a:pt x="5249458" y="1051968"/>
                  </a:lnTo>
                  <a:lnTo>
                    <a:pt x="5250126" y="1088257"/>
                  </a:lnTo>
                  <a:lnTo>
                    <a:pt x="5250794" y="1034582"/>
                  </a:lnTo>
                  <a:lnTo>
                    <a:pt x="5251462" y="1028892"/>
                  </a:lnTo>
                  <a:lnTo>
                    <a:pt x="5252130" y="1051968"/>
                  </a:lnTo>
                  <a:lnTo>
                    <a:pt x="5252798" y="1028892"/>
                  </a:lnTo>
                  <a:lnTo>
                    <a:pt x="5253466" y="954225"/>
                  </a:lnTo>
                  <a:lnTo>
                    <a:pt x="5254134" y="992226"/>
                  </a:lnTo>
                  <a:lnTo>
                    <a:pt x="5254802" y="1013967"/>
                  </a:lnTo>
                  <a:lnTo>
                    <a:pt x="5255470" y="1003002"/>
                  </a:lnTo>
                  <a:lnTo>
                    <a:pt x="5256138" y="988674"/>
                  </a:lnTo>
                  <a:lnTo>
                    <a:pt x="5256806" y="1050012"/>
                  </a:lnTo>
                  <a:lnTo>
                    <a:pt x="5257474" y="1023254"/>
                  </a:lnTo>
                  <a:lnTo>
                    <a:pt x="5258142" y="1006636"/>
                  </a:lnTo>
                  <a:lnTo>
                    <a:pt x="5258810" y="1012126"/>
                  </a:lnTo>
                  <a:lnTo>
                    <a:pt x="5259478" y="960965"/>
                  </a:lnTo>
                  <a:lnTo>
                    <a:pt x="5260146" y="944249"/>
                  </a:lnTo>
                  <a:lnTo>
                    <a:pt x="5260814" y="962661"/>
                  </a:lnTo>
                  <a:lnTo>
                    <a:pt x="5261482" y="992226"/>
                  </a:lnTo>
                  <a:lnTo>
                    <a:pt x="5262150" y="978139"/>
                  </a:lnTo>
                  <a:lnTo>
                    <a:pt x="5262818" y="978139"/>
                  </a:lnTo>
                  <a:lnTo>
                    <a:pt x="5263486" y="1004816"/>
                  </a:lnTo>
                  <a:lnTo>
                    <a:pt x="5264154" y="962661"/>
                  </a:lnTo>
                  <a:lnTo>
                    <a:pt x="5264822" y="905860"/>
                  </a:lnTo>
                  <a:lnTo>
                    <a:pt x="5265490" y="890534"/>
                  </a:lnTo>
                  <a:lnTo>
                    <a:pt x="5266158" y="910532"/>
                  </a:lnTo>
                  <a:lnTo>
                    <a:pt x="5266826" y="899685"/>
                  </a:lnTo>
                  <a:lnTo>
                    <a:pt x="5267494" y="919982"/>
                  </a:lnTo>
                  <a:lnTo>
                    <a:pt x="5268162" y="868225"/>
                  </a:lnTo>
                  <a:lnTo>
                    <a:pt x="5268830" y="838268"/>
                  </a:lnTo>
                  <a:lnTo>
                    <a:pt x="5269498" y="846682"/>
                  </a:lnTo>
                  <a:lnTo>
                    <a:pt x="5270166" y="824492"/>
                  </a:lnTo>
                  <a:lnTo>
                    <a:pt x="5270834" y="850932"/>
                  </a:lnTo>
                  <a:lnTo>
                    <a:pt x="5271502" y="869687"/>
                  </a:lnTo>
                  <a:lnTo>
                    <a:pt x="5272171" y="881515"/>
                  </a:lnTo>
                  <a:lnTo>
                    <a:pt x="5272839" y="893569"/>
                  </a:lnTo>
                  <a:lnTo>
                    <a:pt x="5273507" y="865309"/>
                  </a:lnTo>
                  <a:lnTo>
                    <a:pt x="5274175" y="804378"/>
                  </a:lnTo>
                  <a:lnTo>
                    <a:pt x="5274843" y="821772"/>
                  </a:lnTo>
                  <a:lnTo>
                    <a:pt x="5275511" y="797815"/>
                  </a:lnTo>
                  <a:lnTo>
                    <a:pt x="5276179" y="788739"/>
                  </a:lnTo>
                  <a:lnTo>
                    <a:pt x="5276847" y="756138"/>
                  </a:lnTo>
                  <a:lnTo>
                    <a:pt x="5277515" y="759814"/>
                  </a:lnTo>
                  <a:lnTo>
                    <a:pt x="5278183" y="819065"/>
                  </a:lnTo>
                  <a:lnTo>
                    <a:pt x="5278851" y="825856"/>
                  </a:lnTo>
                  <a:lnTo>
                    <a:pt x="5279519" y="835489"/>
                  </a:lnTo>
                  <a:lnTo>
                    <a:pt x="5280187" y="817715"/>
                  </a:lnTo>
                  <a:lnTo>
                    <a:pt x="5280855" y="797815"/>
                  </a:lnTo>
                  <a:lnTo>
                    <a:pt x="5281523" y="797815"/>
                  </a:lnTo>
                  <a:lnTo>
                    <a:pt x="5282191" y="763512"/>
                  </a:lnTo>
                  <a:lnTo>
                    <a:pt x="5282859" y="736886"/>
                  </a:lnTo>
                  <a:lnTo>
                    <a:pt x="5283527" y="808350"/>
                  </a:lnTo>
                  <a:lnTo>
                    <a:pt x="5284195" y="887513"/>
                  </a:lnTo>
                  <a:lnTo>
                    <a:pt x="5284863" y="893569"/>
                  </a:lnTo>
                  <a:lnTo>
                    <a:pt x="5285531" y="944249"/>
                  </a:lnTo>
                  <a:lnTo>
                    <a:pt x="5286199" y="957586"/>
                  </a:lnTo>
                  <a:lnTo>
                    <a:pt x="5286867" y="1034582"/>
                  </a:lnTo>
                  <a:lnTo>
                    <a:pt x="5287535" y="1013967"/>
                  </a:lnTo>
                  <a:lnTo>
                    <a:pt x="5288203" y="994009"/>
                  </a:lnTo>
                  <a:lnTo>
                    <a:pt x="5288871" y="979883"/>
                  </a:lnTo>
                  <a:lnTo>
                    <a:pt x="5289539" y="988674"/>
                  </a:lnTo>
                  <a:lnTo>
                    <a:pt x="5290207" y="1025128"/>
                  </a:lnTo>
                  <a:lnTo>
                    <a:pt x="5290875" y="1051968"/>
                  </a:lnTo>
                  <a:lnTo>
                    <a:pt x="5291543" y="1051968"/>
                  </a:lnTo>
                  <a:lnTo>
                    <a:pt x="5292211" y="1080009"/>
                  </a:lnTo>
                  <a:lnTo>
                    <a:pt x="5292879" y="1092422"/>
                  </a:lnTo>
                  <a:lnTo>
                    <a:pt x="5293547" y="1055898"/>
                  </a:lnTo>
                  <a:lnTo>
                    <a:pt x="5294215" y="1073894"/>
                  </a:lnTo>
                  <a:lnTo>
                    <a:pt x="5294883" y="1063832"/>
                  </a:lnTo>
                  <a:lnTo>
                    <a:pt x="5295551" y="1051968"/>
                  </a:lnTo>
                  <a:lnTo>
                    <a:pt x="5296219" y="994009"/>
                  </a:lnTo>
                  <a:lnTo>
                    <a:pt x="5296888" y="918397"/>
                  </a:lnTo>
                  <a:lnTo>
                    <a:pt x="5297556" y="834104"/>
                  </a:lnTo>
                  <a:lnTo>
                    <a:pt x="5298224" y="997822"/>
                  </a:lnTo>
                  <a:lnTo>
                    <a:pt x="5298892" y="1007109"/>
                  </a:lnTo>
                  <a:lnTo>
                    <a:pt x="5299560" y="973795"/>
                  </a:lnTo>
                  <a:lnTo>
                    <a:pt x="5300228" y="1121600"/>
                  </a:lnTo>
                  <a:lnTo>
                    <a:pt x="5300896" y="1146495"/>
                  </a:lnTo>
                  <a:lnTo>
                    <a:pt x="5301564" y="1146495"/>
                  </a:lnTo>
                  <a:lnTo>
                    <a:pt x="5302232" y="1163705"/>
                  </a:lnTo>
                  <a:lnTo>
                    <a:pt x="5302900" y="1194081"/>
                  </a:lnTo>
                  <a:lnTo>
                    <a:pt x="5303568" y="1204134"/>
                  </a:lnTo>
                  <a:lnTo>
                    <a:pt x="5304236" y="1179995"/>
                  </a:lnTo>
                  <a:lnTo>
                    <a:pt x="5304904" y="1211414"/>
                  </a:lnTo>
                  <a:lnTo>
                    <a:pt x="5305572" y="1205583"/>
                  </a:lnTo>
                  <a:lnTo>
                    <a:pt x="5306240" y="1239877"/>
                  </a:lnTo>
                  <a:lnTo>
                    <a:pt x="5306908" y="1316393"/>
                  </a:lnTo>
                  <a:lnTo>
                    <a:pt x="5307576" y="1461917"/>
                  </a:lnTo>
                  <a:lnTo>
                    <a:pt x="5308244" y="1493367"/>
                  </a:lnTo>
                  <a:lnTo>
                    <a:pt x="5308912" y="1599527"/>
                  </a:lnTo>
                  <a:lnTo>
                    <a:pt x="5309580" y="1668810"/>
                  </a:lnTo>
                  <a:lnTo>
                    <a:pt x="5310248" y="1592503"/>
                  </a:lnTo>
                  <a:lnTo>
                    <a:pt x="5310916" y="1592503"/>
                  </a:lnTo>
                  <a:lnTo>
                    <a:pt x="5311584" y="1592503"/>
                  </a:lnTo>
                  <a:lnTo>
                    <a:pt x="5312252" y="1571950"/>
                  </a:lnTo>
                  <a:lnTo>
                    <a:pt x="5312920" y="1346575"/>
                  </a:lnTo>
                  <a:lnTo>
                    <a:pt x="5313588" y="1388703"/>
                  </a:lnTo>
                  <a:lnTo>
                    <a:pt x="5314256" y="1409145"/>
                  </a:lnTo>
                  <a:lnTo>
                    <a:pt x="5314924" y="1346575"/>
                  </a:lnTo>
                  <a:lnTo>
                    <a:pt x="5315592" y="1385360"/>
                  </a:lnTo>
                  <a:lnTo>
                    <a:pt x="5316260" y="1412617"/>
                  </a:lnTo>
                  <a:lnTo>
                    <a:pt x="5316928" y="1412617"/>
                  </a:lnTo>
                  <a:lnTo>
                    <a:pt x="5317596" y="1365668"/>
                  </a:lnTo>
                  <a:lnTo>
                    <a:pt x="5318264" y="1446726"/>
                  </a:lnTo>
                  <a:lnTo>
                    <a:pt x="5318932" y="1466719"/>
                  </a:lnTo>
                  <a:lnTo>
                    <a:pt x="5319600" y="1428048"/>
                  </a:lnTo>
                  <a:lnTo>
                    <a:pt x="5320268" y="1427445"/>
                  </a:lnTo>
                  <a:lnTo>
                    <a:pt x="5320936" y="1430876"/>
                  </a:lnTo>
                  <a:lnTo>
                    <a:pt x="5321605" y="1400293"/>
                  </a:lnTo>
                  <a:lnTo>
                    <a:pt x="5322273" y="1336494"/>
                  </a:lnTo>
                  <a:lnTo>
                    <a:pt x="5322941" y="1334251"/>
                  </a:lnTo>
                  <a:lnTo>
                    <a:pt x="5323609" y="1422574"/>
                  </a:lnTo>
                  <a:lnTo>
                    <a:pt x="5324277" y="1407558"/>
                  </a:lnTo>
                  <a:lnTo>
                    <a:pt x="5324945" y="1461970"/>
                  </a:lnTo>
                  <a:lnTo>
                    <a:pt x="5325613" y="1447273"/>
                  </a:lnTo>
                  <a:lnTo>
                    <a:pt x="5326281" y="1415121"/>
                  </a:lnTo>
                  <a:lnTo>
                    <a:pt x="5326949" y="1404760"/>
                  </a:lnTo>
                  <a:lnTo>
                    <a:pt x="5327617" y="1465158"/>
                  </a:lnTo>
                  <a:lnTo>
                    <a:pt x="5328285" y="1511347"/>
                  </a:lnTo>
                  <a:lnTo>
                    <a:pt x="5328953" y="1511347"/>
                  </a:lnTo>
                  <a:lnTo>
                    <a:pt x="5329621" y="1537703"/>
                  </a:lnTo>
                  <a:lnTo>
                    <a:pt x="5330289" y="1423888"/>
                  </a:lnTo>
                  <a:lnTo>
                    <a:pt x="5330957" y="1415121"/>
                  </a:lnTo>
                  <a:lnTo>
                    <a:pt x="5331625" y="1436371"/>
                  </a:lnTo>
                  <a:lnTo>
                    <a:pt x="5332293" y="1498821"/>
                  </a:lnTo>
                  <a:lnTo>
                    <a:pt x="5332961" y="1529404"/>
                  </a:lnTo>
                  <a:lnTo>
                    <a:pt x="5333629" y="1604149"/>
                  </a:lnTo>
                  <a:lnTo>
                    <a:pt x="5334297" y="1555998"/>
                  </a:lnTo>
                  <a:lnTo>
                    <a:pt x="5334965" y="1668810"/>
                  </a:lnTo>
                  <a:lnTo>
                    <a:pt x="5335633" y="1491141"/>
                  </a:lnTo>
                  <a:lnTo>
                    <a:pt x="5336301" y="1545158"/>
                  </a:lnTo>
                  <a:lnTo>
                    <a:pt x="5336969" y="1560820"/>
                  </a:lnTo>
                  <a:lnTo>
                    <a:pt x="5337637" y="1592503"/>
                  </a:lnTo>
                  <a:lnTo>
                    <a:pt x="5338305" y="1570283"/>
                  </a:lnTo>
                  <a:lnTo>
                    <a:pt x="5338973" y="1412617"/>
                  </a:lnTo>
                  <a:lnTo>
                    <a:pt x="5339641" y="1412617"/>
                  </a:lnTo>
                  <a:lnTo>
                    <a:pt x="5340309" y="1548150"/>
                  </a:lnTo>
                  <a:lnTo>
                    <a:pt x="5340977" y="1570146"/>
                  </a:lnTo>
                  <a:lnTo>
                    <a:pt x="5341645" y="1570146"/>
                  </a:lnTo>
                  <a:lnTo>
                    <a:pt x="5342313" y="1570146"/>
                  </a:lnTo>
                  <a:lnTo>
                    <a:pt x="5342981" y="1570146"/>
                  </a:lnTo>
                  <a:lnTo>
                    <a:pt x="5343649" y="1570146"/>
                  </a:lnTo>
                  <a:lnTo>
                    <a:pt x="5344317" y="1570146"/>
                  </a:lnTo>
                  <a:lnTo>
                    <a:pt x="5344985" y="1526900"/>
                  </a:lnTo>
                  <a:lnTo>
                    <a:pt x="5345654" y="1570146"/>
                  </a:lnTo>
                  <a:lnTo>
                    <a:pt x="5346322" y="1548150"/>
                  </a:lnTo>
                  <a:lnTo>
                    <a:pt x="5346990" y="1433867"/>
                  </a:lnTo>
                  <a:lnTo>
                    <a:pt x="5347658" y="1592503"/>
                  </a:lnTo>
                  <a:lnTo>
                    <a:pt x="5348326" y="1520574"/>
                  </a:lnTo>
                  <a:lnTo>
                    <a:pt x="5348994" y="1526800"/>
                  </a:lnTo>
                  <a:lnTo>
                    <a:pt x="5349662" y="1448947"/>
                  </a:lnTo>
                  <a:lnTo>
                    <a:pt x="5350330" y="1509842"/>
                  </a:lnTo>
                  <a:lnTo>
                    <a:pt x="5350998" y="1434573"/>
                  </a:lnTo>
                  <a:lnTo>
                    <a:pt x="5351666" y="1364949"/>
                  </a:lnTo>
                  <a:lnTo>
                    <a:pt x="5352334" y="1273859"/>
                  </a:lnTo>
                  <a:lnTo>
                    <a:pt x="5353002" y="1201731"/>
                  </a:lnTo>
                  <a:lnTo>
                    <a:pt x="5353670" y="1184624"/>
                  </a:lnTo>
                  <a:lnTo>
                    <a:pt x="5354338" y="1178626"/>
                  </a:lnTo>
                  <a:lnTo>
                    <a:pt x="5355006" y="1163737"/>
                  </a:lnTo>
                  <a:lnTo>
                    <a:pt x="5355674" y="1108051"/>
                  </a:lnTo>
                  <a:lnTo>
                    <a:pt x="5356342" y="1018805"/>
                  </a:lnTo>
                  <a:lnTo>
                    <a:pt x="5357010" y="1010458"/>
                  </a:lnTo>
                  <a:lnTo>
                    <a:pt x="5357678" y="989263"/>
                  </a:lnTo>
                  <a:lnTo>
                    <a:pt x="5358346" y="923280"/>
                  </a:lnTo>
                  <a:lnTo>
                    <a:pt x="5359014" y="922495"/>
                  </a:lnTo>
                  <a:lnTo>
                    <a:pt x="5359682" y="831808"/>
                  </a:lnTo>
                  <a:lnTo>
                    <a:pt x="5360350" y="825516"/>
                  </a:lnTo>
                  <a:lnTo>
                    <a:pt x="5361018" y="684087"/>
                  </a:lnTo>
                  <a:lnTo>
                    <a:pt x="5361686" y="672297"/>
                  </a:lnTo>
                  <a:lnTo>
                    <a:pt x="5362354" y="700975"/>
                  </a:lnTo>
                  <a:lnTo>
                    <a:pt x="5363022" y="747490"/>
                  </a:lnTo>
                  <a:lnTo>
                    <a:pt x="5363690" y="759902"/>
                  </a:lnTo>
                  <a:lnTo>
                    <a:pt x="5364358" y="764396"/>
                  </a:lnTo>
                  <a:lnTo>
                    <a:pt x="5365026" y="809240"/>
                  </a:lnTo>
                  <a:lnTo>
                    <a:pt x="5365694" y="805823"/>
                  </a:lnTo>
                  <a:lnTo>
                    <a:pt x="5366362" y="831593"/>
                  </a:lnTo>
                  <a:lnTo>
                    <a:pt x="5367030" y="837618"/>
                  </a:lnTo>
                  <a:lnTo>
                    <a:pt x="5367698" y="858620"/>
                  </a:lnTo>
                  <a:lnTo>
                    <a:pt x="5368366" y="896424"/>
                  </a:lnTo>
                  <a:lnTo>
                    <a:pt x="5369034" y="962095"/>
                  </a:lnTo>
                  <a:lnTo>
                    <a:pt x="5369702" y="941422"/>
                  </a:lnTo>
                  <a:lnTo>
                    <a:pt x="5370371" y="957169"/>
                  </a:lnTo>
                  <a:lnTo>
                    <a:pt x="5371039" y="924895"/>
                  </a:lnTo>
                  <a:lnTo>
                    <a:pt x="5371707" y="922569"/>
                  </a:lnTo>
                  <a:lnTo>
                    <a:pt x="5372375" y="868125"/>
                  </a:lnTo>
                  <a:lnTo>
                    <a:pt x="5373043" y="837999"/>
                  </a:lnTo>
                  <a:lnTo>
                    <a:pt x="5373711" y="835974"/>
                  </a:lnTo>
                  <a:lnTo>
                    <a:pt x="5374379" y="820989"/>
                  </a:lnTo>
                  <a:lnTo>
                    <a:pt x="5375047" y="828512"/>
                  </a:lnTo>
                  <a:lnTo>
                    <a:pt x="5375715" y="893511"/>
                  </a:lnTo>
                  <a:lnTo>
                    <a:pt x="5376383" y="923922"/>
                  </a:lnTo>
                  <a:lnTo>
                    <a:pt x="5377051" y="940957"/>
                  </a:lnTo>
                  <a:lnTo>
                    <a:pt x="5377719" y="717060"/>
                  </a:lnTo>
                  <a:lnTo>
                    <a:pt x="5378387" y="679194"/>
                  </a:lnTo>
                  <a:lnTo>
                    <a:pt x="5379055" y="656900"/>
                  </a:lnTo>
                  <a:lnTo>
                    <a:pt x="5379723" y="690095"/>
                  </a:lnTo>
                  <a:lnTo>
                    <a:pt x="5380391" y="709075"/>
                  </a:lnTo>
                  <a:lnTo>
                    <a:pt x="5381059" y="768477"/>
                  </a:lnTo>
                  <a:lnTo>
                    <a:pt x="5381727" y="1008991"/>
                  </a:lnTo>
                  <a:lnTo>
                    <a:pt x="5382395" y="1139159"/>
                  </a:lnTo>
                  <a:lnTo>
                    <a:pt x="5383063" y="1171520"/>
                  </a:lnTo>
                  <a:lnTo>
                    <a:pt x="5383731" y="1099806"/>
                  </a:lnTo>
                  <a:lnTo>
                    <a:pt x="5384399" y="1025806"/>
                  </a:lnTo>
                  <a:lnTo>
                    <a:pt x="5385067" y="983473"/>
                  </a:lnTo>
                  <a:lnTo>
                    <a:pt x="5385735" y="973322"/>
                  </a:lnTo>
                  <a:lnTo>
                    <a:pt x="5386403" y="1064350"/>
                  </a:lnTo>
                  <a:lnTo>
                    <a:pt x="5387071" y="1093916"/>
                  </a:lnTo>
                  <a:lnTo>
                    <a:pt x="5387739" y="1280724"/>
                  </a:lnTo>
                  <a:lnTo>
                    <a:pt x="5388407" y="1318496"/>
                  </a:lnTo>
                  <a:lnTo>
                    <a:pt x="5389075" y="1355379"/>
                  </a:lnTo>
                  <a:lnTo>
                    <a:pt x="5389743" y="1381231"/>
                  </a:lnTo>
                  <a:lnTo>
                    <a:pt x="5390411" y="1364949"/>
                  </a:lnTo>
                  <a:lnTo>
                    <a:pt x="5391079" y="1349079"/>
                  </a:lnTo>
                  <a:lnTo>
                    <a:pt x="5391747" y="1344622"/>
                  </a:lnTo>
                  <a:lnTo>
                    <a:pt x="5392415" y="1303213"/>
                  </a:lnTo>
                  <a:lnTo>
                    <a:pt x="5393083" y="1208492"/>
                  </a:lnTo>
                  <a:lnTo>
                    <a:pt x="5393751" y="1264890"/>
                  </a:lnTo>
                  <a:lnTo>
                    <a:pt x="5394419" y="1380130"/>
                  </a:lnTo>
                  <a:lnTo>
                    <a:pt x="5395088" y="1540424"/>
                  </a:lnTo>
                  <a:lnTo>
                    <a:pt x="5395756" y="1531497"/>
                  </a:lnTo>
                  <a:lnTo>
                    <a:pt x="5396424" y="1668810"/>
                  </a:lnTo>
                  <a:lnTo>
                    <a:pt x="5397092" y="1668810"/>
                  </a:lnTo>
                  <a:lnTo>
                    <a:pt x="5397760" y="1668810"/>
                  </a:lnTo>
                  <a:lnTo>
                    <a:pt x="5398428" y="1583564"/>
                  </a:lnTo>
                  <a:lnTo>
                    <a:pt x="5399096" y="1526272"/>
                  </a:lnTo>
                  <a:lnTo>
                    <a:pt x="5399764" y="1511347"/>
                  </a:lnTo>
                  <a:lnTo>
                    <a:pt x="5400432" y="1530059"/>
                  </a:lnTo>
                  <a:lnTo>
                    <a:pt x="5401100" y="1549348"/>
                  </a:lnTo>
                  <a:lnTo>
                    <a:pt x="5401768" y="1539629"/>
                  </a:lnTo>
                  <a:lnTo>
                    <a:pt x="5402436" y="1545442"/>
                  </a:lnTo>
                  <a:lnTo>
                    <a:pt x="5403104" y="1541561"/>
                  </a:lnTo>
                  <a:lnTo>
                    <a:pt x="5403772" y="1549347"/>
                  </a:lnTo>
                  <a:lnTo>
                    <a:pt x="5404440" y="1515045"/>
                  </a:lnTo>
                  <a:lnTo>
                    <a:pt x="5405108" y="1389533"/>
                  </a:lnTo>
                  <a:lnTo>
                    <a:pt x="5405776" y="1381231"/>
                  </a:lnTo>
                  <a:lnTo>
                    <a:pt x="5406444" y="1273441"/>
                  </a:lnTo>
                  <a:lnTo>
                    <a:pt x="5407112" y="1115134"/>
                  </a:lnTo>
                  <a:lnTo>
                    <a:pt x="5407780" y="1072905"/>
                  </a:lnTo>
                  <a:lnTo>
                    <a:pt x="5408448" y="916816"/>
                  </a:lnTo>
                  <a:lnTo>
                    <a:pt x="5409116" y="964362"/>
                  </a:lnTo>
                  <a:lnTo>
                    <a:pt x="5409784" y="929576"/>
                  </a:lnTo>
                  <a:lnTo>
                    <a:pt x="5410452" y="859519"/>
                  </a:lnTo>
                  <a:lnTo>
                    <a:pt x="5411120" y="852355"/>
                  </a:lnTo>
                  <a:lnTo>
                    <a:pt x="5411788" y="860961"/>
                  </a:lnTo>
                  <a:lnTo>
                    <a:pt x="5412456" y="881515"/>
                  </a:lnTo>
                  <a:lnTo>
                    <a:pt x="5413124" y="889021"/>
                  </a:lnTo>
                  <a:lnTo>
                    <a:pt x="5413792" y="859519"/>
                  </a:lnTo>
                  <a:lnTo>
                    <a:pt x="5414460" y="828593"/>
                  </a:lnTo>
                  <a:lnTo>
                    <a:pt x="5415128" y="868225"/>
                  </a:lnTo>
                  <a:lnTo>
                    <a:pt x="5415796" y="852355"/>
                  </a:lnTo>
                  <a:lnTo>
                    <a:pt x="5416464" y="831342"/>
                  </a:lnTo>
                  <a:lnTo>
                    <a:pt x="5417132" y="816369"/>
                  </a:lnTo>
                  <a:lnTo>
                    <a:pt x="5417800" y="884507"/>
                  </a:lnTo>
                  <a:lnTo>
                    <a:pt x="5418468" y="910532"/>
                  </a:lnTo>
                  <a:lnTo>
                    <a:pt x="5419136" y="881515"/>
                  </a:lnTo>
                  <a:lnTo>
                    <a:pt x="5419805" y="893569"/>
                  </a:lnTo>
                  <a:lnTo>
                    <a:pt x="5420473" y="895092"/>
                  </a:lnTo>
                  <a:lnTo>
                    <a:pt x="5421141" y="846682"/>
                  </a:lnTo>
                  <a:lnTo>
                    <a:pt x="5421809" y="763512"/>
                  </a:lnTo>
                  <a:lnTo>
                    <a:pt x="5422477" y="693403"/>
                  </a:lnTo>
                  <a:lnTo>
                    <a:pt x="5423145" y="650673"/>
                  </a:lnTo>
                  <a:lnTo>
                    <a:pt x="5423813" y="666358"/>
                  </a:lnTo>
                  <a:lnTo>
                    <a:pt x="5424481" y="683532"/>
                  </a:lnTo>
                  <a:lnTo>
                    <a:pt x="5425149" y="685712"/>
                  </a:lnTo>
                  <a:lnTo>
                    <a:pt x="5425817" y="687900"/>
                  </a:lnTo>
                  <a:lnTo>
                    <a:pt x="5426485" y="697841"/>
                  </a:lnTo>
                  <a:lnTo>
                    <a:pt x="5427153" y="680276"/>
                  </a:lnTo>
                  <a:lnTo>
                    <a:pt x="5427821" y="657944"/>
                  </a:lnTo>
                  <a:lnTo>
                    <a:pt x="5428489" y="625374"/>
                  </a:lnTo>
                  <a:lnTo>
                    <a:pt x="5429157" y="614558"/>
                  </a:lnTo>
                  <a:lnTo>
                    <a:pt x="5429825" y="610671"/>
                  </a:lnTo>
                  <a:lnTo>
                    <a:pt x="5430493" y="632356"/>
                  </a:lnTo>
                  <a:lnTo>
                    <a:pt x="5431161" y="662137"/>
                  </a:lnTo>
                  <a:lnTo>
                    <a:pt x="5431829" y="742839"/>
                  </a:lnTo>
                  <a:lnTo>
                    <a:pt x="5432497" y="811011"/>
                  </a:lnTo>
                  <a:lnTo>
                    <a:pt x="5433165" y="853781"/>
                  </a:lnTo>
                  <a:lnTo>
                    <a:pt x="5433833" y="862407"/>
                  </a:lnTo>
                  <a:lnTo>
                    <a:pt x="5434501" y="898150"/>
                  </a:lnTo>
                  <a:lnTo>
                    <a:pt x="5435169" y="875573"/>
                  </a:lnTo>
                  <a:lnTo>
                    <a:pt x="5435837" y="817715"/>
                  </a:lnTo>
                  <a:lnTo>
                    <a:pt x="5436505" y="809679"/>
                  </a:lnTo>
                  <a:lnTo>
                    <a:pt x="5437173" y="832722"/>
                  </a:lnTo>
                  <a:lnTo>
                    <a:pt x="5437841" y="803060"/>
                  </a:lnTo>
                  <a:lnTo>
                    <a:pt x="5438509" y="756138"/>
                  </a:lnTo>
                  <a:lnTo>
                    <a:pt x="5439177" y="751269"/>
                  </a:lnTo>
                  <a:lnTo>
                    <a:pt x="5439845" y="782337"/>
                  </a:lnTo>
                  <a:lnTo>
                    <a:pt x="5440513" y="793909"/>
                  </a:lnTo>
                  <a:lnTo>
                    <a:pt x="5441181" y="718209"/>
                  </a:lnTo>
                  <a:lnTo>
                    <a:pt x="5441849" y="646556"/>
                  </a:lnTo>
                  <a:lnTo>
                    <a:pt x="5442517" y="595359"/>
                  </a:lnTo>
                  <a:lnTo>
                    <a:pt x="5443185" y="583187"/>
                  </a:lnTo>
                  <a:lnTo>
                    <a:pt x="5443854" y="480761"/>
                  </a:lnTo>
                  <a:lnTo>
                    <a:pt x="5444522" y="398934"/>
                  </a:lnTo>
                  <a:lnTo>
                    <a:pt x="5445190" y="389333"/>
                  </a:lnTo>
                  <a:lnTo>
                    <a:pt x="5445858" y="357487"/>
                  </a:lnTo>
                  <a:lnTo>
                    <a:pt x="5446526" y="322882"/>
                  </a:lnTo>
                  <a:lnTo>
                    <a:pt x="5447194" y="316185"/>
                  </a:lnTo>
                  <a:lnTo>
                    <a:pt x="5447862" y="323495"/>
                  </a:lnTo>
                  <a:lnTo>
                    <a:pt x="5448530" y="351052"/>
                  </a:lnTo>
                  <a:lnTo>
                    <a:pt x="5449198" y="349773"/>
                  </a:lnTo>
                  <a:lnTo>
                    <a:pt x="5449866" y="327182"/>
                  </a:lnTo>
                  <a:lnTo>
                    <a:pt x="5450534" y="307763"/>
                  </a:lnTo>
                  <a:lnTo>
                    <a:pt x="5451202" y="322271"/>
                  </a:lnTo>
                  <a:lnTo>
                    <a:pt x="5451870" y="335246"/>
                  </a:lnTo>
                  <a:lnTo>
                    <a:pt x="5452538" y="363990"/>
                  </a:lnTo>
                  <a:lnTo>
                    <a:pt x="5453206" y="372545"/>
                  </a:lnTo>
                  <a:lnTo>
                    <a:pt x="5453874" y="432287"/>
                  </a:lnTo>
                  <a:lnTo>
                    <a:pt x="5454542" y="515571"/>
                  </a:lnTo>
                  <a:lnTo>
                    <a:pt x="5455210" y="555082"/>
                  </a:lnTo>
                  <a:lnTo>
                    <a:pt x="5455878" y="664243"/>
                  </a:lnTo>
                  <a:lnTo>
                    <a:pt x="5456546" y="733341"/>
                  </a:lnTo>
                  <a:lnTo>
                    <a:pt x="5457214" y="739261"/>
                  </a:lnTo>
                  <a:lnTo>
                    <a:pt x="5457882" y="745236"/>
                  </a:lnTo>
                  <a:lnTo>
                    <a:pt x="5458550" y="734521"/>
                  </a:lnTo>
                  <a:lnTo>
                    <a:pt x="5459218" y="773481"/>
                  </a:lnTo>
                  <a:lnTo>
                    <a:pt x="5459886" y="809679"/>
                  </a:lnTo>
                  <a:lnTo>
                    <a:pt x="5460554" y="856643"/>
                  </a:lnTo>
                  <a:lnTo>
                    <a:pt x="5461222" y="927967"/>
                  </a:lnTo>
                  <a:lnTo>
                    <a:pt x="5461890" y="957586"/>
                  </a:lnTo>
                  <a:lnTo>
                    <a:pt x="5462558" y="916816"/>
                  </a:lnTo>
                  <a:lnTo>
                    <a:pt x="5463226" y="936055"/>
                  </a:lnTo>
                  <a:lnTo>
                    <a:pt x="5463894" y="959273"/>
                  </a:lnTo>
                  <a:lnTo>
                    <a:pt x="5464562" y="881515"/>
                  </a:lnTo>
                  <a:lnTo>
                    <a:pt x="5465230" y="824492"/>
                  </a:lnTo>
                  <a:lnTo>
                    <a:pt x="5465898" y="824492"/>
                  </a:lnTo>
                  <a:lnTo>
                    <a:pt x="5466566" y="848096"/>
                  </a:lnTo>
                  <a:lnTo>
                    <a:pt x="5467234" y="904311"/>
                  </a:lnTo>
                  <a:lnTo>
                    <a:pt x="5467902" y="945901"/>
                  </a:lnTo>
                  <a:lnTo>
                    <a:pt x="5468571" y="1003002"/>
                  </a:lnTo>
                  <a:lnTo>
                    <a:pt x="5469239" y="960965"/>
                  </a:lnTo>
                  <a:lnTo>
                    <a:pt x="5469907" y="949217"/>
                  </a:lnTo>
                  <a:lnTo>
                    <a:pt x="5470575" y="913666"/>
                  </a:lnTo>
                  <a:lnTo>
                    <a:pt x="5471243" y="848096"/>
                  </a:lnTo>
                  <a:lnTo>
                    <a:pt x="5471911" y="775999"/>
                  </a:lnTo>
                  <a:lnTo>
                    <a:pt x="5472579" y="819065"/>
                  </a:lnTo>
                  <a:lnTo>
                    <a:pt x="5473247" y="927528"/>
                  </a:lnTo>
                  <a:lnTo>
                    <a:pt x="5473915" y="875619"/>
                  </a:lnTo>
                  <a:lnTo>
                    <a:pt x="5474583" y="1027874"/>
                  </a:lnTo>
                  <a:lnTo>
                    <a:pt x="5475251" y="1040682"/>
                  </a:lnTo>
                  <a:lnTo>
                    <a:pt x="5475919" y="1001763"/>
                  </a:lnTo>
                  <a:lnTo>
                    <a:pt x="5476587" y="982157"/>
                  </a:lnTo>
                  <a:lnTo>
                    <a:pt x="5477255" y="979117"/>
                  </a:lnTo>
                  <a:lnTo>
                    <a:pt x="5477923" y="968094"/>
                  </a:lnTo>
                  <a:lnTo>
                    <a:pt x="5478591" y="961178"/>
                  </a:lnTo>
                  <a:lnTo>
                    <a:pt x="5479259" y="989309"/>
                  </a:lnTo>
                  <a:lnTo>
                    <a:pt x="5479927" y="1004916"/>
                  </a:lnTo>
                  <a:lnTo>
                    <a:pt x="5480595" y="1041798"/>
                  </a:lnTo>
                  <a:lnTo>
                    <a:pt x="5481263" y="1092995"/>
                  </a:lnTo>
                  <a:lnTo>
                    <a:pt x="5481931" y="1199806"/>
                  </a:lnTo>
                  <a:lnTo>
                    <a:pt x="5482599" y="1223241"/>
                  </a:lnTo>
                  <a:lnTo>
                    <a:pt x="5483267" y="1308474"/>
                  </a:lnTo>
                  <a:lnTo>
                    <a:pt x="5483935" y="1354730"/>
                  </a:lnTo>
                  <a:lnTo>
                    <a:pt x="5484603" y="1414566"/>
                  </a:lnTo>
                  <a:lnTo>
                    <a:pt x="5485271" y="1209217"/>
                  </a:lnTo>
                  <a:lnTo>
                    <a:pt x="5485939" y="1281160"/>
                  </a:lnTo>
                  <a:lnTo>
                    <a:pt x="5486607" y="1337243"/>
                  </a:lnTo>
                  <a:lnTo>
                    <a:pt x="5487275" y="1346575"/>
                  </a:lnTo>
                  <a:lnTo>
                    <a:pt x="5487943" y="1382035"/>
                  </a:lnTo>
                  <a:lnTo>
                    <a:pt x="5488611" y="1412617"/>
                  </a:lnTo>
                  <a:lnTo>
                    <a:pt x="5489279" y="1375436"/>
                  </a:lnTo>
                  <a:lnTo>
                    <a:pt x="5489947" y="1307101"/>
                  </a:lnTo>
                  <a:lnTo>
                    <a:pt x="5490615" y="1286833"/>
                  </a:lnTo>
                  <a:lnTo>
                    <a:pt x="5491283" y="1250847"/>
                  </a:lnTo>
                  <a:lnTo>
                    <a:pt x="5491951" y="1232293"/>
                  </a:lnTo>
                  <a:lnTo>
                    <a:pt x="5492619" y="1232293"/>
                  </a:lnTo>
                  <a:lnTo>
                    <a:pt x="5493288" y="1232293"/>
                  </a:lnTo>
                  <a:lnTo>
                    <a:pt x="5493956" y="1232293"/>
                  </a:lnTo>
                  <a:lnTo>
                    <a:pt x="5494624" y="1264444"/>
                  </a:lnTo>
                  <a:lnTo>
                    <a:pt x="5495292" y="1318985"/>
                  </a:lnTo>
                  <a:lnTo>
                    <a:pt x="5495960" y="1346575"/>
                  </a:lnTo>
                  <a:lnTo>
                    <a:pt x="5496628" y="1298335"/>
                  </a:lnTo>
                  <a:lnTo>
                    <a:pt x="5497296" y="1258970"/>
                  </a:lnTo>
                  <a:lnTo>
                    <a:pt x="5497964" y="1142420"/>
                  </a:lnTo>
                  <a:lnTo>
                    <a:pt x="5498632" y="1135668"/>
                  </a:lnTo>
                  <a:lnTo>
                    <a:pt x="5499300" y="1160790"/>
                  </a:lnTo>
                  <a:lnTo>
                    <a:pt x="5499968" y="1214272"/>
                  </a:lnTo>
                  <a:lnTo>
                    <a:pt x="5500636" y="1232293"/>
                  </a:lnTo>
                  <a:lnTo>
                    <a:pt x="5501304" y="1250847"/>
                  </a:lnTo>
                  <a:lnTo>
                    <a:pt x="5501972" y="1135668"/>
                  </a:lnTo>
                  <a:lnTo>
                    <a:pt x="5502640" y="1126777"/>
                  </a:lnTo>
                  <a:lnTo>
                    <a:pt x="5503308" y="1036490"/>
                  </a:lnTo>
                  <a:lnTo>
                    <a:pt x="5503976" y="978139"/>
                  </a:lnTo>
                  <a:lnTo>
                    <a:pt x="5504644" y="952551"/>
                  </a:lnTo>
                  <a:lnTo>
                    <a:pt x="5505312" y="918397"/>
                  </a:lnTo>
                  <a:lnTo>
                    <a:pt x="5505980" y="875573"/>
                  </a:lnTo>
                  <a:lnTo>
                    <a:pt x="5506648" y="828593"/>
                  </a:lnTo>
                  <a:lnTo>
                    <a:pt x="5507316" y="838268"/>
                  </a:lnTo>
                  <a:lnTo>
                    <a:pt x="5507984" y="859519"/>
                  </a:lnTo>
                  <a:lnTo>
                    <a:pt x="5508652" y="797815"/>
                  </a:lnTo>
                  <a:lnTo>
                    <a:pt x="5509320" y="786170"/>
                  </a:lnTo>
                  <a:lnTo>
                    <a:pt x="5509988" y="770974"/>
                  </a:lnTo>
                  <a:lnTo>
                    <a:pt x="5510656" y="726312"/>
                  </a:lnTo>
                  <a:lnTo>
                    <a:pt x="5511324" y="688997"/>
                  </a:lnTo>
                  <a:lnTo>
                    <a:pt x="5511992" y="740451"/>
                  </a:lnTo>
                  <a:lnTo>
                    <a:pt x="5512660" y="701190"/>
                  </a:lnTo>
                  <a:lnTo>
                    <a:pt x="5513328" y="733342"/>
                  </a:lnTo>
                  <a:lnTo>
                    <a:pt x="5513996" y="772227"/>
                  </a:lnTo>
                  <a:lnTo>
                    <a:pt x="5514664" y="792613"/>
                  </a:lnTo>
                  <a:lnTo>
                    <a:pt x="5515332" y="845272"/>
                  </a:lnTo>
                  <a:lnTo>
                    <a:pt x="5516000" y="836877"/>
                  </a:lnTo>
                  <a:lnTo>
                    <a:pt x="5516668" y="871154"/>
                  </a:lnTo>
                  <a:lnTo>
                    <a:pt x="5517336" y="881515"/>
                  </a:lnTo>
                  <a:lnTo>
                    <a:pt x="5518005" y="921571"/>
                  </a:lnTo>
                  <a:lnTo>
                    <a:pt x="5518673" y="978139"/>
                  </a:lnTo>
                  <a:lnTo>
                    <a:pt x="5519341" y="976400"/>
                  </a:lnTo>
                  <a:lnTo>
                    <a:pt x="5520009" y="979883"/>
                  </a:lnTo>
                  <a:lnTo>
                    <a:pt x="5520677" y="1048062"/>
                  </a:lnTo>
                  <a:lnTo>
                    <a:pt x="5521345" y="1084120"/>
                  </a:lnTo>
                  <a:lnTo>
                    <a:pt x="5522013" y="1063832"/>
                  </a:lnTo>
                  <a:lnTo>
                    <a:pt x="5522681" y="1128988"/>
                  </a:lnTo>
                  <a:lnTo>
                    <a:pt x="5523349" y="1115837"/>
                  </a:lnTo>
                  <a:lnTo>
                    <a:pt x="5524017" y="1092422"/>
                  </a:lnTo>
                  <a:lnTo>
                    <a:pt x="5524685" y="1092422"/>
                  </a:lnTo>
                  <a:lnTo>
                    <a:pt x="5525353" y="1094515"/>
                  </a:lnTo>
                  <a:lnTo>
                    <a:pt x="5526021" y="1170180"/>
                  </a:lnTo>
                  <a:lnTo>
                    <a:pt x="5526689" y="1392185"/>
                  </a:lnTo>
                  <a:lnTo>
                    <a:pt x="5527357" y="1391625"/>
                  </a:lnTo>
                  <a:lnTo>
                    <a:pt x="5528025" y="1376641"/>
                  </a:lnTo>
                  <a:lnTo>
                    <a:pt x="5528693" y="1427445"/>
                  </a:lnTo>
                  <a:lnTo>
                    <a:pt x="5529361" y="1423089"/>
                  </a:lnTo>
                  <a:lnTo>
                    <a:pt x="5530029" y="1430876"/>
                  </a:lnTo>
                  <a:lnTo>
                    <a:pt x="5530697" y="1430876"/>
                  </a:lnTo>
                  <a:lnTo>
                    <a:pt x="5531365" y="1488272"/>
                  </a:lnTo>
                  <a:lnTo>
                    <a:pt x="5532033" y="1545158"/>
                  </a:lnTo>
                  <a:lnTo>
                    <a:pt x="5532701" y="1567490"/>
                  </a:lnTo>
                  <a:lnTo>
                    <a:pt x="5533369" y="1643352"/>
                  </a:lnTo>
                  <a:lnTo>
                    <a:pt x="5534037" y="1668810"/>
                  </a:lnTo>
                  <a:lnTo>
                    <a:pt x="5534705" y="1668810"/>
                  </a:lnTo>
                  <a:lnTo>
                    <a:pt x="5535373" y="1668810"/>
                  </a:lnTo>
                  <a:lnTo>
                    <a:pt x="5536041" y="1668810"/>
                  </a:lnTo>
                  <a:lnTo>
                    <a:pt x="5536709" y="1666332"/>
                  </a:lnTo>
                  <a:lnTo>
                    <a:pt x="5537377" y="1668810"/>
                  </a:lnTo>
                  <a:lnTo>
                    <a:pt x="5538045" y="1668810"/>
                  </a:lnTo>
                  <a:lnTo>
                    <a:pt x="5538713" y="1668810"/>
                  </a:lnTo>
                  <a:lnTo>
                    <a:pt x="5539381" y="1631233"/>
                  </a:lnTo>
                  <a:lnTo>
                    <a:pt x="5540049" y="1666771"/>
                  </a:lnTo>
                  <a:lnTo>
                    <a:pt x="5540717" y="1666771"/>
                  </a:lnTo>
                  <a:lnTo>
                    <a:pt x="5541385" y="1666771"/>
                  </a:lnTo>
                  <a:lnTo>
                    <a:pt x="5542054" y="1666771"/>
                  </a:lnTo>
                  <a:lnTo>
                    <a:pt x="5542722" y="1666771"/>
                  </a:lnTo>
                  <a:lnTo>
                    <a:pt x="5543390" y="1602298"/>
                  </a:lnTo>
                  <a:lnTo>
                    <a:pt x="5544058" y="1486446"/>
                  </a:lnTo>
                  <a:lnTo>
                    <a:pt x="5544726" y="1486446"/>
                  </a:lnTo>
                  <a:lnTo>
                    <a:pt x="5545394" y="1486446"/>
                  </a:lnTo>
                  <a:lnTo>
                    <a:pt x="5546062" y="1486446"/>
                  </a:lnTo>
                  <a:lnTo>
                    <a:pt x="5546730" y="1486446"/>
                  </a:lnTo>
                  <a:lnTo>
                    <a:pt x="5547398" y="1486446"/>
                  </a:lnTo>
                  <a:lnTo>
                    <a:pt x="5548066" y="1459606"/>
                  </a:lnTo>
                  <a:lnTo>
                    <a:pt x="5548734" y="1286833"/>
                  </a:lnTo>
                  <a:lnTo>
                    <a:pt x="5549402" y="1232293"/>
                  </a:lnTo>
                  <a:lnTo>
                    <a:pt x="5550070" y="1177317"/>
                  </a:lnTo>
                  <a:lnTo>
                    <a:pt x="5550738" y="1135668"/>
                  </a:lnTo>
                  <a:lnTo>
                    <a:pt x="5551406" y="1135668"/>
                  </a:lnTo>
                  <a:lnTo>
                    <a:pt x="5552074" y="1135668"/>
                  </a:lnTo>
                  <a:lnTo>
                    <a:pt x="5552742" y="1135668"/>
                  </a:lnTo>
                  <a:lnTo>
                    <a:pt x="5553410" y="1094515"/>
                  </a:lnTo>
                  <a:lnTo>
                    <a:pt x="5554078" y="1048062"/>
                  </a:lnTo>
                  <a:lnTo>
                    <a:pt x="5554746" y="1013967"/>
                  </a:lnTo>
                  <a:lnTo>
                    <a:pt x="5555414" y="962661"/>
                  </a:lnTo>
                  <a:lnTo>
                    <a:pt x="5556082" y="860961"/>
                  </a:lnTo>
                  <a:lnTo>
                    <a:pt x="5556750" y="824492"/>
                  </a:lnTo>
                  <a:lnTo>
                    <a:pt x="5557418" y="824492"/>
                  </a:lnTo>
                  <a:lnTo>
                    <a:pt x="5558086" y="800432"/>
                  </a:lnTo>
                  <a:lnTo>
                    <a:pt x="5558754" y="836877"/>
                  </a:lnTo>
                  <a:lnTo>
                    <a:pt x="5559422" y="852355"/>
                  </a:lnTo>
                  <a:lnTo>
                    <a:pt x="5560090" y="884507"/>
                  </a:lnTo>
                  <a:lnTo>
                    <a:pt x="5560758" y="912097"/>
                  </a:lnTo>
                  <a:lnTo>
                    <a:pt x="5561426" y="912097"/>
                  </a:lnTo>
                  <a:lnTo>
                    <a:pt x="5562094" y="887513"/>
                  </a:lnTo>
                  <a:lnTo>
                    <a:pt x="5562762" y="846682"/>
                  </a:lnTo>
                  <a:lnTo>
                    <a:pt x="5563430" y="841061"/>
                  </a:lnTo>
                  <a:lnTo>
                    <a:pt x="5564098" y="865309"/>
                  </a:lnTo>
                  <a:lnTo>
                    <a:pt x="5564766" y="869687"/>
                  </a:lnTo>
                  <a:lnTo>
                    <a:pt x="5565434" y="895092"/>
                  </a:lnTo>
                  <a:lnTo>
                    <a:pt x="5566102" y="1003002"/>
                  </a:lnTo>
                  <a:lnTo>
                    <a:pt x="5566771" y="1051968"/>
                  </a:lnTo>
                  <a:lnTo>
                    <a:pt x="5567439" y="1044181"/>
                  </a:lnTo>
                  <a:lnTo>
                    <a:pt x="5568107" y="1061839"/>
                  </a:lnTo>
                  <a:lnTo>
                    <a:pt x="5568775" y="1088257"/>
                  </a:lnTo>
                  <a:lnTo>
                    <a:pt x="5569443" y="1028892"/>
                  </a:lnTo>
                  <a:lnTo>
                    <a:pt x="5570111" y="899685"/>
                  </a:lnTo>
                  <a:lnTo>
                    <a:pt x="5570779" y="881515"/>
                  </a:lnTo>
                  <a:lnTo>
                    <a:pt x="5571447" y="856643"/>
                  </a:lnTo>
                  <a:lnTo>
                    <a:pt x="5572115" y="874097"/>
                  </a:lnTo>
                  <a:lnTo>
                    <a:pt x="5572783" y="887513"/>
                  </a:lnTo>
                  <a:lnTo>
                    <a:pt x="5573451" y="944249"/>
                  </a:lnTo>
                  <a:lnTo>
                    <a:pt x="5574119" y="1001193"/>
                  </a:lnTo>
                  <a:lnTo>
                    <a:pt x="5574787" y="1028892"/>
                  </a:lnTo>
                  <a:lnTo>
                    <a:pt x="5575455" y="1021385"/>
                  </a:lnTo>
                  <a:lnTo>
                    <a:pt x="5576123" y="1013967"/>
                  </a:lnTo>
                  <a:lnTo>
                    <a:pt x="5576791" y="986906"/>
                  </a:lnTo>
                  <a:lnTo>
                    <a:pt x="5577459" y="966068"/>
                  </a:lnTo>
                  <a:lnTo>
                    <a:pt x="5578127" y="964362"/>
                  </a:lnTo>
                  <a:lnTo>
                    <a:pt x="5578795" y="966068"/>
                  </a:lnTo>
                  <a:lnTo>
                    <a:pt x="5579463" y="1036490"/>
                  </a:lnTo>
                  <a:lnTo>
                    <a:pt x="5580131" y="1201710"/>
                  </a:lnTo>
                  <a:lnTo>
                    <a:pt x="5580799" y="1232293"/>
                  </a:lnTo>
                  <a:lnTo>
                    <a:pt x="5581467" y="1278343"/>
                  </a:lnTo>
                  <a:lnTo>
                    <a:pt x="5582135" y="1278343"/>
                  </a:lnTo>
                  <a:lnTo>
                    <a:pt x="5582803" y="1275539"/>
                  </a:lnTo>
                  <a:lnTo>
                    <a:pt x="5583471" y="1227091"/>
                  </a:lnTo>
                  <a:lnTo>
                    <a:pt x="5584139" y="1135668"/>
                  </a:lnTo>
                  <a:lnTo>
                    <a:pt x="5584807" y="1135668"/>
                  </a:lnTo>
                  <a:lnTo>
                    <a:pt x="5585475" y="1172550"/>
                  </a:lnTo>
                  <a:lnTo>
                    <a:pt x="5586143" y="1182120"/>
                  </a:lnTo>
                  <a:lnTo>
                    <a:pt x="5586811" y="1219368"/>
                  </a:lnTo>
                  <a:lnTo>
                    <a:pt x="5587479" y="1237538"/>
                  </a:lnTo>
                  <a:lnTo>
                    <a:pt x="5588147" y="1204202"/>
                  </a:lnTo>
                  <a:lnTo>
                    <a:pt x="5588815" y="1122378"/>
                  </a:lnTo>
                  <a:lnTo>
                    <a:pt x="5589483" y="1050012"/>
                  </a:lnTo>
                  <a:lnTo>
                    <a:pt x="5590151" y="1013967"/>
                  </a:lnTo>
                  <a:lnTo>
                    <a:pt x="5590819" y="950882"/>
                  </a:lnTo>
                  <a:lnTo>
                    <a:pt x="5591488" y="912097"/>
                  </a:lnTo>
                  <a:lnTo>
                    <a:pt x="5592156" y="889021"/>
                  </a:lnTo>
                  <a:lnTo>
                    <a:pt x="5592824" y="918397"/>
                  </a:lnTo>
                  <a:lnTo>
                    <a:pt x="5593492" y="899685"/>
                  </a:lnTo>
                  <a:lnTo>
                    <a:pt x="5594160" y="859519"/>
                  </a:lnTo>
                  <a:lnTo>
                    <a:pt x="5594828" y="852355"/>
                  </a:lnTo>
                  <a:lnTo>
                    <a:pt x="5595496" y="816369"/>
                  </a:lnTo>
                  <a:lnTo>
                    <a:pt x="5596164" y="767232"/>
                  </a:lnTo>
                  <a:lnTo>
                    <a:pt x="5596832" y="690095"/>
                  </a:lnTo>
                  <a:lnTo>
                    <a:pt x="5597500" y="667417"/>
                  </a:lnTo>
                  <a:lnTo>
                    <a:pt x="5598168" y="649642"/>
                  </a:lnTo>
                  <a:lnTo>
                    <a:pt x="5598836" y="646556"/>
                  </a:lnTo>
                  <a:lnTo>
                    <a:pt x="5599504" y="680276"/>
                  </a:lnTo>
                  <a:lnTo>
                    <a:pt x="5600172" y="701190"/>
                  </a:lnTo>
                  <a:lnTo>
                    <a:pt x="5600840" y="726312"/>
                  </a:lnTo>
                  <a:lnTo>
                    <a:pt x="5601508" y="727478"/>
                  </a:lnTo>
                  <a:lnTo>
                    <a:pt x="5602176" y="690095"/>
                  </a:lnTo>
                  <a:lnTo>
                    <a:pt x="5602844" y="624383"/>
                  </a:lnTo>
                  <a:lnTo>
                    <a:pt x="5603512" y="589712"/>
                  </a:lnTo>
                  <a:lnTo>
                    <a:pt x="5604180" y="587841"/>
                  </a:lnTo>
                  <a:lnTo>
                    <a:pt x="5604848" y="579489"/>
                  </a:lnTo>
                  <a:lnTo>
                    <a:pt x="5605516" y="591589"/>
                  </a:lnTo>
                  <a:lnTo>
                    <a:pt x="5606184" y="621420"/>
                  </a:lnTo>
                  <a:lnTo>
                    <a:pt x="5606852" y="690095"/>
                  </a:lnTo>
                  <a:lnTo>
                    <a:pt x="5607520" y="723986"/>
                  </a:lnTo>
                  <a:lnTo>
                    <a:pt x="5608188" y="781064"/>
                  </a:lnTo>
                  <a:lnTo>
                    <a:pt x="5608856" y="821772"/>
                  </a:lnTo>
                  <a:lnTo>
                    <a:pt x="5609524" y="824492"/>
                  </a:lnTo>
                  <a:lnTo>
                    <a:pt x="5610192" y="811011"/>
                  </a:lnTo>
                  <a:lnTo>
                    <a:pt x="5610860" y="774739"/>
                  </a:lnTo>
                  <a:lnTo>
                    <a:pt x="5611528" y="793909"/>
                  </a:lnTo>
                  <a:lnTo>
                    <a:pt x="5612196" y="865309"/>
                  </a:lnTo>
                  <a:lnTo>
                    <a:pt x="5612864" y="966068"/>
                  </a:lnTo>
                  <a:lnTo>
                    <a:pt x="5613532" y="1090336"/>
                  </a:lnTo>
                  <a:lnTo>
                    <a:pt x="5614200" y="1248162"/>
                  </a:lnTo>
                  <a:lnTo>
                    <a:pt x="5614868" y="1275539"/>
                  </a:lnTo>
                  <a:lnTo>
                    <a:pt x="5615536" y="1267199"/>
                  </a:lnTo>
                  <a:lnTo>
                    <a:pt x="5616205" y="1286833"/>
                  </a:lnTo>
                  <a:lnTo>
                    <a:pt x="5616873" y="1286833"/>
                  </a:lnTo>
                  <a:lnTo>
                    <a:pt x="5617541" y="1286833"/>
                  </a:lnTo>
                  <a:lnTo>
                    <a:pt x="5618209" y="1286833"/>
                  </a:lnTo>
                  <a:lnTo>
                    <a:pt x="5618877" y="1343449"/>
                  </a:lnTo>
                  <a:lnTo>
                    <a:pt x="5619545" y="1346575"/>
                  </a:lnTo>
                  <a:lnTo>
                    <a:pt x="5620213" y="1378727"/>
                  </a:lnTo>
                  <a:lnTo>
                    <a:pt x="5620881" y="1535314"/>
                  </a:lnTo>
                  <a:lnTo>
                    <a:pt x="5621549" y="1570146"/>
                  </a:lnTo>
                  <a:lnTo>
                    <a:pt x="5622217" y="1570146"/>
                  </a:lnTo>
                  <a:lnTo>
                    <a:pt x="5622885" y="1570146"/>
                  </a:lnTo>
                  <a:lnTo>
                    <a:pt x="5623553" y="1570146"/>
                  </a:lnTo>
                  <a:lnTo>
                    <a:pt x="5624221" y="1570146"/>
                  </a:lnTo>
                  <a:lnTo>
                    <a:pt x="5624889" y="1535314"/>
                  </a:lnTo>
                  <a:lnTo>
                    <a:pt x="5625557" y="1570146"/>
                  </a:lnTo>
                  <a:lnTo>
                    <a:pt x="5626225" y="1498310"/>
                  </a:lnTo>
                  <a:lnTo>
                    <a:pt x="5626893" y="1412617"/>
                  </a:lnTo>
                  <a:lnTo>
                    <a:pt x="5627561" y="1340338"/>
                  </a:lnTo>
                  <a:lnTo>
                    <a:pt x="5628229" y="1275539"/>
                  </a:lnTo>
                  <a:lnTo>
                    <a:pt x="5628897" y="1224506"/>
                  </a:lnTo>
                  <a:lnTo>
                    <a:pt x="5629565" y="1094515"/>
                  </a:lnTo>
                  <a:lnTo>
                    <a:pt x="5630233" y="1008461"/>
                  </a:lnTo>
                  <a:lnTo>
                    <a:pt x="5630901" y="1093302"/>
                  </a:lnTo>
                  <a:lnTo>
                    <a:pt x="5631569" y="1046679"/>
                  </a:lnTo>
                  <a:lnTo>
                    <a:pt x="5632237" y="1103597"/>
                  </a:lnTo>
                  <a:lnTo>
                    <a:pt x="5632905" y="1065712"/>
                  </a:lnTo>
                  <a:lnTo>
                    <a:pt x="5633573" y="1059935"/>
                  </a:lnTo>
                  <a:lnTo>
                    <a:pt x="5634241" y="1027439"/>
                  </a:lnTo>
                  <a:lnTo>
                    <a:pt x="5634909" y="1017687"/>
                  </a:lnTo>
                  <a:lnTo>
                    <a:pt x="5635577" y="992400"/>
                  </a:lnTo>
                  <a:lnTo>
                    <a:pt x="5636245" y="952398"/>
                  </a:lnTo>
                  <a:lnTo>
                    <a:pt x="5636913" y="949498"/>
                  </a:lnTo>
                  <a:lnTo>
                    <a:pt x="5637581" y="925842"/>
                  </a:lnTo>
                  <a:lnTo>
                    <a:pt x="5638249" y="922138"/>
                  </a:lnTo>
                  <a:lnTo>
                    <a:pt x="5638917" y="1016527"/>
                  </a:lnTo>
                  <a:lnTo>
                    <a:pt x="5639585" y="1012914"/>
                  </a:lnTo>
                  <a:lnTo>
                    <a:pt x="5640254" y="997406"/>
                  </a:lnTo>
                  <a:lnTo>
                    <a:pt x="5640922" y="937085"/>
                  </a:lnTo>
                  <a:lnTo>
                    <a:pt x="5641590" y="928634"/>
                  </a:lnTo>
                  <a:lnTo>
                    <a:pt x="5642258" y="976796"/>
                  </a:lnTo>
                  <a:lnTo>
                    <a:pt x="5642926" y="877777"/>
                  </a:lnTo>
                  <a:lnTo>
                    <a:pt x="5643594" y="883204"/>
                  </a:lnTo>
                  <a:lnTo>
                    <a:pt x="5644262" y="915643"/>
                  </a:lnTo>
                  <a:lnTo>
                    <a:pt x="5644930" y="940227"/>
                  </a:lnTo>
                  <a:lnTo>
                    <a:pt x="5645598" y="964573"/>
                  </a:lnTo>
                  <a:lnTo>
                    <a:pt x="5646266" y="1009594"/>
                  </a:lnTo>
                  <a:lnTo>
                    <a:pt x="5646934" y="1036852"/>
                  </a:lnTo>
                  <a:lnTo>
                    <a:pt x="5647602" y="1101348"/>
                  </a:lnTo>
                  <a:lnTo>
                    <a:pt x="5648270" y="1081160"/>
                  </a:lnTo>
                  <a:lnTo>
                    <a:pt x="5648938" y="1115941"/>
                  </a:lnTo>
                  <a:lnTo>
                    <a:pt x="5649606" y="1202142"/>
                  </a:lnTo>
                  <a:lnTo>
                    <a:pt x="5650274" y="1105085"/>
                  </a:lnTo>
                  <a:lnTo>
                    <a:pt x="5650942" y="1088257"/>
                  </a:lnTo>
                  <a:lnTo>
                    <a:pt x="5651610" y="1122378"/>
                  </a:lnTo>
                  <a:lnTo>
                    <a:pt x="5652278" y="1092422"/>
                  </a:lnTo>
                  <a:lnTo>
                    <a:pt x="5652946" y="1092422"/>
                  </a:lnTo>
                  <a:lnTo>
                    <a:pt x="5653614" y="1053930"/>
                  </a:lnTo>
                  <a:lnTo>
                    <a:pt x="5654282" y="1003002"/>
                  </a:lnTo>
                  <a:lnTo>
                    <a:pt x="5654950" y="896619"/>
                  </a:lnTo>
                  <a:lnTo>
                    <a:pt x="5655618" y="869687"/>
                  </a:lnTo>
                  <a:lnTo>
                    <a:pt x="5656286" y="902765"/>
                  </a:lnTo>
                  <a:lnTo>
                    <a:pt x="5656954" y="899685"/>
                  </a:lnTo>
                  <a:lnTo>
                    <a:pt x="5657622" y="862407"/>
                  </a:lnTo>
                  <a:lnTo>
                    <a:pt x="5658290" y="874097"/>
                  </a:lnTo>
                  <a:lnTo>
                    <a:pt x="5658958" y="988211"/>
                  </a:lnTo>
                  <a:lnTo>
                    <a:pt x="5659626" y="1011521"/>
                  </a:lnTo>
                  <a:lnTo>
                    <a:pt x="5660294" y="1009594"/>
                  </a:lnTo>
                  <a:lnTo>
                    <a:pt x="5660962" y="1185557"/>
                  </a:lnTo>
                  <a:lnTo>
                    <a:pt x="5661630" y="1202461"/>
                  </a:lnTo>
                  <a:lnTo>
                    <a:pt x="5662298" y="1223241"/>
                  </a:lnTo>
                  <a:lnTo>
                    <a:pt x="5662966" y="1223241"/>
                  </a:lnTo>
                  <a:lnTo>
                    <a:pt x="5663634" y="1233776"/>
                  </a:lnTo>
                  <a:lnTo>
                    <a:pt x="5664302" y="1242949"/>
                  </a:lnTo>
                  <a:lnTo>
                    <a:pt x="5664971" y="1337524"/>
                  </a:lnTo>
                  <a:lnTo>
                    <a:pt x="5665639" y="1393694"/>
                  </a:lnTo>
                  <a:lnTo>
                    <a:pt x="5666307" y="1393694"/>
                  </a:lnTo>
                  <a:lnTo>
                    <a:pt x="5666975" y="1409564"/>
                  </a:lnTo>
                  <a:lnTo>
                    <a:pt x="5667643" y="1468503"/>
                  </a:lnTo>
                  <a:lnTo>
                    <a:pt x="5668311" y="1509546"/>
                  </a:lnTo>
                  <a:lnTo>
                    <a:pt x="5668979" y="1580973"/>
                  </a:lnTo>
                  <a:lnTo>
                    <a:pt x="5669647" y="1433493"/>
                  </a:lnTo>
                  <a:lnTo>
                    <a:pt x="5670315" y="1448695"/>
                  </a:lnTo>
                  <a:lnTo>
                    <a:pt x="5670983" y="1481129"/>
                  </a:lnTo>
                  <a:lnTo>
                    <a:pt x="5671651" y="1456276"/>
                  </a:lnTo>
                  <a:lnTo>
                    <a:pt x="5672319" y="1275539"/>
                  </a:lnTo>
                  <a:lnTo>
                    <a:pt x="5672987" y="1232293"/>
                  </a:lnTo>
                  <a:lnTo>
                    <a:pt x="5673655" y="1242828"/>
                  </a:lnTo>
                  <a:lnTo>
                    <a:pt x="5674323" y="1267199"/>
                  </a:lnTo>
                  <a:lnTo>
                    <a:pt x="5674991" y="1286833"/>
                  </a:lnTo>
                  <a:lnTo>
                    <a:pt x="5675659" y="1250847"/>
                  </a:lnTo>
                  <a:lnTo>
                    <a:pt x="5676327" y="1339786"/>
                  </a:lnTo>
                  <a:lnTo>
                    <a:pt x="5676995" y="1322306"/>
                  </a:lnTo>
                  <a:lnTo>
                    <a:pt x="5677663" y="1334251"/>
                  </a:lnTo>
                  <a:lnTo>
                    <a:pt x="5678331" y="1509470"/>
                  </a:lnTo>
                  <a:lnTo>
                    <a:pt x="5678999" y="1523847"/>
                  </a:lnTo>
                  <a:lnTo>
                    <a:pt x="5679667" y="1599540"/>
                  </a:lnTo>
                  <a:lnTo>
                    <a:pt x="5680335" y="1630123"/>
                  </a:lnTo>
                  <a:lnTo>
                    <a:pt x="5681003" y="1619102"/>
                  </a:lnTo>
                  <a:lnTo>
                    <a:pt x="5681671" y="1636209"/>
                  </a:lnTo>
                  <a:lnTo>
                    <a:pt x="5682339" y="1628820"/>
                  </a:lnTo>
                  <a:lnTo>
                    <a:pt x="5683007" y="1666668"/>
                  </a:lnTo>
                  <a:lnTo>
                    <a:pt x="5683675" y="1600106"/>
                  </a:lnTo>
                  <a:lnTo>
                    <a:pt x="5684343" y="1533596"/>
                  </a:lnTo>
                  <a:lnTo>
                    <a:pt x="5685011" y="1508850"/>
                  </a:lnTo>
                  <a:lnTo>
                    <a:pt x="5685679" y="1514946"/>
                  </a:lnTo>
                  <a:lnTo>
                    <a:pt x="5686347" y="1583670"/>
                  </a:lnTo>
                  <a:lnTo>
                    <a:pt x="5687015" y="1622932"/>
                  </a:lnTo>
                  <a:lnTo>
                    <a:pt x="5687683" y="1523847"/>
                  </a:lnTo>
                  <a:lnTo>
                    <a:pt x="5688351" y="1507210"/>
                  </a:lnTo>
                  <a:lnTo>
                    <a:pt x="5689019" y="1377272"/>
                  </a:lnTo>
                  <a:lnTo>
                    <a:pt x="5689688" y="1406977"/>
                  </a:lnTo>
                  <a:lnTo>
                    <a:pt x="5690356" y="1392185"/>
                  </a:lnTo>
                  <a:lnTo>
                    <a:pt x="5691024" y="1232293"/>
                  </a:lnTo>
                  <a:lnTo>
                    <a:pt x="5691692" y="1261701"/>
                  </a:lnTo>
                  <a:lnTo>
                    <a:pt x="5692360" y="1286833"/>
                  </a:lnTo>
                  <a:lnTo>
                    <a:pt x="5693028" y="1289689"/>
                  </a:lnTo>
                  <a:lnTo>
                    <a:pt x="5693696" y="1398840"/>
                  </a:lnTo>
                  <a:lnTo>
                    <a:pt x="5694364" y="1561255"/>
                  </a:lnTo>
                  <a:lnTo>
                    <a:pt x="5695032" y="1616598"/>
                  </a:lnTo>
                  <a:lnTo>
                    <a:pt x="5695700" y="1666771"/>
                  </a:lnTo>
                  <a:lnTo>
                    <a:pt x="5696368" y="1666771"/>
                  </a:lnTo>
                  <a:lnTo>
                    <a:pt x="5697036" y="1666771"/>
                  </a:lnTo>
                  <a:lnTo>
                    <a:pt x="5697704" y="1666771"/>
                  </a:lnTo>
                  <a:lnTo>
                    <a:pt x="5698372" y="1666771"/>
                  </a:lnTo>
                  <a:lnTo>
                    <a:pt x="5699040" y="1666771"/>
                  </a:lnTo>
                  <a:lnTo>
                    <a:pt x="5699708" y="1666771"/>
                  </a:lnTo>
                  <a:lnTo>
                    <a:pt x="5700376" y="1666771"/>
                  </a:lnTo>
                  <a:lnTo>
                    <a:pt x="5701044" y="1666771"/>
                  </a:lnTo>
                  <a:lnTo>
                    <a:pt x="5701712" y="1666771"/>
                  </a:lnTo>
                  <a:lnTo>
                    <a:pt x="5702380" y="1597602"/>
                  </a:lnTo>
                  <a:lnTo>
                    <a:pt x="5703048" y="1570146"/>
                  </a:lnTo>
                  <a:lnTo>
                    <a:pt x="5703716" y="1570146"/>
                  </a:lnTo>
                  <a:lnTo>
                    <a:pt x="5704384" y="1570146"/>
                  </a:lnTo>
                  <a:lnTo>
                    <a:pt x="5705052" y="1539563"/>
                  </a:lnTo>
                  <a:lnTo>
                    <a:pt x="5705720" y="1486446"/>
                  </a:lnTo>
                  <a:lnTo>
                    <a:pt x="5706388" y="1419621"/>
                  </a:lnTo>
                  <a:lnTo>
                    <a:pt x="5707056" y="1352875"/>
                  </a:lnTo>
                  <a:lnTo>
                    <a:pt x="5707724" y="1346575"/>
                  </a:lnTo>
                  <a:lnTo>
                    <a:pt x="5708392" y="1346575"/>
                  </a:lnTo>
                  <a:lnTo>
                    <a:pt x="5709060" y="1346575"/>
                  </a:lnTo>
                  <a:lnTo>
                    <a:pt x="5709728" y="1346575"/>
                  </a:lnTo>
                  <a:lnTo>
                    <a:pt x="5710396" y="1346575"/>
                  </a:lnTo>
                  <a:lnTo>
                    <a:pt x="5711064" y="1458909"/>
                  </a:lnTo>
                  <a:lnTo>
                    <a:pt x="5711732" y="1466719"/>
                  </a:lnTo>
                  <a:lnTo>
                    <a:pt x="5712400" y="1498870"/>
                  </a:lnTo>
                  <a:lnTo>
                    <a:pt x="5713068" y="1481985"/>
                  </a:lnTo>
                  <a:lnTo>
                    <a:pt x="5713736" y="1485416"/>
                  </a:lnTo>
                  <a:lnTo>
                    <a:pt x="5714405" y="1485416"/>
                  </a:lnTo>
                  <a:lnTo>
                    <a:pt x="5715073" y="1505685"/>
                  </a:lnTo>
                  <a:lnTo>
                    <a:pt x="5715741" y="1545158"/>
                  </a:lnTo>
                  <a:lnTo>
                    <a:pt x="5716409" y="1604274"/>
                  </a:lnTo>
                  <a:lnTo>
                    <a:pt x="5717077" y="1668810"/>
                  </a:lnTo>
                  <a:lnTo>
                    <a:pt x="5717745" y="1668810"/>
                  </a:lnTo>
                  <a:lnTo>
                    <a:pt x="5718413" y="1668810"/>
                  </a:lnTo>
                  <a:lnTo>
                    <a:pt x="5719081" y="1668810"/>
                  </a:lnTo>
                  <a:lnTo>
                    <a:pt x="5719749" y="1668810"/>
                  </a:lnTo>
                  <a:lnTo>
                    <a:pt x="5720417" y="1668810"/>
                  </a:lnTo>
                  <a:lnTo>
                    <a:pt x="5721085" y="1668810"/>
                  </a:lnTo>
                  <a:lnTo>
                    <a:pt x="5721753" y="1668810"/>
                  </a:lnTo>
                  <a:lnTo>
                    <a:pt x="5722421" y="1668810"/>
                  </a:lnTo>
                  <a:lnTo>
                    <a:pt x="5723089" y="1668810"/>
                  </a:lnTo>
                  <a:lnTo>
                    <a:pt x="5723757" y="1666771"/>
                  </a:lnTo>
                  <a:lnTo>
                    <a:pt x="5724425" y="1641183"/>
                  </a:lnTo>
                  <a:lnTo>
                    <a:pt x="5725093" y="1498310"/>
                  </a:lnTo>
                  <a:lnTo>
                    <a:pt x="5725761" y="1430275"/>
                  </a:lnTo>
                  <a:lnTo>
                    <a:pt x="5726429" y="1395443"/>
                  </a:lnTo>
                  <a:lnTo>
                    <a:pt x="5727097" y="1346575"/>
                  </a:lnTo>
                  <a:lnTo>
                    <a:pt x="5727765" y="1346575"/>
                  </a:lnTo>
                  <a:lnTo>
                    <a:pt x="5728433" y="1346575"/>
                  </a:lnTo>
                  <a:lnTo>
                    <a:pt x="5729101" y="1346575"/>
                  </a:lnTo>
                  <a:lnTo>
                    <a:pt x="5729769" y="1281160"/>
                  </a:lnTo>
                  <a:lnTo>
                    <a:pt x="5730437" y="1107221"/>
                  </a:lnTo>
                  <a:lnTo>
                    <a:pt x="5731105" y="990447"/>
                  </a:lnTo>
                  <a:lnTo>
                    <a:pt x="5731773" y="978139"/>
                  </a:lnTo>
                  <a:lnTo>
                    <a:pt x="5732441" y="978139"/>
                  </a:lnTo>
                  <a:lnTo>
                    <a:pt x="5733109" y="978139"/>
                  </a:lnTo>
                  <a:lnTo>
                    <a:pt x="5733777" y="1127159"/>
                  </a:lnTo>
                  <a:lnTo>
                    <a:pt x="5734445" y="1132437"/>
                  </a:lnTo>
                  <a:lnTo>
                    <a:pt x="5735113" y="1333550"/>
                  </a:lnTo>
                  <a:lnTo>
                    <a:pt x="5735781" y="1350187"/>
                  </a:lnTo>
                  <a:lnTo>
                    <a:pt x="5736449" y="1420980"/>
                  </a:lnTo>
                  <a:lnTo>
                    <a:pt x="5737117" y="1400600"/>
                  </a:lnTo>
                  <a:lnTo>
                    <a:pt x="5737785" y="1276166"/>
                  </a:lnTo>
                  <a:lnTo>
                    <a:pt x="5738454" y="1145163"/>
                  </a:lnTo>
                  <a:lnTo>
                    <a:pt x="5739122" y="1068175"/>
                  </a:lnTo>
                  <a:lnTo>
                    <a:pt x="5739790" y="1087340"/>
                  </a:lnTo>
                  <a:lnTo>
                    <a:pt x="5740458" y="1124433"/>
                  </a:lnTo>
                  <a:lnTo>
                    <a:pt x="5741126" y="1125954"/>
                  </a:lnTo>
                  <a:lnTo>
                    <a:pt x="5741794" y="1153707"/>
                  </a:lnTo>
                  <a:lnTo>
                    <a:pt x="5742462" y="1156523"/>
                  </a:lnTo>
                  <a:lnTo>
                    <a:pt x="5743130" y="1121537"/>
                  </a:lnTo>
                  <a:lnTo>
                    <a:pt x="5743798" y="1090443"/>
                  </a:lnTo>
                  <a:lnTo>
                    <a:pt x="5744466" y="1128930"/>
                  </a:lnTo>
                  <a:lnTo>
                    <a:pt x="5745134" y="1103002"/>
                  </a:lnTo>
                  <a:lnTo>
                    <a:pt x="5745802" y="1079986"/>
                  </a:lnTo>
                  <a:lnTo>
                    <a:pt x="5746470" y="1104306"/>
                  </a:lnTo>
                  <a:lnTo>
                    <a:pt x="5747138" y="1141614"/>
                  </a:lnTo>
                  <a:lnTo>
                    <a:pt x="5747806" y="1150117"/>
                  </a:lnTo>
                  <a:lnTo>
                    <a:pt x="5748474" y="1235589"/>
                  </a:lnTo>
                  <a:lnTo>
                    <a:pt x="5749142" y="1263650"/>
                  </a:lnTo>
                  <a:lnTo>
                    <a:pt x="5749810" y="1347158"/>
                  </a:lnTo>
                  <a:lnTo>
                    <a:pt x="5750478" y="1370418"/>
                  </a:lnTo>
                  <a:lnTo>
                    <a:pt x="5751146" y="1383453"/>
                  </a:lnTo>
                  <a:lnTo>
                    <a:pt x="5751814" y="1378437"/>
                  </a:lnTo>
                  <a:lnTo>
                    <a:pt x="5752482" y="1356499"/>
                  </a:lnTo>
                  <a:lnTo>
                    <a:pt x="5753150" y="1352604"/>
                  </a:lnTo>
                  <a:lnTo>
                    <a:pt x="5753818" y="1336125"/>
                  </a:lnTo>
                  <a:lnTo>
                    <a:pt x="5754486" y="1245509"/>
                  </a:lnTo>
                  <a:lnTo>
                    <a:pt x="5755154" y="1302800"/>
                  </a:lnTo>
                  <a:lnTo>
                    <a:pt x="5755822" y="1275680"/>
                  </a:lnTo>
                  <a:lnTo>
                    <a:pt x="5756490" y="1268707"/>
                  </a:lnTo>
                  <a:lnTo>
                    <a:pt x="5757158" y="1284768"/>
                  </a:lnTo>
                  <a:lnTo>
                    <a:pt x="5757826" y="1314155"/>
                  </a:lnTo>
                  <a:lnTo>
                    <a:pt x="5758494" y="1347619"/>
                  </a:lnTo>
                  <a:lnTo>
                    <a:pt x="5759162" y="1352121"/>
                  </a:lnTo>
                  <a:lnTo>
                    <a:pt x="5759830" y="1295982"/>
                  </a:lnTo>
                  <a:lnTo>
                    <a:pt x="5760498" y="1237578"/>
                  </a:lnTo>
                  <a:lnTo>
                    <a:pt x="5761166" y="1205322"/>
                  </a:lnTo>
                  <a:lnTo>
                    <a:pt x="5761834" y="1191899"/>
                  </a:lnTo>
                  <a:lnTo>
                    <a:pt x="5762502" y="1261687"/>
                  </a:lnTo>
                  <a:lnTo>
                    <a:pt x="5763171" y="1215445"/>
                  </a:lnTo>
                  <a:lnTo>
                    <a:pt x="5763839" y="1297897"/>
                  </a:lnTo>
                  <a:lnTo>
                    <a:pt x="5764507" y="1173250"/>
                  </a:lnTo>
                  <a:lnTo>
                    <a:pt x="5765175" y="1142832"/>
                  </a:lnTo>
                  <a:lnTo>
                    <a:pt x="5765843" y="1113822"/>
                  </a:lnTo>
                  <a:lnTo>
                    <a:pt x="5766511" y="1110680"/>
                  </a:lnTo>
                  <a:lnTo>
                    <a:pt x="5767179" y="1141185"/>
                  </a:lnTo>
                  <a:lnTo>
                    <a:pt x="5767847" y="1158025"/>
                  </a:lnTo>
                  <a:lnTo>
                    <a:pt x="5768515" y="1141524"/>
                  </a:lnTo>
                  <a:lnTo>
                    <a:pt x="5769183" y="1082061"/>
                  </a:lnTo>
                  <a:lnTo>
                    <a:pt x="5769851" y="1199227"/>
                  </a:lnTo>
                  <a:lnTo>
                    <a:pt x="5770519" y="1250847"/>
                  </a:lnTo>
                  <a:lnTo>
                    <a:pt x="5771187" y="1392064"/>
                  </a:lnTo>
                  <a:lnTo>
                    <a:pt x="5771855" y="1412617"/>
                  </a:lnTo>
                  <a:lnTo>
                    <a:pt x="5772523" y="1430275"/>
                  </a:lnTo>
                  <a:lnTo>
                    <a:pt x="5773191" y="1486446"/>
                  </a:lnTo>
                  <a:lnTo>
                    <a:pt x="5773859" y="1486446"/>
                  </a:lnTo>
                  <a:lnTo>
                    <a:pt x="5774527" y="1494331"/>
                  </a:lnTo>
                  <a:lnTo>
                    <a:pt x="5775195" y="1570146"/>
                  </a:lnTo>
                  <a:lnTo>
                    <a:pt x="5775863" y="1656410"/>
                  </a:lnTo>
                  <a:lnTo>
                    <a:pt x="5776531" y="1666771"/>
                  </a:lnTo>
                  <a:lnTo>
                    <a:pt x="5777199" y="1666771"/>
                  </a:lnTo>
                  <a:lnTo>
                    <a:pt x="5777867" y="1666771"/>
                  </a:lnTo>
                  <a:lnTo>
                    <a:pt x="5778535" y="1666771"/>
                  </a:lnTo>
                  <a:lnTo>
                    <a:pt x="5779203" y="1666771"/>
                  </a:lnTo>
                  <a:lnTo>
                    <a:pt x="5779871" y="1666771"/>
                  </a:lnTo>
                  <a:lnTo>
                    <a:pt x="5780539" y="1666771"/>
                  </a:lnTo>
                  <a:lnTo>
                    <a:pt x="5781207" y="1666771"/>
                  </a:lnTo>
                  <a:lnTo>
                    <a:pt x="5781875" y="1666771"/>
                  </a:lnTo>
                  <a:lnTo>
                    <a:pt x="5782543" y="1666771"/>
                  </a:lnTo>
                  <a:lnTo>
                    <a:pt x="5783211" y="1666771"/>
                  </a:lnTo>
                  <a:lnTo>
                    <a:pt x="5783879" y="1666771"/>
                  </a:lnTo>
                  <a:lnTo>
                    <a:pt x="5784547" y="1666771"/>
                  </a:lnTo>
                  <a:lnTo>
                    <a:pt x="5785215" y="1666771"/>
                  </a:lnTo>
                  <a:lnTo>
                    <a:pt x="5785883" y="1666771"/>
                  </a:lnTo>
                  <a:lnTo>
                    <a:pt x="5786551" y="1666771"/>
                  </a:lnTo>
                  <a:lnTo>
                    <a:pt x="5787219" y="1666771"/>
                  </a:lnTo>
                  <a:lnTo>
                    <a:pt x="5787888" y="1666771"/>
                  </a:lnTo>
                  <a:lnTo>
                    <a:pt x="5788556" y="1666771"/>
                  </a:lnTo>
                  <a:lnTo>
                    <a:pt x="5789224" y="1666771"/>
                  </a:lnTo>
                  <a:lnTo>
                    <a:pt x="5789892" y="1666771"/>
                  </a:lnTo>
                  <a:lnTo>
                    <a:pt x="5790560" y="1666771"/>
                  </a:lnTo>
                  <a:lnTo>
                    <a:pt x="5791228" y="1666771"/>
                  </a:lnTo>
                  <a:lnTo>
                    <a:pt x="5791896" y="1666771"/>
                  </a:lnTo>
                  <a:lnTo>
                    <a:pt x="5792564" y="1666771"/>
                  </a:lnTo>
                  <a:lnTo>
                    <a:pt x="5793232" y="1666771"/>
                  </a:lnTo>
                  <a:lnTo>
                    <a:pt x="5793900" y="1666771"/>
                  </a:lnTo>
                  <a:lnTo>
                    <a:pt x="5794568" y="1666771"/>
                  </a:lnTo>
                  <a:lnTo>
                    <a:pt x="5795236" y="1666771"/>
                  </a:lnTo>
                  <a:lnTo>
                    <a:pt x="5795904" y="1666771"/>
                  </a:lnTo>
                  <a:lnTo>
                    <a:pt x="5796572" y="1616598"/>
                  </a:lnTo>
                  <a:lnTo>
                    <a:pt x="5797240" y="1570146"/>
                  </a:lnTo>
                  <a:lnTo>
                    <a:pt x="5797908" y="1570146"/>
                  </a:lnTo>
                  <a:lnTo>
                    <a:pt x="5798576" y="1570146"/>
                  </a:lnTo>
                  <a:lnTo>
                    <a:pt x="5799244" y="1570146"/>
                  </a:lnTo>
                  <a:lnTo>
                    <a:pt x="5799912" y="1570146"/>
                  </a:lnTo>
                  <a:lnTo>
                    <a:pt x="5800580" y="1570146"/>
                  </a:lnTo>
                  <a:lnTo>
                    <a:pt x="5801248" y="1482541"/>
                  </a:lnTo>
                  <a:lnTo>
                    <a:pt x="5801916" y="1412617"/>
                  </a:lnTo>
                  <a:lnTo>
                    <a:pt x="5802584" y="1412617"/>
                  </a:lnTo>
                  <a:lnTo>
                    <a:pt x="5803252" y="1340338"/>
                  </a:lnTo>
                  <a:lnTo>
                    <a:pt x="5803920" y="1286833"/>
                  </a:lnTo>
                  <a:lnTo>
                    <a:pt x="5804588" y="1286833"/>
                  </a:lnTo>
                  <a:lnTo>
                    <a:pt x="5805256" y="1281160"/>
                  </a:lnTo>
                  <a:lnTo>
                    <a:pt x="5805924" y="1214272"/>
                  </a:lnTo>
                  <a:lnTo>
                    <a:pt x="5806592" y="1206705"/>
                  </a:lnTo>
                  <a:lnTo>
                    <a:pt x="5807260" y="1211739"/>
                  </a:lnTo>
                  <a:lnTo>
                    <a:pt x="5807928" y="1182120"/>
                  </a:lnTo>
                  <a:lnTo>
                    <a:pt x="5808596" y="1182120"/>
                  </a:lnTo>
                  <a:lnTo>
                    <a:pt x="5809264" y="1131207"/>
                  </a:lnTo>
                  <a:lnTo>
                    <a:pt x="5809932" y="1092422"/>
                  </a:lnTo>
                  <a:lnTo>
                    <a:pt x="5810600" y="1065832"/>
                  </a:lnTo>
                  <a:lnTo>
                    <a:pt x="5811268" y="1094515"/>
                  </a:lnTo>
                  <a:lnTo>
                    <a:pt x="5811937" y="1133433"/>
                  </a:lnTo>
                  <a:lnTo>
                    <a:pt x="5812605" y="1053930"/>
                  </a:lnTo>
                  <a:lnTo>
                    <a:pt x="5813273" y="1096615"/>
                  </a:lnTo>
                  <a:lnTo>
                    <a:pt x="5813941" y="1135668"/>
                  </a:lnTo>
                  <a:lnTo>
                    <a:pt x="5814609" y="1135668"/>
                  </a:lnTo>
                  <a:lnTo>
                    <a:pt x="5815277" y="1140161"/>
                  </a:lnTo>
                  <a:lnTo>
                    <a:pt x="5815945" y="1199227"/>
                  </a:lnTo>
                  <a:lnTo>
                    <a:pt x="5816613" y="1392185"/>
                  </a:lnTo>
                  <a:lnTo>
                    <a:pt x="5817281" y="1433429"/>
                  </a:lnTo>
                  <a:lnTo>
                    <a:pt x="5817949" y="1481985"/>
                  </a:lnTo>
                  <a:lnTo>
                    <a:pt x="5818617" y="1485416"/>
                  </a:lnTo>
                  <a:lnTo>
                    <a:pt x="5819285" y="1551458"/>
                  </a:lnTo>
                  <a:lnTo>
                    <a:pt x="5819953" y="1611201"/>
                  </a:lnTo>
                  <a:lnTo>
                    <a:pt x="5820621" y="1658189"/>
                  </a:lnTo>
                  <a:lnTo>
                    <a:pt x="5821289" y="1668810"/>
                  </a:lnTo>
                  <a:lnTo>
                    <a:pt x="5821957" y="1668810"/>
                  </a:lnTo>
                  <a:lnTo>
                    <a:pt x="5822625" y="1668810"/>
                  </a:lnTo>
                  <a:lnTo>
                    <a:pt x="5823293" y="1668810"/>
                  </a:lnTo>
                  <a:lnTo>
                    <a:pt x="5823961" y="1668810"/>
                  </a:lnTo>
                  <a:lnTo>
                    <a:pt x="5824629" y="1668810"/>
                  </a:lnTo>
                  <a:lnTo>
                    <a:pt x="5825297" y="1668810"/>
                  </a:lnTo>
                  <a:lnTo>
                    <a:pt x="5825965" y="1668810"/>
                  </a:lnTo>
                  <a:lnTo>
                    <a:pt x="5826633" y="1668810"/>
                  </a:lnTo>
                  <a:lnTo>
                    <a:pt x="5827301" y="1668810"/>
                  </a:lnTo>
                  <a:lnTo>
                    <a:pt x="5827969" y="1668810"/>
                  </a:lnTo>
                  <a:lnTo>
                    <a:pt x="5828637" y="1666771"/>
                  </a:lnTo>
                  <a:lnTo>
                    <a:pt x="5829305" y="1666771"/>
                  </a:lnTo>
                  <a:lnTo>
                    <a:pt x="5829973" y="1666771"/>
                  </a:lnTo>
                  <a:lnTo>
                    <a:pt x="5830641" y="1631233"/>
                  </a:lnTo>
                  <a:lnTo>
                    <a:pt x="5831309" y="1570146"/>
                  </a:lnTo>
                  <a:lnTo>
                    <a:pt x="5831977" y="1570146"/>
                  </a:lnTo>
                  <a:lnTo>
                    <a:pt x="5832645" y="1570146"/>
                  </a:lnTo>
                  <a:lnTo>
                    <a:pt x="5833313" y="1570146"/>
                  </a:lnTo>
                  <a:lnTo>
                    <a:pt x="5833981" y="1570146"/>
                  </a:lnTo>
                  <a:lnTo>
                    <a:pt x="5834649" y="1570146"/>
                  </a:lnTo>
                  <a:lnTo>
                    <a:pt x="5835317" y="1570146"/>
                  </a:lnTo>
                  <a:lnTo>
                    <a:pt x="5835985" y="1522735"/>
                  </a:lnTo>
                  <a:lnTo>
                    <a:pt x="5836654" y="1486446"/>
                  </a:lnTo>
                  <a:lnTo>
                    <a:pt x="5837322" y="1486446"/>
                  </a:lnTo>
                  <a:lnTo>
                    <a:pt x="5837990" y="1486446"/>
                  </a:lnTo>
                  <a:lnTo>
                    <a:pt x="5838658" y="1486446"/>
                  </a:lnTo>
                  <a:lnTo>
                    <a:pt x="5839326" y="1486446"/>
                  </a:lnTo>
                  <a:lnTo>
                    <a:pt x="5839994" y="1426704"/>
                  </a:lnTo>
                  <a:lnTo>
                    <a:pt x="5840662" y="1437480"/>
                  </a:lnTo>
                  <a:lnTo>
                    <a:pt x="5841330" y="1604662"/>
                  </a:lnTo>
                  <a:lnTo>
                    <a:pt x="5841998" y="1592503"/>
                  </a:lnTo>
                  <a:lnTo>
                    <a:pt x="5842666" y="1611201"/>
                  </a:lnTo>
                  <a:lnTo>
                    <a:pt x="5843334" y="1611201"/>
                  </a:lnTo>
                  <a:lnTo>
                    <a:pt x="5844002" y="1611201"/>
                  </a:lnTo>
                  <a:lnTo>
                    <a:pt x="5844670" y="1611201"/>
                  </a:lnTo>
                  <a:lnTo>
                    <a:pt x="5845338" y="1611201"/>
                  </a:lnTo>
                  <a:lnTo>
                    <a:pt x="5846006" y="1650726"/>
                  </a:lnTo>
                  <a:lnTo>
                    <a:pt x="5846674" y="1668810"/>
                  </a:lnTo>
                  <a:lnTo>
                    <a:pt x="5847342" y="1658189"/>
                  </a:lnTo>
                  <a:lnTo>
                    <a:pt x="5848010" y="1611201"/>
                  </a:lnTo>
                  <a:lnTo>
                    <a:pt x="5848678" y="1611201"/>
                  </a:lnTo>
                  <a:lnTo>
                    <a:pt x="5849346" y="1611201"/>
                  </a:lnTo>
                  <a:lnTo>
                    <a:pt x="5850014" y="1668810"/>
                  </a:lnTo>
                  <a:lnTo>
                    <a:pt x="5850682" y="1668810"/>
                  </a:lnTo>
                  <a:lnTo>
                    <a:pt x="5851350" y="1668810"/>
                  </a:lnTo>
                  <a:lnTo>
                    <a:pt x="5852018" y="1668810"/>
                  </a:lnTo>
                  <a:lnTo>
                    <a:pt x="5852686" y="1570146"/>
                  </a:lnTo>
                  <a:lnTo>
                    <a:pt x="5853354" y="1570146"/>
                  </a:lnTo>
                  <a:lnTo>
                    <a:pt x="5854022" y="1556856"/>
                  </a:lnTo>
                  <a:lnTo>
                    <a:pt x="5854690" y="1486446"/>
                  </a:lnTo>
                  <a:lnTo>
                    <a:pt x="5855358" y="1486446"/>
                  </a:lnTo>
                  <a:lnTo>
                    <a:pt x="5856026" y="1486446"/>
                  </a:lnTo>
                  <a:lnTo>
                    <a:pt x="5856694" y="1486446"/>
                  </a:lnTo>
                  <a:lnTo>
                    <a:pt x="5857362" y="1514487"/>
                  </a:lnTo>
                  <a:lnTo>
                    <a:pt x="5858030" y="1570146"/>
                  </a:lnTo>
                  <a:lnTo>
                    <a:pt x="5858698" y="1570146"/>
                  </a:lnTo>
                  <a:lnTo>
                    <a:pt x="5859366" y="1570146"/>
                  </a:lnTo>
                  <a:lnTo>
                    <a:pt x="5860034" y="1570146"/>
                  </a:lnTo>
                  <a:lnTo>
                    <a:pt x="5860702" y="1570146"/>
                  </a:lnTo>
                  <a:lnTo>
                    <a:pt x="5861371" y="1570146"/>
                  </a:lnTo>
                  <a:lnTo>
                    <a:pt x="5862039" y="1570146"/>
                  </a:lnTo>
                  <a:lnTo>
                    <a:pt x="5862707" y="1570146"/>
                  </a:lnTo>
                  <a:lnTo>
                    <a:pt x="5863375" y="1668810"/>
                  </a:lnTo>
                  <a:lnTo>
                    <a:pt x="5864043" y="1668810"/>
                  </a:lnTo>
                  <a:lnTo>
                    <a:pt x="5864711" y="1668810"/>
                  </a:lnTo>
                  <a:lnTo>
                    <a:pt x="5865379" y="1668810"/>
                  </a:lnTo>
                  <a:lnTo>
                    <a:pt x="5866047" y="1668810"/>
                  </a:lnTo>
                  <a:lnTo>
                    <a:pt x="5866715" y="1668810"/>
                  </a:lnTo>
                  <a:lnTo>
                    <a:pt x="5867383" y="1668810"/>
                  </a:lnTo>
                  <a:lnTo>
                    <a:pt x="5868051" y="1597977"/>
                  </a:lnTo>
                  <a:lnTo>
                    <a:pt x="5868719" y="1523847"/>
                  </a:lnTo>
                  <a:lnTo>
                    <a:pt x="5869387" y="1523847"/>
                  </a:lnTo>
                  <a:lnTo>
                    <a:pt x="5870055" y="1523847"/>
                  </a:lnTo>
                  <a:lnTo>
                    <a:pt x="5870723" y="1523847"/>
                  </a:lnTo>
                  <a:lnTo>
                    <a:pt x="5871391" y="1514277"/>
                  </a:lnTo>
                  <a:lnTo>
                    <a:pt x="5872059" y="1446812"/>
                  </a:lnTo>
                  <a:lnTo>
                    <a:pt x="5872727" y="1403566"/>
                  </a:lnTo>
                  <a:lnTo>
                    <a:pt x="5873395" y="1250551"/>
                  </a:lnTo>
                  <a:lnTo>
                    <a:pt x="5874063" y="1221591"/>
                  </a:lnTo>
                  <a:lnTo>
                    <a:pt x="5874731" y="1098722"/>
                  </a:lnTo>
                  <a:lnTo>
                    <a:pt x="5875399" y="1182120"/>
                  </a:lnTo>
                  <a:lnTo>
                    <a:pt x="5876067" y="1186961"/>
                  </a:lnTo>
                  <a:lnTo>
                    <a:pt x="5876735" y="1232293"/>
                  </a:lnTo>
                  <a:lnTo>
                    <a:pt x="5877403" y="1245489"/>
                  </a:lnTo>
                  <a:lnTo>
                    <a:pt x="5878071" y="1261701"/>
                  </a:lnTo>
                  <a:lnTo>
                    <a:pt x="5878739" y="1526461"/>
                  </a:lnTo>
                  <a:lnTo>
                    <a:pt x="5879407" y="1505203"/>
                  </a:lnTo>
                  <a:lnTo>
                    <a:pt x="5880075" y="1415398"/>
                  </a:lnTo>
                  <a:lnTo>
                    <a:pt x="5880743" y="1477394"/>
                  </a:lnTo>
                  <a:lnTo>
                    <a:pt x="5881411" y="1427911"/>
                  </a:lnTo>
                  <a:lnTo>
                    <a:pt x="5882079" y="1432062"/>
                  </a:lnTo>
                  <a:lnTo>
                    <a:pt x="5882747" y="1440448"/>
                  </a:lnTo>
                  <a:lnTo>
                    <a:pt x="5883415" y="1425846"/>
                  </a:lnTo>
                  <a:lnTo>
                    <a:pt x="5884083" y="1393694"/>
                  </a:lnTo>
                  <a:lnTo>
                    <a:pt x="5884751" y="1458293"/>
                  </a:lnTo>
                  <a:lnTo>
                    <a:pt x="5885419" y="1384538"/>
                  </a:lnTo>
                  <a:lnTo>
                    <a:pt x="5886088" y="1441628"/>
                  </a:lnTo>
                  <a:lnTo>
                    <a:pt x="5886756" y="1543457"/>
                  </a:lnTo>
                  <a:lnTo>
                    <a:pt x="5887424" y="1610453"/>
                  </a:lnTo>
                  <a:lnTo>
                    <a:pt x="5888092" y="1612823"/>
                  </a:lnTo>
                  <a:lnTo>
                    <a:pt x="5888760" y="1627234"/>
                  </a:lnTo>
                  <a:lnTo>
                    <a:pt x="5889428" y="1668810"/>
                  </a:lnTo>
                  <a:lnTo>
                    <a:pt x="5890096" y="1668810"/>
                  </a:lnTo>
                  <a:lnTo>
                    <a:pt x="5890764" y="1649847"/>
                  </a:lnTo>
                  <a:lnTo>
                    <a:pt x="5891432" y="1666166"/>
                  </a:lnTo>
                  <a:lnTo>
                    <a:pt x="5892100" y="1663971"/>
                  </a:lnTo>
                  <a:lnTo>
                    <a:pt x="5892768" y="1662876"/>
                  </a:lnTo>
                  <a:lnTo>
                    <a:pt x="5893436" y="1638208"/>
                  </a:lnTo>
                  <a:lnTo>
                    <a:pt x="5894104" y="1649885"/>
                  </a:lnTo>
                  <a:lnTo>
                    <a:pt x="5894772" y="1636108"/>
                  </a:lnTo>
                  <a:lnTo>
                    <a:pt x="5895440" y="1668810"/>
                  </a:lnTo>
                  <a:lnTo>
                    <a:pt x="5896108" y="1668810"/>
                  </a:lnTo>
                  <a:lnTo>
                    <a:pt x="5896776" y="1610832"/>
                  </a:lnTo>
                  <a:lnTo>
                    <a:pt x="5897444" y="1611786"/>
                  </a:lnTo>
                  <a:lnTo>
                    <a:pt x="5898112" y="1627544"/>
                  </a:lnTo>
                  <a:lnTo>
                    <a:pt x="5898780" y="1584452"/>
                  </a:lnTo>
                  <a:lnTo>
                    <a:pt x="5899448" y="1529895"/>
                  </a:lnTo>
                  <a:lnTo>
                    <a:pt x="5900116" y="1413891"/>
                  </a:lnTo>
                  <a:lnTo>
                    <a:pt x="5900784" y="1389533"/>
                  </a:lnTo>
                  <a:lnTo>
                    <a:pt x="5901452" y="1244702"/>
                  </a:lnTo>
                  <a:lnTo>
                    <a:pt x="5902120" y="1107221"/>
                  </a:lnTo>
                  <a:lnTo>
                    <a:pt x="5902788" y="1146962"/>
                  </a:lnTo>
                  <a:lnTo>
                    <a:pt x="5903456" y="1232293"/>
                  </a:lnTo>
                  <a:lnTo>
                    <a:pt x="5904124" y="1245489"/>
                  </a:lnTo>
                  <a:lnTo>
                    <a:pt x="5904792" y="1346575"/>
                  </a:lnTo>
                  <a:lnTo>
                    <a:pt x="5905460" y="1346575"/>
                  </a:lnTo>
                  <a:lnTo>
                    <a:pt x="5906128" y="1349717"/>
                  </a:lnTo>
                  <a:lnTo>
                    <a:pt x="5906796" y="1346575"/>
                  </a:lnTo>
                  <a:lnTo>
                    <a:pt x="5907464" y="1346575"/>
                  </a:lnTo>
                  <a:lnTo>
                    <a:pt x="5908132" y="1359239"/>
                  </a:lnTo>
                  <a:lnTo>
                    <a:pt x="5908800" y="1590422"/>
                  </a:lnTo>
                  <a:lnTo>
                    <a:pt x="5909468" y="1668810"/>
                  </a:lnTo>
                  <a:lnTo>
                    <a:pt x="5910137" y="1668810"/>
                  </a:lnTo>
                  <a:lnTo>
                    <a:pt x="5910805" y="1668810"/>
                  </a:lnTo>
                  <a:lnTo>
                    <a:pt x="5911473" y="1668810"/>
                  </a:lnTo>
                  <a:lnTo>
                    <a:pt x="5912141" y="1625287"/>
                  </a:lnTo>
                  <a:lnTo>
                    <a:pt x="5912809" y="1668810"/>
                  </a:lnTo>
                  <a:lnTo>
                    <a:pt x="5913477" y="1668810"/>
                  </a:lnTo>
                  <a:lnTo>
                    <a:pt x="5914145" y="1668810"/>
                  </a:lnTo>
                  <a:lnTo>
                    <a:pt x="5914813" y="1668810"/>
                  </a:lnTo>
                  <a:lnTo>
                    <a:pt x="5915481" y="1668810"/>
                  </a:lnTo>
                  <a:lnTo>
                    <a:pt x="5916149" y="1668810"/>
                  </a:lnTo>
                  <a:lnTo>
                    <a:pt x="5916817" y="1668810"/>
                  </a:lnTo>
                  <a:lnTo>
                    <a:pt x="5917485" y="1668810"/>
                  </a:lnTo>
                  <a:lnTo>
                    <a:pt x="5918153" y="1668810"/>
                  </a:lnTo>
                  <a:lnTo>
                    <a:pt x="5918821" y="1668810"/>
                  </a:lnTo>
                  <a:lnTo>
                    <a:pt x="5919489" y="1668810"/>
                  </a:lnTo>
                  <a:lnTo>
                    <a:pt x="5920157" y="1611201"/>
                  </a:lnTo>
                  <a:lnTo>
                    <a:pt x="5920825" y="1580618"/>
                  </a:lnTo>
                  <a:lnTo>
                    <a:pt x="5921493" y="1520574"/>
                  </a:lnTo>
                  <a:lnTo>
                    <a:pt x="5922161" y="1590647"/>
                  </a:lnTo>
                  <a:lnTo>
                    <a:pt x="5922829" y="1495878"/>
                  </a:lnTo>
                  <a:lnTo>
                    <a:pt x="5923497" y="1450552"/>
                  </a:lnTo>
                  <a:lnTo>
                    <a:pt x="5924165" y="1264444"/>
                  </a:lnTo>
                  <a:lnTo>
                    <a:pt x="5924833" y="1232293"/>
                  </a:lnTo>
                  <a:lnTo>
                    <a:pt x="5925501" y="1232293"/>
                  </a:lnTo>
                  <a:lnTo>
                    <a:pt x="5926169" y="1232293"/>
                  </a:lnTo>
                  <a:lnTo>
                    <a:pt x="5926837" y="1221932"/>
                  </a:lnTo>
                  <a:lnTo>
                    <a:pt x="5927505" y="1232293"/>
                  </a:lnTo>
                  <a:lnTo>
                    <a:pt x="5928173" y="1189395"/>
                  </a:lnTo>
                  <a:lnTo>
                    <a:pt x="5928841" y="1179714"/>
                  </a:lnTo>
                  <a:lnTo>
                    <a:pt x="5929509" y="1096615"/>
                  </a:lnTo>
                  <a:lnTo>
                    <a:pt x="5930177" y="1092422"/>
                  </a:lnTo>
                  <a:lnTo>
                    <a:pt x="5930845" y="1111514"/>
                  </a:lnTo>
                  <a:lnTo>
                    <a:pt x="5931513" y="1165468"/>
                  </a:lnTo>
                  <a:lnTo>
                    <a:pt x="5932181" y="1186961"/>
                  </a:lnTo>
                  <a:lnTo>
                    <a:pt x="5932849" y="1258970"/>
                  </a:lnTo>
                  <a:lnTo>
                    <a:pt x="5933517" y="1286833"/>
                  </a:lnTo>
                  <a:lnTo>
                    <a:pt x="5934185" y="1310051"/>
                  </a:lnTo>
                  <a:lnTo>
                    <a:pt x="5934854" y="1346575"/>
                  </a:lnTo>
                  <a:lnTo>
                    <a:pt x="5935522" y="1346575"/>
                  </a:lnTo>
                  <a:lnTo>
                    <a:pt x="5936190" y="1346575"/>
                  </a:lnTo>
                  <a:lnTo>
                    <a:pt x="5936858" y="1402256"/>
                  </a:lnTo>
                  <a:lnTo>
                    <a:pt x="5937526" y="1412617"/>
                  </a:lnTo>
                  <a:lnTo>
                    <a:pt x="5938194" y="1474802"/>
                  </a:lnTo>
                  <a:lnTo>
                    <a:pt x="5938862" y="1490376"/>
                  </a:lnTo>
                  <a:lnTo>
                    <a:pt x="5939530" y="1656410"/>
                  </a:lnTo>
                  <a:lnTo>
                    <a:pt x="5940198" y="1666771"/>
                  </a:lnTo>
                  <a:lnTo>
                    <a:pt x="5940866" y="1666771"/>
                  </a:lnTo>
                  <a:lnTo>
                    <a:pt x="5941534" y="1666771"/>
                  </a:lnTo>
                  <a:lnTo>
                    <a:pt x="5942202" y="1636188"/>
                  </a:lnTo>
                  <a:lnTo>
                    <a:pt x="5942870" y="1668810"/>
                  </a:lnTo>
                  <a:lnTo>
                    <a:pt x="5943538" y="1658189"/>
                  </a:lnTo>
                  <a:lnTo>
                    <a:pt x="5944206" y="1668810"/>
                  </a:lnTo>
                  <a:lnTo>
                    <a:pt x="5944874" y="1668810"/>
                  </a:lnTo>
                  <a:lnTo>
                    <a:pt x="5945542" y="1668810"/>
                  </a:lnTo>
                  <a:lnTo>
                    <a:pt x="5946210" y="1668810"/>
                  </a:lnTo>
                  <a:lnTo>
                    <a:pt x="5946878" y="1668810"/>
                  </a:lnTo>
                  <a:lnTo>
                    <a:pt x="5947546" y="1668810"/>
                  </a:lnTo>
                  <a:lnTo>
                    <a:pt x="5948214" y="1668810"/>
                  </a:lnTo>
                  <a:lnTo>
                    <a:pt x="5948882" y="1668810"/>
                  </a:lnTo>
                  <a:lnTo>
                    <a:pt x="5949550" y="1668810"/>
                  </a:lnTo>
                  <a:lnTo>
                    <a:pt x="5950218" y="1668810"/>
                  </a:lnTo>
                  <a:lnTo>
                    <a:pt x="5950886" y="1668810"/>
                  </a:lnTo>
                  <a:lnTo>
                    <a:pt x="5951554" y="1668810"/>
                  </a:lnTo>
                  <a:lnTo>
                    <a:pt x="5952222" y="1668810"/>
                  </a:lnTo>
                  <a:lnTo>
                    <a:pt x="5952890" y="1668810"/>
                  </a:lnTo>
                  <a:lnTo>
                    <a:pt x="5953558" y="1668810"/>
                  </a:lnTo>
                  <a:lnTo>
                    <a:pt x="5954226" y="1668810"/>
                  </a:lnTo>
                  <a:lnTo>
                    <a:pt x="5954894" y="1668810"/>
                  </a:lnTo>
                  <a:lnTo>
                    <a:pt x="5955562" y="1668810"/>
                  </a:lnTo>
                  <a:lnTo>
                    <a:pt x="5956230" y="1668810"/>
                  </a:lnTo>
                  <a:lnTo>
                    <a:pt x="5956898" y="1668810"/>
                  </a:lnTo>
                  <a:lnTo>
                    <a:pt x="5957566" y="1668810"/>
                  </a:lnTo>
                  <a:lnTo>
                    <a:pt x="5958234" y="1668810"/>
                  </a:lnTo>
                  <a:lnTo>
                    <a:pt x="5958902" y="1668810"/>
                  </a:lnTo>
                  <a:lnTo>
                    <a:pt x="5959571" y="1668810"/>
                  </a:lnTo>
                  <a:lnTo>
                    <a:pt x="5960239" y="1668810"/>
                  </a:lnTo>
                  <a:lnTo>
                    <a:pt x="5960907" y="1668810"/>
                  </a:lnTo>
                  <a:lnTo>
                    <a:pt x="5961575" y="1668810"/>
                  </a:lnTo>
                  <a:lnTo>
                    <a:pt x="5962243" y="1668810"/>
                  </a:lnTo>
                  <a:lnTo>
                    <a:pt x="5962911" y="1668810"/>
                  </a:lnTo>
                  <a:lnTo>
                    <a:pt x="5963579" y="1668810"/>
                  </a:lnTo>
                  <a:lnTo>
                    <a:pt x="5964247" y="1668810"/>
                  </a:lnTo>
                  <a:lnTo>
                    <a:pt x="5964915" y="1668810"/>
                  </a:lnTo>
                  <a:lnTo>
                    <a:pt x="5965583" y="1594762"/>
                  </a:lnTo>
                  <a:lnTo>
                    <a:pt x="5966251" y="1525534"/>
                  </a:lnTo>
                  <a:lnTo>
                    <a:pt x="5966919" y="1524344"/>
                  </a:lnTo>
                  <a:lnTo>
                    <a:pt x="5967587" y="1438666"/>
                  </a:lnTo>
                  <a:lnTo>
                    <a:pt x="5968255" y="1435311"/>
                  </a:lnTo>
                  <a:lnTo>
                    <a:pt x="5968923" y="1395346"/>
                  </a:lnTo>
                  <a:lnTo>
                    <a:pt x="5969591" y="1398493"/>
                  </a:lnTo>
                  <a:lnTo>
                    <a:pt x="5970259" y="1415550"/>
                  </a:lnTo>
                  <a:lnTo>
                    <a:pt x="5970927" y="1415550"/>
                  </a:lnTo>
                  <a:lnTo>
                    <a:pt x="5971595" y="1464277"/>
                  </a:lnTo>
                  <a:lnTo>
                    <a:pt x="5972263" y="1468521"/>
                  </a:lnTo>
                  <a:lnTo>
                    <a:pt x="5972931" y="1483998"/>
                  </a:lnTo>
                  <a:lnTo>
                    <a:pt x="5973599" y="1440385"/>
                  </a:lnTo>
                  <a:lnTo>
                    <a:pt x="5974267" y="1491991"/>
                  </a:lnTo>
                  <a:lnTo>
                    <a:pt x="5974935" y="1502806"/>
                  </a:lnTo>
                  <a:lnTo>
                    <a:pt x="5975603" y="1552819"/>
                  </a:lnTo>
                  <a:lnTo>
                    <a:pt x="5976271" y="1668810"/>
                  </a:lnTo>
                  <a:lnTo>
                    <a:pt x="5976939" y="1668810"/>
                  </a:lnTo>
                  <a:lnTo>
                    <a:pt x="5977607" y="1668810"/>
                  </a:lnTo>
                  <a:lnTo>
                    <a:pt x="5978275" y="1668810"/>
                  </a:lnTo>
                  <a:lnTo>
                    <a:pt x="5978943" y="1668810"/>
                  </a:lnTo>
                  <a:lnTo>
                    <a:pt x="5979611" y="1668810"/>
                  </a:lnTo>
                  <a:lnTo>
                    <a:pt x="5980279" y="1668810"/>
                  </a:lnTo>
                  <a:lnTo>
                    <a:pt x="5980947" y="1668810"/>
                  </a:lnTo>
                  <a:lnTo>
                    <a:pt x="5981615" y="1668810"/>
                  </a:lnTo>
                  <a:lnTo>
                    <a:pt x="5982283" y="1668810"/>
                  </a:lnTo>
                  <a:lnTo>
                    <a:pt x="5982951" y="1668810"/>
                  </a:lnTo>
                  <a:lnTo>
                    <a:pt x="5983619" y="1666771"/>
                  </a:lnTo>
                  <a:lnTo>
                    <a:pt x="5984288" y="1666771"/>
                  </a:lnTo>
                  <a:lnTo>
                    <a:pt x="5984956" y="1668810"/>
                  </a:lnTo>
                  <a:lnTo>
                    <a:pt x="5985624" y="1668810"/>
                  </a:lnTo>
                  <a:lnTo>
                    <a:pt x="5986292" y="1668810"/>
                  </a:lnTo>
                  <a:lnTo>
                    <a:pt x="5986960" y="1668810"/>
                  </a:lnTo>
                  <a:lnTo>
                    <a:pt x="5987628" y="1668810"/>
                  </a:lnTo>
                  <a:lnTo>
                    <a:pt x="5988296" y="1668810"/>
                  </a:lnTo>
                  <a:lnTo>
                    <a:pt x="5988964" y="1668810"/>
                  </a:lnTo>
                  <a:lnTo>
                    <a:pt x="5989632" y="1668810"/>
                  </a:lnTo>
                  <a:lnTo>
                    <a:pt x="5990300" y="1668810"/>
                  </a:lnTo>
                  <a:lnTo>
                    <a:pt x="5990968" y="1668810"/>
                  </a:lnTo>
                  <a:lnTo>
                    <a:pt x="5991636" y="1668810"/>
                  </a:lnTo>
                  <a:lnTo>
                    <a:pt x="5992304" y="1668810"/>
                  </a:lnTo>
                  <a:lnTo>
                    <a:pt x="5992972" y="1668810"/>
                  </a:lnTo>
                  <a:lnTo>
                    <a:pt x="5993640" y="1668810"/>
                  </a:lnTo>
                  <a:lnTo>
                    <a:pt x="5994308" y="1668810"/>
                  </a:lnTo>
                  <a:lnTo>
                    <a:pt x="5994976" y="1668810"/>
                  </a:lnTo>
                  <a:lnTo>
                    <a:pt x="5995644" y="1668810"/>
                  </a:lnTo>
                  <a:lnTo>
                    <a:pt x="5996312" y="1668810"/>
                  </a:lnTo>
                  <a:lnTo>
                    <a:pt x="5996980" y="1668810"/>
                  </a:lnTo>
                  <a:lnTo>
                    <a:pt x="5997648" y="1668810"/>
                  </a:lnTo>
                  <a:lnTo>
                    <a:pt x="5998316" y="1668810"/>
                  </a:lnTo>
                  <a:lnTo>
                    <a:pt x="5998984" y="1668810"/>
                  </a:lnTo>
                  <a:lnTo>
                    <a:pt x="5999652" y="1668810"/>
                  </a:lnTo>
                  <a:lnTo>
                    <a:pt x="6000320" y="1668810"/>
                  </a:lnTo>
                  <a:lnTo>
                    <a:pt x="6000988" y="1668810"/>
                  </a:lnTo>
                  <a:lnTo>
                    <a:pt x="6001656" y="1668810"/>
                  </a:lnTo>
                  <a:lnTo>
                    <a:pt x="6002324" y="1668810"/>
                  </a:lnTo>
                  <a:lnTo>
                    <a:pt x="6002992" y="1668810"/>
                  </a:lnTo>
                  <a:lnTo>
                    <a:pt x="6003660" y="1668810"/>
                  </a:lnTo>
                  <a:lnTo>
                    <a:pt x="6004328" y="1668810"/>
                  </a:lnTo>
                  <a:lnTo>
                    <a:pt x="6004996" y="1668810"/>
                  </a:lnTo>
                  <a:lnTo>
                    <a:pt x="6005664" y="1668810"/>
                  </a:lnTo>
                  <a:lnTo>
                    <a:pt x="6006332" y="1668810"/>
                  </a:lnTo>
                  <a:lnTo>
                    <a:pt x="6007000" y="1668810"/>
                  </a:lnTo>
                  <a:lnTo>
                    <a:pt x="6007668" y="1668810"/>
                  </a:lnTo>
                  <a:lnTo>
                    <a:pt x="6008337" y="1668810"/>
                  </a:lnTo>
                  <a:lnTo>
                    <a:pt x="6009005" y="1668810"/>
                  </a:lnTo>
                  <a:lnTo>
                    <a:pt x="6009673" y="1668810"/>
                  </a:lnTo>
                  <a:lnTo>
                    <a:pt x="6010341" y="1668810"/>
                  </a:lnTo>
                  <a:lnTo>
                    <a:pt x="6011009" y="1668810"/>
                  </a:lnTo>
                  <a:lnTo>
                    <a:pt x="6011677" y="1668810"/>
                  </a:lnTo>
                  <a:lnTo>
                    <a:pt x="6012345" y="1668810"/>
                  </a:lnTo>
                  <a:lnTo>
                    <a:pt x="6013013" y="1668810"/>
                  </a:lnTo>
                  <a:lnTo>
                    <a:pt x="6013681" y="1668810"/>
                  </a:lnTo>
                  <a:lnTo>
                    <a:pt x="6014349" y="1668810"/>
                  </a:lnTo>
                  <a:lnTo>
                    <a:pt x="6015017" y="1668810"/>
                  </a:lnTo>
                  <a:lnTo>
                    <a:pt x="6015685" y="1668810"/>
                  </a:lnTo>
                  <a:lnTo>
                    <a:pt x="6016353" y="1668810"/>
                  </a:lnTo>
                  <a:lnTo>
                    <a:pt x="6017021" y="1668810"/>
                  </a:lnTo>
                  <a:lnTo>
                    <a:pt x="6017689" y="1668810"/>
                  </a:lnTo>
                  <a:lnTo>
                    <a:pt x="6018357" y="1498310"/>
                  </a:lnTo>
                  <a:lnTo>
                    <a:pt x="6019025" y="1412617"/>
                  </a:lnTo>
                  <a:lnTo>
                    <a:pt x="6019693" y="1412617"/>
                  </a:lnTo>
                  <a:lnTo>
                    <a:pt x="6020361" y="1356049"/>
                  </a:lnTo>
                  <a:lnTo>
                    <a:pt x="6021029" y="1405828"/>
                  </a:lnTo>
                  <a:lnTo>
                    <a:pt x="6021697" y="1406977"/>
                  </a:lnTo>
                  <a:lnTo>
                    <a:pt x="6022365" y="1312255"/>
                  </a:lnTo>
                  <a:lnTo>
                    <a:pt x="6023033" y="1291005"/>
                  </a:lnTo>
                  <a:lnTo>
                    <a:pt x="6023701" y="1276547"/>
                  </a:lnTo>
                  <a:lnTo>
                    <a:pt x="6024369" y="1242764"/>
                  </a:lnTo>
                  <a:lnTo>
                    <a:pt x="6025037" y="1181968"/>
                  </a:lnTo>
                  <a:lnTo>
                    <a:pt x="6025705" y="1136268"/>
                  </a:lnTo>
                  <a:lnTo>
                    <a:pt x="6026373" y="1110680"/>
                  </a:lnTo>
                  <a:lnTo>
                    <a:pt x="6027041" y="1063892"/>
                  </a:lnTo>
                  <a:lnTo>
                    <a:pt x="6027709" y="1005606"/>
                  </a:lnTo>
                  <a:lnTo>
                    <a:pt x="6028377" y="1002961"/>
                  </a:lnTo>
                  <a:lnTo>
                    <a:pt x="6029045" y="1019000"/>
                  </a:lnTo>
                  <a:lnTo>
                    <a:pt x="6029713" y="989902"/>
                  </a:lnTo>
                  <a:lnTo>
                    <a:pt x="6030381" y="943819"/>
                  </a:lnTo>
                  <a:lnTo>
                    <a:pt x="6031049" y="985180"/>
                  </a:lnTo>
                  <a:lnTo>
                    <a:pt x="6031717" y="964151"/>
                  </a:lnTo>
                  <a:lnTo>
                    <a:pt x="6032385" y="846682"/>
                  </a:lnTo>
                  <a:lnTo>
                    <a:pt x="6033054" y="1010021"/>
                  </a:lnTo>
                  <a:lnTo>
                    <a:pt x="6033722" y="1032241"/>
                  </a:lnTo>
                  <a:lnTo>
                    <a:pt x="6034390" y="1056113"/>
                  </a:lnTo>
                  <a:lnTo>
                    <a:pt x="6035058" y="1086096"/>
                  </a:lnTo>
                  <a:lnTo>
                    <a:pt x="6035726" y="1089117"/>
                  </a:lnTo>
                  <a:lnTo>
                    <a:pt x="6036394" y="1110680"/>
                  </a:lnTo>
                  <a:lnTo>
                    <a:pt x="6037062" y="1161245"/>
                  </a:lnTo>
                  <a:lnTo>
                    <a:pt x="6037730" y="1236987"/>
                  </a:lnTo>
                  <a:lnTo>
                    <a:pt x="6038398" y="1274509"/>
                  </a:lnTo>
                  <a:lnTo>
                    <a:pt x="6039066" y="1297305"/>
                  </a:lnTo>
                  <a:lnTo>
                    <a:pt x="6039734" y="1345545"/>
                  </a:lnTo>
                  <a:lnTo>
                    <a:pt x="6040402" y="1482573"/>
                  </a:lnTo>
                  <a:lnTo>
                    <a:pt x="6041070" y="1485416"/>
                  </a:lnTo>
                  <a:lnTo>
                    <a:pt x="6041738" y="1485416"/>
                  </a:lnTo>
                  <a:lnTo>
                    <a:pt x="6042406" y="1468550"/>
                  </a:lnTo>
                  <a:lnTo>
                    <a:pt x="6043074" y="1443314"/>
                  </a:lnTo>
                  <a:lnTo>
                    <a:pt x="6043742" y="1428048"/>
                  </a:lnTo>
                  <a:lnTo>
                    <a:pt x="6044410" y="1408513"/>
                  </a:lnTo>
                  <a:lnTo>
                    <a:pt x="6045078" y="1325012"/>
                  </a:lnTo>
                  <a:lnTo>
                    <a:pt x="6045746" y="1392064"/>
                  </a:lnTo>
                  <a:lnTo>
                    <a:pt x="6046414" y="1337243"/>
                  </a:lnTo>
                  <a:lnTo>
                    <a:pt x="6047082" y="1281160"/>
                  </a:lnTo>
                  <a:lnTo>
                    <a:pt x="6047750" y="1227091"/>
                  </a:lnTo>
                  <a:lnTo>
                    <a:pt x="6048418" y="1182120"/>
                  </a:lnTo>
                  <a:lnTo>
                    <a:pt x="6049086" y="1182120"/>
                  </a:lnTo>
                  <a:lnTo>
                    <a:pt x="6049754" y="1160790"/>
                  </a:lnTo>
                  <a:lnTo>
                    <a:pt x="6050422" y="1115837"/>
                  </a:lnTo>
                  <a:lnTo>
                    <a:pt x="6051090" y="1061839"/>
                  </a:lnTo>
                  <a:lnTo>
                    <a:pt x="6051758" y="1013967"/>
                  </a:lnTo>
                  <a:lnTo>
                    <a:pt x="6052426" y="1051968"/>
                  </a:lnTo>
                  <a:lnTo>
                    <a:pt x="6053094" y="1080009"/>
                  </a:lnTo>
                  <a:lnTo>
                    <a:pt x="6053762" y="1094515"/>
                  </a:lnTo>
                  <a:lnTo>
                    <a:pt x="6054430" y="1094515"/>
                  </a:lnTo>
                  <a:lnTo>
                    <a:pt x="6055098" y="1092422"/>
                  </a:lnTo>
                  <a:lnTo>
                    <a:pt x="6055766" y="1100836"/>
                  </a:lnTo>
                  <a:lnTo>
                    <a:pt x="6056434" y="1120190"/>
                  </a:lnTo>
                  <a:lnTo>
                    <a:pt x="6057102" y="1140161"/>
                  </a:lnTo>
                  <a:lnTo>
                    <a:pt x="6057771" y="1186961"/>
                  </a:lnTo>
                  <a:lnTo>
                    <a:pt x="6058439" y="1232293"/>
                  </a:lnTo>
                  <a:lnTo>
                    <a:pt x="6059107" y="1232293"/>
                  </a:lnTo>
                  <a:lnTo>
                    <a:pt x="6059775" y="1256250"/>
                  </a:lnTo>
                  <a:lnTo>
                    <a:pt x="6060443" y="1313015"/>
                  </a:lnTo>
                  <a:lnTo>
                    <a:pt x="6061111" y="1395443"/>
                  </a:lnTo>
                  <a:lnTo>
                    <a:pt x="6061779" y="1486446"/>
                  </a:lnTo>
                  <a:lnTo>
                    <a:pt x="6062447" y="1486446"/>
                  </a:lnTo>
                  <a:lnTo>
                    <a:pt x="6063115" y="1486446"/>
                  </a:lnTo>
                  <a:lnTo>
                    <a:pt x="6063783" y="1486446"/>
                  </a:lnTo>
                  <a:lnTo>
                    <a:pt x="6064451" y="1565685"/>
                  </a:lnTo>
                  <a:lnTo>
                    <a:pt x="6065119" y="1570146"/>
                  </a:lnTo>
                  <a:lnTo>
                    <a:pt x="6065787" y="1570146"/>
                  </a:lnTo>
                  <a:lnTo>
                    <a:pt x="6066455" y="1616598"/>
                  </a:lnTo>
                  <a:lnTo>
                    <a:pt x="6067123" y="1666771"/>
                  </a:lnTo>
                  <a:lnTo>
                    <a:pt x="6067791" y="1666771"/>
                  </a:lnTo>
                  <a:lnTo>
                    <a:pt x="6068459" y="1583724"/>
                  </a:lnTo>
                  <a:lnTo>
                    <a:pt x="6069127" y="1510404"/>
                  </a:lnTo>
                  <a:lnTo>
                    <a:pt x="6069795" y="1486446"/>
                  </a:lnTo>
                  <a:lnTo>
                    <a:pt x="6070463" y="1486446"/>
                  </a:lnTo>
                  <a:lnTo>
                    <a:pt x="6071131" y="1666332"/>
                  </a:lnTo>
                  <a:lnTo>
                    <a:pt x="6071799" y="1666332"/>
                  </a:lnTo>
                  <a:lnTo>
                    <a:pt x="6072467" y="1668810"/>
                  </a:lnTo>
                  <a:lnTo>
                    <a:pt x="6073135" y="1668810"/>
                  </a:lnTo>
                  <a:lnTo>
                    <a:pt x="6073803" y="1650726"/>
                  </a:lnTo>
                  <a:lnTo>
                    <a:pt x="6074471" y="1597424"/>
                  </a:lnTo>
                  <a:lnTo>
                    <a:pt x="6075139" y="1496918"/>
                  </a:lnTo>
                  <a:lnTo>
                    <a:pt x="6075807" y="1485416"/>
                  </a:lnTo>
                  <a:lnTo>
                    <a:pt x="6076475" y="1441411"/>
                  </a:lnTo>
                  <a:lnTo>
                    <a:pt x="6077143" y="1430876"/>
                  </a:lnTo>
                  <a:lnTo>
                    <a:pt x="6077811" y="1430876"/>
                  </a:lnTo>
                  <a:lnTo>
                    <a:pt x="6078479" y="1476926"/>
                  </a:lnTo>
                  <a:lnTo>
                    <a:pt x="6079147" y="1526631"/>
                  </a:lnTo>
                  <a:lnTo>
                    <a:pt x="6079815" y="1545158"/>
                  </a:lnTo>
                  <a:lnTo>
                    <a:pt x="6080483" y="1491141"/>
                  </a:lnTo>
                  <a:lnTo>
                    <a:pt x="6081151" y="1466719"/>
                  </a:lnTo>
                  <a:lnTo>
                    <a:pt x="6081819" y="1450552"/>
                  </a:lnTo>
                  <a:lnTo>
                    <a:pt x="6082488" y="1286833"/>
                  </a:lnTo>
                  <a:lnTo>
                    <a:pt x="6083156" y="1286833"/>
                  </a:lnTo>
                  <a:lnTo>
                    <a:pt x="6083824" y="1258970"/>
                  </a:lnTo>
                  <a:lnTo>
                    <a:pt x="6084492" y="1196755"/>
                  </a:lnTo>
                  <a:lnTo>
                    <a:pt x="6085160" y="1440641"/>
                  </a:lnTo>
                  <a:lnTo>
                    <a:pt x="6085828" y="1392875"/>
                  </a:lnTo>
                  <a:lnTo>
                    <a:pt x="6086496" y="1570612"/>
                  </a:lnTo>
                  <a:lnTo>
                    <a:pt x="6087164" y="1574019"/>
                  </a:lnTo>
                  <a:lnTo>
                    <a:pt x="6087832" y="1574019"/>
                  </a:lnTo>
                  <a:lnTo>
                    <a:pt x="6088500" y="1574019"/>
                  </a:lnTo>
                  <a:lnTo>
                    <a:pt x="6089168" y="1574019"/>
                  </a:lnTo>
                  <a:lnTo>
                    <a:pt x="6089836" y="1550943"/>
                  </a:lnTo>
                  <a:lnTo>
                    <a:pt x="6090504" y="1568817"/>
                  </a:lnTo>
                  <a:lnTo>
                    <a:pt x="6091172" y="1574019"/>
                  </a:lnTo>
                  <a:lnTo>
                    <a:pt x="6091840" y="1574019"/>
                  </a:lnTo>
                  <a:lnTo>
                    <a:pt x="6092508" y="1574019"/>
                  </a:lnTo>
                  <a:lnTo>
                    <a:pt x="6093176" y="1574019"/>
                  </a:lnTo>
                  <a:lnTo>
                    <a:pt x="6093844" y="1625717"/>
                  </a:lnTo>
                  <a:lnTo>
                    <a:pt x="6094512" y="1668810"/>
                  </a:lnTo>
                  <a:lnTo>
                    <a:pt x="6095180" y="1668810"/>
                  </a:lnTo>
                  <a:lnTo>
                    <a:pt x="6095848" y="1668810"/>
                  </a:lnTo>
                  <a:lnTo>
                    <a:pt x="6096516" y="1668810"/>
                  </a:lnTo>
                  <a:lnTo>
                    <a:pt x="6097184" y="1570146"/>
                  </a:lnTo>
                  <a:lnTo>
                    <a:pt x="6097852" y="1570146"/>
                  </a:lnTo>
                  <a:lnTo>
                    <a:pt x="6098520" y="1570146"/>
                  </a:lnTo>
                  <a:lnTo>
                    <a:pt x="6099188" y="1570146"/>
                  </a:lnTo>
                  <a:lnTo>
                    <a:pt x="6099856" y="1611795"/>
                  </a:lnTo>
                  <a:lnTo>
                    <a:pt x="6100524" y="1666771"/>
                  </a:lnTo>
                  <a:lnTo>
                    <a:pt x="6101192" y="1666771"/>
                  </a:lnTo>
                  <a:lnTo>
                    <a:pt x="6101860" y="1666771"/>
                  </a:lnTo>
                  <a:lnTo>
                    <a:pt x="6102528" y="1666771"/>
                  </a:lnTo>
                  <a:lnTo>
                    <a:pt x="6103196" y="1666771"/>
                  </a:lnTo>
                  <a:lnTo>
                    <a:pt x="6103864" y="1666771"/>
                  </a:lnTo>
                  <a:lnTo>
                    <a:pt x="6104532" y="1666771"/>
                  </a:lnTo>
                  <a:lnTo>
                    <a:pt x="6105200" y="1666771"/>
                  </a:lnTo>
                  <a:lnTo>
                    <a:pt x="6105868" y="1666771"/>
                  </a:lnTo>
                  <a:lnTo>
                    <a:pt x="6106537" y="1666771"/>
                  </a:lnTo>
                  <a:lnTo>
                    <a:pt x="6107205" y="1666771"/>
                  </a:lnTo>
                  <a:lnTo>
                    <a:pt x="6107873" y="1668810"/>
                  </a:lnTo>
                  <a:lnTo>
                    <a:pt x="6108541" y="1668810"/>
                  </a:lnTo>
                  <a:lnTo>
                    <a:pt x="6109209" y="1668810"/>
                  </a:lnTo>
                  <a:lnTo>
                    <a:pt x="6109877" y="1668810"/>
                  </a:lnTo>
                  <a:lnTo>
                    <a:pt x="6110545" y="1668810"/>
                  </a:lnTo>
                  <a:lnTo>
                    <a:pt x="6111213" y="1668810"/>
                  </a:lnTo>
                  <a:lnTo>
                    <a:pt x="6111881" y="1668810"/>
                  </a:lnTo>
                  <a:lnTo>
                    <a:pt x="6112549" y="1668810"/>
                  </a:lnTo>
                  <a:lnTo>
                    <a:pt x="6113217" y="1668810"/>
                  </a:lnTo>
                  <a:lnTo>
                    <a:pt x="6113885" y="1668810"/>
                  </a:lnTo>
                  <a:lnTo>
                    <a:pt x="6114553" y="1668810"/>
                  </a:lnTo>
                  <a:lnTo>
                    <a:pt x="6115221" y="1668810"/>
                  </a:lnTo>
                  <a:lnTo>
                    <a:pt x="6115889" y="1668810"/>
                  </a:lnTo>
                  <a:lnTo>
                    <a:pt x="6116557" y="1668810"/>
                  </a:lnTo>
                  <a:lnTo>
                    <a:pt x="6117225" y="1668810"/>
                  </a:lnTo>
                  <a:lnTo>
                    <a:pt x="6117893" y="1668810"/>
                  </a:lnTo>
                  <a:lnTo>
                    <a:pt x="6118561" y="1668810"/>
                  </a:lnTo>
                  <a:lnTo>
                    <a:pt x="6119229" y="1668810"/>
                  </a:lnTo>
                  <a:lnTo>
                    <a:pt x="6119897" y="1452143"/>
                  </a:lnTo>
                  <a:lnTo>
                    <a:pt x="6120565" y="1412617"/>
                  </a:lnTo>
                  <a:lnTo>
                    <a:pt x="6121233" y="1412617"/>
                  </a:lnTo>
                  <a:lnTo>
                    <a:pt x="6121901" y="1412617"/>
                  </a:lnTo>
                  <a:lnTo>
                    <a:pt x="6122569" y="1412617"/>
                  </a:lnTo>
                  <a:lnTo>
                    <a:pt x="6123237" y="1412617"/>
                  </a:lnTo>
                  <a:lnTo>
                    <a:pt x="6123905" y="1412617"/>
                  </a:lnTo>
                  <a:lnTo>
                    <a:pt x="6124573" y="1368907"/>
                  </a:lnTo>
                  <a:lnTo>
                    <a:pt x="6125241" y="1227091"/>
                  </a:lnTo>
                  <a:lnTo>
                    <a:pt x="6125909" y="1182120"/>
                  </a:lnTo>
                  <a:lnTo>
                    <a:pt x="6126577" y="1182120"/>
                  </a:lnTo>
                  <a:lnTo>
                    <a:pt x="6127245" y="1179714"/>
                  </a:lnTo>
                  <a:lnTo>
                    <a:pt x="6127913" y="1135668"/>
                  </a:lnTo>
                  <a:lnTo>
                    <a:pt x="6128581" y="1158464"/>
                  </a:lnTo>
                  <a:lnTo>
                    <a:pt x="6129249" y="1182120"/>
                  </a:lnTo>
                  <a:lnTo>
                    <a:pt x="6129917" y="1419969"/>
                  </a:lnTo>
                  <a:lnTo>
                    <a:pt x="6130585" y="1447085"/>
                  </a:lnTo>
                  <a:lnTo>
                    <a:pt x="6131254" y="1342114"/>
                  </a:lnTo>
                  <a:lnTo>
                    <a:pt x="6131922" y="1316593"/>
                  </a:lnTo>
                  <a:lnTo>
                    <a:pt x="6132590" y="1291005"/>
                  </a:lnTo>
                  <a:lnTo>
                    <a:pt x="6133258" y="1291005"/>
                  </a:lnTo>
                  <a:lnTo>
                    <a:pt x="6133926" y="1291005"/>
                  </a:lnTo>
                  <a:lnTo>
                    <a:pt x="6134594" y="1318773"/>
                  </a:lnTo>
                  <a:lnTo>
                    <a:pt x="6135262" y="1436121"/>
                  </a:lnTo>
                  <a:lnTo>
                    <a:pt x="6135930" y="1485416"/>
                  </a:lnTo>
                  <a:lnTo>
                    <a:pt x="6136598" y="1438760"/>
                  </a:lnTo>
                  <a:lnTo>
                    <a:pt x="6137266" y="1385544"/>
                  </a:lnTo>
                  <a:lnTo>
                    <a:pt x="6137934" y="1430876"/>
                  </a:lnTo>
                  <a:lnTo>
                    <a:pt x="6138602" y="1430876"/>
                  </a:lnTo>
                  <a:lnTo>
                    <a:pt x="6139270" y="1430876"/>
                  </a:lnTo>
                  <a:lnTo>
                    <a:pt x="6139938" y="1412178"/>
                  </a:lnTo>
                  <a:lnTo>
                    <a:pt x="6140606" y="1430733"/>
                  </a:lnTo>
                  <a:lnTo>
                    <a:pt x="6141274" y="1553109"/>
                  </a:lnTo>
                  <a:lnTo>
                    <a:pt x="6141942" y="1402256"/>
                  </a:lnTo>
                  <a:lnTo>
                    <a:pt x="6142610" y="1412617"/>
                  </a:lnTo>
                  <a:lnTo>
                    <a:pt x="6143278" y="1368907"/>
                  </a:lnTo>
                  <a:lnTo>
                    <a:pt x="6143946" y="1346575"/>
                  </a:lnTo>
                  <a:lnTo>
                    <a:pt x="6144614" y="1325012"/>
                  </a:lnTo>
                  <a:lnTo>
                    <a:pt x="6145282" y="1227091"/>
                  </a:lnTo>
                  <a:lnTo>
                    <a:pt x="6145950" y="1149246"/>
                  </a:lnTo>
                  <a:lnTo>
                    <a:pt x="6146618" y="1135668"/>
                  </a:lnTo>
                  <a:lnTo>
                    <a:pt x="6147286" y="1146962"/>
                  </a:lnTo>
                  <a:lnTo>
                    <a:pt x="6147954" y="1102957"/>
                  </a:lnTo>
                  <a:lnTo>
                    <a:pt x="6148622" y="1061839"/>
                  </a:lnTo>
                  <a:lnTo>
                    <a:pt x="6149290" y="1051968"/>
                  </a:lnTo>
                  <a:lnTo>
                    <a:pt x="6149958" y="1038404"/>
                  </a:lnTo>
                  <a:lnTo>
                    <a:pt x="6150626" y="945901"/>
                  </a:lnTo>
                  <a:lnTo>
                    <a:pt x="6151294" y="944249"/>
                  </a:lnTo>
                  <a:lnTo>
                    <a:pt x="6151962" y="945901"/>
                  </a:lnTo>
                  <a:lnTo>
                    <a:pt x="6152630" y="944249"/>
                  </a:lnTo>
                  <a:lnTo>
                    <a:pt x="6153298" y="942602"/>
                  </a:lnTo>
                  <a:lnTo>
                    <a:pt x="6153966" y="944249"/>
                  </a:lnTo>
                  <a:lnTo>
                    <a:pt x="6154634" y="929576"/>
                  </a:lnTo>
                  <a:lnTo>
                    <a:pt x="6155302" y="929576"/>
                  </a:lnTo>
                  <a:lnTo>
                    <a:pt x="6155971" y="934429"/>
                  </a:lnTo>
                  <a:lnTo>
                    <a:pt x="6156639" y="904311"/>
                  </a:lnTo>
                  <a:lnTo>
                    <a:pt x="6157307" y="863856"/>
                  </a:lnTo>
                  <a:lnTo>
                    <a:pt x="6157975" y="820417"/>
                  </a:lnTo>
                  <a:lnTo>
                    <a:pt x="6158643" y="793909"/>
                  </a:lnTo>
                  <a:lnTo>
                    <a:pt x="6159311" y="772227"/>
                  </a:lnTo>
                  <a:lnTo>
                    <a:pt x="6159979" y="781064"/>
                  </a:lnTo>
                  <a:lnTo>
                    <a:pt x="6160647" y="834104"/>
                  </a:lnTo>
                  <a:lnTo>
                    <a:pt x="6161315" y="823131"/>
                  </a:lnTo>
                  <a:lnTo>
                    <a:pt x="6161983" y="804378"/>
                  </a:lnTo>
                  <a:lnTo>
                    <a:pt x="6162651" y="758586"/>
                  </a:lnTo>
                  <a:lnTo>
                    <a:pt x="6163319" y="764749"/>
                  </a:lnTo>
                  <a:lnTo>
                    <a:pt x="6163987" y="744036"/>
                  </a:lnTo>
                  <a:lnTo>
                    <a:pt x="6164655" y="719360"/>
                  </a:lnTo>
                  <a:lnTo>
                    <a:pt x="6165323" y="761044"/>
                  </a:lnTo>
                  <a:lnTo>
                    <a:pt x="6165991" y="796510"/>
                  </a:lnTo>
                  <a:lnTo>
                    <a:pt x="6166659" y="800432"/>
                  </a:lnTo>
                  <a:lnTo>
                    <a:pt x="6167327" y="860961"/>
                  </a:lnTo>
                  <a:lnTo>
                    <a:pt x="6167995" y="940958"/>
                  </a:lnTo>
                  <a:lnTo>
                    <a:pt x="6168663" y="976400"/>
                  </a:lnTo>
                  <a:lnTo>
                    <a:pt x="6169331" y="978139"/>
                  </a:lnTo>
                  <a:lnTo>
                    <a:pt x="6169999" y="978139"/>
                  </a:lnTo>
                  <a:lnTo>
                    <a:pt x="6170667" y="999389"/>
                  </a:lnTo>
                  <a:lnTo>
                    <a:pt x="6171335" y="954225"/>
                  </a:lnTo>
                  <a:lnTo>
                    <a:pt x="6172003" y="952551"/>
                  </a:lnTo>
                  <a:lnTo>
                    <a:pt x="6172671" y="1021385"/>
                  </a:lnTo>
                  <a:lnTo>
                    <a:pt x="6173339" y="1013967"/>
                  </a:lnTo>
                  <a:lnTo>
                    <a:pt x="6174007" y="1057872"/>
                  </a:lnTo>
                  <a:lnTo>
                    <a:pt x="6174675" y="1135668"/>
                  </a:lnTo>
                  <a:lnTo>
                    <a:pt x="6175343" y="1135668"/>
                  </a:lnTo>
                  <a:lnTo>
                    <a:pt x="6176011" y="1105085"/>
                  </a:lnTo>
                  <a:lnTo>
                    <a:pt x="6176679" y="1182120"/>
                  </a:lnTo>
                  <a:lnTo>
                    <a:pt x="6177347" y="1182120"/>
                  </a:lnTo>
                  <a:lnTo>
                    <a:pt x="6178015" y="1182120"/>
                  </a:lnTo>
                  <a:lnTo>
                    <a:pt x="6178683" y="1229686"/>
                  </a:lnTo>
                  <a:lnTo>
                    <a:pt x="6179351" y="1286833"/>
                  </a:lnTo>
                  <a:lnTo>
                    <a:pt x="6180019" y="1286833"/>
                  </a:lnTo>
                  <a:lnTo>
                    <a:pt x="6180688" y="1286833"/>
                  </a:lnTo>
                  <a:lnTo>
                    <a:pt x="6181356" y="1395443"/>
                  </a:lnTo>
                  <a:lnTo>
                    <a:pt x="6182024" y="1486446"/>
                  </a:lnTo>
                  <a:lnTo>
                    <a:pt x="6182692" y="1514487"/>
                  </a:lnTo>
                  <a:lnTo>
                    <a:pt x="6183360" y="1463370"/>
                  </a:lnTo>
                  <a:lnTo>
                    <a:pt x="6184028" y="1412617"/>
                  </a:lnTo>
                  <a:lnTo>
                    <a:pt x="6184696" y="1412617"/>
                  </a:lnTo>
                  <a:lnTo>
                    <a:pt x="6185364" y="1412617"/>
                  </a:lnTo>
                  <a:lnTo>
                    <a:pt x="6186032" y="1467158"/>
                  </a:lnTo>
                  <a:lnTo>
                    <a:pt x="6186700" y="1486446"/>
                  </a:lnTo>
                  <a:lnTo>
                    <a:pt x="6187368" y="1402256"/>
                  </a:lnTo>
                  <a:lnTo>
                    <a:pt x="6188036" y="1286833"/>
                  </a:lnTo>
                  <a:lnTo>
                    <a:pt x="6188704" y="1286833"/>
                  </a:lnTo>
                  <a:lnTo>
                    <a:pt x="6189372" y="1275539"/>
                  </a:lnTo>
                  <a:lnTo>
                    <a:pt x="6190040" y="1199227"/>
                  </a:lnTo>
                  <a:lnTo>
                    <a:pt x="6190708" y="1182120"/>
                  </a:lnTo>
                  <a:lnTo>
                    <a:pt x="6191376" y="1165468"/>
                  </a:lnTo>
                  <a:lnTo>
                    <a:pt x="6192044" y="1135668"/>
                  </a:lnTo>
                  <a:lnTo>
                    <a:pt x="6192712" y="1135668"/>
                  </a:lnTo>
                  <a:lnTo>
                    <a:pt x="6193380" y="1196755"/>
                  </a:lnTo>
                  <a:lnTo>
                    <a:pt x="6194048" y="1182120"/>
                  </a:lnTo>
                  <a:lnTo>
                    <a:pt x="6194716" y="1182120"/>
                  </a:lnTo>
                  <a:lnTo>
                    <a:pt x="6195384" y="1179714"/>
                  </a:lnTo>
                  <a:lnTo>
                    <a:pt x="6196052" y="1061839"/>
                  </a:lnTo>
                  <a:lnTo>
                    <a:pt x="6196720" y="1051968"/>
                  </a:lnTo>
                  <a:lnTo>
                    <a:pt x="6197388" y="1073894"/>
                  </a:lnTo>
                  <a:lnTo>
                    <a:pt x="6198056" y="1096615"/>
                  </a:lnTo>
                  <a:lnTo>
                    <a:pt x="6198724" y="1092422"/>
                  </a:lnTo>
                  <a:lnTo>
                    <a:pt x="6199392" y="1084120"/>
                  </a:lnTo>
                  <a:lnTo>
                    <a:pt x="6200060" y="1111514"/>
                  </a:lnTo>
                  <a:lnTo>
                    <a:pt x="6200728" y="1023254"/>
                  </a:lnTo>
                  <a:lnTo>
                    <a:pt x="6201396" y="959273"/>
                  </a:lnTo>
                  <a:lnTo>
                    <a:pt x="6202064" y="974667"/>
                  </a:lnTo>
                  <a:lnTo>
                    <a:pt x="6202732" y="919982"/>
                  </a:lnTo>
                  <a:lnTo>
                    <a:pt x="6203400" y="786170"/>
                  </a:lnTo>
                  <a:lnTo>
                    <a:pt x="6204068" y="759814"/>
                  </a:lnTo>
                  <a:lnTo>
                    <a:pt x="6204737" y="741644"/>
                  </a:lnTo>
                  <a:lnTo>
                    <a:pt x="6205405" y="706812"/>
                  </a:lnTo>
                  <a:lnTo>
                    <a:pt x="6206073" y="734521"/>
                  </a:lnTo>
                  <a:lnTo>
                    <a:pt x="6206741" y="711346"/>
                  </a:lnTo>
                  <a:lnTo>
                    <a:pt x="6207409" y="691196"/>
                  </a:lnTo>
                  <a:lnTo>
                    <a:pt x="6208077" y="658990"/>
                  </a:lnTo>
                  <a:lnTo>
                    <a:pt x="6208745" y="586907"/>
                  </a:lnTo>
                  <a:lnTo>
                    <a:pt x="6209413" y="566715"/>
                  </a:lnTo>
                  <a:lnTo>
                    <a:pt x="6210081" y="551546"/>
                  </a:lnTo>
                  <a:lnTo>
                    <a:pt x="6210749" y="581335"/>
                  </a:lnTo>
                  <a:lnTo>
                    <a:pt x="6211417" y="559531"/>
                  </a:lnTo>
                  <a:lnTo>
                    <a:pt x="6212085" y="545405"/>
                  </a:lnTo>
                  <a:lnTo>
                    <a:pt x="6212753" y="538459"/>
                  </a:lnTo>
                  <a:lnTo>
                    <a:pt x="6213421" y="602012"/>
                  </a:lnTo>
                  <a:lnTo>
                    <a:pt x="6214089" y="759678"/>
                  </a:lnTo>
                  <a:lnTo>
                    <a:pt x="6214757" y="720941"/>
                  </a:lnTo>
                  <a:lnTo>
                    <a:pt x="6215425" y="725036"/>
                  </a:lnTo>
                  <a:lnTo>
                    <a:pt x="6216093" y="743988"/>
                  </a:lnTo>
                  <a:lnTo>
                    <a:pt x="6216761" y="736180"/>
                  </a:lnTo>
                  <a:lnTo>
                    <a:pt x="6217429" y="760798"/>
                  </a:lnTo>
                  <a:lnTo>
                    <a:pt x="6218097" y="813142"/>
                  </a:lnTo>
                  <a:lnTo>
                    <a:pt x="6218765" y="890882"/>
                  </a:lnTo>
                  <a:lnTo>
                    <a:pt x="6219433" y="924895"/>
                  </a:lnTo>
                  <a:lnTo>
                    <a:pt x="6220101" y="912208"/>
                  </a:lnTo>
                  <a:lnTo>
                    <a:pt x="6220769" y="912208"/>
                  </a:lnTo>
                  <a:lnTo>
                    <a:pt x="6221437" y="970810"/>
                  </a:lnTo>
                  <a:lnTo>
                    <a:pt x="6222105" y="983473"/>
                  </a:lnTo>
                  <a:lnTo>
                    <a:pt x="6222773" y="1024439"/>
                  </a:lnTo>
                  <a:lnTo>
                    <a:pt x="6223441" y="1058102"/>
                  </a:lnTo>
                  <a:lnTo>
                    <a:pt x="6224109" y="1116723"/>
                  </a:lnTo>
                  <a:lnTo>
                    <a:pt x="6224777" y="1235784"/>
                  </a:lnTo>
                  <a:lnTo>
                    <a:pt x="6225445" y="1275676"/>
                  </a:lnTo>
                  <a:lnTo>
                    <a:pt x="6226113" y="1144687"/>
                  </a:lnTo>
                  <a:lnTo>
                    <a:pt x="6226781" y="1219368"/>
                  </a:lnTo>
                  <a:lnTo>
                    <a:pt x="6227449" y="1182120"/>
                  </a:lnTo>
                  <a:lnTo>
                    <a:pt x="6228117" y="1182120"/>
                  </a:lnTo>
                  <a:lnTo>
                    <a:pt x="6228785" y="1158464"/>
                  </a:lnTo>
                  <a:lnTo>
                    <a:pt x="6229454" y="1135668"/>
                  </a:lnTo>
                  <a:lnTo>
                    <a:pt x="6230122" y="1242828"/>
                  </a:lnTo>
                  <a:lnTo>
                    <a:pt x="6230790" y="1221932"/>
                  </a:lnTo>
                  <a:lnTo>
                    <a:pt x="6231458" y="1167820"/>
                  </a:lnTo>
                  <a:lnTo>
                    <a:pt x="6232126" y="1153838"/>
                  </a:lnTo>
                  <a:lnTo>
                    <a:pt x="6232794" y="1094515"/>
                  </a:lnTo>
                  <a:lnTo>
                    <a:pt x="6233462" y="1092422"/>
                  </a:lnTo>
                  <a:lnTo>
                    <a:pt x="6234130" y="1092422"/>
                  </a:lnTo>
                  <a:lnTo>
                    <a:pt x="6234798" y="1073894"/>
                  </a:lnTo>
                  <a:lnTo>
                    <a:pt x="6235466" y="1013967"/>
                  </a:lnTo>
                  <a:lnTo>
                    <a:pt x="6236134" y="1012126"/>
                  </a:lnTo>
                  <a:lnTo>
                    <a:pt x="6236802" y="960965"/>
                  </a:lnTo>
                  <a:lnTo>
                    <a:pt x="6237470" y="978139"/>
                  </a:lnTo>
                  <a:lnTo>
                    <a:pt x="6238138" y="978139"/>
                  </a:lnTo>
                  <a:lnTo>
                    <a:pt x="6238806" y="986906"/>
                  </a:lnTo>
                  <a:lnTo>
                    <a:pt x="6239474" y="944249"/>
                  </a:lnTo>
                  <a:lnTo>
                    <a:pt x="6240142" y="912097"/>
                  </a:lnTo>
                  <a:lnTo>
                    <a:pt x="6240810" y="923164"/>
                  </a:lnTo>
                  <a:lnTo>
                    <a:pt x="6241478" y="962661"/>
                  </a:lnTo>
                  <a:lnTo>
                    <a:pt x="6242146" y="927967"/>
                  </a:lnTo>
                  <a:lnTo>
                    <a:pt x="6242814" y="945901"/>
                  </a:lnTo>
                  <a:lnTo>
                    <a:pt x="6243482" y="898150"/>
                  </a:lnTo>
                  <a:lnTo>
                    <a:pt x="6244150" y="827223"/>
                  </a:lnTo>
                  <a:lnTo>
                    <a:pt x="6244818" y="817715"/>
                  </a:lnTo>
                  <a:lnTo>
                    <a:pt x="6245486" y="881515"/>
                  </a:lnTo>
                  <a:lnTo>
                    <a:pt x="6246154" y="842461"/>
                  </a:lnTo>
                  <a:lnTo>
                    <a:pt x="6246822" y="827223"/>
                  </a:lnTo>
                  <a:lnTo>
                    <a:pt x="6247490" y="793909"/>
                  </a:lnTo>
                  <a:lnTo>
                    <a:pt x="6248158" y="772227"/>
                  </a:lnTo>
                  <a:lnTo>
                    <a:pt x="6248826" y="713625"/>
                  </a:lnTo>
                  <a:lnTo>
                    <a:pt x="6249494" y="671674"/>
                  </a:lnTo>
                  <a:lnTo>
                    <a:pt x="6250162" y="623394"/>
                  </a:lnTo>
                  <a:lnTo>
                    <a:pt x="6250830" y="618470"/>
                  </a:lnTo>
                  <a:lnTo>
                    <a:pt x="6251498" y="768604"/>
                  </a:lnTo>
                  <a:lnTo>
                    <a:pt x="6252166" y="783812"/>
                  </a:lnTo>
                  <a:lnTo>
                    <a:pt x="6252834" y="783812"/>
                  </a:lnTo>
                  <a:lnTo>
                    <a:pt x="6253502" y="775564"/>
                  </a:lnTo>
                  <a:lnTo>
                    <a:pt x="6254171" y="906425"/>
                  </a:lnTo>
                  <a:lnTo>
                    <a:pt x="6254839" y="917204"/>
                  </a:lnTo>
                  <a:lnTo>
                    <a:pt x="6255507" y="790257"/>
                  </a:lnTo>
                  <a:lnTo>
                    <a:pt x="6256175" y="761744"/>
                  </a:lnTo>
                  <a:lnTo>
                    <a:pt x="6256843" y="753225"/>
                  </a:lnTo>
                  <a:lnTo>
                    <a:pt x="6257511" y="761744"/>
                  </a:lnTo>
                  <a:lnTo>
                    <a:pt x="6258179" y="774014"/>
                  </a:lnTo>
                  <a:lnTo>
                    <a:pt x="6258847" y="814662"/>
                  </a:lnTo>
                  <a:lnTo>
                    <a:pt x="6259515" y="874171"/>
                  </a:lnTo>
                  <a:lnTo>
                    <a:pt x="6260183" y="911157"/>
                  </a:lnTo>
                  <a:lnTo>
                    <a:pt x="6260851" y="853149"/>
                  </a:lnTo>
                  <a:lnTo>
                    <a:pt x="6261519" y="865084"/>
                  </a:lnTo>
                  <a:lnTo>
                    <a:pt x="6262187" y="881125"/>
                  </a:lnTo>
                  <a:lnTo>
                    <a:pt x="6262855" y="891471"/>
                  </a:lnTo>
                  <a:lnTo>
                    <a:pt x="6263523" y="754552"/>
                  </a:lnTo>
                  <a:lnTo>
                    <a:pt x="6264191" y="752955"/>
                  </a:lnTo>
                  <a:lnTo>
                    <a:pt x="6264859" y="750542"/>
                  </a:lnTo>
                  <a:lnTo>
                    <a:pt x="6265527" y="745236"/>
                  </a:lnTo>
                  <a:lnTo>
                    <a:pt x="6266195" y="777261"/>
                  </a:lnTo>
                  <a:lnTo>
                    <a:pt x="6266863" y="815025"/>
                  </a:lnTo>
                  <a:lnTo>
                    <a:pt x="6267531" y="791319"/>
                  </a:lnTo>
                  <a:lnTo>
                    <a:pt x="6268199" y="748849"/>
                  </a:lnTo>
                  <a:lnTo>
                    <a:pt x="6268867" y="702310"/>
                  </a:lnTo>
                  <a:lnTo>
                    <a:pt x="6269535" y="640431"/>
                  </a:lnTo>
                  <a:lnTo>
                    <a:pt x="6270203" y="581335"/>
                  </a:lnTo>
                  <a:lnTo>
                    <a:pt x="6270871" y="605846"/>
                  </a:lnTo>
                  <a:lnTo>
                    <a:pt x="6271539" y="609703"/>
                  </a:lnTo>
                  <a:lnTo>
                    <a:pt x="6272207" y="604885"/>
                  </a:lnTo>
                  <a:lnTo>
                    <a:pt x="6272875" y="588776"/>
                  </a:lnTo>
                  <a:lnTo>
                    <a:pt x="6273543" y="583187"/>
                  </a:lnTo>
                  <a:lnTo>
                    <a:pt x="6274211" y="558639"/>
                  </a:lnTo>
                  <a:lnTo>
                    <a:pt x="6274879" y="661435"/>
                  </a:lnTo>
                  <a:lnTo>
                    <a:pt x="6275547" y="749691"/>
                  </a:lnTo>
                  <a:lnTo>
                    <a:pt x="6276215" y="727665"/>
                  </a:lnTo>
                  <a:lnTo>
                    <a:pt x="6276883" y="815519"/>
                  </a:lnTo>
                  <a:lnTo>
                    <a:pt x="6277551" y="869262"/>
                  </a:lnTo>
                  <a:lnTo>
                    <a:pt x="6278219" y="871915"/>
                  </a:lnTo>
                  <a:lnTo>
                    <a:pt x="6278888" y="873246"/>
                  </a:lnTo>
                  <a:lnTo>
                    <a:pt x="6279556" y="865961"/>
                  </a:lnTo>
                  <a:lnTo>
                    <a:pt x="6280224" y="908174"/>
                  </a:lnTo>
                  <a:lnTo>
                    <a:pt x="6280892" y="913833"/>
                  </a:lnTo>
                  <a:lnTo>
                    <a:pt x="6281560" y="873246"/>
                  </a:lnTo>
                  <a:lnTo>
                    <a:pt x="6282228" y="860716"/>
                  </a:lnTo>
                  <a:lnTo>
                    <a:pt x="6282896" y="865303"/>
                  </a:lnTo>
                  <a:lnTo>
                    <a:pt x="6283564" y="869262"/>
                  </a:lnTo>
                  <a:lnTo>
                    <a:pt x="6284232" y="856810"/>
                  </a:lnTo>
                  <a:lnTo>
                    <a:pt x="6284900" y="851307"/>
                  </a:lnTo>
                  <a:lnTo>
                    <a:pt x="6285568" y="931921"/>
                  </a:lnTo>
                  <a:lnTo>
                    <a:pt x="6286236" y="855160"/>
                  </a:lnTo>
                  <a:lnTo>
                    <a:pt x="6286904" y="838168"/>
                  </a:lnTo>
                  <a:lnTo>
                    <a:pt x="6287572" y="694625"/>
                  </a:lnTo>
                  <a:lnTo>
                    <a:pt x="6288240" y="687187"/>
                  </a:lnTo>
                  <a:lnTo>
                    <a:pt x="6288908" y="680132"/>
                  </a:lnTo>
                  <a:lnTo>
                    <a:pt x="6289576" y="728467"/>
                  </a:lnTo>
                  <a:lnTo>
                    <a:pt x="6290244" y="862686"/>
                  </a:lnTo>
                  <a:lnTo>
                    <a:pt x="6290912" y="937455"/>
                  </a:lnTo>
                  <a:lnTo>
                    <a:pt x="6291580" y="988283"/>
                  </a:lnTo>
                  <a:lnTo>
                    <a:pt x="6292248" y="991368"/>
                  </a:lnTo>
                  <a:lnTo>
                    <a:pt x="6292916" y="1016612"/>
                  </a:lnTo>
                  <a:lnTo>
                    <a:pt x="6293584" y="1062240"/>
                  </a:lnTo>
                  <a:lnTo>
                    <a:pt x="6294252" y="1155411"/>
                  </a:lnTo>
                  <a:lnTo>
                    <a:pt x="6294920" y="1194081"/>
                  </a:lnTo>
                  <a:lnTo>
                    <a:pt x="6295588" y="1217300"/>
                  </a:lnTo>
                  <a:lnTo>
                    <a:pt x="6296256" y="1271303"/>
                  </a:lnTo>
                  <a:lnTo>
                    <a:pt x="6296924" y="1326819"/>
                  </a:lnTo>
                  <a:lnTo>
                    <a:pt x="6297592" y="1412512"/>
                  </a:lnTo>
                  <a:lnTo>
                    <a:pt x="6298260" y="1434453"/>
                  </a:lnTo>
                  <a:lnTo>
                    <a:pt x="6298928" y="1471330"/>
                  </a:lnTo>
                  <a:lnTo>
                    <a:pt x="6299596" y="1499826"/>
                  </a:lnTo>
                  <a:lnTo>
                    <a:pt x="6300264" y="1526461"/>
                  </a:lnTo>
                  <a:lnTo>
                    <a:pt x="6300932" y="1510294"/>
                  </a:lnTo>
                  <a:lnTo>
                    <a:pt x="6301600" y="1375436"/>
                  </a:lnTo>
                  <a:lnTo>
                    <a:pt x="6302268" y="1426704"/>
                  </a:lnTo>
                  <a:lnTo>
                    <a:pt x="6302937" y="1405691"/>
                  </a:lnTo>
                  <a:lnTo>
                    <a:pt x="6303605" y="1286833"/>
                  </a:lnTo>
                  <a:lnTo>
                    <a:pt x="6304273" y="1286833"/>
                  </a:lnTo>
                  <a:lnTo>
                    <a:pt x="6304941" y="1278343"/>
                  </a:lnTo>
                  <a:lnTo>
                    <a:pt x="6305609" y="1232293"/>
                  </a:lnTo>
                  <a:lnTo>
                    <a:pt x="6306277" y="1232293"/>
                  </a:lnTo>
                  <a:lnTo>
                    <a:pt x="6306945" y="1204202"/>
                  </a:lnTo>
                  <a:lnTo>
                    <a:pt x="6307613" y="1140161"/>
                  </a:lnTo>
                  <a:lnTo>
                    <a:pt x="6308281" y="1174929"/>
                  </a:lnTo>
                  <a:lnTo>
                    <a:pt x="6308949" y="1124574"/>
                  </a:lnTo>
                  <a:lnTo>
                    <a:pt x="6309617" y="1092422"/>
                  </a:lnTo>
                  <a:lnTo>
                    <a:pt x="6310285" y="1034582"/>
                  </a:lnTo>
                  <a:lnTo>
                    <a:pt x="6310953" y="995797"/>
                  </a:lnTo>
                  <a:lnTo>
                    <a:pt x="6311621" y="964362"/>
                  </a:lnTo>
                  <a:lnTo>
                    <a:pt x="6312289" y="1006636"/>
                  </a:lnTo>
                  <a:lnTo>
                    <a:pt x="6312957" y="1017665"/>
                  </a:lnTo>
                  <a:lnTo>
                    <a:pt x="6313625" y="1077964"/>
                  </a:lnTo>
                  <a:lnTo>
                    <a:pt x="6314293" y="1013967"/>
                  </a:lnTo>
                  <a:lnTo>
                    <a:pt x="6314961" y="992226"/>
                  </a:lnTo>
                  <a:lnTo>
                    <a:pt x="6315629" y="923164"/>
                  </a:lnTo>
                  <a:lnTo>
                    <a:pt x="6316297" y="874097"/>
                  </a:lnTo>
                  <a:lnTo>
                    <a:pt x="6316965" y="868225"/>
                  </a:lnTo>
                  <a:lnTo>
                    <a:pt x="6317633" y="908971"/>
                  </a:lnTo>
                  <a:lnTo>
                    <a:pt x="6318301" y="896619"/>
                  </a:lnTo>
                  <a:lnTo>
                    <a:pt x="6318969" y="1083701"/>
                  </a:lnTo>
                  <a:lnTo>
                    <a:pt x="6319637" y="1124135"/>
                  </a:lnTo>
                  <a:lnTo>
                    <a:pt x="6320305" y="1174984"/>
                  </a:lnTo>
                  <a:lnTo>
                    <a:pt x="6320973" y="1161245"/>
                  </a:lnTo>
                  <a:lnTo>
                    <a:pt x="6321641" y="1168076"/>
                  </a:lnTo>
                  <a:lnTo>
                    <a:pt x="6322309" y="1113822"/>
                  </a:lnTo>
                  <a:lnTo>
                    <a:pt x="6322977" y="1029925"/>
                  </a:lnTo>
                  <a:lnTo>
                    <a:pt x="6323645" y="1010929"/>
                  </a:lnTo>
                  <a:lnTo>
                    <a:pt x="6324313" y="1023075"/>
                  </a:lnTo>
                  <a:lnTo>
                    <a:pt x="6324981" y="1043855"/>
                  </a:lnTo>
                  <a:lnTo>
                    <a:pt x="6325649" y="1121747"/>
                  </a:lnTo>
                  <a:lnTo>
                    <a:pt x="6326317" y="1099806"/>
                  </a:lnTo>
                  <a:lnTo>
                    <a:pt x="6326985" y="1102894"/>
                  </a:lnTo>
                  <a:lnTo>
                    <a:pt x="6327654" y="1050938"/>
                  </a:lnTo>
                  <a:lnTo>
                    <a:pt x="6328322" y="967060"/>
                  </a:lnTo>
                  <a:lnTo>
                    <a:pt x="6328990" y="807764"/>
                  </a:lnTo>
                  <a:lnTo>
                    <a:pt x="6329658" y="759902"/>
                  </a:lnTo>
                  <a:lnTo>
                    <a:pt x="6330326" y="751895"/>
                  </a:lnTo>
                  <a:lnTo>
                    <a:pt x="6330994" y="740506"/>
                  </a:lnTo>
                  <a:lnTo>
                    <a:pt x="6331662" y="705884"/>
                  </a:lnTo>
                  <a:lnTo>
                    <a:pt x="6332330" y="720008"/>
                  </a:lnTo>
                  <a:lnTo>
                    <a:pt x="6332998" y="742244"/>
                  </a:lnTo>
                  <a:lnTo>
                    <a:pt x="6333666" y="725918"/>
                  </a:lnTo>
                  <a:lnTo>
                    <a:pt x="6334334" y="692072"/>
                  </a:lnTo>
                  <a:lnTo>
                    <a:pt x="6335002" y="627962"/>
                  </a:lnTo>
                  <a:lnTo>
                    <a:pt x="6335670" y="726100"/>
                  </a:lnTo>
                  <a:lnTo>
                    <a:pt x="6336338" y="751774"/>
                  </a:lnTo>
                  <a:lnTo>
                    <a:pt x="6337006" y="755962"/>
                  </a:lnTo>
                  <a:lnTo>
                    <a:pt x="6337674" y="780967"/>
                  </a:lnTo>
                  <a:lnTo>
                    <a:pt x="6338342" y="810013"/>
                  </a:lnTo>
                  <a:lnTo>
                    <a:pt x="6339010" y="906638"/>
                  </a:lnTo>
                  <a:lnTo>
                    <a:pt x="6339678" y="933315"/>
                  </a:lnTo>
                  <a:lnTo>
                    <a:pt x="6340346" y="932376"/>
                  </a:lnTo>
                  <a:lnTo>
                    <a:pt x="6341014" y="932376"/>
                  </a:lnTo>
                  <a:lnTo>
                    <a:pt x="6341682" y="984192"/>
                  </a:lnTo>
                  <a:lnTo>
                    <a:pt x="6342350" y="983174"/>
                  </a:lnTo>
                  <a:lnTo>
                    <a:pt x="6343018" y="1015540"/>
                  </a:lnTo>
                  <a:lnTo>
                    <a:pt x="6343686" y="1059935"/>
                  </a:lnTo>
                  <a:lnTo>
                    <a:pt x="6344354" y="1139541"/>
                  </a:lnTo>
                  <a:lnTo>
                    <a:pt x="6345022" y="1260123"/>
                  </a:lnTo>
                  <a:lnTo>
                    <a:pt x="6345690" y="1344477"/>
                  </a:lnTo>
                  <a:lnTo>
                    <a:pt x="6346358" y="1426644"/>
                  </a:lnTo>
                  <a:lnTo>
                    <a:pt x="6347026" y="1441102"/>
                  </a:lnTo>
                  <a:lnTo>
                    <a:pt x="6347694" y="1417512"/>
                  </a:lnTo>
                  <a:lnTo>
                    <a:pt x="6348362" y="1345545"/>
                  </a:lnTo>
                  <a:lnTo>
                    <a:pt x="6349030" y="1399254"/>
                  </a:lnTo>
                  <a:lnTo>
                    <a:pt x="6349698" y="1131207"/>
                  </a:lnTo>
                  <a:lnTo>
                    <a:pt x="6350366" y="1075926"/>
                  </a:lnTo>
                  <a:lnTo>
                    <a:pt x="6351034" y="1220210"/>
                  </a:lnTo>
                  <a:lnTo>
                    <a:pt x="6351702" y="1092152"/>
                  </a:lnTo>
                  <a:lnTo>
                    <a:pt x="6352371" y="1117157"/>
                  </a:lnTo>
                  <a:lnTo>
                    <a:pt x="6353039" y="1028570"/>
                  </a:lnTo>
                  <a:lnTo>
                    <a:pt x="6353707" y="1056705"/>
                  </a:lnTo>
                  <a:lnTo>
                    <a:pt x="6354375" y="969768"/>
                  </a:lnTo>
                  <a:lnTo>
                    <a:pt x="6355043" y="839616"/>
                  </a:lnTo>
                  <a:lnTo>
                    <a:pt x="6355711" y="861880"/>
                  </a:lnTo>
                  <a:lnTo>
                    <a:pt x="6356379" y="814128"/>
                  </a:lnTo>
                  <a:lnTo>
                    <a:pt x="6357047" y="782246"/>
                  </a:lnTo>
                  <a:lnTo>
                    <a:pt x="6357715" y="812364"/>
                  </a:lnTo>
                  <a:lnTo>
                    <a:pt x="6358383" y="802135"/>
                  </a:lnTo>
                  <a:lnTo>
                    <a:pt x="6359051" y="794292"/>
                  </a:lnTo>
                  <a:lnTo>
                    <a:pt x="6359719" y="808556"/>
                  </a:lnTo>
                  <a:lnTo>
                    <a:pt x="6360387" y="819278"/>
                  </a:lnTo>
                  <a:lnTo>
                    <a:pt x="6361055" y="820050"/>
                  </a:lnTo>
                  <a:lnTo>
                    <a:pt x="6361723" y="857496"/>
                  </a:lnTo>
                  <a:lnTo>
                    <a:pt x="6362391" y="895573"/>
                  </a:lnTo>
                  <a:lnTo>
                    <a:pt x="6363059" y="922805"/>
                  </a:lnTo>
                  <a:lnTo>
                    <a:pt x="6363727" y="916863"/>
                  </a:lnTo>
                  <a:lnTo>
                    <a:pt x="6364395" y="988724"/>
                  </a:lnTo>
                  <a:lnTo>
                    <a:pt x="6365063" y="1145260"/>
                  </a:lnTo>
                  <a:lnTo>
                    <a:pt x="6365731" y="1201220"/>
                  </a:lnTo>
                  <a:lnTo>
                    <a:pt x="6366399" y="1256047"/>
                  </a:lnTo>
                  <a:lnTo>
                    <a:pt x="6367067" y="1361742"/>
                  </a:lnTo>
                  <a:lnTo>
                    <a:pt x="6367735" y="1261708"/>
                  </a:lnTo>
                  <a:lnTo>
                    <a:pt x="6368403" y="1299312"/>
                  </a:lnTo>
                  <a:lnTo>
                    <a:pt x="6369071" y="1339317"/>
                  </a:lnTo>
                  <a:lnTo>
                    <a:pt x="6369739" y="1461970"/>
                  </a:lnTo>
                  <a:lnTo>
                    <a:pt x="6370407" y="1496065"/>
                  </a:lnTo>
                  <a:lnTo>
                    <a:pt x="6371075" y="1583670"/>
                  </a:lnTo>
                  <a:lnTo>
                    <a:pt x="6371743" y="1399599"/>
                  </a:lnTo>
                  <a:lnTo>
                    <a:pt x="6372411" y="1279412"/>
                  </a:lnTo>
                  <a:lnTo>
                    <a:pt x="6373079" y="1220263"/>
                  </a:lnTo>
                  <a:lnTo>
                    <a:pt x="6373747" y="1194081"/>
                  </a:lnTo>
                  <a:lnTo>
                    <a:pt x="6374415" y="1184188"/>
                  </a:lnTo>
                  <a:lnTo>
                    <a:pt x="6375083" y="1151405"/>
                  </a:lnTo>
                  <a:lnTo>
                    <a:pt x="6375751" y="1235456"/>
                  </a:lnTo>
                  <a:lnTo>
                    <a:pt x="6376419" y="1243211"/>
                  </a:lnTo>
                  <a:lnTo>
                    <a:pt x="6377088" y="1231615"/>
                  </a:lnTo>
                  <a:lnTo>
                    <a:pt x="6377756" y="1254697"/>
                  </a:lnTo>
                  <a:lnTo>
                    <a:pt x="6378424" y="1160968"/>
                  </a:lnTo>
                  <a:lnTo>
                    <a:pt x="6379092" y="1132624"/>
                  </a:lnTo>
                  <a:lnTo>
                    <a:pt x="6379760" y="1097644"/>
                  </a:lnTo>
                  <a:lnTo>
                    <a:pt x="6380428" y="1043361"/>
                  </a:lnTo>
                  <a:lnTo>
                    <a:pt x="6381096" y="1019250"/>
                  </a:lnTo>
                  <a:lnTo>
                    <a:pt x="6381764" y="938031"/>
                  </a:lnTo>
                  <a:lnTo>
                    <a:pt x="6382432" y="1009144"/>
                  </a:lnTo>
                  <a:lnTo>
                    <a:pt x="6383100" y="1020920"/>
                  </a:lnTo>
                  <a:lnTo>
                    <a:pt x="6383768" y="981142"/>
                  </a:lnTo>
                  <a:lnTo>
                    <a:pt x="6384436" y="986234"/>
                  </a:lnTo>
                  <a:lnTo>
                    <a:pt x="6385104" y="979117"/>
                  </a:lnTo>
                  <a:lnTo>
                    <a:pt x="6385772" y="966170"/>
                  </a:lnTo>
                  <a:lnTo>
                    <a:pt x="6386440" y="949473"/>
                  </a:lnTo>
                  <a:lnTo>
                    <a:pt x="6387108" y="828512"/>
                  </a:lnTo>
                  <a:lnTo>
                    <a:pt x="6387776" y="822708"/>
                  </a:lnTo>
                  <a:lnTo>
                    <a:pt x="6388444" y="725148"/>
                  </a:lnTo>
                  <a:lnTo>
                    <a:pt x="6389112" y="763512"/>
                  </a:lnTo>
                  <a:lnTo>
                    <a:pt x="6389780" y="808349"/>
                  </a:lnTo>
                  <a:lnTo>
                    <a:pt x="6390448" y="862407"/>
                  </a:lnTo>
                  <a:lnTo>
                    <a:pt x="6391116" y="874097"/>
                  </a:lnTo>
                  <a:lnTo>
                    <a:pt x="6391784" y="852355"/>
                  </a:lnTo>
                  <a:lnTo>
                    <a:pt x="6392452" y="874097"/>
                  </a:lnTo>
                  <a:lnTo>
                    <a:pt x="6393120" y="915239"/>
                  </a:lnTo>
                  <a:lnTo>
                    <a:pt x="6393788" y="1010291"/>
                  </a:lnTo>
                  <a:lnTo>
                    <a:pt x="6394456" y="947557"/>
                  </a:lnTo>
                  <a:lnTo>
                    <a:pt x="6395124" y="939320"/>
                  </a:lnTo>
                  <a:lnTo>
                    <a:pt x="6395792" y="929576"/>
                  </a:lnTo>
                  <a:lnTo>
                    <a:pt x="6396460" y="923164"/>
                  </a:lnTo>
                  <a:lnTo>
                    <a:pt x="6397128" y="1042293"/>
                  </a:lnTo>
                  <a:lnTo>
                    <a:pt x="6397796" y="1047507"/>
                  </a:lnTo>
                  <a:lnTo>
                    <a:pt x="6398464" y="1074156"/>
                  </a:lnTo>
                  <a:lnTo>
                    <a:pt x="6399132" y="1059545"/>
                  </a:lnTo>
                  <a:lnTo>
                    <a:pt x="6399800" y="1080098"/>
                  </a:lnTo>
                  <a:lnTo>
                    <a:pt x="6400468" y="1104443"/>
                  </a:lnTo>
                  <a:lnTo>
                    <a:pt x="6401137" y="1159548"/>
                  </a:lnTo>
                  <a:lnTo>
                    <a:pt x="6401805" y="1212550"/>
                  </a:lnTo>
                  <a:lnTo>
                    <a:pt x="6402473" y="1212550"/>
                  </a:lnTo>
                  <a:lnTo>
                    <a:pt x="6403141" y="1210710"/>
                  </a:lnTo>
                  <a:lnTo>
                    <a:pt x="6403809" y="1152808"/>
                  </a:lnTo>
                  <a:lnTo>
                    <a:pt x="6404477" y="1194380"/>
                  </a:lnTo>
                  <a:lnTo>
                    <a:pt x="6405145" y="1238907"/>
                  </a:lnTo>
                  <a:lnTo>
                    <a:pt x="6405813" y="1307947"/>
                  </a:lnTo>
                  <a:lnTo>
                    <a:pt x="6406481" y="1403054"/>
                  </a:lnTo>
                  <a:lnTo>
                    <a:pt x="6407149" y="1364051"/>
                  </a:lnTo>
                  <a:lnTo>
                    <a:pt x="6407817" y="1380704"/>
                  </a:lnTo>
                  <a:lnTo>
                    <a:pt x="6408485" y="1336494"/>
                  </a:lnTo>
                  <a:lnTo>
                    <a:pt x="6409153" y="1305804"/>
                  </a:lnTo>
                  <a:lnTo>
                    <a:pt x="6409821" y="1250551"/>
                  </a:lnTo>
                  <a:lnTo>
                    <a:pt x="6410489" y="1189031"/>
                  </a:lnTo>
                  <a:lnTo>
                    <a:pt x="6411157" y="1126550"/>
                  </a:lnTo>
                  <a:lnTo>
                    <a:pt x="6411825" y="1009594"/>
                  </a:lnTo>
                  <a:lnTo>
                    <a:pt x="6412493" y="970810"/>
                  </a:lnTo>
                  <a:lnTo>
                    <a:pt x="6413161" y="949852"/>
                  </a:lnTo>
                  <a:lnTo>
                    <a:pt x="6413829" y="973322"/>
                  </a:lnTo>
                  <a:lnTo>
                    <a:pt x="6414497" y="1094814"/>
                  </a:lnTo>
                  <a:lnTo>
                    <a:pt x="6415165" y="1099949"/>
                  </a:lnTo>
                  <a:lnTo>
                    <a:pt x="6415833" y="1013980"/>
                  </a:lnTo>
                  <a:lnTo>
                    <a:pt x="6416501" y="1011869"/>
                  </a:lnTo>
                  <a:lnTo>
                    <a:pt x="6417169" y="1005580"/>
                  </a:lnTo>
                  <a:lnTo>
                    <a:pt x="6417837" y="962480"/>
                  </a:lnTo>
                  <a:lnTo>
                    <a:pt x="6418505" y="839014"/>
                  </a:lnTo>
                  <a:lnTo>
                    <a:pt x="6419173" y="849256"/>
                  </a:lnTo>
                  <a:lnTo>
                    <a:pt x="6419841" y="874543"/>
                  </a:lnTo>
                  <a:lnTo>
                    <a:pt x="6420509" y="885388"/>
                  </a:lnTo>
                  <a:lnTo>
                    <a:pt x="6421177" y="867062"/>
                  </a:lnTo>
                  <a:lnTo>
                    <a:pt x="6421845" y="919096"/>
                  </a:lnTo>
                  <a:lnTo>
                    <a:pt x="6422513" y="946225"/>
                  </a:lnTo>
                  <a:lnTo>
                    <a:pt x="6423181" y="968307"/>
                  </a:lnTo>
                  <a:lnTo>
                    <a:pt x="6423849" y="986037"/>
                  </a:lnTo>
                  <a:lnTo>
                    <a:pt x="6424517" y="1006163"/>
                  </a:lnTo>
                  <a:lnTo>
                    <a:pt x="6425185" y="1022347"/>
                  </a:lnTo>
                  <a:lnTo>
                    <a:pt x="6425854" y="1108548"/>
                  </a:lnTo>
                  <a:lnTo>
                    <a:pt x="6426522" y="974666"/>
                  </a:lnTo>
                  <a:lnTo>
                    <a:pt x="6427190" y="979883"/>
                  </a:lnTo>
                  <a:lnTo>
                    <a:pt x="6427858" y="981631"/>
                  </a:lnTo>
                  <a:lnTo>
                    <a:pt x="6428526" y="976400"/>
                  </a:lnTo>
                  <a:lnTo>
                    <a:pt x="6429194" y="1013967"/>
                  </a:lnTo>
                  <a:lnTo>
                    <a:pt x="6429862" y="1001193"/>
                  </a:lnTo>
                  <a:lnTo>
                    <a:pt x="6430530" y="1023254"/>
                  </a:lnTo>
                  <a:lnTo>
                    <a:pt x="6431198" y="1069850"/>
                  </a:lnTo>
                  <a:lnTo>
                    <a:pt x="6431866" y="1090336"/>
                  </a:lnTo>
                  <a:lnTo>
                    <a:pt x="6432534" y="1073894"/>
                  </a:lnTo>
                  <a:lnTo>
                    <a:pt x="6433202" y="1044181"/>
                  </a:lnTo>
                  <a:lnTo>
                    <a:pt x="6433870" y="1013967"/>
                  </a:lnTo>
                  <a:lnTo>
                    <a:pt x="6434538" y="1006636"/>
                  </a:lnTo>
                  <a:lnTo>
                    <a:pt x="6435206" y="971213"/>
                  </a:lnTo>
                  <a:lnTo>
                    <a:pt x="6435874" y="978139"/>
                  </a:lnTo>
                  <a:lnTo>
                    <a:pt x="6436542" y="967778"/>
                  </a:lnTo>
                  <a:lnTo>
                    <a:pt x="6437210" y="887513"/>
                  </a:lnTo>
                  <a:lnTo>
                    <a:pt x="6437878" y="874097"/>
                  </a:lnTo>
                  <a:lnTo>
                    <a:pt x="6438546" y="858079"/>
                  </a:lnTo>
                  <a:lnTo>
                    <a:pt x="6439214" y="836877"/>
                  </a:lnTo>
                  <a:lnTo>
                    <a:pt x="6439882" y="805699"/>
                  </a:lnTo>
                  <a:lnTo>
                    <a:pt x="6440550" y="773481"/>
                  </a:lnTo>
                  <a:lnTo>
                    <a:pt x="6441218" y="783612"/>
                  </a:lnTo>
                  <a:lnTo>
                    <a:pt x="6441886" y="768477"/>
                  </a:lnTo>
                  <a:lnTo>
                    <a:pt x="6442554" y="756138"/>
                  </a:lnTo>
                  <a:lnTo>
                    <a:pt x="6443222" y="733342"/>
                  </a:lnTo>
                  <a:lnTo>
                    <a:pt x="6443890" y="747642"/>
                  </a:lnTo>
                  <a:lnTo>
                    <a:pt x="6444558" y="748849"/>
                  </a:lnTo>
                  <a:lnTo>
                    <a:pt x="6445226" y="735702"/>
                  </a:lnTo>
                  <a:lnTo>
                    <a:pt x="6445894" y="723986"/>
                  </a:lnTo>
                  <a:lnTo>
                    <a:pt x="6446562" y="753698"/>
                  </a:lnTo>
                  <a:lnTo>
                    <a:pt x="6447230" y="805699"/>
                  </a:lnTo>
                  <a:lnTo>
                    <a:pt x="6447898" y="821772"/>
                  </a:lnTo>
                  <a:lnTo>
                    <a:pt x="6448566" y="846682"/>
                  </a:lnTo>
                  <a:lnTo>
                    <a:pt x="6449234" y="868225"/>
                  </a:lnTo>
                  <a:lnTo>
                    <a:pt x="6449902" y="918397"/>
                  </a:lnTo>
                  <a:lnTo>
                    <a:pt x="6450571" y="978139"/>
                  </a:lnTo>
                  <a:lnTo>
                    <a:pt x="6451239" y="997591"/>
                  </a:lnTo>
                  <a:lnTo>
                    <a:pt x="6451907" y="1046119"/>
                  </a:lnTo>
                  <a:lnTo>
                    <a:pt x="6452575" y="1084120"/>
                  </a:lnTo>
                  <a:lnTo>
                    <a:pt x="6453243" y="1084120"/>
                  </a:lnTo>
                  <a:lnTo>
                    <a:pt x="6453911" y="1092422"/>
                  </a:lnTo>
                  <a:lnTo>
                    <a:pt x="6454579" y="1098722"/>
                  </a:lnTo>
                  <a:lnTo>
                    <a:pt x="6455247" y="1177317"/>
                  </a:lnTo>
                  <a:lnTo>
                    <a:pt x="6455915" y="1194292"/>
                  </a:lnTo>
                  <a:lnTo>
                    <a:pt x="6456583" y="1209217"/>
                  </a:lnTo>
                  <a:lnTo>
                    <a:pt x="6457251" y="1258970"/>
                  </a:lnTo>
                  <a:lnTo>
                    <a:pt x="6457919" y="1301243"/>
                  </a:lnTo>
                  <a:lnTo>
                    <a:pt x="6458587" y="1346575"/>
                  </a:lnTo>
                  <a:lnTo>
                    <a:pt x="6459255" y="1346575"/>
                  </a:lnTo>
                  <a:lnTo>
                    <a:pt x="6459923" y="1346575"/>
                  </a:lnTo>
                  <a:lnTo>
                    <a:pt x="6460591" y="1346575"/>
                  </a:lnTo>
                  <a:lnTo>
                    <a:pt x="6461259" y="1382035"/>
                  </a:lnTo>
                  <a:lnTo>
                    <a:pt x="6461927" y="1412617"/>
                  </a:lnTo>
                  <a:lnTo>
                    <a:pt x="6462595" y="1382035"/>
                  </a:lnTo>
                  <a:lnTo>
                    <a:pt x="6463263" y="1385360"/>
                  </a:lnTo>
                  <a:lnTo>
                    <a:pt x="6463931" y="1286833"/>
                  </a:lnTo>
                  <a:lnTo>
                    <a:pt x="6464599" y="1283990"/>
                  </a:lnTo>
                  <a:lnTo>
                    <a:pt x="6465267" y="1232293"/>
                  </a:lnTo>
                  <a:lnTo>
                    <a:pt x="6465935" y="1221932"/>
                  </a:lnTo>
                  <a:lnTo>
                    <a:pt x="6466603" y="1182120"/>
                  </a:lnTo>
                  <a:lnTo>
                    <a:pt x="6467271" y="1182120"/>
                  </a:lnTo>
                  <a:lnTo>
                    <a:pt x="6467939" y="1182120"/>
                  </a:lnTo>
                  <a:lnTo>
                    <a:pt x="6468607" y="1149246"/>
                  </a:lnTo>
                  <a:lnTo>
                    <a:pt x="6469275" y="1135668"/>
                  </a:lnTo>
                  <a:lnTo>
                    <a:pt x="6469943" y="1135668"/>
                  </a:lnTo>
                  <a:lnTo>
                    <a:pt x="6470611" y="1135668"/>
                  </a:lnTo>
                  <a:lnTo>
                    <a:pt x="6471279" y="1135668"/>
                  </a:lnTo>
                  <a:lnTo>
                    <a:pt x="6471947" y="1135668"/>
                  </a:lnTo>
                  <a:lnTo>
                    <a:pt x="6472615" y="1170180"/>
                  </a:lnTo>
                  <a:lnTo>
                    <a:pt x="6473283" y="1253543"/>
                  </a:lnTo>
                  <a:lnTo>
                    <a:pt x="6473951" y="1346575"/>
                  </a:lnTo>
                  <a:lnTo>
                    <a:pt x="6474620" y="1349717"/>
                  </a:lnTo>
                  <a:lnTo>
                    <a:pt x="6475288" y="1412617"/>
                  </a:lnTo>
                  <a:lnTo>
                    <a:pt x="6475956" y="1482541"/>
                  </a:lnTo>
                  <a:lnTo>
                    <a:pt x="6476624" y="1570146"/>
                  </a:lnTo>
                  <a:lnTo>
                    <a:pt x="6477292" y="1570146"/>
                  </a:lnTo>
                  <a:lnTo>
                    <a:pt x="6477960" y="1570146"/>
                  </a:lnTo>
                  <a:lnTo>
                    <a:pt x="6478628" y="1636188"/>
                  </a:lnTo>
                  <a:lnTo>
                    <a:pt x="6479296" y="1666771"/>
                  </a:lnTo>
                  <a:lnTo>
                    <a:pt x="6479964" y="1666771"/>
                  </a:lnTo>
                  <a:lnTo>
                    <a:pt x="6480632" y="1666771"/>
                  </a:lnTo>
                  <a:lnTo>
                    <a:pt x="6481300" y="1666771"/>
                  </a:lnTo>
                  <a:lnTo>
                    <a:pt x="6481968" y="1666771"/>
                  </a:lnTo>
                  <a:lnTo>
                    <a:pt x="6482636" y="1661569"/>
                  </a:lnTo>
                  <a:lnTo>
                    <a:pt x="6483304" y="1570146"/>
                  </a:lnTo>
                  <a:lnTo>
                    <a:pt x="6483972" y="1535314"/>
                  </a:lnTo>
                  <a:lnTo>
                    <a:pt x="6484640" y="1486446"/>
                  </a:lnTo>
                  <a:lnTo>
                    <a:pt x="6485308" y="1486446"/>
                  </a:lnTo>
                  <a:lnTo>
                    <a:pt x="6485976" y="1486446"/>
                  </a:lnTo>
                  <a:lnTo>
                    <a:pt x="6486644" y="1437480"/>
                  </a:lnTo>
                  <a:lnTo>
                    <a:pt x="6487312" y="1409145"/>
                  </a:lnTo>
                  <a:lnTo>
                    <a:pt x="6487980" y="1346575"/>
                  </a:lnTo>
                  <a:lnTo>
                    <a:pt x="6488648" y="1331097"/>
                  </a:lnTo>
                  <a:lnTo>
                    <a:pt x="6489316" y="1253543"/>
                  </a:lnTo>
                  <a:lnTo>
                    <a:pt x="6489984" y="1232293"/>
                  </a:lnTo>
                  <a:lnTo>
                    <a:pt x="6490652" y="1196755"/>
                  </a:lnTo>
                  <a:lnTo>
                    <a:pt x="6491320" y="1182120"/>
                  </a:lnTo>
                  <a:lnTo>
                    <a:pt x="6491988" y="1182120"/>
                  </a:lnTo>
                  <a:lnTo>
                    <a:pt x="6492656" y="1151538"/>
                  </a:lnTo>
                  <a:lnTo>
                    <a:pt x="6493324" y="1182120"/>
                  </a:lnTo>
                  <a:lnTo>
                    <a:pt x="6493992" y="1179714"/>
                  </a:lnTo>
                  <a:lnTo>
                    <a:pt x="6494660" y="1092422"/>
                  </a:lnTo>
                  <a:lnTo>
                    <a:pt x="6495328" y="1092422"/>
                  </a:lnTo>
                  <a:lnTo>
                    <a:pt x="6495996" y="1092422"/>
                  </a:lnTo>
                  <a:lnTo>
                    <a:pt x="6496664" y="1088257"/>
                  </a:lnTo>
                  <a:lnTo>
                    <a:pt x="6497332" y="1225724"/>
                  </a:lnTo>
                  <a:lnTo>
                    <a:pt x="6498000" y="1258436"/>
                  </a:lnTo>
                  <a:lnTo>
                    <a:pt x="6498668" y="1373807"/>
                  </a:lnTo>
                  <a:lnTo>
                    <a:pt x="6499337" y="1359392"/>
                  </a:lnTo>
                  <a:lnTo>
                    <a:pt x="6500005" y="1304388"/>
                  </a:lnTo>
                  <a:lnTo>
                    <a:pt x="6500673" y="1218780"/>
                  </a:lnTo>
                  <a:lnTo>
                    <a:pt x="6501341" y="1289337"/>
                  </a:lnTo>
                  <a:lnTo>
                    <a:pt x="6502009" y="1374437"/>
                  </a:lnTo>
                  <a:lnTo>
                    <a:pt x="6502677" y="1394416"/>
                  </a:lnTo>
                  <a:lnTo>
                    <a:pt x="6503345" y="1396578"/>
                  </a:lnTo>
                  <a:lnTo>
                    <a:pt x="6504013" y="1392951"/>
                  </a:lnTo>
                  <a:lnTo>
                    <a:pt x="6504681" y="1459061"/>
                  </a:lnTo>
                  <a:lnTo>
                    <a:pt x="6505349" y="1437937"/>
                  </a:lnTo>
                  <a:lnTo>
                    <a:pt x="6506017" y="1402313"/>
                  </a:lnTo>
                  <a:lnTo>
                    <a:pt x="6506685" y="1396567"/>
                  </a:lnTo>
                  <a:lnTo>
                    <a:pt x="6507353" y="1385232"/>
                  </a:lnTo>
                  <a:lnTo>
                    <a:pt x="6508021" y="1364669"/>
                  </a:lnTo>
                  <a:lnTo>
                    <a:pt x="6508689" y="1391747"/>
                  </a:lnTo>
                  <a:lnTo>
                    <a:pt x="6509357" y="1362720"/>
                  </a:lnTo>
                  <a:lnTo>
                    <a:pt x="6510025" y="1434048"/>
                  </a:lnTo>
                  <a:lnTo>
                    <a:pt x="6510693" y="1482186"/>
                  </a:lnTo>
                  <a:lnTo>
                    <a:pt x="6511361" y="1414233"/>
                  </a:lnTo>
                  <a:lnTo>
                    <a:pt x="6512029" y="1322063"/>
                  </a:lnTo>
                  <a:lnTo>
                    <a:pt x="6512697" y="1289992"/>
                  </a:lnTo>
                  <a:lnTo>
                    <a:pt x="6513365" y="1257399"/>
                  </a:lnTo>
                  <a:lnTo>
                    <a:pt x="6514033" y="1218977"/>
                  </a:lnTo>
                  <a:lnTo>
                    <a:pt x="6514701" y="1181018"/>
                  </a:lnTo>
                  <a:lnTo>
                    <a:pt x="6515369" y="1260891"/>
                  </a:lnTo>
                  <a:lnTo>
                    <a:pt x="6516037" y="1273378"/>
                  </a:lnTo>
                  <a:lnTo>
                    <a:pt x="6516705" y="1278398"/>
                  </a:lnTo>
                  <a:lnTo>
                    <a:pt x="6517373" y="1273729"/>
                  </a:lnTo>
                  <a:lnTo>
                    <a:pt x="6518041" y="1272567"/>
                  </a:lnTo>
                  <a:lnTo>
                    <a:pt x="6518709" y="1268750"/>
                  </a:lnTo>
                  <a:lnTo>
                    <a:pt x="6519377" y="1254025"/>
                  </a:lnTo>
                  <a:lnTo>
                    <a:pt x="6520045" y="1274094"/>
                  </a:lnTo>
                  <a:lnTo>
                    <a:pt x="6520713" y="1309417"/>
                  </a:lnTo>
                  <a:lnTo>
                    <a:pt x="6521381" y="1304719"/>
                  </a:lnTo>
                  <a:lnTo>
                    <a:pt x="6522049" y="1370354"/>
                  </a:lnTo>
                  <a:lnTo>
                    <a:pt x="6522717" y="1399513"/>
                  </a:lnTo>
                  <a:lnTo>
                    <a:pt x="6523385" y="1400936"/>
                  </a:lnTo>
                  <a:lnTo>
                    <a:pt x="6524054" y="1476548"/>
                  </a:lnTo>
                  <a:lnTo>
                    <a:pt x="6524722" y="1509506"/>
                  </a:lnTo>
                  <a:lnTo>
                    <a:pt x="6525390" y="1461970"/>
                  </a:lnTo>
                  <a:lnTo>
                    <a:pt x="6526058" y="1393694"/>
                  </a:lnTo>
                  <a:lnTo>
                    <a:pt x="6526726" y="1502407"/>
                  </a:lnTo>
                  <a:lnTo>
                    <a:pt x="6527394" y="1460284"/>
                  </a:lnTo>
                  <a:lnTo>
                    <a:pt x="6528062" y="1485416"/>
                  </a:lnTo>
                  <a:lnTo>
                    <a:pt x="6528730" y="1624655"/>
                  </a:lnTo>
                  <a:lnTo>
                    <a:pt x="6529398" y="1668810"/>
                  </a:lnTo>
                  <a:lnTo>
                    <a:pt x="6530066" y="1552488"/>
                  </a:lnTo>
                  <a:lnTo>
                    <a:pt x="6530734" y="1486446"/>
                  </a:lnTo>
                  <a:lnTo>
                    <a:pt x="6531402" y="1486446"/>
                  </a:lnTo>
                  <a:lnTo>
                    <a:pt x="6532070" y="1486446"/>
                  </a:lnTo>
                  <a:lnTo>
                    <a:pt x="6532738" y="1482541"/>
                  </a:lnTo>
                  <a:lnTo>
                    <a:pt x="6533406" y="1470968"/>
                  </a:lnTo>
                  <a:lnTo>
                    <a:pt x="6534074" y="1412617"/>
                  </a:lnTo>
                  <a:lnTo>
                    <a:pt x="6534742" y="1356049"/>
                  </a:lnTo>
                  <a:lnTo>
                    <a:pt x="6535410" y="1346575"/>
                  </a:lnTo>
                  <a:lnTo>
                    <a:pt x="6536078" y="1346575"/>
                  </a:lnTo>
                  <a:lnTo>
                    <a:pt x="6536746" y="1337243"/>
                  </a:lnTo>
                  <a:lnTo>
                    <a:pt x="6537414" y="1281160"/>
                  </a:lnTo>
                  <a:lnTo>
                    <a:pt x="6538082" y="1209217"/>
                  </a:lnTo>
                  <a:lnTo>
                    <a:pt x="6538750" y="1163124"/>
                  </a:lnTo>
                  <a:lnTo>
                    <a:pt x="6539418" y="1124574"/>
                  </a:lnTo>
                  <a:lnTo>
                    <a:pt x="6540086" y="1100836"/>
                  </a:lnTo>
                  <a:lnTo>
                    <a:pt x="6540754" y="1135668"/>
                  </a:lnTo>
                  <a:lnTo>
                    <a:pt x="6541422" y="1135668"/>
                  </a:lnTo>
                  <a:lnTo>
                    <a:pt x="6542090" y="1124574"/>
                  </a:lnTo>
                  <a:lnTo>
                    <a:pt x="6542758" y="1055898"/>
                  </a:lnTo>
                  <a:lnTo>
                    <a:pt x="6543426" y="1084120"/>
                  </a:lnTo>
                  <a:lnTo>
                    <a:pt x="6544094" y="1092422"/>
                  </a:lnTo>
                  <a:lnTo>
                    <a:pt x="6544762" y="1090336"/>
                  </a:lnTo>
                  <a:lnTo>
                    <a:pt x="6545430" y="1092422"/>
                  </a:lnTo>
                  <a:lnTo>
                    <a:pt x="6546098" y="1092422"/>
                  </a:lnTo>
                  <a:lnTo>
                    <a:pt x="6546766" y="1094515"/>
                  </a:lnTo>
                  <a:lnTo>
                    <a:pt x="6547434" y="1260334"/>
                  </a:lnTo>
                  <a:lnTo>
                    <a:pt x="6548102" y="1272308"/>
                  </a:lnTo>
                  <a:lnTo>
                    <a:pt x="6548771" y="1307947"/>
                  </a:lnTo>
                  <a:lnTo>
                    <a:pt x="6549439" y="1345545"/>
                  </a:lnTo>
                  <a:lnTo>
                    <a:pt x="6550107" y="1380704"/>
                  </a:lnTo>
                  <a:lnTo>
                    <a:pt x="6550775" y="1380704"/>
                  </a:lnTo>
                  <a:lnTo>
                    <a:pt x="6551443" y="1375900"/>
                  </a:lnTo>
                  <a:lnTo>
                    <a:pt x="6552111" y="1345545"/>
                  </a:lnTo>
                  <a:lnTo>
                    <a:pt x="6552779" y="1430876"/>
                  </a:lnTo>
                  <a:lnTo>
                    <a:pt x="6553447" y="1452126"/>
                  </a:lnTo>
                  <a:lnTo>
                    <a:pt x="6554115" y="1485416"/>
                  </a:lnTo>
                  <a:lnTo>
                    <a:pt x="6554783" y="1538921"/>
                  </a:lnTo>
                  <a:lnTo>
                    <a:pt x="6555451" y="1545158"/>
                  </a:lnTo>
                  <a:lnTo>
                    <a:pt x="6556119" y="1545158"/>
                  </a:lnTo>
                  <a:lnTo>
                    <a:pt x="6556787" y="1551458"/>
                  </a:lnTo>
                  <a:lnTo>
                    <a:pt x="6557455" y="1592503"/>
                  </a:lnTo>
                  <a:lnTo>
                    <a:pt x="6558123" y="1668810"/>
                  </a:lnTo>
                  <a:lnTo>
                    <a:pt x="6558791" y="1498310"/>
                  </a:lnTo>
                  <a:lnTo>
                    <a:pt x="6559459" y="1486446"/>
                  </a:lnTo>
                  <a:lnTo>
                    <a:pt x="6560127" y="1486446"/>
                  </a:lnTo>
                  <a:lnTo>
                    <a:pt x="6560795" y="1478659"/>
                  </a:lnTo>
                  <a:lnTo>
                    <a:pt x="6561463" y="1419621"/>
                  </a:lnTo>
                  <a:lnTo>
                    <a:pt x="6562131" y="1486446"/>
                  </a:lnTo>
                  <a:lnTo>
                    <a:pt x="6562799" y="1486446"/>
                  </a:lnTo>
                  <a:lnTo>
                    <a:pt x="6563467" y="1416109"/>
                  </a:lnTo>
                  <a:lnTo>
                    <a:pt x="6564135" y="1307101"/>
                  </a:lnTo>
                  <a:lnTo>
                    <a:pt x="6564803" y="1286833"/>
                  </a:lnTo>
                  <a:lnTo>
                    <a:pt x="6565471" y="1286833"/>
                  </a:lnTo>
                  <a:lnTo>
                    <a:pt x="6566139" y="1414796"/>
                  </a:lnTo>
                  <a:lnTo>
                    <a:pt x="6566807" y="1427445"/>
                  </a:lnTo>
                  <a:lnTo>
                    <a:pt x="6567475" y="1383119"/>
                  </a:lnTo>
                  <a:lnTo>
                    <a:pt x="6568143" y="1530800"/>
                  </a:lnTo>
                  <a:lnTo>
                    <a:pt x="6568811" y="1573186"/>
                  </a:lnTo>
                  <a:lnTo>
                    <a:pt x="6569479" y="1509470"/>
                  </a:lnTo>
                  <a:lnTo>
                    <a:pt x="6570147" y="1415620"/>
                  </a:lnTo>
                  <a:lnTo>
                    <a:pt x="6570815" y="1387845"/>
                  </a:lnTo>
                  <a:lnTo>
                    <a:pt x="6571483" y="1389789"/>
                  </a:lnTo>
                  <a:lnTo>
                    <a:pt x="6572151" y="1332174"/>
                  </a:lnTo>
                  <a:lnTo>
                    <a:pt x="6572820" y="1319866"/>
                  </a:lnTo>
                  <a:lnTo>
                    <a:pt x="6573488" y="1353853"/>
                  </a:lnTo>
                  <a:lnTo>
                    <a:pt x="6574156" y="1419691"/>
                  </a:lnTo>
                  <a:lnTo>
                    <a:pt x="6574824" y="1434148"/>
                  </a:lnTo>
                  <a:lnTo>
                    <a:pt x="6575492" y="1540424"/>
                  </a:lnTo>
                  <a:lnTo>
                    <a:pt x="6576160" y="1453241"/>
                  </a:lnTo>
                  <a:lnTo>
                    <a:pt x="6576828" y="1540424"/>
                  </a:lnTo>
                  <a:lnTo>
                    <a:pt x="6577496" y="1555224"/>
                  </a:lnTo>
                  <a:lnTo>
                    <a:pt x="6578164" y="1540424"/>
                  </a:lnTo>
                  <a:lnTo>
                    <a:pt x="6578832" y="1540424"/>
                  </a:lnTo>
                  <a:lnTo>
                    <a:pt x="6579500" y="1497873"/>
                  </a:lnTo>
                  <a:lnTo>
                    <a:pt x="6580168" y="1597977"/>
                  </a:lnTo>
                  <a:lnTo>
                    <a:pt x="6580836" y="1668810"/>
                  </a:lnTo>
                  <a:lnTo>
                    <a:pt x="6581504" y="1668810"/>
                  </a:lnTo>
                  <a:lnTo>
                    <a:pt x="6582172" y="1668810"/>
                  </a:lnTo>
                  <a:lnTo>
                    <a:pt x="6582840" y="1668810"/>
                  </a:lnTo>
                  <a:lnTo>
                    <a:pt x="6583508" y="1668810"/>
                  </a:lnTo>
                  <a:lnTo>
                    <a:pt x="6584176" y="1668810"/>
                  </a:lnTo>
                  <a:lnTo>
                    <a:pt x="6584844" y="1668810"/>
                  </a:lnTo>
                  <a:lnTo>
                    <a:pt x="6585512" y="1668810"/>
                  </a:lnTo>
                  <a:lnTo>
                    <a:pt x="6586180" y="1668810"/>
                  </a:lnTo>
                  <a:lnTo>
                    <a:pt x="6586848" y="1668810"/>
                  </a:lnTo>
                  <a:lnTo>
                    <a:pt x="6587516" y="1668810"/>
                  </a:lnTo>
                  <a:lnTo>
                    <a:pt x="6588184" y="1545158"/>
                  </a:lnTo>
                  <a:lnTo>
                    <a:pt x="6588852" y="1542032"/>
                  </a:lnTo>
                  <a:lnTo>
                    <a:pt x="6589520" y="1485416"/>
                  </a:lnTo>
                  <a:lnTo>
                    <a:pt x="6590188" y="1485416"/>
                  </a:lnTo>
                  <a:lnTo>
                    <a:pt x="6590856" y="1517129"/>
                  </a:lnTo>
                  <a:lnTo>
                    <a:pt x="6591524" y="1510294"/>
                  </a:lnTo>
                  <a:lnTo>
                    <a:pt x="6592192" y="1346575"/>
                  </a:lnTo>
                  <a:lnTo>
                    <a:pt x="6592860" y="1346575"/>
                  </a:lnTo>
                  <a:lnTo>
                    <a:pt x="6593528" y="1512768"/>
                  </a:lnTo>
                  <a:lnTo>
                    <a:pt x="6594196" y="1501877"/>
                  </a:lnTo>
                  <a:lnTo>
                    <a:pt x="6594864" y="1435329"/>
                  </a:lnTo>
                  <a:lnTo>
                    <a:pt x="6595532" y="1430876"/>
                  </a:lnTo>
                  <a:lnTo>
                    <a:pt x="6596200" y="1412855"/>
                  </a:lnTo>
                  <a:lnTo>
                    <a:pt x="6596868" y="1373512"/>
                  </a:lnTo>
                  <a:lnTo>
                    <a:pt x="6597537" y="1347829"/>
                  </a:lnTo>
                  <a:lnTo>
                    <a:pt x="6598205" y="1373512"/>
                  </a:lnTo>
                  <a:lnTo>
                    <a:pt x="6598873" y="1336494"/>
                  </a:lnTo>
                  <a:lnTo>
                    <a:pt x="6599541" y="1380704"/>
                  </a:lnTo>
                  <a:lnTo>
                    <a:pt x="6600209" y="1380704"/>
                  </a:lnTo>
                  <a:lnTo>
                    <a:pt x="6600877" y="1336494"/>
                  </a:lnTo>
                  <a:lnTo>
                    <a:pt x="6601545" y="1334251"/>
                  </a:lnTo>
                  <a:lnTo>
                    <a:pt x="6602213" y="1288919"/>
                  </a:lnTo>
                  <a:lnTo>
                    <a:pt x="6602881" y="1212550"/>
                  </a:lnTo>
                  <a:lnTo>
                    <a:pt x="6603549" y="1187378"/>
                  </a:lnTo>
                  <a:lnTo>
                    <a:pt x="6604217" y="1151099"/>
                  </a:lnTo>
                  <a:lnTo>
                    <a:pt x="6604885" y="1054286"/>
                  </a:lnTo>
                  <a:lnTo>
                    <a:pt x="6605553" y="881515"/>
                  </a:lnTo>
                  <a:lnTo>
                    <a:pt x="6606221" y="887513"/>
                  </a:lnTo>
                  <a:lnTo>
                    <a:pt x="6606889" y="850932"/>
                  </a:lnTo>
                  <a:lnTo>
                    <a:pt x="6607557" y="871154"/>
                  </a:lnTo>
                  <a:lnTo>
                    <a:pt x="6608225" y="886008"/>
                  </a:lnTo>
                  <a:lnTo>
                    <a:pt x="6608893" y="908971"/>
                  </a:lnTo>
                  <a:lnTo>
                    <a:pt x="6609561" y="849512"/>
                  </a:lnTo>
                  <a:lnTo>
                    <a:pt x="6610229" y="797815"/>
                  </a:lnTo>
                  <a:lnTo>
                    <a:pt x="6610897" y="786170"/>
                  </a:lnTo>
                  <a:lnTo>
                    <a:pt x="6611565" y="729817"/>
                  </a:lnTo>
                  <a:lnTo>
                    <a:pt x="6612233" y="734521"/>
                  </a:lnTo>
                  <a:lnTo>
                    <a:pt x="6612901" y="751269"/>
                  </a:lnTo>
                  <a:lnTo>
                    <a:pt x="6613569" y="744036"/>
                  </a:lnTo>
                  <a:lnTo>
                    <a:pt x="6614237" y="750058"/>
                  </a:lnTo>
                  <a:lnTo>
                    <a:pt x="6614905" y="774739"/>
                  </a:lnTo>
                  <a:lnTo>
                    <a:pt x="6615573" y="747642"/>
                  </a:lnTo>
                  <a:lnTo>
                    <a:pt x="6616241" y="728646"/>
                  </a:lnTo>
                  <a:lnTo>
                    <a:pt x="6616909" y="895738"/>
                  </a:lnTo>
                  <a:lnTo>
                    <a:pt x="6617577" y="835744"/>
                  </a:lnTo>
                  <a:lnTo>
                    <a:pt x="6618245" y="944985"/>
                  </a:lnTo>
                  <a:lnTo>
                    <a:pt x="6618913" y="885415"/>
                  </a:lnTo>
                  <a:lnTo>
                    <a:pt x="6619581" y="885415"/>
                  </a:lnTo>
                  <a:lnTo>
                    <a:pt x="6620249" y="863152"/>
                  </a:lnTo>
                  <a:lnTo>
                    <a:pt x="6620917" y="854805"/>
                  </a:lnTo>
                  <a:lnTo>
                    <a:pt x="6621585" y="816999"/>
                  </a:lnTo>
                  <a:lnTo>
                    <a:pt x="6622254" y="763175"/>
                  </a:lnTo>
                  <a:lnTo>
                    <a:pt x="6622922" y="743431"/>
                  </a:lnTo>
                  <a:lnTo>
                    <a:pt x="6623590" y="705716"/>
                  </a:lnTo>
                  <a:lnTo>
                    <a:pt x="6624258" y="654891"/>
                  </a:lnTo>
                  <a:lnTo>
                    <a:pt x="6624926" y="633560"/>
                  </a:lnTo>
                  <a:lnTo>
                    <a:pt x="6625594" y="605089"/>
                  </a:lnTo>
                  <a:lnTo>
                    <a:pt x="6626262" y="583746"/>
                  </a:lnTo>
                  <a:lnTo>
                    <a:pt x="6626930" y="675136"/>
                  </a:lnTo>
                  <a:lnTo>
                    <a:pt x="6627598" y="582681"/>
                  </a:lnTo>
                  <a:lnTo>
                    <a:pt x="6628266" y="416847"/>
                  </a:lnTo>
                  <a:lnTo>
                    <a:pt x="6628934" y="522967"/>
                  </a:lnTo>
                  <a:lnTo>
                    <a:pt x="6629602" y="368031"/>
                  </a:lnTo>
                  <a:lnTo>
                    <a:pt x="6630270" y="358519"/>
                  </a:lnTo>
                  <a:lnTo>
                    <a:pt x="6630938" y="354754"/>
                  </a:lnTo>
                  <a:lnTo>
                    <a:pt x="6631606" y="400486"/>
                  </a:lnTo>
                  <a:lnTo>
                    <a:pt x="6632274" y="442759"/>
                  </a:lnTo>
                  <a:lnTo>
                    <a:pt x="6632942" y="465295"/>
                  </a:lnTo>
                  <a:lnTo>
                    <a:pt x="6633610" y="515374"/>
                  </a:lnTo>
                  <a:lnTo>
                    <a:pt x="6634278" y="547079"/>
                  </a:lnTo>
                  <a:lnTo>
                    <a:pt x="6634946" y="673585"/>
                  </a:lnTo>
                  <a:lnTo>
                    <a:pt x="6635614" y="675725"/>
                  </a:lnTo>
                  <a:lnTo>
                    <a:pt x="6636282" y="715274"/>
                  </a:lnTo>
                  <a:lnTo>
                    <a:pt x="6636950" y="679353"/>
                  </a:lnTo>
                  <a:lnTo>
                    <a:pt x="6637618" y="676714"/>
                  </a:lnTo>
                  <a:lnTo>
                    <a:pt x="6638286" y="704721"/>
                  </a:lnTo>
                  <a:lnTo>
                    <a:pt x="6638954" y="628339"/>
                  </a:lnTo>
                  <a:lnTo>
                    <a:pt x="6639622" y="652484"/>
                  </a:lnTo>
                  <a:lnTo>
                    <a:pt x="6640290" y="663997"/>
                  </a:lnTo>
                  <a:lnTo>
                    <a:pt x="6640958" y="667062"/>
                  </a:lnTo>
                  <a:lnTo>
                    <a:pt x="6641626" y="667062"/>
                  </a:lnTo>
                  <a:lnTo>
                    <a:pt x="6642294" y="636480"/>
                  </a:lnTo>
                  <a:lnTo>
                    <a:pt x="6642962" y="589150"/>
                  </a:lnTo>
                  <a:lnTo>
                    <a:pt x="6643630" y="522294"/>
                  </a:lnTo>
                  <a:lnTo>
                    <a:pt x="6644298" y="592093"/>
                  </a:lnTo>
                  <a:lnTo>
                    <a:pt x="6644966" y="586594"/>
                  </a:lnTo>
                  <a:lnTo>
                    <a:pt x="6645634" y="469912"/>
                  </a:lnTo>
                  <a:lnTo>
                    <a:pt x="6646302" y="602300"/>
                  </a:lnTo>
                  <a:lnTo>
                    <a:pt x="6646971" y="612201"/>
                  </a:lnTo>
                  <a:lnTo>
                    <a:pt x="6647639" y="703815"/>
                  </a:lnTo>
                  <a:lnTo>
                    <a:pt x="6648307" y="706652"/>
                  </a:lnTo>
                  <a:lnTo>
                    <a:pt x="6648975" y="713222"/>
                  </a:lnTo>
                  <a:lnTo>
                    <a:pt x="6649643" y="707936"/>
                  </a:lnTo>
                  <a:lnTo>
                    <a:pt x="6650311" y="739656"/>
                  </a:lnTo>
                  <a:lnTo>
                    <a:pt x="6650979" y="734854"/>
                  </a:lnTo>
                  <a:lnTo>
                    <a:pt x="6651647" y="734168"/>
                  </a:lnTo>
                  <a:lnTo>
                    <a:pt x="6652315" y="699739"/>
                  </a:lnTo>
                  <a:lnTo>
                    <a:pt x="6652983" y="677510"/>
                  </a:lnTo>
                  <a:lnTo>
                    <a:pt x="6653651" y="718370"/>
                  </a:lnTo>
                  <a:lnTo>
                    <a:pt x="6654319" y="708291"/>
                  </a:lnTo>
                  <a:lnTo>
                    <a:pt x="6654987" y="744041"/>
                  </a:lnTo>
                  <a:lnTo>
                    <a:pt x="6655655" y="746758"/>
                  </a:lnTo>
                  <a:lnTo>
                    <a:pt x="6656323" y="754704"/>
                  </a:lnTo>
                  <a:lnTo>
                    <a:pt x="6656991" y="745941"/>
                  </a:lnTo>
                  <a:lnTo>
                    <a:pt x="6657659" y="727453"/>
                  </a:lnTo>
                  <a:lnTo>
                    <a:pt x="6658327" y="734356"/>
                  </a:lnTo>
                  <a:lnTo>
                    <a:pt x="6658995" y="696189"/>
                  </a:lnTo>
                  <a:lnTo>
                    <a:pt x="6659663" y="715554"/>
                  </a:lnTo>
                  <a:lnTo>
                    <a:pt x="6660331" y="730624"/>
                  </a:lnTo>
                  <a:lnTo>
                    <a:pt x="6660999" y="720047"/>
                  </a:lnTo>
                  <a:lnTo>
                    <a:pt x="6661667" y="730454"/>
                  </a:lnTo>
                  <a:lnTo>
                    <a:pt x="6662335" y="739468"/>
                  </a:lnTo>
                  <a:lnTo>
                    <a:pt x="6663003" y="683048"/>
                  </a:lnTo>
                  <a:lnTo>
                    <a:pt x="6663671" y="688667"/>
                  </a:lnTo>
                  <a:lnTo>
                    <a:pt x="6664339" y="646877"/>
                  </a:lnTo>
                  <a:lnTo>
                    <a:pt x="6665007" y="620529"/>
                  </a:lnTo>
                  <a:lnTo>
                    <a:pt x="6665675" y="585699"/>
                  </a:lnTo>
                  <a:lnTo>
                    <a:pt x="6666343" y="574167"/>
                  </a:lnTo>
                  <a:lnTo>
                    <a:pt x="6667011" y="548979"/>
                  </a:lnTo>
                  <a:lnTo>
                    <a:pt x="6667679" y="544208"/>
                  </a:lnTo>
                  <a:lnTo>
                    <a:pt x="6668347" y="569781"/>
                  </a:lnTo>
                  <a:lnTo>
                    <a:pt x="6669015" y="557420"/>
                  </a:lnTo>
                  <a:lnTo>
                    <a:pt x="6669683" y="578701"/>
                  </a:lnTo>
                  <a:lnTo>
                    <a:pt x="6670351" y="502416"/>
                  </a:lnTo>
                  <a:lnTo>
                    <a:pt x="6671020" y="490970"/>
                  </a:lnTo>
                  <a:lnTo>
                    <a:pt x="6671688" y="442778"/>
                  </a:lnTo>
                  <a:lnTo>
                    <a:pt x="6672356" y="443784"/>
                  </a:lnTo>
                  <a:lnTo>
                    <a:pt x="6673024" y="489746"/>
                  </a:lnTo>
                  <a:lnTo>
                    <a:pt x="6673692" y="511806"/>
                  </a:lnTo>
                  <a:lnTo>
                    <a:pt x="6674360" y="455915"/>
                  </a:lnTo>
                  <a:lnTo>
                    <a:pt x="6675028" y="448734"/>
                  </a:lnTo>
                  <a:lnTo>
                    <a:pt x="6675696" y="358402"/>
                  </a:lnTo>
                  <a:lnTo>
                    <a:pt x="6676364" y="362169"/>
                  </a:lnTo>
                  <a:lnTo>
                    <a:pt x="6677032" y="472235"/>
                  </a:lnTo>
                  <a:lnTo>
                    <a:pt x="6677700" y="483357"/>
                  </a:lnTo>
                  <a:lnTo>
                    <a:pt x="6678368" y="472616"/>
                  </a:lnTo>
                  <a:lnTo>
                    <a:pt x="6679036" y="478347"/>
                  </a:lnTo>
                  <a:lnTo>
                    <a:pt x="6679704" y="412090"/>
                  </a:lnTo>
                  <a:lnTo>
                    <a:pt x="6680372" y="429071"/>
                  </a:lnTo>
                  <a:lnTo>
                    <a:pt x="6681040" y="312573"/>
                  </a:lnTo>
                  <a:lnTo>
                    <a:pt x="6681708" y="296977"/>
                  </a:lnTo>
                  <a:lnTo>
                    <a:pt x="6682376" y="313451"/>
                  </a:lnTo>
                  <a:lnTo>
                    <a:pt x="6683044" y="320963"/>
                  </a:lnTo>
                  <a:lnTo>
                    <a:pt x="6683712" y="324977"/>
                  </a:lnTo>
                  <a:lnTo>
                    <a:pt x="6684380" y="357576"/>
                  </a:lnTo>
                  <a:lnTo>
                    <a:pt x="6685048" y="386018"/>
                  </a:lnTo>
                  <a:lnTo>
                    <a:pt x="6685716" y="520965"/>
                  </a:lnTo>
                  <a:lnTo>
                    <a:pt x="6686384" y="557499"/>
                  </a:lnTo>
                  <a:lnTo>
                    <a:pt x="6687052" y="575288"/>
                  </a:lnTo>
                  <a:lnTo>
                    <a:pt x="6687720" y="530224"/>
                  </a:lnTo>
                  <a:lnTo>
                    <a:pt x="6688388" y="496457"/>
                  </a:lnTo>
                  <a:lnTo>
                    <a:pt x="6689056" y="395960"/>
                  </a:lnTo>
                  <a:lnTo>
                    <a:pt x="6689724" y="385525"/>
                  </a:lnTo>
                  <a:lnTo>
                    <a:pt x="6690392" y="378664"/>
                  </a:lnTo>
                  <a:lnTo>
                    <a:pt x="6691060" y="375746"/>
                  </a:lnTo>
                  <a:lnTo>
                    <a:pt x="6691728" y="360410"/>
                  </a:lnTo>
                  <a:lnTo>
                    <a:pt x="6692396" y="341294"/>
                  </a:lnTo>
                  <a:lnTo>
                    <a:pt x="6693064" y="285530"/>
                  </a:lnTo>
                  <a:lnTo>
                    <a:pt x="6693732" y="260817"/>
                  </a:lnTo>
                  <a:lnTo>
                    <a:pt x="6694400" y="240550"/>
                  </a:lnTo>
                  <a:lnTo>
                    <a:pt x="6695068" y="240550"/>
                  </a:lnTo>
                  <a:lnTo>
                    <a:pt x="6695737" y="234777"/>
                  </a:lnTo>
                  <a:lnTo>
                    <a:pt x="6696405" y="194063"/>
                  </a:lnTo>
                  <a:lnTo>
                    <a:pt x="6697073" y="35354"/>
                  </a:lnTo>
                  <a:lnTo>
                    <a:pt x="6697741" y="46283"/>
                  </a:lnTo>
                  <a:lnTo>
                    <a:pt x="6698409" y="240506"/>
                  </a:lnTo>
                  <a:lnTo>
                    <a:pt x="6699077" y="236090"/>
                  </a:lnTo>
                  <a:lnTo>
                    <a:pt x="6699745" y="258398"/>
                  </a:lnTo>
                  <a:lnTo>
                    <a:pt x="6700413" y="256390"/>
                  </a:lnTo>
                  <a:lnTo>
                    <a:pt x="6701081" y="260413"/>
                  </a:lnTo>
                  <a:lnTo>
                    <a:pt x="6701749" y="311696"/>
                  </a:lnTo>
                  <a:lnTo>
                    <a:pt x="6702417" y="351479"/>
                  </a:lnTo>
                  <a:lnTo>
                    <a:pt x="6703085" y="550078"/>
                  </a:lnTo>
                  <a:lnTo>
                    <a:pt x="6703753" y="571102"/>
                  </a:lnTo>
                  <a:lnTo>
                    <a:pt x="6704421" y="585902"/>
                  </a:lnTo>
                  <a:lnTo>
                    <a:pt x="6705089" y="578389"/>
                  </a:lnTo>
                  <a:lnTo>
                    <a:pt x="6705757" y="556375"/>
                  </a:lnTo>
                  <a:lnTo>
                    <a:pt x="6706425" y="550734"/>
                  </a:lnTo>
                  <a:lnTo>
                    <a:pt x="6707093" y="557405"/>
                  </a:lnTo>
                  <a:lnTo>
                    <a:pt x="6707761" y="663682"/>
                  </a:lnTo>
                  <a:lnTo>
                    <a:pt x="6708429" y="557405"/>
                  </a:lnTo>
                  <a:lnTo>
                    <a:pt x="6709097" y="653448"/>
                  </a:lnTo>
                  <a:lnTo>
                    <a:pt x="6709765" y="542117"/>
                  </a:lnTo>
                  <a:lnTo>
                    <a:pt x="6710433" y="566761"/>
                  </a:lnTo>
                  <a:lnTo>
                    <a:pt x="6711101" y="594601"/>
                  </a:lnTo>
                  <a:lnTo>
                    <a:pt x="6711769" y="612368"/>
                  </a:lnTo>
                  <a:lnTo>
                    <a:pt x="6712437" y="622588"/>
                  </a:lnTo>
                  <a:lnTo>
                    <a:pt x="6713105" y="663051"/>
                  </a:lnTo>
                  <a:lnTo>
                    <a:pt x="6713773" y="685170"/>
                  </a:lnTo>
                  <a:lnTo>
                    <a:pt x="6714441" y="583170"/>
                  </a:lnTo>
                  <a:lnTo>
                    <a:pt x="6715109" y="598209"/>
                  </a:lnTo>
                  <a:lnTo>
                    <a:pt x="6715777" y="636729"/>
                  </a:lnTo>
                  <a:lnTo>
                    <a:pt x="6716445" y="635259"/>
                  </a:lnTo>
                  <a:lnTo>
                    <a:pt x="6717113" y="638469"/>
                  </a:lnTo>
                  <a:lnTo>
                    <a:pt x="6717781" y="606369"/>
                  </a:lnTo>
                  <a:lnTo>
                    <a:pt x="6718449" y="554008"/>
                  </a:lnTo>
                  <a:lnTo>
                    <a:pt x="6719117" y="398243"/>
                  </a:lnTo>
                  <a:lnTo>
                    <a:pt x="6719785" y="405883"/>
                  </a:lnTo>
                  <a:lnTo>
                    <a:pt x="6720454" y="415034"/>
                  </a:lnTo>
                  <a:lnTo>
                    <a:pt x="6721122" y="412204"/>
                  </a:lnTo>
                  <a:lnTo>
                    <a:pt x="6721790" y="370560"/>
                  </a:lnTo>
                  <a:lnTo>
                    <a:pt x="6722458" y="340261"/>
                  </a:lnTo>
                  <a:lnTo>
                    <a:pt x="6723126" y="291834"/>
                  </a:lnTo>
                  <a:lnTo>
                    <a:pt x="6723794" y="255617"/>
                  </a:lnTo>
                  <a:lnTo>
                    <a:pt x="6724462" y="232939"/>
                  </a:lnTo>
                  <a:lnTo>
                    <a:pt x="6725130" y="252874"/>
                  </a:lnTo>
                  <a:lnTo>
                    <a:pt x="6725798" y="250688"/>
                  </a:lnTo>
                  <a:lnTo>
                    <a:pt x="6726466" y="240408"/>
                  </a:lnTo>
                  <a:lnTo>
                    <a:pt x="6727134" y="219301"/>
                  </a:lnTo>
                  <a:lnTo>
                    <a:pt x="6727802" y="238800"/>
                  </a:lnTo>
                  <a:lnTo>
                    <a:pt x="6728470" y="263363"/>
                  </a:lnTo>
                  <a:lnTo>
                    <a:pt x="6729138" y="276868"/>
                  </a:lnTo>
                  <a:lnTo>
                    <a:pt x="6729806" y="259478"/>
                  </a:lnTo>
                  <a:lnTo>
                    <a:pt x="6730474" y="189905"/>
                  </a:lnTo>
                  <a:lnTo>
                    <a:pt x="6731142" y="178620"/>
                  </a:lnTo>
                  <a:lnTo>
                    <a:pt x="6731810" y="173776"/>
                  </a:lnTo>
                  <a:lnTo>
                    <a:pt x="6732478" y="181544"/>
                  </a:lnTo>
                  <a:lnTo>
                    <a:pt x="6733146" y="168012"/>
                  </a:lnTo>
                  <a:lnTo>
                    <a:pt x="6733814" y="143170"/>
                  </a:lnTo>
                  <a:lnTo>
                    <a:pt x="6734482" y="110490"/>
                  </a:lnTo>
                  <a:lnTo>
                    <a:pt x="6735150" y="53012"/>
                  </a:lnTo>
                  <a:lnTo>
                    <a:pt x="6735818" y="33808"/>
                  </a:lnTo>
                  <a:lnTo>
                    <a:pt x="6736486" y="179958"/>
                  </a:lnTo>
                  <a:lnTo>
                    <a:pt x="6737154" y="193938"/>
                  </a:lnTo>
                  <a:lnTo>
                    <a:pt x="6737822" y="193483"/>
                  </a:lnTo>
                  <a:lnTo>
                    <a:pt x="6738490" y="195664"/>
                  </a:lnTo>
                  <a:lnTo>
                    <a:pt x="6739158" y="184480"/>
                  </a:lnTo>
                  <a:lnTo>
                    <a:pt x="6739826" y="202987"/>
                  </a:lnTo>
                  <a:lnTo>
                    <a:pt x="6740494" y="212262"/>
                  </a:lnTo>
                  <a:lnTo>
                    <a:pt x="6741162" y="221297"/>
                  </a:lnTo>
                  <a:lnTo>
                    <a:pt x="6741830" y="228160"/>
                  </a:lnTo>
                  <a:lnTo>
                    <a:pt x="6742498" y="232778"/>
                  </a:lnTo>
                  <a:lnTo>
                    <a:pt x="6743166" y="257192"/>
                  </a:lnTo>
                  <a:lnTo>
                    <a:pt x="6743834" y="277598"/>
                  </a:lnTo>
                  <a:lnTo>
                    <a:pt x="6744502" y="321853"/>
                  </a:lnTo>
                  <a:lnTo>
                    <a:pt x="6745171" y="359937"/>
                  </a:lnTo>
                  <a:lnTo>
                    <a:pt x="6745839" y="350080"/>
                  </a:lnTo>
                  <a:lnTo>
                    <a:pt x="6746507" y="331921"/>
                  </a:lnTo>
                  <a:lnTo>
                    <a:pt x="6747175" y="312892"/>
                  </a:lnTo>
                  <a:lnTo>
                    <a:pt x="6747843" y="185465"/>
                  </a:lnTo>
                  <a:lnTo>
                    <a:pt x="6748511" y="174258"/>
                  </a:lnTo>
                  <a:lnTo>
                    <a:pt x="6749179" y="186942"/>
                  </a:lnTo>
                  <a:lnTo>
                    <a:pt x="6749847" y="188422"/>
                  </a:lnTo>
                  <a:lnTo>
                    <a:pt x="6750515" y="201398"/>
                  </a:lnTo>
                  <a:lnTo>
                    <a:pt x="6751183" y="183012"/>
                  </a:lnTo>
                  <a:lnTo>
                    <a:pt x="6751851" y="189905"/>
                  </a:lnTo>
                  <a:lnTo>
                    <a:pt x="6752519" y="195375"/>
                  </a:lnTo>
                  <a:lnTo>
                    <a:pt x="6753187" y="179593"/>
                  </a:lnTo>
                  <a:lnTo>
                    <a:pt x="6753855" y="190896"/>
                  </a:lnTo>
                  <a:lnTo>
                    <a:pt x="6754523" y="203418"/>
                  </a:lnTo>
                  <a:lnTo>
                    <a:pt x="6755191" y="229766"/>
                  </a:lnTo>
                  <a:lnTo>
                    <a:pt x="6755859" y="232939"/>
                  </a:lnTo>
                  <a:lnTo>
                    <a:pt x="6756527" y="283156"/>
                  </a:lnTo>
                  <a:lnTo>
                    <a:pt x="6757195" y="467907"/>
                  </a:lnTo>
                  <a:lnTo>
                    <a:pt x="6757863" y="434954"/>
                  </a:lnTo>
                  <a:lnTo>
                    <a:pt x="6758531" y="454630"/>
                  </a:lnTo>
                  <a:lnTo>
                    <a:pt x="6759199" y="472613"/>
                  </a:lnTo>
                  <a:lnTo>
                    <a:pt x="6759867" y="466415"/>
                  </a:lnTo>
                  <a:lnTo>
                    <a:pt x="6760535" y="585121"/>
                  </a:lnTo>
                  <a:lnTo>
                    <a:pt x="6761203" y="591777"/>
                  </a:lnTo>
                  <a:lnTo>
                    <a:pt x="6761871" y="573191"/>
                  </a:lnTo>
                  <a:lnTo>
                    <a:pt x="6762539" y="535622"/>
                  </a:lnTo>
                  <a:lnTo>
                    <a:pt x="6763207" y="518404"/>
                  </a:lnTo>
                  <a:lnTo>
                    <a:pt x="6763875" y="505925"/>
                  </a:lnTo>
                  <a:lnTo>
                    <a:pt x="6764543" y="515020"/>
                  </a:lnTo>
                  <a:lnTo>
                    <a:pt x="6765211" y="517920"/>
                  </a:lnTo>
                  <a:lnTo>
                    <a:pt x="6765879" y="566761"/>
                  </a:lnTo>
                  <a:lnTo>
                    <a:pt x="6766547" y="574136"/>
                  </a:lnTo>
                  <a:lnTo>
                    <a:pt x="6767215" y="595561"/>
                  </a:lnTo>
                  <a:lnTo>
                    <a:pt x="6767883" y="614273"/>
                  </a:lnTo>
                  <a:lnTo>
                    <a:pt x="6768551" y="528508"/>
                  </a:lnTo>
                  <a:lnTo>
                    <a:pt x="6769220" y="471485"/>
                  </a:lnTo>
                  <a:lnTo>
                    <a:pt x="6769888" y="497389"/>
                  </a:lnTo>
                  <a:lnTo>
                    <a:pt x="6770556" y="507202"/>
                  </a:lnTo>
                  <a:lnTo>
                    <a:pt x="6771224" y="523422"/>
                  </a:lnTo>
                  <a:lnTo>
                    <a:pt x="6771892" y="513354"/>
                  </a:lnTo>
                  <a:lnTo>
                    <a:pt x="6772560" y="514995"/>
                  </a:lnTo>
                  <a:lnTo>
                    <a:pt x="6773228" y="408613"/>
                  </a:lnTo>
                  <a:lnTo>
                    <a:pt x="6773896" y="392462"/>
                  </a:lnTo>
                  <a:lnTo>
                    <a:pt x="6774564" y="320074"/>
                  </a:lnTo>
                  <a:lnTo>
                    <a:pt x="6775232" y="253189"/>
                  </a:lnTo>
                  <a:lnTo>
                    <a:pt x="6775900" y="204092"/>
                  </a:lnTo>
                  <a:lnTo>
                    <a:pt x="6776568" y="183051"/>
                  </a:lnTo>
                  <a:lnTo>
                    <a:pt x="6777236" y="143646"/>
                  </a:lnTo>
                  <a:lnTo>
                    <a:pt x="6777904" y="112601"/>
                  </a:lnTo>
                  <a:lnTo>
                    <a:pt x="6778572" y="151399"/>
                  </a:lnTo>
                  <a:lnTo>
                    <a:pt x="6779240" y="192597"/>
                  </a:lnTo>
                  <a:lnTo>
                    <a:pt x="6779908" y="168731"/>
                  </a:lnTo>
                  <a:lnTo>
                    <a:pt x="6780576" y="37292"/>
                  </a:lnTo>
                  <a:lnTo>
                    <a:pt x="6781244" y="34581"/>
                  </a:lnTo>
                  <a:lnTo>
                    <a:pt x="6781912" y="55805"/>
                  </a:lnTo>
                  <a:lnTo>
                    <a:pt x="6782580" y="47860"/>
                  </a:lnTo>
                  <a:lnTo>
                    <a:pt x="6783248" y="38069"/>
                  </a:lnTo>
                  <a:lnTo>
                    <a:pt x="6783916" y="34195"/>
                  </a:lnTo>
                  <a:lnTo>
                    <a:pt x="6784584" y="65067"/>
                  </a:lnTo>
                  <a:lnTo>
                    <a:pt x="6785252" y="112238"/>
                  </a:lnTo>
                  <a:lnTo>
                    <a:pt x="6785920" y="337937"/>
                  </a:lnTo>
                  <a:lnTo>
                    <a:pt x="6786588" y="384068"/>
                  </a:lnTo>
                  <a:lnTo>
                    <a:pt x="6787256" y="422049"/>
                  </a:lnTo>
                  <a:lnTo>
                    <a:pt x="6787924" y="478301"/>
                  </a:lnTo>
                  <a:lnTo>
                    <a:pt x="6788592" y="471482"/>
                  </a:lnTo>
                  <a:lnTo>
                    <a:pt x="6789260" y="422571"/>
                  </a:lnTo>
                  <a:lnTo>
                    <a:pt x="6789928" y="374292"/>
                  </a:lnTo>
                  <a:lnTo>
                    <a:pt x="6790596" y="338088"/>
                  </a:lnTo>
                  <a:lnTo>
                    <a:pt x="6791264" y="333989"/>
                  </a:lnTo>
                  <a:lnTo>
                    <a:pt x="6791932" y="333082"/>
                  </a:lnTo>
                  <a:lnTo>
                    <a:pt x="6792600" y="329467"/>
                  </a:lnTo>
                  <a:lnTo>
                    <a:pt x="6793268" y="330820"/>
                  </a:lnTo>
                  <a:lnTo>
                    <a:pt x="6793937" y="336263"/>
                  </a:lnTo>
                  <a:lnTo>
                    <a:pt x="6794605" y="311696"/>
                  </a:lnTo>
                  <a:lnTo>
                    <a:pt x="6795273" y="280092"/>
                  </a:lnTo>
                  <a:lnTo>
                    <a:pt x="6795941" y="232898"/>
                  </a:lnTo>
                  <a:lnTo>
                    <a:pt x="6796609" y="218286"/>
                  </a:lnTo>
                  <a:lnTo>
                    <a:pt x="6797277" y="66692"/>
                  </a:lnTo>
                  <a:lnTo>
                    <a:pt x="6797945" y="81509"/>
                  </a:lnTo>
                  <a:lnTo>
                    <a:pt x="6798613" y="100966"/>
                  </a:lnTo>
                  <a:lnTo>
                    <a:pt x="6799281" y="125499"/>
                  </a:lnTo>
                  <a:lnTo>
                    <a:pt x="6799949" y="171849"/>
                  </a:lnTo>
                  <a:lnTo>
                    <a:pt x="6800617" y="191393"/>
                  </a:lnTo>
                  <a:lnTo>
                    <a:pt x="6801285" y="196375"/>
                  </a:lnTo>
                  <a:lnTo>
                    <a:pt x="6801953" y="197377"/>
                  </a:lnTo>
                  <a:lnTo>
                    <a:pt x="6802621" y="235597"/>
                  </a:lnTo>
                  <a:lnTo>
                    <a:pt x="6803289" y="243636"/>
                  </a:lnTo>
                  <a:lnTo>
                    <a:pt x="6803957" y="246881"/>
                  </a:lnTo>
                  <a:lnTo>
                    <a:pt x="6804625" y="271205"/>
                  </a:lnTo>
                  <a:lnTo>
                    <a:pt x="6805293" y="326566"/>
                  </a:lnTo>
                  <a:lnTo>
                    <a:pt x="6805961" y="386616"/>
                  </a:lnTo>
                  <a:lnTo>
                    <a:pt x="6806629" y="374536"/>
                  </a:lnTo>
                  <a:lnTo>
                    <a:pt x="6807297" y="339003"/>
                  </a:lnTo>
                  <a:lnTo>
                    <a:pt x="6807965" y="297099"/>
                  </a:lnTo>
                  <a:lnTo>
                    <a:pt x="6808633" y="414960"/>
                  </a:lnTo>
                  <a:lnTo>
                    <a:pt x="6809301" y="446598"/>
                  </a:lnTo>
                  <a:lnTo>
                    <a:pt x="6809969" y="457508"/>
                  </a:lnTo>
                  <a:lnTo>
                    <a:pt x="6810637" y="474882"/>
                  </a:lnTo>
                  <a:lnTo>
                    <a:pt x="6811305" y="502771"/>
                  </a:lnTo>
                  <a:lnTo>
                    <a:pt x="6811973" y="523919"/>
                  </a:lnTo>
                  <a:lnTo>
                    <a:pt x="6812641" y="508141"/>
                  </a:lnTo>
                  <a:lnTo>
                    <a:pt x="6813309" y="506944"/>
                  </a:lnTo>
                  <a:lnTo>
                    <a:pt x="6813977" y="543899"/>
                  </a:lnTo>
                  <a:lnTo>
                    <a:pt x="6814645" y="588597"/>
                  </a:lnTo>
                  <a:lnTo>
                    <a:pt x="6815313" y="571791"/>
                  </a:lnTo>
                  <a:lnTo>
                    <a:pt x="6815981" y="547717"/>
                  </a:lnTo>
                  <a:lnTo>
                    <a:pt x="6816649" y="538844"/>
                  </a:lnTo>
                  <a:lnTo>
                    <a:pt x="6817317" y="595447"/>
                  </a:lnTo>
                  <a:lnTo>
                    <a:pt x="6817985" y="660724"/>
                  </a:lnTo>
                  <a:lnTo>
                    <a:pt x="6818654" y="707402"/>
                  </a:lnTo>
                  <a:lnTo>
                    <a:pt x="6819322" y="666110"/>
                  </a:lnTo>
                  <a:lnTo>
                    <a:pt x="6819990" y="499951"/>
                  </a:lnTo>
                  <a:lnTo>
                    <a:pt x="6820658" y="502392"/>
                  </a:lnTo>
                  <a:lnTo>
                    <a:pt x="6821326" y="450029"/>
                  </a:lnTo>
                  <a:lnTo>
                    <a:pt x="6821994" y="587771"/>
                  </a:lnTo>
                  <a:lnTo>
                    <a:pt x="6822662" y="632921"/>
                  </a:lnTo>
                  <a:lnTo>
                    <a:pt x="6823330" y="709179"/>
                  </a:lnTo>
                  <a:lnTo>
                    <a:pt x="6823998" y="687269"/>
                  </a:lnTo>
                  <a:lnTo>
                    <a:pt x="6824666" y="805493"/>
                  </a:lnTo>
                  <a:lnTo>
                    <a:pt x="6825334" y="818563"/>
                  </a:lnTo>
                  <a:lnTo>
                    <a:pt x="6826002" y="822487"/>
                  </a:lnTo>
                  <a:lnTo>
                    <a:pt x="6826670" y="867306"/>
                  </a:lnTo>
                  <a:lnTo>
                    <a:pt x="6827338" y="784499"/>
                  </a:lnTo>
                  <a:lnTo>
                    <a:pt x="6828006" y="755594"/>
                  </a:lnTo>
                  <a:lnTo>
                    <a:pt x="6828674" y="752561"/>
                  </a:lnTo>
                  <a:lnTo>
                    <a:pt x="6829342" y="760477"/>
                  </a:lnTo>
                  <a:lnTo>
                    <a:pt x="6830010" y="786116"/>
                  </a:lnTo>
                  <a:lnTo>
                    <a:pt x="6830678" y="775357"/>
                  </a:lnTo>
                  <a:lnTo>
                    <a:pt x="6831346" y="815519"/>
                  </a:lnTo>
                  <a:lnTo>
                    <a:pt x="6832014" y="868020"/>
                  </a:lnTo>
                  <a:lnTo>
                    <a:pt x="6832682" y="870168"/>
                  </a:lnTo>
                  <a:lnTo>
                    <a:pt x="6833350" y="714934"/>
                  </a:lnTo>
                  <a:lnTo>
                    <a:pt x="6834018" y="738694"/>
                  </a:lnTo>
                  <a:lnTo>
                    <a:pt x="6834686" y="701014"/>
                  </a:lnTo>
                  <a:lnTo>
                    <a:pt x="6835354" y="523305"/>
                  </a:lnTo>
                  <a:lnTo>
                    <a:pt x="6836022" y="509523"/>
                  </a:lnTo>
                  <a:lnTo>
                    <a:pt x="6836690" y="543222"/>
                  </a:lnTo>
                  <a:lnTo>
                    <a:pt x="6837358" y="583494"/>
                  </a:lnTo>
                  <a:lnTo>
                    <a:pt x="6838026" y="400318"/>
                  </a:lnTo>
                  <a:lnTo>
                    <a:pt x="6838694" y="399626"/>
                  </a:lnTo>
                  <a:lnTo>
                    <a:pt x="6839362" y="377868"/>
                  </a:lnTo>
                  <a:lnTo>
                    <a:pt x="6840030" y="319220"/>
                  </a:lnTo>
                  <a:lnTo>
                    <a:pt x="6840698" y="303001"/>
                  </a:lnTo>
                  <a:lnTo>
                    <a:pt x="6841366" y="272898"/>
                  </a:lnTo>
                  <a:lnTo>
                    <a:pt x="6842034" y="225559"/>
                  </a:lnTo>
                  <a:lnTo>
                    <a:pt x="6842702" y="200894"/>
                  </a:lnTo>
                  <a:lnTo>
                    <a:pt x="6843371" y="223988"/>
                  </a:lnTo>
                  <a:lnTo>
                    <a:pt x="6844039" y="212591"/>
                  </a:lnTo>
                  <a:lnTo>
                    <a:pt x="6844707" y="258373"/>
                  </a:lnTo>
                  <a:lnTo>
                    <a:pt x="6845375" y="264477"/>
                  </a:lnTo>
                  <a:lnTo>
                    <a:pt x="6846043" y="199384"/>
                  </a:lnTo>
                  <a:lnTo>
                    <a:pt x="6846711" y="121491"/>
                  </a:lnTo>
                  <a:lnTo>
                    <a:pt x="6847379" y="65067"/>
                  </a:lnTo>
                  <a:lnTo>
                    <a:pt x="6848047" y="47465"/>
                  </a:lnTo>
                  <a:lnTo>
                    <a:pt x="6848715" y="27281"/>
                  </a:lnTo>
                  <a:lnTo>
                    <a:pt x="6849383" y="21199"/>
                  </a:lnTo>
                  <a:lnTo>
                    <a:pt x="6850051" y="14053"/>
                  </a:lnTo>
                  <a:lnTo>
                    <a:pt x="6850719" y="0"/>
                  </a:lnTo>
                  <a:lnTo>
                    <a:pt x="6851387" y="6987"/>
                  </a:lnTo>
                  <a:lnTo>
                    <a:pt x="6852055" y="210703"/>
                  </a:lnTo>
                  <a:lnTo>
                    <a:pt x="6852723" y="217894"/>
                  </a:lnTo>
                  <a:lnTo>
                    <a:pt x="6853391" y="433185"/>
                  </a:lnTo>
                  <a:lnTo>
                    <a:pt x="6854059" y="423615"/>
                  </a:lnTo>
                  <a:lnTo>
                    <a:pt x="6854727" y="365840"/>
                  </a:lnTo>
                  <a:lnTo>
                    <a:pt x="6855395" y="328454"/>
                  </a:lnTo>
                  <a:lnTo>
                    <a:pt x="6856063" y="344340"/>
                  </a:lnTo>
                  <a:lnTo>
                    <a:pt x="6856731" y="384394"/>
                  </a:lnTo>
                  <a:lnTo>
                    <a:pt x="6857399" y="395933"/>
                  </a:lnTo>
                  <a:lnTo>
                    <a:pt x="6858067" y="397648"/>
                  </a:lnTo>
                  <a:lnTo>
                    <a:pt x="6858735" y="404903"/>
                  </a:lnTo>
                  <a:lnTo>
                    <a:pt x="6859403" y="402821"/>
                  </a:lnTo>
                  <a:lnTo>
                    <a:pt x="6860071" y="411540"/>
                  </a:lnTo>
                  <a:lnTo>
                    <a:pt x="6860739" y="421450"/>
                  </a:lnTo>
                  <a:lnTo>
                    <a:pt x="6861407" y="412946"/>
                  </a:lnTo>
                  <a:lnTo>
                    <a:pt x="6862075" y="307566"/>
                  </a:lnTo>
                  <a:lnTo>
                    <a:pt x="6862743" y="325701"/>
                  </a:lnTo>
                  <a:lnTo>
                    <a:pt x="6863411" y="182818"/>
                  </a:lnTo>
                  <a:lnTo>
                    <a:pt x="6864079" y="140035"/>
                  </a:lnTo>
                  <a:lnTo>
                    <a:pt x="6864747" y="5878"/>
                  </a:lnTo>
                  <a:lnTo>
                    <a:pt x="6865415" y="210790"/>
                  </a:lnTo>
                  <a:lnTo>
                    <a:pt x="6866083" y="265155"/>
                  </a:lnTo>
                  <a:lnTo>
                    <a:pt x="6866751" y="238093"/>
                  </a:lnTo>
                  <a:lnTo>
                    <a:pt x="6867420" y="225864"/>
                  </a:lnTo>
                  <a:lnTo>
                    <a:pt x="6868088" y="219404"/>
                  </a:lnTo>
                  <a:lnTo>
                    <a:pt x="6868756" y="218649"/>
                  </a:lnTo>
                  <a:lnTo>
                    <a:pt x="6869424" y="235099"/>
                  </a:lnTo>
                  <a:lnTo>
                    <a:pt x="6870092" y="262029"/>
                  </a:lnTo>
                  <a:lnTo>
                    <a:pt x="6870760" y="242901"/>
                  </a:lnTo>
                  <a:lnTo>
                    <a:pt x="6871428" y="237041"/>
                  </a:lnTo>
                  <a:lnTo>
                    <a:pt x="6872096" y="239378"/>
                  </a:lnTo>
                  <a:lnTo>
                    <a:pt x="6872764" y="223957"/>
                  </a:lnTo>
                  <a:lnTo>
                    <a:pt x="6873432" y="219404"/>
                  </a:lnTo>
                  <a:lnTo>
                    <a:pt x="6874100" y="243293"/>
                  </a:lnTo>
                  <a:lnTo>
                    <a:pt x="6874768" y="256390"/>
                  </a:lnTo>
                  <a:lnTo>
                    <a:pt x="6875436" y="266833"/>
                  </a:lnTo>
                  <a:lnTo>
                    <a:pt x="6876104" y="242119"/>
                  </a:lnTo>
                  <a:lnTo>
                    <a:pt x="6876772" y="294603"/>
                  </a:lnTo>
                  <a:lnTo>
                    <a:pt x="6877440" y="237730"/>
                  </a:lnTo>
                  <a:lnTo>
                    <a:pt x="6878108" y="282008"/>
                  </a:lnTo>
                  <a:lnTo>
                    <a:pt x="6878776" y="292416"/>
                  </a:lnTo>
                  <a:lnTo>
                    <a:pt x="6879444" y="301224"/>
                  </a:lnTo>
                  <a:lnTo>
                    <a:pt x="6880112" y="277437"/>
                  </a:lnTo>
                  <a:lnTo>
                    <a:pt x="6880780" y="332754"/>
                  </a:lnTo>
                  <a:lnTo>
                    <a:pt x="6881448" y="392745"/>
                  </a:lnTo>
                  <a:lnTo>
                    <a:pt x="6882116" y="418590"/>
                  </a:lnTo>
                  <a:lnTo>
                    <a:pt x="6882784" y="379876"/>
                  </a:lnTo>
                  <a:lnTo>
                    <a:pt x="6883452" y="376533"/>
                  </a:lnTo>
                  <a:lnTo>
                    <a:pt x="6884120" y="435209"/>
                  </a:lnTo>
                  <a:lnTo>
                    <a:pt x="6884788" y="462906"/>
                  </a:lnTo>
                  <a:lnTo>
                    <a:pt x="6885456" y="433016"/>
                  </a:lnTo>
                  <a:lnTo>
                    <a:pt x="6886124" y="465206"/>
                  </a:lnTo>
                  <a:lnTo>
                    <a:pt x="6886792" y="441835"/>
                  </a:lnTo>
                  <a:lnTo>
                    <a:pt x="6887460" y="403791"/>
                  </a:lnTo>
                  <a:lnTo>
                    <a:pt x="6888128" y="408685"/>
                  </a:lnTo>
                  <a:lnTo>
                    <a:pt x="6888796" y="420017"/>
                  </a:lnTo>
                  <a:lnTo>
                    <a:pt x="6889464" y="429378"/>
                  </a:lnTo>
                  <a:lnTo>
                    <a:pt x="6890132" y="479974"/>
                  </a:lnTo>
                  <a:lnTo>
                    <a:pt x="6890800" y="456813"/>
                  </a:lnTo>
                  <a:lnTo>
                    <a:pt x="6891468" y="436676"/>
                  </a:lnTo>
                  <a:lnTo>
                    <a:pt x="6892137" y="462906"/>
                  </a:lnTo>
                  <a:lnTo>
                    <a:pt x="6892805" y="674904"/>
                  </a:lnTo>
                  <a:lnTo>
                    <a:pt x="6893473" y="695457"/>
                  </a:lnTo>
                  <a:lnTo>
                    <a:pt x="6894141" y="657505"/>
                  </a:lnTo>
                  <a:lnTo>
                    <a:pt x="6894809" y="617296"/>
                  </a:lnTo>
                  <a:lnTo>
                    <a:pt x="6895477" y="653127"/>
                  </a:lnTo>
                  <a:lnTo>
                    <a:pt x="6896145" y="794226"/>
                  </a:lnTo>
                  <a:lnTo>
                    <a:pt x="6896813" y="761591"/>
                  </a:lnTo>
                  <a:lnTo>
                    <a:pt x="6897481" y="703585"/>
                  </a:lnTo>
                  <a:lnTo>
                    <a:pt x="6898149" y="691463"/>
                  </a:lnTo>
                  <a:lnTo>
                    <a:pt x="6898817" y="699732"/>
                  </a:lnTo>
                  <a:lnTo>
                    <a:pt x="6899485" y="672175"/>
                  </a:lnTo>
                  <a:lnTo>
                    <a:pt x="6900153" y="616890"/>
                  </a:lnTo>
                  <a:lnTo>
                    <a:pt x="6900821" y="726009"/>
                  </a:lnTo>
                  <a:lnTo>
                    <a:pt x="6901489" y="704170"/>
                  </a:lnTo>
                  <a:lnTo>
                    <a:pt x="6902157" y="662017"/>
                  </a:lnTo>
                  <a:lnTo>
                    <a:pt x="6902825" y="661493"/>
                  </a:lnTo>
                  <a:lnTo>
                    <a:pt x="6903493" y="651927"/>
                  </a:lnTo>
                  <a:lnTo>
                    <a:pt x="6904161" y="606524"/>
                  </a:lnTo>
                  <a:lnTo>
                    <a:pt x="6904829" y="593936"/>
                  </a:lnTo>
                  <a:lnTo>
                    <a:pt x="6905497" y="467673"/>
                  </a:lnTo>
                  <a:lnTo>
                    <a:pt x="6906165" y="487271"/>
                  </a:lnTo>
                  <a:lnTo>
                    <a:pt x="6906833" y="524389"/>
                  </a:lnTo>
                  <a:lnTo>
                    <a:pt x="6907501" y="569539"/>
                  </a:lnTo>
                  <a:lnTo>
                    <a:pt x="6908169" y="554633"/>
                  </a:lnTo>
                  <a:lnTo>
                    <a:pt x="6908837" y="536115"/>
                  </a:lnTo>
                  <a:lnTo>
                    <a:pt x="6909505" y="525843"/>
                  </a:lnTo>
                  <a:lnTo>
                    <a:pt x="6910173" y="362307"/>
                  </a:lnTo>
                  <a:lnTo>
                    <a:pt x="6910841" y="320762"/>
                  </a:lnTo>
                  <a:lnTo>
                    <a:pt x="6911509" y="276079"/>
                  </a:lnTo>
                  <a:lnTo>
                    <a:pt x="6912177" y="112238"/>
                  </a:lnTo>
                  <a:lnTo>
                    <a:pt x="6912845" y="110927"/>
                  </a:lnTo>
                  <a:lnTo>
                    <a:pt x="6913513" y="96685"/>
                  </a:lnTo>
                  <a:lnTo>
                    <a:pt x="6914181" y="94130"/>
                  </a:lnTo>
                  <a:lnTo>
                    <a:pt x="6914849" y="116187"/>
                  </a:lnTo>
                  <a:lnTo>
                    <a:pt x="6915517" y="259977"/>
                  </a:lnTo>
                  <a:lnTo>
                    <a:pt x="6916185" y="241312"/>
                  </a:lnTo>
                  <a:lnTo>
                    <a:pt x="6916854" y="226247"/>
                  </a:lnTo>
                  <a:lnTo>
                    <a:pt x="6917522" y="337275"/>
                  </a:lnTo>
                  <a:lnTo>
                    <a:pt x="6918190" y="365356"/>
                  </a:lnTo>
                  <a:lnTo>
                    <a:pt x="6918858" y="316284"/>
                  </a:lnTo>
                  <a:lnTo>
                    <a:pt x="6919526" y="291160"/>
                  </a:lnTo>
                  <a:lnTo>
                    <a:pt x="6920194" y="291497"/>
                  </a:lnTo>
                  <a:lnTo>
                    <a:pt x="6920862" y="282782"/>
                  </a:lnTo>
                  <a:lnTo>
                    <a:pt x="6921530" y="303424"/>
                  </a:lnTo>
                  <a:lnTo>
                    <a:pt x="6922198" y="405244"/>
                  </a:lnTo>
                  <a:lnTo>
                    <a:pt x="6922866" y="397099"/>
                  </a:lnTo>
                  <a:lnTo>
                    <a:pt x="6923534" y="410837"/>
                  </a:lnTo>
                  <a:lnTo>
                    <a:pt x="6924202" y="429348"/>
                  </a:lnTo>
                  <a:lnTo>
                    <a:pt x="6924870" y="416475"/>
                  </a:lnTo>
                  <a:lnTo>
                    <a:pt x="6925538" y="448368"/>
                  </a:lnTo>
                  <a:lnTo>
                    <a:pt x="6926206" y="468446"/>
                  </a:lnTo>
                  <a:lnTo>
                    <a:pt x="6926874" y="346130"/>
                  </a:lnTo>
                  <a:lnTo>
                    <a:pt x="6927542" y="355667"/>
                  </a:lnTo>
                  <a:lnTo>
                    <a:pt x="6928210" y="341766"/>
                  </a:lnTo>
                  <a:lnTo>
                    <a:pt x="6928878" y="283014"/>
                  </a:lnTo>
                  <a:lnTo>
                    <a:pt x="6929546" y="350080"/>
                  </a:lnTo>
                  <a:lnTo>
                    <a:pt x="6930214" y="386018"/>
                  </a:lnTo>
                  <a:lnTo>
                    <a:pt x="6930882" y="442759"/>
                  </a:lnTo>
                  <a:lnTo>
                    <a:pt x="6931550" y="469225"/>
                  </a:lnTo>
                  <a:lnTo>
                    <a:pt x="6932218" y="508920"/>
                  </a:lnTo>
                  <a:lnTo>
                    <a:pt x="6932886" y="520350"/>
                  </a:lnTo>
                  <a:lnTo>
                    <a:pt x="6933554" y="526248"/>
                  </a:lnTo>
                  <a:lnTo>
                    <a:pt x="6934222" y="586468"/>
                  </a:lnTo>
                  <a:lnTo>
                    <a:pt x="6934890" y="784181"/>
                  </a:lnTo>
                  <a:lnTo>
                    <a:pt x="6935558" y="833391"/>
                  </a:lnTo>
                  <a:lnTo>
                    <a:pt x="6936226" y="877601"/>
                  </a:lnTo>
                  <a:lnTo>
                    <a:pt x="6936894" y="988283"/>
                  </a:lnTo>
                  <a:lnTo>
                    <a:pt x="6937562" y="1144731"/>
                  </a:lnTo>
                  <a:lnTo>
                    <a:pt x="6938230" y="1193238"/>
                  </a:lnTo>
                  <a:lnTo>
                    <a:pt x="6938898" y="1220229"/>
                  </a:lnTo>
                  <a:lnTo>
                    <a:pt x="6939566" y="1224001"/>
                  </a:lnTo>
                  <a:lnTo>
                    <a:pt x="6940234" y="1199259"/>
                  </a:lnTo>
                  <a:lnTo>
                    <a:pt x="6940902" y="1159808"/>
                  </a:lnTo>
                  <a:lnTo>
                    <a:pt x="6941571" y="1169146"/>
                  </a:lnTo>
                  <a:lnTo>
                    <a:pt x="6942239" y="1111868"/>
                  </a:lnTo>
                  <a:lnTo>
                    <a:pt x="6942907" y="1119426"/>
                  </a:lnTo>
                  <a:lnTo>
                    <a:pt x="6943575" y="1170829"/>
                  </a:lnTo>
                  <a:lnTo>
                    <a:pt x="6944243" y="1157077"/>
                  </a:lnTo>
                  <a:lnTo>
                    <a:pt x="6944911" y="989111"/>
                  </a:lnTo>
                  <a:lnTo>
                    <a:pt x="6945579" y="950464"/>
                  </a:lnTo>
                  <a:lnTo>
                    <a:pt x="6946247" y="821977"/>
                  </a:lnTo>
                  <a:lnTo>
                    <a:pt x="6946915" y="830939"/>
                  </a:lnTo>
                  <a:lnTo>
                    <a:pt x="6947583" y="788295"/>
                  </a:lnTo>
                  <a:lnTo>
                    <a:pt x="6948251" y="743116"/>
                  </a:lnTo>
                  <a:lnTo>
                    <a:pt x="6948919" y="875167"/>
                  </a:lnTo>
                  <a:lnTo>
                    <a:pt x="6949587" y="830750"/>
                  </a:lnTo>
                  <a:lnTo>
                    <a:pt x="6950255" y="688866"/>
                  </a:lnTo>
                  <a:lnTo>
                    <a:pt x="6950923" y="664558"/>
                  </a:lnTo>
                  <a:lnTo>
                    <a:pt x="6951591" y="769412"/>
                  </a:lnTo>
                  <a:lnTo>
                    <a:pt x="6952259" y="866592"/>
                  </a:lnTo>
                  <a:lnTo>
                    <a:pt x="6952927" y="776613"/>
                  </a:lnTo>
                  <a:lnTo>
                    <a:pt x="6953595" y="746978"/>
                  </a:lnTo>
                  <a:lnTo>
                    <a:pt x="6954263" y="719801"/>
                  </a:lnTo>
                  <a:lnTo>
                    <a:pt x="6954931" y="721891"/>
                  </a:lnTo>
                  <a:lnTo>
                    <a:pt x="6955599" y="700798"/>
                  </a:lnTo>
                  <a:lnTo>
                    <a:pt x="6956267" y="679413"/>
                  </a:lnTo>
                  <a:lnTo>
                    <a:pt x="6956935" y="673088"/>
                  </a:lnTo>
                  <a:lnTo>
                    <a:pt x="6957603" y="679413"/>
                  </a:lnTo>
                  <a:lnTo>
                    <a:pt x="6958271" y="622447"/>
                  </a:lnTo>
                  <a:lnTo>
                    <a:pt x="6958939" y="622939"/>
                  </a:lnTo>
                  <a:lnTo>
                    <a:pt x="6959607" y="620974"/>
                  </a:lnTo>
                  <a:lnTo>
                    <a:pt x="6960275" y="611724"/>
                  </a:lnTo>
                  <a:lnTo>
                    <a:pt x="6960943" y="685307"/>
                  </a:lnTo>
                  <a:lnTo>
                    <a:pt x="6961611" y="639389"/>
                  </a:lnTo>
                  <a:lnTo>
                    <a:pt x="6962279" y="628871"/>
                  </a:lnTo>
                  <a:lnTo>
                    <a:pt x="6962947" y="673037"/>
                  </a:lnTo>
                  <a:lnTo>
                    <a:pt x="6963615" y="615756"/>
                  </a:lnTo>
                  <a:lnTo>
                    <a:pt x="6964283" y="628339"/>
                  </a:lnTo>
                  <a:lnTo>
                    <a:pt x="6964951" y="624882"/>
                  </a:lnTo>
                  <a:lnTo>
                    <a:pt x="6965620" y="605089"/>
                  </a:lnTo>
                  <a:lnTo>
                    <a:pt x="6966288" y="591869"/>
                  </a:lnTo>
                  <a:lnTo>
                    <a:pt x="6966956" y="552779"/>
                  </a:lnTo>
                  <a:lnTo>
                    <a:pt x="6967624" y="564670"/>
                  </a:lnTo>
                  <a:lnTo>
                    <a:pt x="6968292" y="644878"/>
                  </a:lnTo>
                  <a:lnTo>
                    <a:pt x="6968960" y="634452"/>
                  </a:lnTo>
                  <a:lnTo>
                    <a:pt x="6969628" y="591747"/>
                  </a:lnTo>
                  <a:lnTo>
                    <a:pt x="6970296" y="588879"/>
                  </a:lnTo>
                  <a:lnTo>
                    <a:pt x="6970964" y="471260"/>
                  </a:lnTo>
                  <a:lnTo>
                    <a:pt x="6971632" y="443983"/>
                  </a:lnTo>
                  <a:lnTo>
                    <a:pt x="6972300" y="437310"/>
                  </a:lnTo>
                  <a:lnTo>
                    <a:pt x="6972968" y="436468"/>
                  </a:lnTo>
                  <a:lnTo>
                    <a:pt x="6973636" y="443661"/>
                  </a:lnTo>
                  <a:lnTo>
                    <a:pt x="6974304" y="465307"/>
                  </a:lnTo>
                  <a:lnTo>
                    <a:pt x="6974972" y="448359"/>
                  </a:lnTo>
                  <a:lnTo>
                    <a:pt x="6975640" y="315210"/>
                  </a:lnTo>
                  <a:lnTo>
                    <a:pt x="6976308" y="315651"/>
                  </a:lnTo>
                  <a:lnTo>
                    <a:pt x="6976976" y="299550"/>
                  </a:lnTo>
                  <a:lnTo>
                    <a:pt x="6977644" y="253589"/>
                  </a:lnTo>
                  <a:lnTo>
                    <a:pt x="6978312" y="229696"/>
                  </a:lnTo>
                  <a:lnTo>
                    <a:pt x="6978980" y="188786"/>
                  </a:lnTo>
                  <a:lnTo>
                    <a:pt x="6979648" y="311702"/>
                  </a:lnTo>
                  <a:lnTo>
                    <a:pt x="6980316" y="352347"/>
                  </a:lnTo>
                  <a:lnTo>
                    <a:pt x="6980984" y="370636"/>
                  </a:lnTo>
                  <a:lnTo>
                    <a:pt x="6981652" y="401692"/>
                  </a:lnTo>
                  <a:lnTo>
                    <a:pt x="6982320" y="440689"/>
                  </a:lnTo>
                  <a:lnTo>
                    <a:pt x="6982988" y="446572"/>
                  </a:lnTo>
                  <a:lnTo>
                    <a:pt x="6983656" y="434159"/>
                  </a:lnTo>
                  <a:lnTo>
                    <a:pt x="6984324" y="399934"/>
                  </a:lnTo>
                  <a:lnTo>
                    <a:pt x="6984992" y="385652"/>
                  </a:lnTo>
                  <a:lnTo>
                    <a:pt x="6985660" y="417019"/>
                  </a:lnTo>
                  <a:lnTo>
                    <a:pt x="6986328" y="452653"/>
                  </a:lnTo>
                  <a:lnTo>
                    <a:pt x="6986996" y="500248"/>
                  </a:lnTo>
                  <a:lnTo>
                    <a:pt x="6987664" y="563328"/>
                  </a:lnTo>
                  <a:lnTo>
                    <a:pt x="6988332" y="645191"/>
                  </a:lnTo>
                  <a:lnTo>
                    <a:pt x="6989000" y="665471"/>
                  </a:lnTo>
                  <a:lnTo>
                    <a:pt x="6989668" y="526664"/>
                  </a:lnTo>
                  <a:lnTo>
                    <a:pt x="6990337" y="468813"/>
                  </a:lnTo>
                  <a:lnTo>
                    <a:pt x="6991005" y="437155"/>
                  </a:lnTo>
                  <a:lnTo>
                    <a:pt x="6991673" y="416015"/>
                  </a:lnTo>
                  <a:lnTo>
                    <a:pt x="6992341" y="377639"/>
                  </a:lnTo>
                  <a:lnTo>
                    <a:pt x="6993009" y="194876"/>
                  </a:lnTo>
                  <a:lnTo>
                    <a:pt x="6993677" y="211565"/>
                  </a:lnTo>
                  <a:lnTo>
                    <a:pt x="6994345" y="268393"/>
                  </a:lnTo>
                  <a:lnTo>
                    <a:pt x="6995013" y="266712"/>
                  </a:lnTo>
                  <a:lnTo>
                    <a:pt x="6995681" y="222422"/>
                  </a:lnTo>
                  <a:lnTo>
                    <a:pt x="6996349" y="171368"/>
                  </a:lnTo>
                  <a:lnTo>
                    <a:pt x="6997017" y="123715"/>
                  </a:lnTo>
                  <a:lnTo>
                    <a:pt x="6997685" y="111800"/>
                  </a:lnTo>
                  <a:lnTo>
                    <a:pt x="6998353" y="111363"/>
                  </a:lnTo>
                  <a:lnTo>
                    <a:pt x="6999021" y="138136"/>
                  </a:lnTo>
                  <a:lnTo>
                    <a:pt x="6999689" y="168969"/>
                  </a:lnTo>
                  <a:lnTo>
                    <a:pt x="7000357" y="199887"/>
                  </a:lnTo>
                  <a:lnTo>
                    <a:pt x="7001025" y="208498"/>
                  </a:lnTo>
                  <a:lnTo>
                    <a:pt x="7001693" y="210030"/>
                  </a:lnTo>
                  <a:lnTo>
                    <a:pt x="7002361" y="170887"/>
                  </a:lnTo>
                  <a:lnTo>
                    <a:pt x="7003029" y="179593"/>
                  </a:lnTo>
                  <a:lnTo>
                    <a:pt x="7003697" y="179593"/>
                  </a:lnTo>
                  <a:lnTo>
                    <a:pt x="7004365" y="151497"/>
                  </a:lnTo>
                  <a:lnTo>
                    <a:pt x="7005033" y="193381"/>
                  </a:lnTo>
                  <a:lnTo>
                    <a:pt x="7005701" y="254519"/>
                  </a:lnTo>
                  <a:lnTo>
                    <a:pt x="7006369" y="283156"/>
                  </a:lnTo>
                  <a:lnTo>
                    <a:pt x="7007037" y="323495"/>
                  </a:lnTo>
                  <a:lnTo>
                    <a:pt x="7007705" y="324108"/>
                  </a:lnTo>
                  <a:lnTo>
                    <a:pt x="7008373" y="265035"/>
                  </a:lnTo>
                  <a:lnTo>
                    <a:pt x="7009041" y="248510"/>
                  </a:lnTo>
                  <a:lnTo>
                    <a:pt x="7009709" y="240945"/>
                  </a:lnTo>
                  <a:lnTo>
                    <a:pt x="7010377" y="267832"/>
                  </a:lnTo>
                  <a:lnTo>
                    <a:pt x="7011045" y="308959"/>
                  </a:lnTo>
                  <a:lnTo>
                    <a:pt x="7011713" y="327799"/>
                  </a:lnTo>
                  <a:lnTo>
                    <a:pt x="7012381" y="403094"/>
                  </a:lnTo>
                  <a:lnTo>
                    <a:pt x="7013049" y="573510"/>
                  </a:lnTo>
                  <a:lnTo>
                    <a:pt x="7013717" y="632168"/>
                  </a:lnTo>
                  <a:lnTo>
                    <a:pt x="7014385" y="681463"/>
                  </a:lnTo>
                  <a:lnTo>
                    <a:pt x="7015054" y="636729"/>
                  </a:lnTo>
                  <a:lnTo>
                    <a:pt x="7015722" y="628688"/>
                  </a:lnTo>
                  <a:lnTo>
                    <a:pt x="7016390" y="617173"/>
                  </a:lnTo>
                  <a:lnTo>
                    <a:pt x="7017058" y="778784"/>
                  </a:lnTo>
                  <a:lnTo>
                    <a:pt x="7017726" y="802469"/>
                  </a:lnTo>
                  <a:lnTo>
                    <a:pt x="7018394" y="880186"/>
                  </a:lnTo>
                  <a:lnTo>
                    <a:pt x="7019062" y="949498"/>
                  </a:lnTo>
                  <a:lnTo>
                    <a:pt x="7019730" y="981142"/>
                  </a:lnTo>
                  <a:lnTo>
                    <a:pt x="7020398" y="950463"/>
                  </a:lnTo>
                  <a:lnTo>
                    <a:pt x="7021066" y="866522"/>
                  </a:lnTo>
                  <a:lnTo>
                    <a:pt x="7021734" y="820130"/>
                  </a:lnTo>
                  <a:lnTo>
                    <a:pt x="7022402" y="753225"/>
                  </a:lnTo>
                  <a:lnTo>
                    <a:pt x="7023070" y="746233"/>
                  </a:lnTo>
                  <a:lnTo>
                    <a:pt x="7023738" y="722552"/>
                  </a:lnTo>
                  <a:lnTo>
                    <a:pt x="7024406" y="721888"/>
                  </a:lnTo>
                  <a:lnTo>
                    <a:pt x="7025074" y="639678"/>
                  </a:lnTo>
                  <a:lnTo>
                    <a:pt x="7025742" y="658436"/>
                  </a:lnTo>
                  <a:lnTo>
                    <a:pt x="7026410" y="688641"/>
                  </a:lnTo>
                  <a:lnTo>
                    <a:pt x="7027078" y="694625"/>
                  </a:lnTo>
                  <a:lnTo>
                    <a:pt x="7027746" y="658222"/>
                  </a:lnTo>
                  <a:lnTo>
                    <a:pt x="7028414" y="472158"/>
                  </a:lnTo>
                  <a:lnTo>
                    <a:pt x="7029082" y="438882"/>
                  </a:lnTo>
                  <a:lnTo>
                    <a:pt x="7029750" y="441835"/>
                  </a:lnTo>
                  <a:lnTo>
                    <a:pt x="7030418" y="484711"/>
                  </a:lnTo>
                  <a:lnTo>
                    <a:pt x="7031086" y="563113"/>
                  </a:lnTo>
                  <a:lnTo>
                    <a:pt x="7031754" y="646556"/>
                  </a:lnTo>
                  <a:lnTo>
                    <a:pt x="7032422" y="727478"/>
                  </a:lnTo>
                  <a:lnTo>
                    <a:pt x="7033090" y="815025"/>
                  </a:lnTo>
                  <a:lnTo>
                    <a:pt x="7033758" y="887513"/>
                  </a:lnTo>
                  <a:lnTo>
                    <a:pt x="7034426" y="893569"/>
                  </a:lnTo>
                  <a:lnTo>
                    <a:pt x="7035094" y="845272"/>
                  </a:lnTo>
                  <a:lnTo>
                    <a:pt x="7035762" y="788739"/>
                  </a:lnTo>
                  <a:lnTo>
                    <a:pt x="7036430" y="799122"/>
                  </a:lnTo>
                  <a:lnTo>
                    <a:pt x="7037098" y="813684"/>
                  </a:lnTo>
                  <a:lnTo>
                    <a:pt x="7037766" y="863856"/>
                  </a:lnTo>
                  <a:lnTo>
                    <a:pt x="7038434" y="937685"/>
                  </a:lnTo>
                  <a:lnTo>
                    <a:pt x="7039102" y="985143"/>
                  </a:lnTo>
                  <a:lnTo>
                    <a:pt x="7039771" y="835489"/>
                  </a:lnTo>
                  <a:lnTo>
                    <a:pt x="7040439" y="753698"/>
                  </a:lnTo>
                  <a:lnTo>
                    <a:pt x="7041107" y="677036"/>
                  </a:lnTo>
                  <a:lnTo>
                    <a:pt x="7041775" y="621420"/>
                  </a:lnTo>
                  <a:lnTo>
                    <a:pt x="7042443" y="614558"/>
                  </a:lnTo>
                  <a:lnTo>
                    <a:pt x="7043111" y="585045"/>
                  </a:lnTo>
                  <a:lnTo>
                    <a:pt x="7043779" y="561319"/>
                  </a:lnTo>
                  <a:lnTo>
                    <a:pt x="7044447" y="567619"/>
                  </a:lnTo>
                  <a:lnTo>
                    <a:pt x="7045115" y="573983"/>
                  </a:lnTo>
                  <a:lnTo>
                    <a:pt x="7045783" y="575813"/>
                  </a:lnTo>
                  <a:lnTo>
                    <a:pt x="7046451" y="574897"/>
                  </a:lnTo>
                  <a:lnTo>
                    <a:pt x="7047119" y="574897"/>
                  </a:lnTo>
                  <a:lnTo>
                    <a:pt x="7047787" y="591589"/>
                  </a:lnTo>
                  <a:lnTo>
                    <a:pt x="7048455" y="598202"/>
                  </a:lnTo>
                  <a:lnTo>
                    <a:pt x="7049123" y="605846"/>
                  </a:lnTo>
                  <a:lnTo>
                    <a:pt x="7049791" y="856018"/>
                  </a:lnTo>
                  <a:lnTo>
                    <a:pt x="7050459" y="945875"/>
                  </a:lnTo>
                  <a:lnTo>
                    <a:pt x="7051127" y="970810"/>
                  </a:lnTo>
                  <a:lnTo>
                    <a:pt x="7051795" y="1013608"/>
                  </a:lnTo>
                  <a:lnTo>
                    <a:pt x="7052463" y="951066"/>
                  </a:lnTo>
                  <a:lnTo>
                    <a:pt x="7053131" y="1055492"/>
                  </a:lnTo>
                  <a:lnTo>
                    <a:pt x="7053799" y="1027874"/>
                  </a:lnTo>
                  <a:lnTo>
                    <a:pt x="7054467" y="990338"/>
                  </a:lnTo>
                  <a:lnTo>
                    <a:pt x="7055135" y="990338"/>
                  </a:lnTo>
                  <a:lnTo>
                    <a:pt x="7055803" y="1040682"/>
                  </a:lnTo>
                  <a:lnTo>
                    <a:pt x="7056471" y="1062240"/>
                  </a:lnTo>
                  <a:lnTo>
                    <a:pt x="7057139" y="1044037"/>
                  </a:lnTo>
                  <a:lnTo>
                    <a:pt x="7057807" y="990338"/>
                  </a:lnTo>
                  <a:lnTo>
                    <a:pt x="7058475" y="927702"/>
                  </a:lnTo>
                  <a:lnTo>
                    <a:pt x="7059143" y="863992"/>
                  </a:lnTo>
                  <a:lnTo>
                    <a:pt x="7059811" y="818512"/>
                  </a:lnTo>
                  <a:lnTo>
                    <a:pt x="7060479" y="771563"/>
                  </a:lnTo>
                  <a:lnTo>
                    <a:pt x="7061147" y="651618"/>
                  </a:lnTo>
                  <a:lnTo>
                    <a:pt x="7061815" y="669190"/>
                  </a:lnTo>
                  <a:lnTo>
                    <a:pt x="7062483" y="738772"/>
                  </a:lnTo>
                  <a:lnTo>
                    <a:pt x="7063151" y="754783"/>
                  </a:lnTo>
                  <a:lnTo>
                    <a:pt x="7063820" y="797376"/>
                  </a:lnTo>
                  <a:lnTo>
                    <a:pt x="7064488" y="651707"/>
                  </a:lnTo>
                  <a:lnTo>
                    <a:pt x="7065156" y="679194"/>
                  </a:lnTo>
                  <a:lnTo>
                    <a:pt x="7065824" y="641448"/>
                  </a:lnTo>
                  <a:lnTo>
                    <a:pt x="7066492" y="590649"/>
                  </a:lnTo>
                  <a:lnTo>
                    <a:pt x="7067160" y="593471"/>
                  </a:lnTo>
                  <a:lnTo>
                    <a:pt x="7067828" y="609703"/>
                  </a:lnTo>
                  <a:lnTo>
                    <a:pt x="7068496" y="630353"/>
                  </a:lnTo>
                  <a:lnTo>
                    <a:pt x="7069164" y="687900"/>
                  </a:lnTo>
                  <a:lnTo>
                    <a:pt x="7069832" y="784890"/>
                  </a:lnTo>
                  <a:lnTo>
                    <a:pt x="7070500" y="871154"/>
                  </a:lnTo>
                  <a:lnTo>
                    <a:pt x="7071168" y="872623"/>
                  </a:lnTo>
                  <a:lnTo>
                    <a:pt x="7071836" y="769724"/>
                  </a:lnTo>
                  <a:lnTo>
                    <a:pt x="7072504" y="671674"/>
                  </a:lnTo>
                  <a:lnTo>
                    <a:pt x="7073172" y="592529"/>
                  </a:lnTo>
                  <a:lnTo>
                    <a:pt x="7073840" y="539323"/>
                  </a:lnTo>
                  <a:lnTo>
                    <a:pt x="7074508" y="501577"/>
                  </a:lnTo>
                  <a:lnTo>
                    <a:pt x="7075176" y="615997"/>
                  </a:lnTo>
                  <a:lnTo>
                    <a:pt x="7075844" y="615095"/>
                  </a:lnTo>
                  <a:lnTo>
                    <a:pt x="7076512" y="639678"/>
                  </a:lnTo>
                  <a:lnTo>
                    <a:pt x="7077180" y="626512"/>
                  </a:lnTo>
                  <a:lnTo>
                    <a:pt x="7077848" y="614327"/>
                  </a:lnTo>
                  <a:lnTo>
                    <a:pt x="7078516" y="614327"/>
                  </a:lnTo>
                  <a:lnTo>
                    <a:pt x="7079184" y="610787"/>
                  </a:lnTo>
                  <a:lnTo>
                    <a:pt x="7079852" y="570466"/>
                  </a:lnTo>
                  <a:lnTo>
                    <a:pt x="7080520" y="556718"/>
                  </a:lnTo>
                  <a:lnTo>
                    <a:pt x="7081188" y="549635"/>
                  </a:lnTo>
                  <a:lnTo>
                    <a:pt x="7081856" y="558014"/>
                  </a:lnTo>
                  <a:lnTo>
                    <a:pt x="7082524" y="583846"/>
                  </a:lnTo>
                  <a:lnTo>
                    <a:pt x="7083192" y="660725"/>
                  </a:lnTo>
                  <a:lnTo>
                    <a:pt x="7083860" y="712491"/>
                  </a:lnTo>
                  <a:lnTo>
                    <a:pt x="7084528" y="742244"/>
                  </a:lnTo>
                  <a:lnTo>
                    <a:pt x="7085196" y="779267"/>
                  </a:lnTo>
                  <a:lnTo>
                    <a:pt x="7085864" y="829527"/>
                  </a:lnTo>
                  <a:lnTo>
                    <a:pt x="7086532" y="680276"/>
                  </a:lnTo>
                  <a:lnTo>
                    <a:pt x="7087200" y="730990"/>
                  </a:lnTo>
                  <a:lnTo>
                    <a:pt x="7087868" y="783612"/>
                  </a:lnTo>
                  <a:lnTo>
                    <a:pt x="7088537" y="804378"/>
                  </a:lnTo>
                  <a:lnTo>
                    <a:pt x="7089205" y="858079"/>
                  </a:lnTo>
                  <a:lnTo>
                    <a:pt x="7089873" y="955903"/>
                  </a:lnTo>
                  <a:lnTo>
                    <a:pt x="7090541" y="966068"/>
                  </a:lnTo>
                  <a:lnTo>
                    <a:pt x="7091209" y="893569"/>
                  </a:lnTo>
                  <a:lnTo>
                    <a:pt x="7091877" y="1117944"/>
                  </a:lnTo>
                  <a:lnTo>
                    <a:pt x="7092545" y="1182888"/>
                  </a:lnTo>
                  <a:lnTo>
                    <a:pt x="7093213" y="1193853"/>
                  </a:lnTo>
                  <a:lnTo>
                    <a:pt x="7093881" y="1209119"/>
                  </a:lnTo>
                  <a:lnTo>
                    <a:pt x="7094549" y="1231263"/>
                  </a:lnTo>
                  <a:lnTo>
                    <a:pt x="7095217" y="1227475"/>
                  </a:lnTo>
                  <a:lnTo>
                    <a:pt x="7095885" y="1162945"/>
                  </a:lnTo>
                  <a:lnTo>
                    <a:pt x="7096553" y="1196243"/>
                  </a:lnTo>
                  <a:lnTo>
                    <a:pt x="7097221" y="1080844"/>
                  </a:lnTo>
                  <a:lnTo>
                    <a:pt x="7097889" y="1078497"/>
                  </a:lnTo>
                  <a:lnTo>
                    <a:pt x="7098557" y="1069204"/>
                  </a:lnTo>
                  <a:lnTo>
                    <a:pt x="7099225" y="1065712"/>
                  </a:lnTo>
                  <a:lnTo>
                    <a:pt x="7099893" y="1027439"/>
                  </a:lnTo>
                  <a:lnTo>
                    <a:pt x="7100561" y="1034025"/>
                  </a:lnTo>
                  <a:lnTo>
                    <a:pt x="7101229" y="1088164"/>
                  </a:lnTo>
                  <a:lnTo>
                    <a:pt x="7101897" y="1098738"/>
                  </a:lnTo>
                  <a:lnTo>
                    <a:pt x="7102565" y="1096322"/>
                  </a:lnTo>
                  <a:lnTo>
                    <a:pt x="7103233" y="1096322"/>
                  </a:lnTo>
                  <a:lnTo>
                    <a:pt x="7103901" y="1052567"/>
                  </a:lnTo>
                  <a:lnTo>
                    <a:pt x="7104569" y="920252"/>
                  </a:lnTo>
                  <a:lnTo>
                    <a:pt x="7105237" y="891986"/>
                  </a:lnTo>
                  <a:lnTo>
                    <a:pt x="7105905" y="908792"/>
                  </a:lnTo>
                  <a:lnTo>
                    <a:pt x="7106573" y="977489"/>
                  </a:lnTo>
                  <a:lnTo>
                    <a:pt x="7107241" y="1101456"/>
                  </a:lnTo>
                  <a:lnTo>
                    <a:pt x="7107909" y="1085290"/>
                  </a:lnTo>
                  <a:lnTo>
                    <a:pt x="7108577" y="955903"/>
                  </a:lnTo>
                  <a:lnTo>
                    <a:pt x="7109245" y="944249"/>
                  </a:lnTo>
                  <a:lnTo>
                    <a:pt x="7109913" y="1003002"/>
                  </a:lnTo>
                  <a:lnTo>
                    <a:pt x="7110581" y="1019523"/>
                  </a:lnTo>
                  <a:lnTo>
                    <a:pt x="7111249" y="1075926"/>
                  </a:lnTo>
                  <a:lnTo>
                    <a:pt x="7111917" y="1135668"/>
                  </a:lnTo>
                  <a:lnTo>
                    <a:pt x="7112585" y="1182120"/>
                  </a:lnTo>
                  <a:lnTo>
                    <a:pt x="7113254" y="1182120"/>
                  </a:lnTo>
                  <a:lnTo>
                    <a:pt x="7113922" y="1224506"/>
                  </a:lnTo>
                  <a:lnTo>
                    <a:pt x="7114590" y="1237538"/>
                  </a:lnTo>
                  <a:lnTo>
                    <a:pt x="7115258" y="1343449"/>
                  </a:lnTo>
                  <a:lnTo>
                    <a:pt x="7115926" y="1412617"/>
                  </a:lnTo>
                  <a:lnTo>
                    <a:pt x="7116594" y="1474802"/>
                  </a:lnTo>
                  <a:lnTo>
                    <a:pt x="7117262" y="1514487"/>
                  </a:lnTo>
                  <a:lnTo>
                    <a:pt x="7117930" y="1570146"/>
                  </a:lnTo>
                  <a:lnTo>
                    <a:pt x="7118598" y="1607028"/>
                  </a:lnTo>
                  <a:lnTo>
                    <a:pt x="7119266" y="1666771"/>
                  </a:lnTo>
                  <a:lnTo>
                    <a:pt x="7119934" y="1666771"/>
                  </a:lnTo>
                  <a:lnTo>
                    <a:pt x="7120602" y="1666771"/>
                  </a:lnTo>
                  <a:lnTo>
                    <a:pt x="7121270" y="1666771"/>
                  </a:lnTo>
                  <a:lnTo>
                    <a:pt x="7121938" y="1666771"/>
                  </a:lnTo>
                  <a:lnTo>
                    <a:pt x="7122606" y="1666771"/>
                  </a:lnTo>
                  <a:lnTo>
                    <a:pt x="7123274" y="1666771"/>
                  </a:lnTo>
                  <a:lnTo>
                    <a:pt x="7123942" y="1666771"/>
                  </a:lnTo>
                  <a:lnTo>
                    <a:pt x="7124610" y="1666771"/>
                  </a:lnTo>
                  <a:lnTo>
                    <a:pt x="7125278" y="1666771"/>
                  </a:lnTo>
                  <a:lnTo>
                    <a:pt x="7125946" y="1602298"/>
                  </a:lnTo>
                  <a:lnTo>
                    <a:pt x="7126614" y="1570146"/>
                  </a:lnTo>
                  <a:lnTo>
                    <a:pt x="7127282" y="1570146"/>
                  </a:lnTo>
                  <a:lnTo>
                    <a:pt x="7127950" y="1570146"/>
                  </a:lnTo>
                  <a:lnTo>
                    <a:pt x="7128618" y="1570146"/>
                  </a:lnTo>
                  <a:lnTo>
                    <a:pt x="7129286" y="1570146"/>
                  </a:lnTo>
                  <a:lnTo>
                    <a:pt x="7129954" y="1570146"/>
                  </a:lnTo>
                  <a:lnTo>
                    <a:pt x="7130622" y="1570146"/>
                  </a:lnTo>
                  <a:lnTo>
                    <a:pt x="7131290" y="1494331"/>
                  </a:lnTo>
                  <a:lnTo>
                    <a:pt x="7131958" y="1486446"/>
                  </a:lnTo>
                  <a:lnTo>
                    <a:pt x="7132626" y="1486446"/>
                  </a:lnTo>
                  <a:lnTo>
                    <a:pt x="7133294" y="1486446"/>
                  </a:lnTo>
                  <a:lnTo>
                    <a:pt x="7133962" y="1486446"/>
                  </a:lnTo>
                  <a:lnTo>
                    <a:pt x="7134630" y="1486446"/>
                  </a:lnTo>
                  <a:lnTo>
                    <a:pt x="7135298" y="1486446"/>
                  </a:lnTo>
                  <a:lnTo>
                    <a:pt x="7135966" y="1539563"/>
                  </a:lnTo>
                  <a:lnTo>
                    <a:pt x="7136634" y="1570146"/>
                  </a:lnTo>
                  <a:lnTo>
                    <a:pt x="7137303" y="1570146"/>
                  </a:lnTo>
                  <a:lnTo>
                    <a:pt x="7137971" y="1570146"/>
                  </a:lnTo>
                  <a:lnTo>
                    <a:pt x="7138639" y="1570146"/>
                  </a:lnTo>
                  <a:lnTo>
                    <a:pt x="7139307" y="1570146"/>
                  </a:lnTo>
                  <a:lnTo>
                    <a:pt x="7139975" y="1570146"/>
                  </a:lnTo>
                  <a:lnTo>
                    <a:pt x="7140643" y="1570146"/>
                  </a:lnTo>
                  <a:lnTo>
                    <a:pt x="7141311" y="1656410"/>
                  </a:lnTo>
                  <a:lnTo>
                    <a:pt x="7141979" y="1607028"/>
                  </a:lnTo>
                  <a:lnTo>
                    <a:pt x="7142647" y="1570146"/>
                  </a:lnTo>
                  <a:lnTo>
                    <a:pt x="7143315" y="1561255"/>
                  </a:lnTo>
                  <a:lnTo>
                    <a:pt x="7143983" y="1597586"/>
                  </a:lnTo>
                  <a:lnTo>
                    <a:pt x="7144651" y="1535935"/>
                  </a:lnTo>
                  <a:lnTo>
                    <a:pt x="7145319" y="1485416"/>
                  </a:lnTo>
                  <a:lnTo>
                    <a:pt x="7145987" y="1441411"/>
                  </a:lnTo>
                  <a:lnTo>
                    <a:pt x="7146655" y="1524317"/>
                  </a:lnTo>
                  <a:lnTo>
                    <a:pt x="7147323" y="1521230"/>
                  </a:lnTo>
                  <a:lnTo>
                    <a:pt x="7147991" y="1430741"/>
                  </a:lnTo>
                  <a:lnTo>
                    <a:pt x="7148659" y="1400648"/>
                  </a:lnTo>
                  <a:lnTo>
                    <a:pt x="7149327" y="1382050"/>
                  </a:lnTo>
                  <a:lnTo>
                    <a:pt x="7149995" y="1337524"/>
                  </a:lnTo>
                  <a:lnTo>
                    <a:pt x="7150663" y="1319866"/>
                  </a:lnTo>
                  <a:lnTo>
                    <a:pt x="7151331" y="1299312"/>
                  </a:lnTo>
                  <a:lnTo>
                    <a:pt x="7151999" y="1277782"/>
                  </a:lnTo>
                  <a:lnTo>
                    <a:pt x="7152667" y="1285975"/>
                  </a:lnTo>
                  <a:lnTo>
                    <a:pt x="7153335" y="1289283"/>
                  </a:lnTo>
                  <a:lnTo>
                    <a:pt x="7154003" y="1351682"/>
                  </a:lnTo>
                  <a:lnTo>
                    <a:pt x="7154671" y="1394799"/>
                  </a:lnTo>
                  <a:lnTo>
                    <a:pt x="7155339" y="1291005"/>
                  </a:lnTo>
                  <a:lnTo>
                    <a:pt x="7156007" y="1303668"/>
                  </a:lnTo>
                  <a:lnTo>
                    <a:pt x="7156675" y="1300076"/>
                  </a:lnTo>
                  <a:lnTo>
                    <a:pt x="7157343" y="1302264"/>
                  </a:lnTo>
                  <a:lnTo>
                    <a:pt x="7158011" y="1374178"/>
                  </a:lnTo>
                  <a:lnTo>
                    <a:pt x="7158679" y="1389959"/>
                  </a:lnTo>
                  <a:lnTo>
                    <a:pt x="7159347" y="1248162"/>
                  </a:lnTo>
                  <a:lnTo>
                    <a:pt x="7160015" y="1315993"/>
                  </a:lnTo>
                  <a:lnTo>
                    <a:pt x="7160683" y="1346575"/>
                  </a:lnTo>
                  <a:lnTo>
                    <a:pt x="7161351" y="1385360"/>
                  </a:lnTo>
                  <a:lnTo>
                    <a:pt x="7162020" y="1474802"/>
                  </a:lnTo>
                  <a:lnTo>
                    <a:pt x="7162688" y="1486446"/>
                  </a:lnTo>
                  <a:lnTo>
                    <a:pt x="7163356" y="1437480"/>
                  </a:lnTo>
                  <a:lnTo>
                    <a:pt x="7164024" y="1372163"/>
                  </a:lnTo>
                  <a:lnTo>
                    <a:pt x="7164692" y="1346575"/>
                  </a:lnTo>
                  <a:lnTo>
                    <a:pt x="7165360" y="1346575"/>
                  </a:lnTo>
                  <a:lnTo>
                    <a:pt x="7166028" y="1321991"/>
                  </a:lnTo>
                  <a:lnTo>
                    <a:pt x="7166696" y="1346575"/>
                  </a:lnTo>
                  <a:lnTo>
                    <a:pt x="7167364" y="1378727"/>
                  </a:lnTo>
                  <a:lnTo>
                    <a:pt x="7168032" y="1412617"/>
                  </a:lnTo>
                  <a:lnTo>
                    <a:pt x="7168700" y="1412617"/>
                  </a:lnTo>
                  <a:lnTo>
                    <a:pt x="7169368" y="1412617"/>
                  </a:lnTo>
                  <a:lnTo>
                    <a:pt x="7170036" y="1570283"/>
                  </a:lnTo>
                  <a:lnTo>
                    <a:pt x="7170704" y="1558613"/>
                  </a:lnTo>
                  <a:lnTo>
                    <a:pt x="7171372" y="1526461"/>
                  </a:lnTo>
                  <a:lnTo>
                    <a:pt x="7172040" y="1523199"/>
                  </a:lnTo>
                  <a:lnTo>
                    <a:pt x="7172708" y="1485416"/>
                  </a:lnTo>
                  <a:lnTo>
                    <a:pt x="7173376" y="1523595"/>
                  </a:lnTo>
                  <a:lnTo>
                    <a:pt x="7174044" y="1583943"/>
                  </a:lnTo>
                  <a:lnTo>
                    <a:pt x="7174712" y="1611201"/>
                  </a:lnTo>
                  <a:lnTo>
                    <a:pt x="7175380" y="1611201"/>
                  </a:lnTo>
                  <a:lnTo>
                    <a:pt x="7176048" y="1668810"/>
                  </a:lnTo>
                  <a:lnTo>
                    <a:pt x="7176716" y="1668810"/>
                  </a:lnTo>
                  <a:lnTo>
                    <a:pt x="7177384" y="1668810"/>
                  </a:lnTo>
                  <a:lnTo>
                    <a:pt x="7178052" y="1668810"/>
                  </a:lnTo>
                  <a:lnTo>
                    <a:pt x="7178720" y="1668810"/>
                  </a:lnTo>
                  <a:lnTo>
                    <a:pt x="7179388" y="1668810"/>
                  </a:lnTo>
                  <a:lnTo>
                    <a:pt x="7180056" y="1668810"/>
                  </a:lnTo>
                  <a:lnTo>
                    <a:pt x="7180724" y="1668810"/>
                  </a:lnTo>
                  <a:lnTo>
                    <a:pt x="7181392" y="1668810"/>
                  </a:lnTo>
                  <a:lnTo>
                    <a:pt x="7182060" y="1668810"/>
                  </a:lnTo>
                  <a:lnTo>
                    <a:pt x="7182728" y="1668810"/>
                  </a:lnTo>
                  <a:lnTo>
                    <a:pt x="7183396" y="1668810"/>
                  </a:lnTo>
                  <a:lnTo>
                    <a:pt x="7184064" y="1668810"/>
                  </a:lnTo>
                  <a:lnTo>
                    <a:pt x="7184732" y="1668810"/>
                  </a:lnTo>
                  <a:lnTo>
                    <a:pt x="7185400" y="1668810"/>
                  </a:lnTo>
                  <a:lnTo>
                    <a:pt x="7186068" y="1668810"/>
                  </a:lnTo>
                  <a:lnTo>
                    <a:pt x="7186737" y="1668810"/>
                  </a:lnTo>
                  <a:lnTo>
                    <a:pt x="7187405" y="1668810"/>
                  </a:lnTo>
                  <a:lnTo>
                    <a:pt x="7188073" y="1668810"/>
                  </a:lnTo>
                  <a:lnTo>
                    <a:pt x="7188741" y="1646339"/>
                  </a:lnTo>
                  <a:lnTo>
                    <a:pt x="7189409" y="1486446"/>
                  </a:lnTo>
                  <a:lnTo>
                    <a:pt x="7190077" y="1486446"/>
                  </a:lnTo>
                  <a:lnTo>
                    <a:pt x="7190745" y="1486446"/>
                  </a:lnTo>
                  <a:lnTo>
                    <a:pt x="7191413" y="1486446"/>
                  </a:lnTo>
                  <a:lnTo>
                    <a:pt x="7192081" y="1448445"/>
                  </a:lnTo>
                  <a:lnTo>
                    <a:pt x="7192749" y="1412617"/>
                  </a:lnTo>
                  <a:lnTo>
                    <a:pt x="7193417" y="1412617"/>
                  </a:lnTo>
                  <a:lnTo>
                    <a:pt x="7194085" y="1412617"/>
                  </a:lnTo>
                  <a:lnTo>
                    <a:pt x="7194753" y="1412617"/>
                  </a:lnTo>
                  <a:lnTo>
                    <a:pt x="7195421" y="1412617"/>
                  </a:lnTo>
                  <a:lnTo>
                    <a:pt x="7196089" y="1412617"/>
                  </a:lnTo>
                  <a:lnTo>
                    <a:pt x="7196757" y="1412617"/>
                  </a:lnTo>
                  <a:lnTo>
                    <a:pt x="7197425" y="1437480"/>
                  </a:lnTo>
                  <a:lnTo>
                    <a:pt x="7198093" y="1526900"/>
                  </a:lnTo>
                  <a:lnTo>
                    <a:pt x="7198761" y="1570146"/>
                  </a:lnTo>
                  <a:lnTo>
                    <a:pt x="7199429" y="1570146"/>
                  </a:lnTo>
                  <a:lnTo>
                    <a:pt x="7200097" y="1561255"/>
                  </a:lnTo>
                  <a:lnTo>
                    <a:pt x="7200765" y="1486446"/>
                  </a:lnTo>
                  <a:lnTo>
                    <a:pt x="7201433" y="1409145"/>
                  </a:lnTo>
                  <a:lnTo>
                    <a:pt x="7202101" y="1378727"/>
                  </a:lnTo>
                  <a:lnTo>
                    <a:pt x="7202769" y="1412617"/>
                  </a:lnTo>
                  <a:lnTo>
                    <a:pt x="7203437" y="1412617"/>
                  </a:lnTo>
                  <a:lnTo>
                    <a:pt x="7204105" y="1412617"/>
                  </a:lnTo>
                  <a:lnTo>
                    <a:pt x="7204773" y="1412617"/>
                  </a:lnTo>
                  <a:lnTo>
                    <a:pt x="7205441" y="1346575"/>
                  </a:lnTo>
                  <a:lnTo>
                    <a:pt x="7206109" y="1346575"/>
                  </a:lnTo>
                  <a:lnTo>
                    <a:pt x="7206777" y="1232293"/>
                  </a:lnTo>
                  <a:lnTo>
                    <a:pt x="7207445" y="1182120"/>
                  </a:lnTo>
                  <a:lnTo>
                    <a:pt x="7208113" y="1182120"/>
                  </a:lnTo>
                  <a:lnTo>
                    <a:pt x="7208781" y="1182120"/>
                  </a:lnTo>
                  <a:lnTo>
                    <a:pt x="7209449" y="1182120"/>
                  </a:lnTo>
                  <a:lnTo>
                    <a:pt x="7210117" y="1344627"/>
                  </a:lnTo>
                  <a:lnTo>
                    <a:pt x="7210785" y="1412178"/>
                  </a:lnTo>
                  <a:lnTo>
                    <a:pt x="7211454" y="1484841"/>
                  </a:lnTo>
                  <a:lnTo>
                    <a:pt x="7212122" y="1545158"/>
                  </a:lnTo>
                  <a:lnTo>
                    <a:pt x="7212790" y="1532746"/>
                  </a:lnTo>
                  <a:lnTo>
                    <a:pt x="7213458" y="1446745"/>
                  </a:lnTo>
                  <a:lnTo>
                    <a:pt x="7214126" y="1312255"/>
                  </a:lnTo>
                  <a:lnTo>
                    <a:pt x="7214794" y="1291005"/>
                  </a:lnTo>
                  <a:lnTo>
                    <a:pt x="7215462" y="1334251"/>
                  </a:lnTo>
                  <a:lnTo>
                    <a:pt x="7216130" y="1334251"/>
                  </a:lnTo>
                  <a:lnTo>
                    <a:pt x="7216798" y="1395338"/>
                  </a:lnTo>
                  <a:lnTo>
                    <a:pt x="7217466" y="1343270"/>
                  </a:lnTo>
                  <a:lnTo>
                    <a:pt x="7218134" y="1314420"/>
                  </a:lnTo>
                  <a:lnTo>
                    <a:pt x="7218802" y="1270452"/>
                  </a:lnTo>
                  <a:lnTo>
                    <a:pt x="7219470" y="1219968"/>
                  </a:lnTo>
                  <a:lnTo>
                    <a:pt x="7220138" y="1176783"/>
                  </a:lnTo>
                  <a:lnTo>
                    <a:pt x="7220806" y="1124135"/>
                  </a:lnTo>
                  <a:lnTo>
                    <a:pt x="7221474" y="1048914"/>
                  </a:lnTo>
                  <a:lnTo>
                    <a:pt x="7222142" y="1032241"/>
                  </a:lnTo>
                  <a:lnTo>
                    <a:pt x="7222810" y="1056662"/>
                  </a:lnTo>
                  <a:lnTo>
                    <a:pt x="7223478" y="1087605"/>
                  </a:lnTo>
                  <a:lnTo>
                    <a:pt x="7224146" y="1128159"/>
                  </a:lnTo>
                  <a:lnTo>
                    <a:pt x="7224814" y="1133012"/>
                  </a:lnTo>
                  <a:lnTo>
                    <a:pt x="7225482" y="1058102"/>
                  </a:lnTo>
                  <a:lnTo>
                    <a:pt x="7226150" y="1008262"/>
                  </a:lnTo>
                  <a:lnTo>
                    <a:pt x="7226818" y="983473"/>
                  </a:lnTo>
                  <a:lnTo>
                    <a:pt x="7227486" y="962095"/>
                  </a:lnTo>
                  <a:lnTo>
                    <a:pt x="7228154" y="957169"/>
                  </a:lnTo>
                  <a:lnTo>
                    <a:pt x="7228822" y="983473"/>
                  </a:lnTo>
                  <a:lnTo>
                    <a:pt x="7229490" y="992492"/>
                  </a:lnTo>
                  <a:lnTo>
                    <a:pt x="7230158" y="1020355"/>
                  </a:lnTo>
                  <a:lnTo>
                    <a:pt x="7230826" y="1050938"/>
                  </a:lnTo>
                  <a:lnTo>
                    <a:pt x="7231494" y="1062440"/>
                  </a:lnTo>
                  <a:lnTo>
                    <a:pt x="7232162" y="987323"/>
                  </a:lnTo>
                  <a:lnTo>
                    <a:pt x="7232830" y="947432"/>
                  </a:lnTo>
                  <a:lnTo>
                    <a:pt x="7233498" y="1101162"/>
                  </a:lnTo>
                  <a:lnTo>
                    <a:pt x="7234166" y="1112701"/>
                  </a:lnTo>
                  <a:lnTo>
                    <a:pt x="7234834" y="1121520"/>
                  </a:lnTo>
                  <a:lnTo>
                    <a:pt x="7235503" y="1167582"/>
                  </a:lnTo>
                  <a:lnTo>
                    <a:pt x="7236171" y="1209951"/>
                  </a:lnTo>
                  <a:lnTo>
                    <a:pt x="7236839" y="1247587"/>
                  </a:lnTo>
                  <a:lnTo>
                    <a:pt x="7237507" y="1311220"/>
                  </a:lnTo>
                  <a:lnTo>
                    <a:pt x="7238175" y="1268088"/>
                  </a:lnTo>
                  <a:lnTo>
                    <a:pt x="7238843" y="1223241"/>
                  </a:lnTo>
                  <a:lnTo>
                    <a:pt x="7239511" y="1221750"/>
                  </a:lnTo>
                  <a:lnTo>
                    <a:pt x="7240179" y="1209951"/>
                  </a:lnTo>
                  <a:lnTo>
                    <a:pt x="7240847" y="1194081"/>
                  </a:lnTo>
                  <a:lnTo>
                    <a:pt x="7241515" y="1240730"/>
                  </a:lnTo>
                  <a:lnTo>
                    <a:pt x="7242183" y="1352097"/>
                  </a:lnTo>
                  <a:lnTo>
                    <a:pt x="7242851" y="1221837"/>
                  </a:lnTo>
                  <a:lnTo>
                    <a:pt x="7243519" y="1121305"/>
                  </a:lnTo>
                  <a:lnTo>
                    <a:pt x="7244187" y="978139"/>
                  </a:lnTo>
                  <a:lnTo>
                    <a:pt x="7244855" y="978139"/>
                  </a:lnTo>
                  <a:lnTo>
                    <a:pt x="7245523" y="972937"/>
                  </a:lnTo>
                  <a:lnTo>
                    <a:pt x="7246191" y="944249"/>
                  </a:lnTo>
                  <a:lnTo>
                    <a:pt x="7246859" y="944249"/>
                  </a:lnTo>
                  <a:lnTo>
                    <a:pt x="7247527" y="957586"/>
                  </a:lnTo>
                  <a:lnTo>
                    <a:pt x="7248195" y="1034582"/>
                  </a:lnTo>
                  <a:lnTo>
                    <a:pt x="7248863" y="1092422"/>
                  </a:lnTo>
                  <a:lnTo>
                    <a:pt x="7249531" y="1135668"/>
                  </a:lnTo>
                  <a:lnTo>
                    <a:pt x="7250199" y="1135668"/>
                  </a:lnTo>
                  <a:lnTo>
                    <a:pt x="7250867" y="1135668"/>
                  </a:lnTo>
                  <a:lnTo>
                    <a:pt x="7251535" y="1293334"/>
                  </a:lnTo>
                  <a:lnTo>
                    <a:pt x="7252203" y="1315554"/>
                  </a:lnTo>
                  <a:lnTo>
                    <a:pt x="7252871" y="1371725"/>
                  </a:lnTo>
                  <a:lnTo>
                    <a:pt x="7253539" y="1404392"/>
                  </a:lnTo>
                  <a:lnTo>
                    <a:pt x="7254207" y="1369281"/>
                  </a:lnTo>
                  <a:lnTo>
                    <a:pt x="7254875" y="1380704"/>
                  </a:lnTo>
                  <a:lnTo>
                    <a:pt x="7255543" y="1423089"/>
                  </a:lnTo>
                  <a:lnTo>
                    <a:pt x="7256211" y="1460284"/>
                  </a:lnTo>
                  <a:lnTo>
                    <a:pt x="7256879" y="1452126"/>
                  </a:lnTo>
                  <a:lnTo>
                    <a:pt x="7257547" y="1485416"/>
                  </a:lnTo>
                  <a:lnTo>
                    <a:pt x="7258215" y="1485416"/>
                  </a:lnTo>
                  <a:lnTo>
                    <a:pt x="7258883" y="1485416"/>
                  </a:lnTo>
                  <a:lnTo>
                    <a:pt x="7259551" y="1485416"/>
                  </a:lnTo>
                  <a:lnTo>
                    <a:pt x="7260220" y="1511598"/>
                  </a:lnTo>
                  <a:lnTo>
                    <a:pt x="7260888" y="1545158"/>
                  </a:lnTo>
                  <a:lnTo>
                    <a:pt x="7261556" y="1541727"/>
                  </a:lnTo>
                  <a:lnTo>
                    <a:pt x="7262224" y="1526461"/>
                  </a:lnTo>
                  <a:lnTo>
                    <a:pt x="7262892" y="1558613"/>
                  </a:lnTo>
                  <a:lnTo>
                    <a:pt x="7263560" y="1666332"/>
                  </a:lnTo>
                  <a:lnTo>
                    <a:pt x="7264228" y="1668810"/>
                  </a:lnTo>
                  <a:lnTo>
                    <a:pt x="7264896" y="1570146"/>
                  </a:lnTo>
                  <a:lnTo>
                    <a:pt x="7265564" y="1433867"/>
                  </a:lnTo>
                  <a:lnTo>
                    <a:pt x="7266232" y="1602435"/>
                  </a:lnTo>
                  <a:lnTo>
                    <a:pt x="7266900" y="1654688"/>
                  </a:lnTo>
                  <a:lnTo>
                    <a:pt x="7267568" y="1607769"/>
                  </a:lnTo>
                  <a:lnTo>
                    <a:pt x="7268236" y="1611201"/>
                  </a:lnTo>
                  <a:lnTo>
                    <a:pt x="7268904" y="1611201"/>
                  </a:lnTo>
                  <a:lnTo>
                    <a:pt x="7269572" y="1611201"/>
                  </a:lnTo>
                  <a:lnTo>
                    <a:pt x="7270240" y="1611201"/>
                  </a:lnTo>
                  <a:lnTo>
                    <a:pt x="7270908" y="1611201"/>
                  </a:lnTo>
                  <a:lnTo>
                    <a:pt x="7271576" y="1594026"/>
                  </a:lnTo>
                  <a:lnTo>
                    <a:pt x="7272244" y="1545158"/>
                  </a:lnTo>
                  <a:lnTo>
                    <a:pt x="7272912" y="1545158"/>
                  </a:lnTo>
                  <a:lnTo>
                    <a:pt x="7273580" y="1545158"/>
                  </a:lnTo>
                  <a:lnTo>
                    <a:pt x="7274248" y="1545158"/>
                  </a:lnTo>
                  <a:lnTo>
                    <a:pt x="7274916" y="1545158"/>
                  </a:lnTo>
                  <a:lnTo>
                    <a:pt x="7275584" y="1661953"/>
                  </a:lnTo>
                  <a:lnTo>
                    <a:pt x="7276252" y="1647295"/>
                  </a:lnTo>
                  <a:lnTo>
                    <a:pt x="7276920" y="1603038"/>
                  </a:lnTo>
                  <a:lnTo>
                    <a:pt x="7277588" y="1644112"/>
                  </a:lnTo>
                  <a:lnTo>
                    <a:pt x="7278256" y="1486446"/>
                  </a:lnTo>
                  <a:lnTo>
                    <a:pt x="7278924" y="1486446"/>
                  </a:lnTo>
                  <a:lnTo>
                    <a:pt x="7279592" y="1486446"/>
                  </a:lnTo>
                  <a:lnTo>
                    <a:pt x="7280260" y="1486446"/>
                  </a:lnTo>
                  <a:lnTo>
                    <a:pt x="7280928" y="1486446"/>
                  </a:lnTo>
                  <a:lnTo>
                    <a:pt x="7281596" y="1494331"/>
                  </a:lnTo>
                  <a:lnTo>
                    <a:pt x="7282264" y="1646339"/>
                  </a:lnTo>
                  <a:lnTo>
                    <a:pt x="7282932" y="1666332"/>
                  </a:lnTo>
                  <a:lnTo>
                    <a:pt x="7283600" y="1668810"/>
                  </a:lnTo>
                  <a:lnTo>
                    <a:pt x="7284268" y="1668810"/>
                  </a:lnTo>
                  <a:lnTo>
                    <a:pt x="7284937" y="1668810"/>
                  </a:lnTo>
                  <a:lnTo>
                    <a:pt x="7285605" y="1668810"/>
                  </a:lnTo>
                  <a:lnTo>
                    <a:pt x="7286273" y="1668810"/>
                  </a:lnTo>
                  <a:lnTo>
                    <a:pt x="7286941" y="1668810"/>
                  </a:lnTo>
                  <a:lnTo>
                    <a:pt x="7287609" y="1668810"/>
                  </a:lnTo>
                  <a:lnTo>
                    <a:pt x="7288277" y="1668810"/>
                  </a:lnTo>
                  <a:lnTo>
                    <a:pt x="7288945" y="1668810"/>
                  </a:lnTo>
                  <a:lnTo>
                    <a:pt x="7289613" y="1668810"/>
                  </a:lnTo>
                  <a:lnTo>
                    <a:pt x="7290281" y="1668810"/>
                  </a:lnTo>
                  <a:lnTo>
                    <a:pt x="7290949" y="1668810"/>
                  </a:lnTo>
                  <a:lnTo>
                    <a:pt x="7291617" y="1668810"/>
                  </a:lnTo>
                  <a:lnTo>
                    <a:pt x="7292285" y="1668810"/>
                  </a:lnTo>
                  <a:lnTo>
                    <a:pt x="7292953" y="1668810"/>
                  </a:lnTo>
                  <a:lnTo>
                    <a:pt x="7293621" y="1570146"/>
                  </a:lnTo>
                  <a:lnTo>
                    <a:pt x="7294289" y="1570146"/>
                  </a:lnTo>
                  <a:lnTo>
                    <a:pt x="7294957" y="1552488"/>
                  </a:lnTo>
                  <a:lnTo>
                    <a:pt x="7295625" y="1486446"/>
                  </a:lnTo>
                  <a:lnTo>
                    <a:pt x="7296293" y="1486446"/>
                  </a:lnTo>
                  <a:lnTo>
                    <a:pt x="7296961" y="1486446"/>
                  </a:lnTo>
                  <a:lnTo>
                    <a:pt x="7297629" y="1486446"/>
                  </a:lnTo>
                  <a:lnTo>
                    <a:pt x="7298297" y="1486446"/>
                  </a:lnTo>
                  <a:lnTo>
                    <a:pt x="7298965" y="1486446"/>
                  </a:lnTo>
                  <a:lnTo>
                    <a:pt x="7299633" y="1552488"/>
                  </a:lnTo>
                  <a:lnTo>
                    <a:pt x="7300301" y="1510404"/>
                  </a:lnTo>
                  <a:lnTo>
                    <a:pt x="7300969" y="1486446"/>
                  </a:lnTo>
                  <a:lnTo>
                    <a:pt x="7301637" y="1426704"/>
                  </a:lnTo>
                  <a:lnTo>
                    <a:pt x="7302305" y="1412617"/>
                  </a:lnTo>
                  <a:lnTo>
                    <a:pt x="7302973" y="1343449"/>
                  </a:lnTo>
                  <a:lnTo>
                    <a:pt x="7303641" y="1286833"/>
                  </a:lnTo>
                  <a:lnTo>
                    <a:pt x="7304309" y="1286833"/>
                  </a:lnTo>
                  <a:lnTo>
                    <a:pt x="7304977" y="1298335"/>
                  </a:lnTo>
                  <a:lnTo>
                    <a:pt x="7305645" y="1346575"/>
                  </a:lnTo>
                  <a:lnTo>
                    <a:pt x="7306313" y="1346575"/>
                  </a:lnTo>
                  <a:lnTo>
                    <a:pt x="7306981" y="1346575"/>
                  </a:lnTo>
                  <a:lnTo>
                    <a:pt x="7307649" y="1346575"/>
                  </a:lnTo>
                  <a:lnTo>
                    <a:pt x="7308317" y="1346575"/>
                  </a:lnTo>
                  <a:lnTo>
                    <a:pt x="7308985" y="1346575"/>
                  </a:lnTo>
                  <a:lnTo>
                    <a:pt x="7309654" y="1346575"/>
                  </a:lnTo>
                  <a:lnTo>
                    <a:pt x="7310322" y="1392064"/>
                  </a:lnTo>
                  <a:lnTo>
                    <a:pt x="7310990" y="1412617"/>
                  </a:lnTo>
                  <a:lnTo>
                    <a:pt x="7311658" y="1470968"/>
                  </a:lnTo>
                  <a:lnTo>
                    <a:pt x="7312326" y="1486446"/>
                  </a:lnTo>
                  <a:lnTo>
                    <a:pt x="7312994" y="1574639"/>
                  </a:lnTo>
                  <a:lnTo>
                    <a:pt x="7313662" y="1666771"/>
                  </a:lnTo>
                  <a:lnTo>
                    <a:pt x="7314330" y="1666771"/>
                  </a:lnTo>
                  <a:lnTo>
                    <a:pt x="7314998" y="1666771"/>
                  </a:lnTo>
                  <a:lnTo>
                    <a:pt x="7315666" y="1666771"/>
                  </a:lnTo>
                  <a:lnTo>
                    <a:pt x="7316334" y="1666771"/>
                  </a:lnTo>
                  <a:lnTo>
                    <a:pt x="7317002" y="1666771"/>
                  </a:lnTo>
                  <a:lnTo>
                    <a:pt x="7317670" y="1666771"/>
                  </a:lnTo>
                  <a:lnTo>
                    <a:pt x="7318338" y="1666771"/>
                  </a:lnTo>
                  <a:lnTo>
                    <a:pt x="7319006" y="1666771"/>
                  </a:lnTo>
                  <a:lnTo>
                    <a:pt x="7319674" y="1666771"/>
                  </a:lnTo>
                  <a:lnTo>
                    <a:pt x="7320342" y="1666771"/>
                  </a:lnTo>
                  <a:lnTo>
                    <a:pt x="7321010" y="1666771"/>
                  </a:lnTo>
                  <a:lnTo>
                    <a:pt x="7321678" y="1666771"/>
                  </a:lnTo>
                  <a:lnTo>
                    <a:pt x="7322346" y="1666771"/>
                  </a:lnTo>
                  <a:lnTo>
                    <a:pt x="7323014" y="1666771"/>
                  </a:lnTo>
                  <a:lnTo>
                    <a:pt x="7323682" y="1666771"/>
                  </a:lnTo>
                  <a:lnTo>
                    <a:pt x="7324350" y="1666771"/>
                  </a:lnTo>
                  <a:lnTo>
                    <a:pt x="7325018" y="1666771"/>
                  </a:lnTo>
                  <a:lnTo>
                    <a:pt x="7325686" y="1666771"/>
                  </a:lnTo>
                  <a:lnTo>
                    <a:pt x="7326354" y="1666771"/>
                  </a:lnTo>
                  <a:lnTo>
                    <a:pt x="7327022" y="1666771"/>
                  </a:lnTo>
                  <a:lnTo>
                    <a:pt x="7327690" y="1666771"/>
                  </a:lnTo>
                  <a:lnTo>
                    <a:pt x="7328358" y="1666771"/>
                  </a:lnTo>
                  <a:lnTo>
                    <a:pt x="7329026" y="1668810"/>
                  </a:lnTo>
                  <a:lnTo>
                    <a:pt x="7329694" y="1668810"/>
                  </a:lnTo>
                  <a:lnTo>
                    <a:pt x="7330362" y="1668810"/>
                  </a:lnTo>
                  <a:lnTo>
                    <a:pt x="7331030" y="1668810"/>
                  </a:lnTo>
                  <a:lnTo>
                    <a:pt x="7331698" y="1668810"/>
                  </a:lnTo>
                  <a:lnTo>
                    <a:pt x="7332366" y="1668810"/>
                  </a:lnTo>
                  <a:lnTo>
                    <a:pt x="7333034" y="1668810"/>
                  </a:lnTo>
                  <a:lnTo>
                    <a:pt x="7333703" y="1668810"/>
                  </a:lnTo>
                  <a:lnTo>
                    <a:pt x="7334371" y="1668810"/>
                  </a:lnTo>
                  <a:lnTo>
                    <a:pt x="7335039" y="1668810"/>
                  </a:lnTo>
                  <a:lnTo>
                    <a:pt x="7335707" y="1668810"/>
                  </a:lnTo>
                  <a:lnTo>
                    <a:pt x="7336375" y="1668810"/>
                  </a:lnTo>
                  <a:lnTo>
                    <a:pt x="7337043" y="1668810"/>
                  </a:lnTo>
                  <a:lnTo>
                    <a:pt x="7337711" y="1668810"/>
                  </a:lnTo>
                  <a:lnTo>
                    <a:pt x="7338379" y="1668810"/>
                  </a:lnTo>
                  <a:lnTo>
                    <a:pt x="7339047" y="1666332"/>
                  </a:lnTo>
                  <a:lnTo>
                    <a:pt x="7339715" y="1644112"/>
                  </a:lnTo>
                  <a:lnTo>
                    <a:pt x="7340383" y="1486446"/>
                  </a:lnTo>
                  <a:lnTo>
                    <a:pt x="7341051" y="1668810"/>
                  </a:lnTo>
                  <a:lnTo>
                    <a:pt x="7341719" y="1668810"/>
                  </a:lnTo>
                  <a:lnTo>
                    <a:pt x="7342387" y="1668810"/>
                  </a:lnTo>
                  <a:lnTo>
                    <a:pt x="7343055" y="1668810"/>
                  </a:lnTo>
                  <a:lnTo>
                    <a:pt x="7343723" y="1668810"/>
                  </a:lnTo>
                  <a:lnTo>
                    <a:pt x="7344391" y="1668810"/>
                  </a:lnTo>
                  <a:lnTo>
                    <a:pt x="7345059" y="1668810"/>
                  </a:lnTo>
                  <a:lnTo>
                    <a:pt x="7345727" y="1668810"/>
                  </a:lnTo>
                  <a:lnTo>
                    <a:pt x="7346395" y="1668810"/>
                  </a:lnTo>
                  <a:lnTo>
                    <a:pt x="7347063" y="1668810"/>
                  </a:lnTo>
                  <a:lnTo>
                    <a:pt x="7347731" y="1668810"/>
                  </a:lnTo>
                  <a:lnTo>
                    <a:pt x="7348399" y="1668810"/>
                  </a:lnTo>
                  <a:lnTo>
                    <a:pt x="7349067" y="1668810"/>
                  </a:lnTo>
                  <a:lnTo>
                    <a:pt x="7349735" y="1668810"/>
                  </a:lnTo>
                  <a:lnTo>
                    <a:pt x="7350403" y="1668810"/>
                  </a:lnTo>
                  <a:lnTo>
                    <a:pt x="7351071" y="1638369"/>
                  </a:lnTo>
                  <a:lnTo>
                    <a:pt x="7351739" y="1400293"/>
                  </a:lnTo>
                  <a:lnTo>
                    <a:pt x="7352407" y="1287574"/>
                  </a:lnTo>
                  <a:lnTo>
                    <a:pt x="7353075" y="1272308"/>
                  </a:lnTo>
                  <a:lnTo>
                    <a:pt x="7353743" y="1252314"/>
                  </a:lnTo>
                  <a:lnTo>
                    <a:pt x="7354411" y="1092422"/>
                  </a:lnTo>
                  <a:lnTo>
                    <a:pt x="7355079" y="1102957"/>
                  </a:lnTo>
                  <a:lnTo>
                    <a:pt x="7355747" y="1172550"/>
                  </a:lnTo>
                  <a:lnTo>
                    <a:pt x="7356415" y="1206705"/>
                  </a:lnTo>
                  <a:lnTo>
                    <a:pt x="7357083" y="1135668"/>
                  </a:lnTo>
                  <a:lnTo>
                    <a:pt x="7357751" y="1065832"/>
                  </a:lnTo>
                  <a:lnTo>
                    <a:pt x="7358420" y="1032680"/>
                  </a:lnTo>
                  <a:lnTo>
                    <a:pt x="7359088" y="1003002"/>
                  </a:lnTo>
                  <a:lnTo>
                    <a:pt x="7359756" y="1013967"/>
                  </a:lnTo>
                  <a:lnTo>
                    <a:pt x="7360424" y="1013967"/>
                  </a:lnTo>
                  <a:lnTo>
                    <a:pt x="7361092" y="1050012"/>
                  </a:lnTo>
                  <a:lnTo>
                    <a:pt x="7361760" y="1118010"/>
                  </a:lnTo>
                  <a:lnTo>
                    <a:pt x="7362428" y="1232293"/>
                  </a:lnTo>
                  <a:lnTo>
                    <a:pt x="7363096" y="1232293"/>
                  </a:lnTo>
                  <a:lnTo>
                    <a:pt x="7363764" y="1211739"/>
                  </a:lnTo>
                  <a:lnTo>
                    <a:pt x="7364432" y="1182120"/>
                  </a:lnTo>
                  <a:lnTo>
                    <a:pt x="7365100" y="1182120"/>
                  </a:lnTo>
                  <a:lnTo>
                    <a:pt x="7365768" y="1182120"/>
                  </a:lnTo>
                  <a:lnTo>
                    <a:pt x="7366436" y="1201710"/>
                  </a:lnTo>
                  <a:lnTo>
                    <a:pt x="7367104" y="1286833"/>
                  </a:lnTo>
                  <a:lnTo>
                    <a:pt x="7367772" y="1388703"/>
                  </a:lnTo>
                  <a:lnTo>
                    <a:pt x="7368440" y="1448445"/>
                  </a:lnTo>
                  <a:lnTo>
                    <a:pt x="7369108" y="1531093"/>
                  </a:lnTo>
                  <a:lnTo>
                    <a:pt x="7369776" y="1494331"/>
                  </a:lnTo>
                  <a:lnTo>
                    <a:pt x="7370444" y="1486446"/>
                  </a:lnTo>
                  <a:lnTo>
                    <a:pt x="7371112" y="1486446"/>
                  </a:lnTo>
                  <a:lnTo>
                    <a:pt x="7371780" y="1486446"/>
                  </a:lnTo>
                  <a:lnTo>
                    <a:pt x="7372448" y="1486446"/>
                  </a:lnTo>
                  <a:lnTo>
                    <a:pt x="7373116" y="1486446"/>
                  </a:lnTo>
                  <a:lnTo>
                    <a:pt x="7373784" y="1518598"/>
                  </a:lnTo>
                  <a:lnTo>
                    <a:pt x="7374452" y="1570146"/>
                  </a:lnTo>
                  <a:lnTo>
                    <a:pt x="7375120" y="1570146"/>
                  </a:lnTo>
                  <a:lnTo>
                    <a:pt x="7375788" y="1570146"/>
                  </a:lnTo>
                  <a:lnTo>
                    <a:pt x="7376456" y="1570146"/>
                  </a:lnTo>
                  <a:lnTo>
                    <a:pt x="7377124" y="1570146"/>
                  </a:lnTo>
                  <a:lnTo>
                    <a:pt x="7377792" y="1570146"/>
                  </a:lnTo>
                  <a:lnTo>
                    <a:pt x="7378460" y="1570146"/>
                  </a:lnTo>
                  <a:lnTo>
                    <a:pt x="7379128" y="1486446"/>
                  </a:lnTo>
                  <a:lnTo>
                    <a:pt x="7379796" y="1478659"/>
                  </a:lnTo>
                  <a:lnTo>
                    <a:pt x="7380464" y="1486446"/>
                  </a:lnTo>
                  <a:lnTo>
                    <a:pt x="7381132" y="1486446"/>
                  </a:lnTo>
                  <a:lnTo>
                    <a:pt x="7381800" y="1486446"/>
                  </a:lnTo>
                  <a:lnTo>
                    <a:pt x="7382468" y="1486446"/>
                  </a:lnTo>
                  <a:lnTo>
                    <a:pt x="7383137" y="1463370"/>
                  </a:lnTo>
                  <a:lnTo>
                    <a:pt x="7383805" y="1337243"/>
                  </a:lnTo>
                  <a:lnTo>
                    <a:pt x="7384473" y="1237538"/>
                  </a:lnTo>
                  <a:lnTo>
                    <a:pt x="7385141" y="1232293"/>
                  </a:lnTo>
                  <a:lnTo>
                    <a:pt x="7385809" y="1174929"/>
                  </a:lnTo>
                  <a:lnTo>
                    <a:pt x="7386477" y="962661"/>
                  </a:lnTo>
                  <a:lnTo>
                    <a:pt x="7387145" y="795208"/>
                  </a:lnTo>
                  <a:lnTo>
                    <a:pt x="7387813" y="891881"/>
                  </a:lnTo>
                  <a:lnTo>
                    <a:pt x="7388481" y="985060"/>
                  </a:lnTo>
                  <a:lnTo>
                    <a:pt x="7389149" y="968093"/>
                  </a:lnTo>
                  <a:lnTo>
                    <a:pt x="7389817" y="1073377"/>
                  </a:lnTo>
                  <a:lnTo>
                    <a:pt x="7390485" y="1035183"/>
                  </a:lnTo>
                  <a:lnTo>
                    <a:pt x="7391153" y="1035183"/>
                  </a:lnTo>
                  <a:lnTo>
                    <a:pt x="7391821" y="1035183"/>
                  </a:lnTo>
                  <a:lnTo>
                    <a:pt x="7392489" y="1073192"/>
                  </a:lnTo>
                  <a:lnTo>
                    <a:pt x="7393157" y="1010458"/>
                  </a:lnTo>
                  <a:lnTo>
                    <a:pt x="7393825" y="1009629"/>
                  </a:lnTo>
                  <a:lnTo>
                    <a:pt x="7394493" y="1062490"/>
                  </a:lnTo>
                  <a:lnTo>
                    <a:pt x="7395161" y="1016868"/>
                  </a:lnTo>
                  <a:lnTo>
                    <a:pt x="7395829" y="1018414"/>
                  </a:lnTo>
                  <a:lnTo>
                    <a:pt x="7396497" y="1100127"/>
                  </a:lnTo>
                  <a:lnTo>
                    <a:pt x="7397165" y="1208618"/>
                  </a:lnTo>
                  <a:lnTo>
                    <a:pt x="7397833" y="1249862"/>
                  </a:lnTo>
                  <a:lnTo>
                    <a:pt x="7398501" y="1240042"/>
                  </a:lnTo>
                  <a:lnTo>
                    <a:pt x="7399169" y="1260349"/>
                  </a:lnTo>
                  <a:lnTo>
                    <a:pt x="7399837" y="1182787"/>
                  </a:lnTo>
                  <a:lnTo>
                    <a:pt x="7400505" y="1202688"/>
                  </a:lnTo>
                  <a:lnTo>
                    <a:pt x="7401173" y="1194081"/>
                  </a:lnTo>
                  <a:lnTo>
                    <a:pt x="7401841" y="1201035"/>
                  </a:lnTo>
                  <a:lnTo>
                    <a:pt x="7402509" y="1206604"/>
                  </a:lnTo>
                  <a:lnTo>
                    <a:pt x="7403177" y="1157856"/>
                  </a:lnTo>
                  <a:lnTo>
                    <a:pt x="7403845" y="1212550"/>
                  </a:lnTo>
                  <a:lnTo>
                    <a:pt x="7404513" y="1257850"/>
                  </a:lnTo>
                  <a:lnTo>
                    <a:pt x="7405181" y="1391625"/>
                  </a:lnTo>
                  <a:lnTo>
                    <a:pt x="7405849" y="1424866"/>
                  </a:lnTo>
                  <a:lnTo>
                    <a:pt x="7406517" y="1286833"/>
                  </a:lnTo>
                  <a:lnTo>
                    <a:pt x="7407185" y="1286833"/>
                  </a:lnTo>
                  <a:lnTo>
                    <a:pt x="7407854" y="1163124"/>
                  </a:lnTo>
                  <a:lnTo>
                    <a:pt x="7408522" y="1174929"/>
                  </a:lnTo>
                  <a:lnTo>
                    <a:pt x="7409190" y="1392185"/>
                  </a:lnTo>
                  <a:lnTo>
                    <a:pt x="7409858" y="1412178"/>
                  </a:lnTo>
                  <a:lnTo>
                    <a:pt x="7410526" y="1468550"/>
                  </a:lnTo>
                  <a:lnTo>
                    <a:pt x="7411194" y="1433493"/>
                  </a:lnTo>
                  <a:lnTo>
                    <a:pt x="7411862" y="1380704"/>
                  </a:lnTo>
                  <a:lnTo>
                    <a:pt x="7412530" y="1329790"/>
                  </a:lnTo>
                  <a:lnTo>
                    <a:pt x="7413198" y="1364051"/>
                  </a:lnTo>
                  <a:lnTo>
                    <a:pt x="7413866" y="1361707"/>
                  </a:lnTo>
                  <a:lnTo>
                    <a:pt x="7414534" y="1297305"/>
                  </a:lnTo>
                  <a:lnTo>
                    <a:pt x="7415202" y="1291005"/>
                  </a:lnTo>
                  <a:lnTo>
                    <a:pt x="7415870" y="1280644"/>
                  </a:lnTo>
                  <a:lnTo>
                    <a:pt x="7416538" y="1250551"/>
                  </a:lnTo>
                  <a:lnTo>
                    <a:pt x="7417206" y="1210710"/>
                  </a:lnTo>
                  <a:lnTo>
                    <a:pt x="7417874" y="1208874"/>
                  </a:lnTo>
                  <a:lnTo>
                    <a:pt x="7418542" y="1176722"/>
                  </a:lnTo>
                  <a:lnTo>
                    <a:pt x="7419210" y="1121514"/>
                  </a:lnTo>
                  <a:lnTo>
                    <a:pt x="7419878" y="1071935"/>
                  </a:lnTo>
                  <a:lnTo>
                    <a:pt x="7420546" y="860961"/>
                  </a:lnTo>
                  <a:lnTo>
                    <a:pt x="7421214" y="880024"/>
                  </a:lnTo>
                  <a:lnTo>
                    <a:pt x="7421882" y="912097"/>
                  </a:lnTo>
                  <a:lnTo>
                    <a:pt x="7422550" y="890534"/>
                  </a:lnTo>
                  <a:lnTo>
                    <a:pt x="7423218" y="1061400"/>
                  </a:lnTo>
                  <a:lnTo>
                    <a:pt x="7423886" y="1049573"/>
                  </a:lnTo>
                  <a:lnTo>
                    <a:pt x="7424554" y="1058423"/>
                  </a:lnTo>
                  <a:lnTo>
                    <a:pt x="7425222" y="1002175"/>
                  </a:lnTo>
                  <a:lnTo>
                    <a:pt x="7425890" y="967060"/>
                  </a:lnTo>
                  <a:lnTo>
                    <a:pt x="7426558" y="937844"/>
                  </a:lnTo>
                  <a:lnTo>
                    <a:pt x="7427226" y="907658"/>
                  </a:lnTo>
                  <a:lnTo>
                    <a:pt x="7427894" y="941422"/>
                  </a:lnTo>
                  <a:lnTo>
                    <a:pt x="7428562" y="939034"/>
                  </a:lnTo>
                  <a:lnTo>
                    <a:pt x="7429230" y="959627"/>
                  </a:lnTo>
                  <a:lnTo>
                    <a:pt x="7429898" y="987323"/>
                  </a:lnTo>
                  <a:lnTo>
                    <a:pt x="7430566" y="967060"/>
                  </a:lnTo>
                  <a:lnTo>
                    <a:pt x="7431234" y="946225"/>
                  </a:lnTo>
                  <a:lnTo>
                    <a:pt x="7431903" y="908792"/>
                  </a:lnTo>
                  <a:lnTo>
                    <a:pt x="7432571" y="945021"/>
                  </a:lnTo>
                  <a:lnTo>
                    <a:pt x="7433239" y="927528"/>
                  </a:lnTo>
                  <a:lnTo>
                    <a:pt x="7433907" y="931155"/>
                  </a:lnTo>
                  <a:lnTo>
                    <a:pt x="7434575" y="950860"/>
                  </a:lnTo>
                  <a:lnTo>
                    <a:pt x="7435243" y="995935"/>
                  </a:lnTo>
                  <a:lnTo>
                    <a:pt x="7435911" y="834104"/>
                  </a:lnTo>
                  <a:lnTo>
                    <a:pt x="7436579" y="805699"/>
                  </a:lnTo>
                  <a:lnTo>
                    <a:pt x="7437247" y="819065"/>
                  </a:lnTo>
                  <a:lnTo>
                    <a:pt x="7437915" y="843865"/>
                  </a:lnTo>
                  <a:lnTo>
                    <a:pt x="7438583" y="890534"/>
                  </a:lnTo>
                  <a:lnTo>
                    <a:pt x="7439251" y="912097"/>
                  </a:lnTo>
                  <a:lnTo>
                    <a:pt x="7439919" y="893569"/>
                  </a:lnTo>
                  <a:lnTo>
                    <a:pt x="7440587" y="1103038"/>
                  </a:lnTo>
                  <a:lnTo>
                    <a:pt x="7441255" y="1158025"/>
                  </a:lnTo>
                  <a:lnTo>
                    <a:pt x="7441923" y="1194380"/>
                  </a:lnTo>
                  <a:lnTo>
                    <a:pt x="7442591" y="1144484"/>
                  </a:lnTo>
                  <a:lnTo>
                    <a:pt x="7443259" y="1136268"/>
                  </a:lnTo>
                  <a:lnTo>
                    <a:pt x="7443927" y="1131390"/>
                  </a:lnTo>
                  <a:lnTo>
                    <a:pt x="7444595" y="1142832"/>
                  </a:lnTo>
                  <a:lnTo>
                    <a:pt x="7445263" y="1128159"/>
                  </a:lnTo>
                  <a:lnTo>
                    <a:pt x="7445931" y="1144484"/>
                  </a:lnTo>
                  <a:lnTo>
                    <a:pt x="7446599" y="1218106"/>
                  </a:lnTo>
                  <a:lnTo>
                    <a:pt x="7447267" y="1233165"/>
                  </a:lnTo>
                  <a:lnTo>
                    <a:pt x="7447935" y="1212551"/>
                  </a:lnTo>
                  <a:lnTo>
                    <a:pt x="7448603" y="1362647"/>
                  </a:lnTo>
                  <a:lnTo>
                    <a:pt x="7449271" y="1355694"/>
                  </a:lnTo>
                  <a:lnTo>
                    <a:pt x="7449939" y="1378217"/>
                  </a:lnTo>
                  <a:lnTo>
                    <a:pt x="7450607" y="1400648"/>
                  </a:lnTo>
                  <a:lnTo>
                    <a:pt x="7451275" y="1377057"/>
                  </a:lnTo>
                  <a:lnTo>
                    <a:pt x="7451943" y="1295198"/>
                  </a:lnTo>
                  <a:lnTo>
                    <a:pt x="7452611" y="1380704"/>
                  </a:lnTo>
                  <a:lnTo>
                    <a:pt x="7453279" y="1441411"/>
                  </a:lnTo>
                  <a:lnTo>
                    <a:pt x="7453947" y="1485416"/>
                  </a:lnTo>
                  <a:lnTo>
                    <a:pt x="7454615" y="1485416"/>
                  </a:lnTo>
                  <a:lnTo>
                    <a:pt x="7455283" y="1520574"/>
                  </a:lnTo>
                  <a:lnTo>
                    <a:pt x="7455951" y="1611201"/>
                  </a:lnTo>
                  <a:lnTo>
                    <a:pt x="7456620" y="1668810"/>
                  </a:lnTo>
                  <a:lnTo>
                    <a:pt x="7457288" y="1668810"/>
                  </a:lnTo>
                  <a:lnTo>
                    <a:pt x="7457956" y="1668810"/>
                  </a:lnTo>
                  <a:lnTo>
                    <a:pt x="7458624" y="1668810"/>
                  </a:lnTo>
                  <a:lnTo>
                    <a:pt x="7459292" y="1666771"/>
                  </a:lnTo>
                  <a:lnTo>
                    <a:pt x="7459960" y="1666771"/>
                  </a:lnTo>
                  <a:lnTo>
                    <a:pt x="7460628" y="1522735"/>
                  </a:lnTo>
                  <a:lnTo>
                    <a:pt x="7461296" y="1362445"/>
                  </a:lnTo>
                  <a:lnTo>
                    <a:pt x="7461964" y="1310051"/>
                  </a:lnTo>
                  <a:lnTo>
                    <a:pt x="7462632" y="1242828"/>
                  </a:lnTo>
                  <a:lnTo>
                    <a:pt x="7463300" y="1128988"/>
                  </a:lnTo>
                  <a:lnTo>
                    <a:pt x="7463968" y="1065832"/>
                  </a:lnTo>
                  <a:lnTo>
                    <a:pt x="7464636" y="1211861"/>
                  </a:lnTo>
                  <a:lnTo>
                    <a:pt x="7465304" y="1231854"/>
                  </a:lnTo>
                  <a:lnTo>
                    <a:pt x="7465972" y="1350217"/>
                  </a:lnTo>
                  <a:lnTo>
                    <a:pt x="7466640" y="1362647"/>
                  </a:lnTo>
                  <a:lnTo>
                    <a:pt x="7467308" y="1313042"/>
                  </a:lnTo>
                  <a:lnTo>
                    <a:pt x="7467976" y="1285975"/>
                  </a:lnTo>
                  <a:lnTo>
                    <a:pt x="7468644" y="1285975"/>
                  </a:lnTo>
                  <a:lnTo>
                    <a:pt x="7469312" y="1285975"/>
                  </a:lnTo>
                  <a:lnTo>
                    <a:pt x="7469980" y="1285975"/>
                  </a:lnTo>
                  <a:lnTo>
                    <a:pt x="7470648" y="1339317"/>
                  </a:lnTo>
                  <a:lnTo>
                    <a:pt x="7471316" y="1423787"/>
                  </a:lnTo>
                  <a:lnTo>
                    <a:pt x="7471984" y="1459736"/>
                  </a:lnTo>
                  <a:lnTo>
                    <a:pt x="7472652" y="1514277"/>
                  </a:lnTo>
                  <a:lnTo>
                    <a:pt x="7473320" y="1631415"/>
                  </a:lnTo>
                  <a:lnTo>
                    <a:pt x="7473988" y="1666738"/>
                  </a:lnTo>
                  <a:lnTo>
                    <a:pt x="7474656" y="1668810"/>
                  </a:lnTo>
                  <a:lnTo>
                    <a:pt x="7475324" y="1668810"/>
                  </a:lnTo>
                  <a:lnTo>
                    <a:pt x="7475992" y="1587216"/>
                  </a:lnTo>
                  <a:lnTo>
                    <a:pt x="7476660" y="1532761"/>
                  </a:lnTo>
                  <a:lnTo>
                    <a:pt x="7477328" y="1604833"/>
                  </a:lnTo>
                  <a:lnTo>
                    <a:pt x="7477996" y="1459606"/>
                  </a:lnTo>
                  <a:lnTo>
                    <a:pt x="7478664" y="1412617"/>
                  </a:lnTo>
                  <a:lnTo>
                    <a:pt x="7479332" y="1412617"/>
                  </a:lnTo>
                  <a:lnTo>
                    <a:pt x="7480000" y="1412617"/>
                  </a:lnTo>
                  <a:lnTo>
                    <a:pt x="7480668" y="1412617"/>
                  </a:lnTo>
                  <a:lnTo>
                    <a:pt x="7481337" y="1412617"/>
                  </a:lnTo>
                  <a:lnTo>
                    <a:pt x="7482005" y="1372163"/>
                  </a:lnTo>
                  <a:lnTo>
                    <a:pt x="7482673" y="1346575"/>
                  </a:lnTo>
                  <a:lnTo>
                    <a:pt x="7483341" y="1352875"/>
                  </a:lnTo>
                  <a:lnTo>
                    <a:pt x="7484009" y="1375436"/>
                  </a:lnTo>
                  <a:lnTo>
                    <a:pt x="7484677" y="1292557"/>
                  </a:lnTo>
                  <a:lnTo>
                    <a:pt x="7485345" y="1232293"/>
                  </a:lnTo>
                  <a:lnTo>
                    <a:pt x="7486013" y="1189395"/>
                  </a:lnTo>
                  <a:lnTo>
                    <a:pt x="7486681" y="1177317"/>
                  </a:lnTo>
                  <a:lnTo>
                    <a:pt x="7487349" y="1142420"/>
                  </a:lnTo>
                  <a:lnTo>
                    <a:pt x="7488017" y="1151538"/>
                  </a:lnTo>
                  <a:lnTo>
                    <a:pt x="7488685" y="1182120"/>
                  </a:lnTo>
                  <a:lnTo>
                    <a:pt x="7489353" y="1308406"/>
                  </a:lnTo>
                  <a:lnTo>
                    <a:pt x="7490021" y="1315554"/>
                  </a:lnTo>
                  <a:lnTo>
                    <a:pt x="7490689" y="1334251"/>
                  </a:lnTo>
                  <a:lnTo>
                    <a:pt x="7491357" y="1293098"/>
                  </a:lnTo>
                  <a:lnTo>
                    <a:pt x="7492025" y="1436604"/>
                  </a:lnTo>
                  <a:lnTo>
                    <a:pt x="7492693" y="1441102"/>
                  </a:lnTo>
                  <a:lnTo>
                    <a:pt x="7493361" y="1427911"/>
                  </a:lnTo>
                  <a:lnTo>
                    <a:pt x="7494029" y="1376308"/>
                  </a:lnTo>
                  <a:lnTo>
                    <a:pt x="7494697" y="1399599"/>
                  </a:lnTo>
                  <a:lnTo>
                    <a:pt x="7495365" y="1434148"/>
                  </a:lnTo>
                  <a:lnTo>
                    <a:pt x="7496033" y="1470714"/>
                  </a:lnTo>
                  <a:lnTo>
                    <a:pt x="7496701" y="1523847"/>
                  </a:lnTo>
                  <a:lnTo>
                    <a:pt x="7497369" y="1566232"/>
                  </a:lnTo>
                  <a:lnTo>
                    <a:pt x="7498037" y="1668810"/>
                  </a:lnTo>
                  <a:lnTo>
                    <a:pt x="7498705" y="1586228"/>
                  </a:lnTo>
                  <a:lnTo>
                    <a:pt x="7499373" y="1620553"/>
                  </a:lnTo>
                  <a:lnTo>
                    <a:pt x="7500041" y="1630123"/>
                  </a:lnTo>
                  <a:lnTo>
                    <a:pt x="7500709" y="1523847"/>
                  </a:lnTo>
                  <a:lnTo>
                    <a:pt x="7501377" y="1571413"/>
                  </a:lnTo>
                  <a:lnTo>
                    <a:pt x="7502045" y="1588857"/>
                  </a:lnTo>
                  <a:lnTo>
                    <a:pt x="7502713" y="1611923"/>
                  </a:lnTo>
                  <a:lnTo>
                    <a:pt x="7503381" y="1494023"/>
                  </a:lnTo>
                  <a:lnTo>
                    <a:pt x="7504049" y="1597424"/>
                  </a:lnTo>
                  <a:lnTo>
                    <a:pt x="7504717" y="1594026"/>
                  </a:lnTo>
                  <a:lnTo>
                    <a:pt x="7505385" y="1611201"/>
                  </a:lnTo>
                  <a:lnTo>
                    <a:pt x="7506054" y="1611201"/>
                  </a:lnTo>
                  <a:lnTo>
                    <a:pt x="7506722" y="1611201"/>
                  </a:lnTo>
                  <a:lnTo>
                    <a:pt x="7507390" y="1607769"/>
                  </a:lnTo>
                  <a:lnTo>
                    <a:pt x="7508058" y="1590422"/>
                  </a:lnTo>
                  <a:lnTo>
                    <a:pt x="7508726" y="1543842"/>
                  </a:lnTo>
                  <a:lnTo>
                    <a:pt x="7509394" y="1561255"/>
                  </a:lnTo>
                  <a:lnTo>
                    <a:pt x="7510062" y="1486446"/>
                  </a:lnTo>
                  <a:lnTo>
                    <a:pt x="7510730" y="1419621"/>
                  </a:lnTo>
                  <a:lnTo>
                    <a:pt x="7511398" y="1412617"/>
                  </a:lnTo>
                  <a:lnTo>
                    <a:pt x="7512066" y="1412617"/>
                  </a:lnTo>
                  <a:lnTo>
                    <a:pt x="7512734" y="1412617"/>
                  </a:lnTo>
                  <a:lnTo>
                    <a:pt x="7513402" y="1412617"/>
                  </a:lnTo>
                  <a:lnTo>
                    <a:pt x="7514070" y="1426704"/>
                  </a:lnTo>
                  <a:lnTo>
                    <a:pt x="7514738" y="1482541"/>
                  </a:lnTo>
                  <a:lnTo>
                    <a:pt x="7515406" y="1412617"/>
                  </a:lnTo>
                  <a:lnTo>
                    <a:pt x="7516074" y="1412617"/>
                  </a:lnTo>
                  <a:lnTo>
                    <a:pt x="7516742" y="1412617"/>
                  </a:lnTo>
                  <a:lnTo>
                    <a:pt x="7517410" y="1412617"/>
                  </a:lnTo>
                  <a:lnTo>
                    <a:pt x="7518078" y="1412617"/>
                  </a:lnTo>
                  <a:lnTo>
                    <a:pt x="7518746" y="1412617"/>
                  </a:lnTo>
                  <a:lnTo>
                    <a:pt x="7519414" y="1419621"/>
                  </a:lnTo>
                  <a:lnTo>
                    <a:pt x="7520082" y="1650165"/>
                  </a:lnTo>
                  <a:lnTo>
                    <a:pt x="7520750" y="1668810"/>
                  </a:lnTo>
                  <a:lnTo>
                    <a:pt x="7521418" y="1668810"/>
                  </a:lnTo>
                  <a:lnTo>
                    <a:pt x="7522086" y="1666332"/>
                  </a:lnTo>
                  <a:lnTo>
                    <a:pt x="7522754" y="1647028"/>
                  </a:lnTo>
                  <a:lnTo>
                    <a:pt x="7523422" y="1611201"/>
                  </a:lnTo>
                  <a:lnTo>
                    <a:pt x="7524090" y="1611201"/>
                  </a:lnTo>
                  <a:lnTo>
                    <a:pt x="7524758" y="1614692"/>
                  </a:lnTo>
                  <a:lnTo>
                    <a:pt x="7525426" y="1668810"/>
                  </a:lnTo>
                  <a:lnTo>
                    <a:pt x="7526094" y="1647028"/>
                  </a:lnTo>
                  <a:lnTo>
                    <a:pt x="7526762" y="1611201"/>
                  </a:lnTo>
                  <a:lnTo>
                    <a:pt x="7527430" y="1611201"/>
                  </a:lnTo>
                  <a:lnTo>
                    <a:pt x="7528098" y="1502749"/>
                  </a:lnTo>
                  <a:lnTo>
                    <a:pt x="7528766" y="1354730"/>
                  </a:lnTo>
                  <a:lnTo>
                    <a:pt x="7529434" y="1274509"/>
                  </a:lnTo>
                  <a:lnTo>
                    <a:pt x="7530103" y="1190177"/>
                  </a:lnTo>
                  <a:lnTo>
                    <a:pt x="7530771" y="1104647"/>
                  </a:lnTo>
                  <a:lnTo>
                    <a:pt x="7531439" y="1025158"/>
                  </a:lnTo>
                  <a:lnTo>
                    <a:pt x="7532107" y="996255"/>
                  </a:lnTo>
                  <a:lnTo>
                    <a:pt x="7532775" y="784890"/>
                  </a:lnTo>
                  <a:lnTo>
                    <a:pt x="7533443" y="797815"/>
                  </a:lnTo>
                  <a:lnTo>
                    <a:pt x="7534111" y="779794"/>
                  </a:lnTo>
                  <a:lnTo>
                    <a:pt x="7534779" y="756138"/>
                  </a:lnTo>
                  <a:lnTo>
                    <a:pt x="7535447" y="729817"/>
                  </a:lnTo>
                  <a:lnTo>
                    <a:pt x="7536115" y="735702"/>
                  </a:lnTo>
                  <a:lnTo>
                    <a:pt x="7536783" y="720513"/>
                  </a:lnTo>
                  <a:lnTo>
                    <a:pt x="7537451" y="664243"/>
                  </a:lnTo>
                  <a:lnTo>
                    <a:pt x="7538119" y="677036"/>
                  </a:lnTo>
                  <a:lnTo>
                    <a:pt x="7538787" y="736886"/>
                  </a:lnTo>
                  <a:lnTo>
                    <a:pt x="7539455" y="782337"/>
                  </a:lnTo>
                  <a:lnTo>
                    <a:pt x="7540123" y="827223"/>
                  </a:lnTo>
                  <a:lnTo>
                    <a:pt x="7540791" y="899685"/>
                  </a:lnTo>
                  <a:lnTo>
                    <a:pt x="7541459" y="971213"/>
                  </a:lnTo>
                  <a:lnTo>
                    <a:pt x="7542127" y="1182793"/>
                  </a:lnTo>
                  <a:lnTo>
                    <a:pt x="7542795" y="1226005"/>
                  </a:lnTo>
                  <a:lnTo>
                    <a:pt x="7543463" y="1212550"/>
                  </a:lnTo>
                  <a:lnTo>
                    <a:pt x="7544131" y="1233165"/>
                  </a:lnTo>
                  <a:lnTo>
                    <a:pt x="7544799" y="1236987"/>
                  </a:lnTo>
                  <a:lnTo>
                    <a:pt x="7545467" y="1280644"/>
                  </a:lnTo>
                  <a:lnTo>
                    <a:pt x="7546135" y="1291005"/>
                  </a:lnTo>
                  <a:lnTo>
                    <a:pt x="7546803" y="1341003"/>
                  </a:lnTo>
                  <a:lnTo>
                    <a:pt x="7547471" y="1444072"/>
                  </a:lnTo>
                  <a:lnTo>
                    <a:pt x="7548139" y="1474122"/>
                  </a:lnTo>
                  <a:lnTo>
                    <a:pt x="7548807" y="1485416"/>
                  </a:lnTo>
                  <a:lnTo>
                    <a:pt x="7549475" y="1479744"/>
                  </a:lnTo>
                  <a:lnTo>
                    <a:pt x="7550143" y="1430876"/>
                  </a:lnTo>
                  <a:lnTo>
                    <a:pt x="7550811" y="1387978"/>
                  </a:lnTo>
                  <a:lnTo>
                    <a:pt x="7551479" y="1555385"/>
                  </a:lnTo>
                  <a:lnTo>
                    <a:pt x="7552147" y="1580973"/>
                  </a:lnTo>
                  <a:lnTo>
                    <a:pt x="7552815" y="1620529"/>
                  </a:lnTo>
                  <a:lnTo>
                    <a:pt x="7553483" y="1545158"/>
                  </a:lnTo>
                  <a:lnTo>
                    <a:pt x="7554151" y="1554632"/>
                  </a:lnTo>
                  <a:lnTo>
                    <a:pt x="7554820" y="1611201"/>
                  </a:lnTo>
                  <a:lnTo>
                    <a:pt x="7555488" y="1611201"/>
                  </a:lnTo>
                  <a:lnTo>
                    <a:pt x="7556156" y="1611201"/>
                  </a:lnTo>
                  <a:lnTo>
                    <a:pt x="7556824" y="1590647"/>
                  </a:lnTo>
                  <a:lnTo>
                    <a:pt x="7557492" y="1574020"/>
                  </a:lnTo>
                  <a:lnTo>
                    <a:pt x="7558160" y="1611201"/>
                  </a:lnTo>
                  <a:lnTo>
                    <a:pt x="7558828" y="1611201"/>
                  </a:lnTo>
                  <a:lnTo>
                    <a:pt x="7559496" y="1618204"/>
                  </a:lnTo>
                  <a:lnTo>
                    <a:pt x="7560164" y="1668810"/>
                  </a:lnTo>
                  <a:lnTo>
                    <a:pt x="7560832" y="1668810"/>
                  </a:lnTo>
                  <a:lnTo>
                    <a:pt x="7561500" y="1668810"/>
                  </a:lnTo>
                  <a:lnTo>
                    <a:pt x="7562168" y="1668810"/>
                  </a:lnTo>
                  <a:lnTo>
                    <a:pt x="7562836" y="1570146"/>
                  </a:lnTo>
                  <a:lnTo>
                    <a:pt x="7563504" y="1556856"/>
                  </a:lnTo>
                  <a:lnTo>
                    <a:pt x="7564172" y="1486446"/>
                  </a:lnTo>
                  <a:lnTo>
                    <a:pt x="7564840" y="1486446"/>
                  </a:lnTo>
                  <a:lnTo>
                    <a:pt x="7565508" y="1486446"/>
                  </a:lnTo>
                  <a:lnTo>
                    <a:pt x="7566176" y="1486446"/>
                  </a:lnTo>
                  <a:lnTo>
                    <a:pt x="7566844" y="1510404"/>
                  </a:lnTo>
                  <a:lnTo>
                    <a:pt x="7567512" y="1570146"/>
                  </a:lnTo>
                  <a:lnTo>
                    <a:pt x="7568180" y="1570146"/>
                  </a:lnTo>
                  <a:lnTo>
                    <a:pt x="7568848" y="1570146"/>
                  </a:lnTo>
                  <a:lnTo>
                    <a:pt x="7569516" y="1494331"/>
                  </a:lnTo>
                  <a:lnTo>
                    <a:pt x="7570184" y="1433867"/>
                  </a:lnTo>
                  <a:lnTo>
                    <a:pt x="7570852" y="1412617"/>
                  </a:lnTo>
                  <a:lnTo>
                    <a:pt x="7571520" y="1385360"/>
                  </a:lnTo>
                  <a:lnTo>
                    <a:pt x="7572188" y="1315993"/>
                  </a:lnTo>
                  <a:lnTo>
                    <a:pt x="7572856" y="1286833"/>
                  </a:lnTo>
                  <a:lnTo>
                    <a:pt x="7573524" y="1211739"/>
                  </a:lnTo>
                  <a:lnTo>
                    <a:pt x="7574192" y="1135668"/>
                  </a:lnTo>
                  <a:lnTo>
                    <a:pt x="7574860" y="1102957"/>
                  </a:lnTo>
                  <a:lnTo>
                    <a:pt x="7575528" y="1071869"/>
                  </a:lnTo>
                  <a:lnTo>
                    <a:pt x="7576196" y="999389"/>
                  </a:lnTo>
                  <a:lnTo>
                    <a:pt x="7576864" y="921571"/>
                  </a:lnTo>
                  <a:lnTo>
                    <a:pt x="7577532" y="862407"/>
                  </a:lnTo>
                  <a:lnTo>
                    <a:pt x="7578200" y="836877"/>
                  </a:lnTo>
                  <a:lnTo>
                    <a:pt x="7578868" y="824492"/>
                  </a:lnTo>
                  <a:lnTo>
                    <a:pt x="7579537" y="779794"/>
                  </a:lnTo>
                  <a:lnTo>
                    <a:pt x="7580205" y="753698"/>
                  </a:lnTo>
                  <a:lnTo>
                    <a:pt x="7580873" y="745236"/>
                  </a:lnTo>
                  <a:lnTo>
                    <a:pt x="7581541" y="709075"/>
                  </a:lnTo>
                  <a:lnTo>
                    <a:pt x="7582209" y="705683"/>
                  </a:lnTo>
                  <a:lnTo>
                    <a:pt x="7582877" y="648611"/>
                  </a:lnTo>
                  <a:lnTo>
                    <a:pt x="7583545" y="619452"/>
                  </a:lnTo>
                  <a:lnTo>
                    <a:pt x="7584213" y="639416"/>
                  </a:lnTo>
                  <a:lnTo>
                    <a:pt x="7584881" y="562215"/>
                  </a:lnTo>
                  <a:lnTo>
                    <a:pt x="7585549" y="493489"/>
                  </a:lnTo>
                  <a:lnTo>
                    <a:pt x="7586217" y="478403"/>
                  </a:lnTo>
                  <a:lnTo>
                    <a:pt x="7586885" y="480761"/>
                  </a:lnTo>
                  <a:lnTo>
                    <a:pt x="7587553" y="493489"/>
                  </a:lnTo>
                  <a:lnTo>
                    <a:pt x="7588221" y="476054"/>
                  </a:lnTo>
                  <a:lnTo>
                    <a:pt x="7588889" y="446291"/>
                  </a:lnTo>
                  <a:lnTo>
                    <a:pt x="7589557" y="435942"/>
                  </a:lnTo>
                  <a:lnTo>
                    <a:pt x="7590225" y="420017"/>
                  </a:lnTo>
                  <a:lnTo>
                    <a:pt x="7590893" y="387973"/>
                  </a:lnTo>
                  <a:lnTo>
                    <a:pt x="7591561" y="390695"/>
                  </a:lnTo>
                  <a:lnTo>
                    <a:pt x="7592229" y="390014"/>
                  </a:lnTo>
                  <a:lnTo>
                    <a:pt x="7592897" y="410090"/>
                  </a:lnTo>
                  <a:lnTo>
                    <a:pt x="7593565" y="404487"/>
                  </a:lnTo>
                  <a:lnTo>
                    <a:pt x="7594233" y="377200"/>
                  </a:lnTo>
                  <a:lnTo>
                    <a:pt x="7594901" y="546999"/>
                  </a:lnTo>
                  <a:lnTo>
                    <a:pt x="7595569" y="572631"/>
                  </a:lnTo>
                  <a:lnTo>
                    <a:pt x="7596237" y="579802"/>
                  </a:lnTo>
                  <a:lnTo>
                    <a:pt x="7596905" y="565193"/>
                  </a:lnTo>
                  <a:lnTo>
                    <a:pt x="7597573" y="558014"/>
                  </a:lnTo>
                  <a:lnTo>
                    <a:pt x="7598241" y="583846"/>
                  </a:lnTo>
                  <a:lnTo>
                    <a:pt x="7598909" y="611494"/>
                  </a:lnTo>
                  <a:lnTo>
                    <a:pt x="7599577" y="620748"/>
                  </a:lnTo>
                  <a:lnTo>
                    <a:pt x="7600245" y="620748"/>
                  </a:lnTo>
                  <a:lnTo>
                    <a:pt x="7600913" y="647114"/>
                  </a:lnTo>
                  <a:lnTo>
                    <a:pt x="7601581" y="636729"/>
                  </a:lnTo>
                  <a:lnTo>
                    <a:pt x="7602249" y="644129"/>
                  </a:lnTo>
                  <a:lnTo>
                    <a:pt x="7602917" y="655396"/>
                  </a:lnTo>
                  <a:lnTo>
                    <a:pt x="7603585" y="684087"/>
                  </a:lnTo>
                  <a:lnTo>
                    <a:pt x="7604254" y="708354"/>
                  </a:lnTo>
                  <a:lnTo>
                    <a:pt x="7604922" y="744937"/>
                  </a:lnTo>
                  <a:lnTo>
                    <a:pt x="7605590" y="767727"/>
                  </a:lnTo>
                  <a:lnTo>
                    <a:pt x="7606258" y="657944"/>
                  </a:lnTo>
                  <a:lnTo>
                    <a:pt x="7606926" y="692299"/>
                  </a:lnTo>
                  <a:lnTo>
                    <a:pt x="7607594" y="722826"/>
                  </a:lnTo>
                  <a:lnTo>
                    <a:pt x="7608262" y="874395"/>
                  </a:lnTo>
                  <a:lnTo>
                    <a:pt x="7608930" y="835583"/>
                  </a:lnTo>
                  <a:lnTo>
                    <a:pt x="7609598" y="927101"/>
                  </a:lnTo>
                  <a:lnTo>
                    <a:pt x="7610266" y="909999"/>
                  </a:lnTo>
                  <a:lnTo>
                    <a:pt x="7610934" y="905738"/>
                  </a:lnTo>
                  <a:lnTo>
                    <a:pt x="7611602" y="921216"/>
                  </a:lnTo>
                  <a:lnTo>
                    <a:pt x="7612270" y="893272"/>
                  </a:lnTo>
                  <a:lnTo>
                    <a:pt x="7612938" y="903942"/>
                  </a:lnTo>
                  <a:lnTo>
                    <a:pt x="7613606" y="919375"/>
                  </a:lnTo>
                  <a:lnTo>
                    <a:pt x="7614274" y="937085"/>
                  </a:lnTo>
                  <a:lnTo>
                    <a:pt x="7614942" y="908441"/>
                  </a:lnTo>
                  <a:lnTo>
                    <a:pt x="7615610" y="912065"/>
                  </a:lnTo>
                  <a:lnTo>
                    <a:pt x="7616278" y="854805"/>
                  </a:lnTo>
                  <a:lnTo>
                    <a:pt x="7616946" y="862312"/>
                  </a:lnTo>
                  <a:lnTo>
                    <a:pt x="7617614" y="857297"/>
                  </a:lnTo>
                  <a:lnTo>
                    <a:pt x="7618282" y="863419"/>
                  </a:lnTo>
                  <a:lnTo>
                    <a:pt x="7618950" y="890902"/>
                  </a:lnTo>
                  <a:lnTo>
                    <a:pt x="7619618" y="836600"/>
                  </a:lnTo>
                  <a:lnTo>
                    <a:pt x="7620286" y="862223"/>
                  </a:lnTo>
                  <a:lnTo>
                    <a:pt x="7620954" y="682444"/>
                  </a:lnTo>
                  <a:lnTo>
                    <a:pt x="7621622" y="662137"/>
                  </a:lnTo>
                  <a:lnTo>
                    <a:pt x="7622290" y="670607"/>
                  </a:lnTo>
                  <a:lnTo>
                    <a:pt x="7622958" y="635372"/>
                  </a:lnTo>
                  <a:lnTo>
                    <a:pt x="7623626" y="620435"/>
                  </a:lnTo>
                  <a:lnTo>
                    <a:pt x="7624294" y="617490"/>
                  </a:lnTo>
                  <a:lnTo>
                    <a:pt x="7624962" y="674886"/>
                  </a:lnTo>
                  <a:lnTo>
                    <a:pt x="7625630" y="692299"/>
                  </a:lnTo>
                  <a:lnTo>
                    <a:pt x="7626298" y="733342"/>
                  </a:lnTo>
                  <a:lnTo>
                    <a:pt x="7626966" y="658989"/>
                  </a:lnTo>
                  <a:lnTo>
                    <a:pt x="7627634" y="632356"/>
                  </a:lnTo>
                  <a:lnTo>
                    <a:pt x="7628303" y="613584"/>
                  </a:lnTo>
                  <a:lnTo>
                    <a:pt x="7628971" y="548029"/>
                  </a:lnTo>
                  <a:lnTo>
                    <a:pt x="7629639" y="517238"/>
                  </a:lnTo>
                  <a:lnTo>
                    <a:pt x="7630307" y="515571"/>
                  </a:lnTo>
                  <a:lnTo>
                    <a:pt x="7630975" y="523108"/>
                  </a:lnTo>
                  <a:lnTo>
                    <a:pt x="7631643" y="539323"/>
                  </a:lnTo>
                  <a:lnTo>
                    <a:pt x="7632311" y="508123"/>
                  </a:lnTo>
                  <a:lnTo>
                    <a:pt x="7632979" y="517238"/>
                  </a:lnTo>
                  <a:lnTo>
                    <a:pt x="7633647" y="525641"/>
                  </a:lnTo>
                  <a:lnTo>
                    <a:pt x="7634315" y="487889"/>
                  </a:lnTo>
                  <a:lnTo>
                    <a:pt x="7634983" y="482338"/>
                  </a:lnTo>
                  <a:lnTo>
                    <a:pt x="7635651" y="480761"/>
                  </a:lnTo>
                  <a:lnTo>
                    <a:pt x="7636319" y="467515"/>
                  </a:lnTo>
                  <a:lnTo>
                    <a:pt x="7636987" y="508947"/>
                  </a:lnTo>
                  <a:lnTo>
                    <a:pt x="7637655" y="541922"/>
                  </a:lnTo>
                  <a:lnTo>
                    <a:pt x="7638323" y="564011"/>
                  </a:lnTo>
                  <a:lnTo>
                    <a:pt x="7638991" y="593471"/>
                  </a:lnTo>
                  <a:lnTo>
                    <a:pt x="7639659" y="621420"/>
                  </a:lnTo>
                  <a:lnTo>
                    <a:pt x="7640327" y="668479"/>
                  </a:lnTo>
                  <a:lnTo>
                    <a:pt x="7640995" y="690095"/>
                  </a:lnTo>
                  <a:lnTo>
                    <a:pt x="7641663" y="879631"/>
                  </a:lnTo>
                  <a:lnTo>
                    <a:pt x="7642331" y="989565"/>
                  </a:lnTo>
                  <a:lnTo>
                    <a:pt x="7642999" y="1015375"/>
                  </a:lnTo>
                  <a:lnTo>
                    <a:pt x="7643667" y="1020355"/>
                  </a:lnTo>
                  <a:lnTo>
                    <a:pt x="7644335" y="1029925"/>
                  </a:lnTo>
                  <a:lnTo>
                    <a:pt x="7645003" y="1133439"/>
                  </a:lnTo>
                  <a:lnTo>
                    <a:pt x="7645671" y="1161026"/>
                  </a:lnTo>
                  <a:lnTo>
                    <a:pt x="7646339" y="1231689"/>
                  </a:lnTo>
                  <a:lnTo>
                    <a:pt x="7647007" y="1285975"/>
                  </a:lnTo>
                  <a:lnTo>
                    <a:pt x="7647675" y="1285975"/>
                  </a:lnTo>
                  <a:lnTo>
                    <a:pt x="7648343" y="1321609"/>
                  </a:lnTo>
                  <a:lnTo>
                    <a:pt x="7649011" y="1393694"/>
                  </a:lnTo>
                  <a:lnTo>
                    <a:pt x="7649679" y="1434148"/>
                  </a:lnTo>
                  <a:lnTo>
                    <a:pt x="7650347" y="1413595"/>
                  </a:lnTo>
                  <a:lnTo>
                    <a:pt x="7651015" y="1415620"/>
                  </a:lnTo>
                  <a:lnTo>
                    <a:pt x="7651683" y="1408533"/>
                  </a:lnTo>
                  <a:lnTo>
                    <a:pt x="7652351" y="1340906"/>
                  </a:lnTo>
                  <a:lnTo>
                    <a:pt x="7653020" y="1319098"/>
                  </a:lnTo>
                  <a:lnTo>
                    <a:pt x="7653688" y="1212550"/>
                  </a:lnTo>
                  <a:lnTo>
                    <a:pt x="7654356" y="1338744"/>
                  </a:lnTo>
                  <a:lnTo>
                    <a:pt x="7655024" y="1391625"/>
                  </a:lnTo>
                  <a:lnTo>
                    <a:pt x="7655692" y="1466719"/>
                  </a:lnTo>
                  <a:lnTo>
                    <a:pt x="7656360" y="1433429"/>
                  </a:lnTo>
                  <a:lnTo>
                    <a:pt x="7657028" y="1191839"/>
                  </a:lnTo>
                  <a:lnTo>
                    <a:pt x="7657696" y="1182120"/>
                  </a:lnTo>
                  <a:lnTo>
                    <a:pt x="7658364" y="1165468"/>
                  </a:lnTo>
                  <a:lnTo>
                    <a:pt x="7659032" y="1100836"/>
                  </a:lnTo>
                  <a:lnTo>
                    <a:pt x="7659700" y="1077964"/>
                  </a:lnTo>
                  <a:lnTo>
                    <a:pt x="7660368" y="1051968"/>
                  </a:lnTo>
                  <a:lnTo>
                    <a:pt x="7661036" y="1051968"/>
                  </a:lnTo>
                  <a:lnTo>
                    <a:pt x="7661704" y="1084120"/>
                  </a:lnTo>
                  <a:lnTo>
                    <a:pt x="7662372" y="1163124"/>
                  </a:lnTo>
                  <a:lnTo>
                    <a:pt x="7663040" y="1186961"/>
                  </a:lnTo>
                  <a:lnTo>
                    <a:pt x="7663708" y="1232293"/>
                  </a:lnTo>
                  <a:lnTo>
                    <a:pt x="7664376" y="1232293"/>
                  </a:lnTo>
                  <a:lnTo>
                    <a:pt x="7665044" y="1232293"/>
                  </a:lnTo>
                  <a:lnTo>
                    <a:pt x="7665712" y="1232293"/>
                  </a:lnTo>
                  <a:lnTo>
                    <a:pt x="7666380" y="1253543"/>
                  </a:lnTo>
                  <a:lnTo>
                    <a:pt x="7667048" y="1275539"/>
                  </a:lnTo>
                  <a:lnTo>
                    <a:pt x="7667716" y="1286833"/>
                  </a:lnTo>
                  <a:lnTo>
                    <a:pt x="7668384" y="1307101"/>
                  </a:lnTo>
                  <a:lnTo>
                    <a:pt x="7669052" y="1398840"/>
                  </a:lnTo>
                  <a:lnTo>
                    <a:pt x="7669720" y="1437480"/>
                  </a:lnTo>
                  <a:lnTo>
                    <a:pt x="7670388" y="1486446"/>
                  </a:lnTo>
                  <a:lnTo>
                    <a:pt x="7671056" y="1486446"/>
                  </a:lnTo>
                  <a:lnTo>
                    <a:pt x="7671724" y="1486446"/>
                  </a:lnTo>
                  <a:lnTo>
                    <a:pt x="7672392" y="1486446"/>
                  </a:lnTo>
                  <a:lnTo>
                    <a:pt x="7673060" y="1486446"/>
                  </a:lnTo>
                  <a:lnTo>
                    <a:pt x="7673728" y="1486446"/>
                  </a:lnTo>
                  <a:lnTo>
                    <a:pt x="7674396" y="1486446"/>
                  </a:lnTo>
                  <a:lnTo>
                    <a:pt x="7675064" y="1362445"/>
                  </a:lnTo>
                  <a:lnTo>
                    <a:pt x="7675732" y="1286833"/>
                  </a:lnTo>
                  <a:lnTo>
                    <a:pt x="7676400" y="1298335"/>
                  </a:lnTo>
                  <a:lnTo>
                    <a:pt x="7677068" y="1346575"/>
                  </a:lnTo>
                  <a:lnTo>
                    <a:pt x="7677737" y="1346575"/>
                  </a:lnTo>
                  <a:lnTo>
                    <a:pt x="7678405" y="1334163"/>
                  </a:lnTo>
                  <a:lnTo>
                    <a:pt x="7679073" y="1286833"/>
                  </a:lnTo>
                  <a:lnTo>
                    <a:pt x="7679741" y="1286833"/>
                  </a:lnTo>
                  <a:lnTo>
                    <a:pt x="7680409" y="1315993"/>
                  </a:lnTo>
                  <a:lnTo>
                    <a:pt x="7681077" y="1346575"/>
                  </a:lnTo>
                  <a:lnTo>
                    <a:pt x="7681745" y="1346575"/>
                  </a:lnTo>
                  <a:lnTo>
                    <a:pt x="7682413" y="1295439"/>
                  </a:lnTo>
                  <a:lnTo>
                    <a:pt x="7683081" y="1286833"/>
                  </a:lnTo>
                  <a:lnTo>
                    <a:pt x="7683749" y="1283990"/>
                  </a:lnTo>
                  <a:lnTo>
                    <a:pt x="7684417" y="1232293"/>
                  </a:lnTo>
                  <a:lnTo>
                    <a:pt x="7685085" y="1331097"/>
                  </a:lnTo>
                  <a:lnTo>
                    <a:pt x="7685753" y="1412617"/>
                  </a:lnTo>
                  <a:lnTo>
                    <a:pt x="7686421" y="1412617"/>
                  </a:lnTo>
                  <a:lnTo>
                    <a:pt x="7687089" y="1352875"/>
                  </a:lnTo>
                  <a:lnTo>
                    <a:pt x="7687757" y="1337243"/>
                  </a:lnTo>
                  <a:lnTo>
                    <a:pt x="7688425" y="1298335"/>
                  </a:lnTo>
                  <a:lnTo>
                    <a:pt x="7689093" y="1346575"/>
                  </a:lnTo>
                  <a:lnTo>
                    <a:pt x="7689761" y="1346575"/>
                  </a:lnTo>
                  <a:lnTo>
                    <a:pt x="7690429" y="1346575"/>
                  </a:lnTo>
                  <a:lnTo>
                    <a:pt x="7691097" y="1346575"/>
                  </a:lnTo>
                  <a:lnTo>
                    <a:pt x="7691765" y="1346575"/>
                  </a:lnTo>
                  <a:lnTo>
                    <a:pt x="7692433" y="1382035"/>
                  </a:lnTo>
                  <a:lnTo>
                    <a:pt x="7693101" y="1346575"/>
                  </a:lnTo>
                  <a:lnTo>
                    <a:pt x="7693769" y="1507383"/>
                  </a:lnTo>
                  <a:lnTo>
                    <a:pt x="7694437" y="1587286"/>
                  </a:lnTo>
                  <a:lnTo>
                    <a:pt x="7695105" y="1620529"/>
                  </a:lnTo>
                  <a:lnTo>
                    <a:pt x="7695773" y="1574019"/>
                  </a:lnTo>
                  <a:lnTo>
                    <a:pt x="7696441" y="1566232"/>
                  </a:lnTo>
                  <a:lnTo>
                    <a:pt x="7697109" y="1488689"/>
                  </a:lnTo>
                  <a:lnTo>
                    <a:pt x="7697777" y="1440448"/>
                  </a:lnTo>
                  <a:lnTo>
                    <a:pt x="7698445" y="1477394"/>
                  </a:lnTo>
                  <a:lnTo>
                    <a:pt x="7699113" y="1477394"/>
                  </a:lnTo>
                  <a:lnTo>
                    <a:pt x="7699781" y="1477394"/>
                  </a:lnTo>
                  <a:lnTo>
                    <a:pt x="7700449" y="1477394"/>
                  </a:lnTo>
                  <a:lnTo>
                    <a:pt x="7701117" y="1438341"/>
                  </a:lnTo>
                  <a:lnTo>
                    <a:pt x="7701786" y="1355694"/>
                  </a:lnTo>
                  <a:lnTo>
                    <a:pt x="7702454" y="1205583"/>
                  </a:lnTo>
                  <a:lnTo>
                    <a:pt x="7703122" y="1194081"/>
                  </a:lnTo>
                  <a:lnTo>
                    <a:pt x="7703790" y="1194081"/>
                  </a:lnTo>
                  <a:lnTo>
                    <a:pt x="7704458" y="1060990"/>
                  </a:lnTo>
                  <a:lnTo>
                    <a:pt x="7705126" y="1102566"/>
                  </a:lnTo>
                  <a:lnTo>
                    <a:pt x="7705794" y="942602"/>
                  </a:lnTo>
                  <a:lnTo>
                    <a:pt x="7706462" y="916816"/>
                  </a:lnTo>
                  <a:lnTo>
                    <a:pt x="7707130" y="983385"/>
                  </a:lnTo>
                  <a:lnTo>
                    <a:pt x="7707798" y="934429"/>
                  </a:lnTo>
                  <a:lnTo>
                    <a:pt x="7708466" y="908971"/>
                  </a:lnTo>
                  <a:lnTo>
                    <a:pt x="7709134" y="881515"/>
                  </a:lnTo>
                  <a:lnTo>
                    <a:pt x="7709802" y="856643"/>
                  </a:lnTo>
                  <a:lnTo>
                    <a:pt x="7710470" y="852355"/>
                  </a:lnTo>
                  <a:lnTo>
                    <a:pt x="7711138" y="878537"/>
                  </a:lnTo>
                  <a:lnTo>
                    <a:pt x="7711806" y="940958"/>
                  </a:lnTo>
                  <a:lnTo>
                    <a:pt x="7712474" y="1080009"/>
                  </a:lnTo>
                  <a:lnTo>
                    <a:pt x="7713142" y="1051968"/>
                  </a:lnTo>
                  <a:lnTo>
                    <a:pt x="7713810" y="1051968"/>
                  </a:lnTo>
                  <a:lnTo>
                    <a:pt x="7714478" y="1051968"/>
                  </a:lnTo>
                  <a:lnTo>
                    <a:pt x="7715146" y="1051968"/>
                  </a:lnTo>
                  <a:lnTo>
                    <a:pt x="7715814" y="1053930"/>
                  </a:lnTo>
                  <a:lnTo>
                    <a:pt x="7716482" y="1028892"/>
                  </a:lnTo>
                  <a:lnTo>
                    <a:pt x="7717150" y="1013967"/>
                  </a:lnTo>
                  <a:lnTo>
                    <a:pt x="7717818" y="1105085"/>
                  </a:lnTo>
                  <a:lnTo>
                    <a:pt x="7718486" y="1126777"/>
                  </a:lnTo>
                  <a:lnTo>
                    <a:pt x="7719154" y="1135668"/>
                  </a:lnTo>
                  <a:lnTo>
                    <a:pt x="7719822" y="1174929"/>
                  </a:lnTo>
                  <a:lnTo>
                    <a:pt x="7720490" y="1182120"/>
                  </a:lnTo>
                  <a:lnTo>
                    <a:pt x="7721158" y="1182120"/>
                  </a:lnTo>
                  <a:lnTo>
                    <a:pt x="7721826" y="1186961"/>
                  </a:lnTo>
                  <a:lnTo>
                    <a:pt x="7722494" y="1229686"/>
                  </a:lnTo>
                  <a:lnTo>
                    <a:pt x="7723162" y="1286833"/>
                  </a:lnTo>
                  <a:lnTo>
                    <a:pt x="7723830" y="1286833"/>
                  </a:lnTo>
                  <a:lnTo>
                    <a:pt x="7724498" y="1286833"/>
                  </a:lnTo>
                  <a:lnTo>
                    <a:pt x="7725166" y="1258970"/>
                  </a:lnTo>
                  <a:lnTo>
                    <a:pt x="7725834" y="1379688"/>
                  </a:lnTo>
                  <a:lnTo>
                    <a:pt x="7726503" y="1387978"/>
                  </a:lnTo>
                  <a:lnTo>
                    <a:pt x="7727171" y="1523609"/>
                  </a:lnTo>
                  <a:lnTo>
                    <a:pt x="7727839" y="1408533"/>
                  </a:lnTo>
                  <a:lnTo>
                    <a:pt x="7728507" y="1339127"/>
                  </a:lnTo>
                  <a:lnTo>
                    <a:pt x="7729175" y="1319893"/>
                  </a:lnTo>
                  <a:lnTo>
                    <a:pt x="7729843" y="1276155"/>
                  </a:lnTo>
                  <a:lnTo>
                    <a:pt x="7730511" y="1247587"/>
                  </a:lnTo>
                  <a:lnTo>
                    <a:pt x="7731179" y="1223241"/>
                  </a:lnTo>
                  <a:lnTo>
                    <a:pt x="7731847" y="1194081"/>
                  </a:lnTo>
                  <a:lnTo>
                    <a:pt x="7732515" y="1135636"/>
                  </a:lnTo>
                  <a:lnTo>
                    <a:pt x="7733183" y="1135636"/>
                  </a:lnTo>
                  <a:lnTo>
                    <a:pt x="7733851" y="1113953"/>
                  </a:lnTo>
                  <a:lnTo>
                    <a:pt x="7734519" y="1113953"/>
                  </a:lnTo>
                  <a:lnTo>
                    <a:pt x="7735187" y="1117725"/>
                  </a:lnTo>
                  <a:lnTo>
                    <a:pt x="7735855" y="1121600"/>
                  </a:lnTo>
                  <a:lnTo>
                    <a:pt x="7736523" y="1016924"/>
                  </a:lnTo>
                  <a:lnTo>
                    <a:pt x="7737191" y="1015375"/>
                  </a:lnTo>
                  <a:lnTo>
                    <a:pt x="7737859" y="1074978"/>
                  </a:lnTo>
                  <a:lnTo>
                    <a:pt x="7738527" y="1088857"/>
                  </a:lnTo>
                  <a:lnTo>
                    <a:pt x="7739195" y="1098283"/>
                  </a:lnTo>
                  <a:lnTo>
                    <a:pt x="7739863" y="954225"/>
                  </a:lnTo>
                  <a:lnTo>
                    <a:pt x="7740531" y="985143"/>
                  </a:lnTo>
                  <a:lnTo>
                    <a:pt x="7741199" y="1013967"/>
                  </a:lnTo>
                  <a:lnTo>
                    <a:pt x="7741867" y="1051968"/>
                  </a:lnTo>
                  <a:lnTo>
                    <a:pt x="7742535" y="1153838"/>
                  </a:lnTo>
                  <a:lnTo>
                    <a:pt x="7743203" y="1189395"/>
                  </a:lnTo>
                  <a:lnTo>
                    <a:pt x="7743871" y="1232293"/>
                  </a:lnTo>
                  <a:lnTo>
                    <a:pt x="7744539" y="1229686"/>
                  </a:lnTo>
                  <a:lnTo>
                    <a:pt x="7745207" y="1144687"/>
                  </a:lnTo>
                  <a:lnTo>
                    <a:pt x="7745875" y="1131207"/>
                  </a:lnTo>
                  <a:lnTo>
                    <a:pt x="7746543" y="1059853"/>
                  </a:lnTo>
                  <a:lnTo>
                    <a:pt x="7747211" y="992226"/>
                  </a:lnTo>
                  <a:lnTo>
                    <a:pt x="7747879" y="1015814"/>
                  </a:lnTo>
                  <a:lnTo>
                    <a:pt x="7748547" y="1053930"/>
                  </a:lnTo>
                  <a:lnTo>
                    <a:pt x="7749215" y="1092422"/>
                  </a:lnTo>
                  <a:lnTo>
                    <a:pt x="7749883" y="1092422"/>
                  </a:lnTo>
                  <a:lnTo>
                    <a:pt x="7750551" y="1057872"/>
                  </a:lnTo>
                  <a:lnTo>
                    <a:pt x="7751220" y="1030783"/>
                  </a:lnTo>
                  <a:lnTo>
                    <a:pt x="7751888" y="944249"/>
                  </a:lnTo>
                  <a:lnTo>
                    <a:pt x="7752556" y="890534"/>
                  </a:lnTo>
                  <a:lnTo>
                    <a:pt x="7753224" y="839663"/>
                  </a:lnTo>
                  <a:lnTo>
                    <a:pt x="7753892" y="808350"/>
                  </a:lnTo>
                  <a:lnTo>
                    <a:pt x="7754560" y="733342"/>
                  </a:lnTo>
                  <a:lnTo>
                    <a:pt x="7755228" y="761044"/>
                  </a:lnTo>
                  <a:lnTo>
                    <a:pt x="7755896" y="878101"/>
                  </a:lnTo>
                  <a:lnTo>
                    <a:pt x="7756564" y="848365"/>
                  </a:lnTo>
                  <a:lnTo>
                    <a:pt x="7757232" y="852629"/>
                  </a:lnTo>
                  <a:lnTo>
                    <a:pt x="7757900" y="782993"/>
                  </a:lnTo>
                  <a:lnTo>
                    <a:pt x="7758568" y="875167"/>
                  </a:lnTo>
                  <a:lnTo>
                    <a:pt x="7759236" y="914747"/>
                  </a:lnTo>
                  <a:lnTo>
                    <a:pt x="7759904" y="847072"/>
                  </a:lnTo>
                  <a:lnTo>
                    <a:pt x="7760572" y="797712"/>
                  </a:lnTo>
                  <a:lnTo>
                    <a:pt x="7761240" y="793823"/>
                  </a:lnTo>
                  <a:lnTo>
                    <a:pt x="7761908" y="801626"/>
                  </a:lnTo>
                  <a:lnTo>
                    <a:pt x="7762576" y="790600"/>
                  </a:lnTo>
                  <a:lnTo>
                    <a:pt x="7763244" y="806222"/>
                  </a:lnTo>
                  <a:lnTo>
                    <a:pt x="7763912" y="806222"/>
                  </a:lnTo>
                  <a:lnTo>
                    <a:pt x="7764580" y="785478"/>
                  </a:lnTo>
                  <a:lnTo>
                    <a:pt x="7765248" y="756811"/>
                  </a:lnTo>
                  <a:lnTo>
                    <a:pt x="7765916" y="755168"/>
                  </a:lnTo>
                  <a:lnTo>
                    <a:pt x="7766584" y="772111"/>
                  </a:lnTo>
                  <a:lnTo>
                    <a:pt x="7767252" y="752191"/>
                  </a:lnTo>
                  <a:lnTo>
                    <a:pt x="7767920" y="680730"/>
                  </a:lnTo>
                  <a:lnTo>
                    <a:pt x="7768588" y="715103"/>
                  </a:lnTo>
                  <a:lnTo>
                    <a:pt x="7769256" y="622461"/>
                  </a:lnTo>
                  <a:lnTo>
                    <a:pt x="7769924" y="672572"/>
                  </a:lnTo>
                  <a:lnTo>
                    <a:pt x="7770592" y="829113"/>
                  </a:lnTo>
                  <a:lnTo>
                    <a:pt x="7771260" y="809294"/>
                  </a:lnTo>
                  <a:lnTo>
                    <a:pt x="7771928" y="779872"/>
                  </a:lnTo>
                  <a:lnTo>
                    <a:pt x="7772596" y="773285"/>
                  </a:lnTo>
                  <a:lnTo>
                    <a:pt x="7773264" y="722273"/>
                  </a:lnTo>
                  <a:lnTo>
                    <a:pt x="7773932" y="688312"/>
                  </a:lnTo>
                  <a:lnTo>
                    <a:pt x="7774600" y="724964"/>
                  </a:lnTo>
                  <a:lnTo>
                    <a:pt x="7775268" y="707680"/>
                  </a:lnTo>
                  <a:lnTo>
                    <a:pt x="7775937" y="756052"/>
                  </a:lnTo>
                  <a:lnTo>
                    <a:pt x="7776605" y="779136"/>
                  </a:lnTo>
                  <a:lnTo>
                    <a:pt x="7777273" y="800818"/>
                  </a:lnTo>
                  <a:lnTo>
                    <a:pt x="7777941" y="771105"/>
                  </a:lnTo>
                  <a:lnTo>
                    <a:pt x="7778609" y="760316"/>
                  </a:lnTo>
                  <a:lnTo>
                    <a:pt x="7779277" y="741425"/>
                  </a:lnTo>
                  <a:lnTo>
                    <a:pt x="7779945" y="701623"/>
                  </a:lnTo>
                  <a:lnTo>
                    <a:pt x="7780613" y="599639"/>
                  </a:lnTo>
                  <a:lnTo>
                    <a:pt x="7781281" y="604075"/>
                  </a:lnTo>
                  <a:lnTo>
                    <a:pt x="7781949" y="469832"/>
                  </a:lnTo>
                  <a:lnTo>
                    <a:pt x="7782617" y="518073"/>
                  </a:lnTo>
                  <a:lnTo>
                    <a:pt x="7783285" y="592529"/>
                  </a:lnTo>
                  <a:lnTo>
                    <a:pt x="7783953" y="644508"/>
                  </a:lnTo>
                  <a:lnTo>
                    <a:pt x="7784621" y="806355"/>
                  </a:lnTo>
                  <a:lnTo>
                    <a:pt x="7785289" y="1001050"/>
                  </a:lnTo>
                  <a:lnTo>
                    <a:pt x="7785957" y="1030039"/>
                  </a:lnTo>
                  <a:lnTo>
                    <a:pt x="7786625" y="1039876"/>
                  </a:lnTo>
                  <a:lnTo>
                    <a:pt x="7787293" y="1050990"/>
                  </a:lnTo>
                  <a:lnTo>
                    <a:pt x="7787961" y="1112701"/>
                  </a:lnTo>
                  <a:lnTo>
                    <a:pt x="7788629" y="1100312"/>
                  </a:lnTo>
                  <a:lnTo>
                    <a:pt x="7789297" y="1079799"/>
                  </a:lnTo>
                  <a:lnTo>
                    <a:pt x="7789965" y="1186075"/>
                  </a:lnTo>
                  <a:lnTo>
                    <a:pt x="7790633" y="1166211"/>
                  </a:lnTo>
                  <a:lnTo>
                    <a:pt x="7791301" y="1186075"/>
                  </a:lnTo>
                  <a:lnTo>
                    <a:pt x="7791969" y="1209208"/>
                  </a:lnTo>
                  <a:lnTo>
                    <a:pt x="7792637" y="1190680"/>
                  </a:lnTo>
                  <a:lnTo>
                    <a:pt x="7793305" y="1184624"/>
                  </a:lnTo>
                  <a:lnTo>
                    <a:pt x="7793973" y="1211721"/>
                  </a:lnTo>
                  <a:lnTo>
                    <a:pt x="7794641" y="1217300"/>
                  </a:lnTo>
                  <a:lnTo>
                    <a:pt x="7795309" y="1260777"/>
                  </a:lnTo>
                  <a:lnTo>
                    <a:pt x="7795977" y="1260777"/>
                  </a:lnTo>
                  <a:lnTo>
                    <a:pt x="7796645" y="1294581"/>
                  </a:lnTo>
                  <a:lnTo>
                    <a:pt x="7797313" y="1340903"/>
                  </a:lnTo>
                  <a:lnTo>
                    <a:pt x="7797981" y="1250551"/>
                  </a:lnTo>
                  <a:lnTo>
                    <a:pt x="7798649" y="1312255"/>
                  </a:lnTo>
                  <a:lnTo>
                    <a:pt x="7799317" y="1437980"/>
                  </a:lnTo>
                  <a:lnTo>
                    <a:pt x="7799986" y="1526461"/>
                  </a:lnTo>
                  <a:lnTo>
                    <a:pt x="7800654" y="1668810"/>
                  </a:lnTo>
                  <a:lnTo>
                    <a:pt x="7801322" y="1668810"/>
                  </a:lnTo>
                  <a:lnTo>
                    <a:pt x="7801990" y="1570146"/>
                  </a:lnTo>
                  <a:lnTo>
                    <a:pt x="7802658" y="1641183"/>
                  </a:lnTo>
                  <a:lnTo>
                    <a:pt x="7803326" y="1666771"/>
                  </a:lnTo>
                  <a:lnTo>
                    <a:pt x="7803994" y="1666771"/>
                  </a:lnTo>
                  <a:lnTo>
                    <a:pt x="7804662" y="1666771"/>
                  </a:lnTo>
                  <a:lnTo>
                    <a:pt x="7805330" y="1666771"/>
                  </a:lnTo>
                  <a:lnTo>
                    <a:pt x="7805998" y="1607028"/>
                  </a:lnTo>
                  <a:lnTo>
                    <a:pt x="7806666" y="1570146"/>
                  </a:lnTo>
                  <a:lnTo>
                    <a:pt x="7807334" y="1474802"/>
                  </a:lnTo>
                  <a:lnTo>
                    <a:pt x="7808002" y="1412617"/>
                  </a:lnTo>
                  <a:lnTo>
                    <a:pt x="7808670" y="1412617"/>
                  </a:lnTo>
                  <a:lnTo>
                    <a:pt x="7809338" y="1325012"/>
                  </a:lnTo>
                  <a:lnTo>
                    <a:pt x="7810006" y="1177317"/>
                  </a:lnTo>
                  <a:lnTo>
                    <a:pt x="7810674" y="1109364"/>
                  </a:lnTo>
                  <a:lnTo>
                    <a:pt x="7811342" y="1063832"/>
                  </a:lnTo>
                  <a:lnTo>
                    <a:pt x="7812010" y="1015814"/>
                  </a:lnTo>
                  <a:lnTo>
                    <a:pt x="7812678" y="974666"/>
                  </a:lnTo>
                  <a:lnTo>
                    <a:pt x="7813346" y="926362"/>
                  </a:lnTo>
                  <a:lnTo>
                    <a:pt x="7814014" y="842461"/>
                  </a:lnTo>
                  <a:lnTo>
                    <a:pt x="7814682" y="812346"/>
                  </a:lnTo>
                  <a:lnTo>
                    <a:pt x="7815350" y="747642"/>
                  </a:lnTo>
                  <a:lnTo>
                    <a:pt x="7816018" y="667417"/>
                  </a:lnTo>
                  <a:lnTo>
                    <a:pt x="7816686" y="630353"/>
                  </a:lnTo>
                  <a:lnTo>
                    <a:pt x="7817354" y="640431"/>
                  </a:lnTo>
                  <a:lnTo>
                    <a:pt x="7818022" y="657944"/>
                  </a:lnTo>
                  <a:lnTo>
                    <a:pt x="7818690" y="643486"/>
                  </a:lnTo>
                  <a:lnTo>
                    <a:pt x="7819358" y="644508"/>
                  </a:lnTo>
                  <a:lnTo>
                    <a:pt x="7820026" y="672743"/>
                  </a:lnTo>
                  <a:lnTo>
                    <a:pt x="7820694" y="639416"/>
                  </a:lnTo>
                  <a:lnTo>
                    <a:pt x="7821362" y="608737"/>
                  </a:lnTo>
                  <a:lnTo>
                    <a:pt x="7822030" y="562215"/>
                  </a:lnTo>
                  <a:lnTo>
                    <a:pt x="7822698" y="547153"/>
                  </a:lnTo>
                  <a:lnTo>
                    <a:pt x="7823366" y="547153"/>
                  </a:lnTo>
                  <a:lnTo>
                    <a:pt x="7824034" y="700457"/>
                  </a:lnTo>
                  <a:lnTo>
                    <a:pt x="7824703" y="682277"/>
                  </a:lnTo>
                  <a:lnTo>
                    <a:pt x="7825371" y="824734"/>
                  </a:lnTo>
                  <a:lnTo>
                    <a:pt x="7826039" y="843303"/>
                  </a:lnTo>
                  <a:lnTo>
                    <a:pt x="7826707" y="958599"/>
                  </a:lnTo>
                  <a:lnTo>
                    <a:pt x="7827375" y="899888"/>
                  </a:lnTo>
                  <a:lnTo>
                    <a:pt x="7828043" y="884018"/>
                  </a:lnTo>
                  <a:lnTo>
                    <a:pt x="7828711" y="883273"/>
                  </a:lnTo>
                  <a:lnTo>
                    <a:pt x="7829379" y="899123"/>
                  </a:lnTo>
                  <a:lnTo>
                    <a:pt x="7830047" y="893038"/>
                  </a:lnTo>
                  <a:lnTo>
                    <a:pt x="7830715" y="862743"/>
                  </a:lnTo>
                  <a:lnTo>
                    <a:pt x="7831383" y="824276"/>
                  </a:lnTo>
                  <a:lnTo>
                    <a:pt x="7832051" y="820893"/>
                  </a:lnTo>
                  <a:lnTo>
                    <a:pt x="7832719" y="839381"/>
                  </a:lnTo>
                  <a:lnTo>
                    <a:pt x="7833387" y="826995"/>
                  </a:lnTo>
                  <a:lnTo>
                    <a:pt x="7834055" y="906767"/>
                  </a:lnTo>
                  <a:lnTo>
                    <a:pt x="7834723" y="951168"/>
                  </a:lnTo>
                  <a:lnTo>
                    <a:pt x="7835391" y="919320"/>
                  </a:lnTo>
                  <a:lnTo>
                    <a:pt x="7836059" y="921693"/>
                  </a:lnTo>
                  <a:lnTo>
                    <a:pt x="7836727" y="924839"/>
                  </a:lnTo>
                  <a:lnTo>
                    <a:pt x="7837395" y="810013"/>
                  </a:lnTo>
                  <a:lnTo>
                    <a:pt x="7838063" y="759603"/>
                  </a:lnTo>
                  <a:lnTo>
                    <a:pt x="7838731" y="747610"/>
                  </a:lnTo>
                  <a:lnTo>
                    <a:pt x="7839399" y="731740"/>
                  </a:lnTo>
                  <a:lnTo>
                    <a:pt x="7840067" y="729021"/>
                  </a:lnTo>
                  <a:lnTo>
                    <a:pt x="7840735" y="781345"/>
                  </a:lnTo>
                  <a:lnTo>
                    <a:pt x="7841403" y="840866"/>
                  </a:lnTo>
                  <a:lnTo>
                    <a:pt x="7842071" y="872463"/>
                  </a:lnTo>
                  <a:lnTo>
                    <a:pt x="7842739" y="868213"/>
                  </a:lnTo>
                  <a:lnTo>
                    <a:pt x="7843407" y="909345"/>
                  </a:lnTo>
                  <a:lnTo>
                    <a:pt x="7844075" y="923291"/>
                  </a:lnTo>
                  <a:lnTo>
                    <a:pt x="7844743" y="805391"/>
                  </a:lnTo>
                  <a:lnTo>
                    <a:pt x="7845411" y="811445"/>
                  </a:lnTo>
                  <a:lnTo>
                    <a:pt x="7846079" y="705683"/>
                  </a:lnTo>
                  <a:lnTo>
                    <a:pt x="7846747" y="732164"/>
                  </a:lnTo>
                  <a:lnTo>
                    <a:pt x="7847415" y="835489"/>
                  </a:lnTo>
                  <a:lnTo>
                    <a:pt x="7848083" y="944249"/>
                  </a:lnTo>
                  <a:lnTo>
                    <a:pt x="7848751" y="969493"/>
                  </a:lnTo>
                  <a:lnTo>
                    <a:pt x="7849420" y="966068"/>
                  </a:lnTo>
                  <a:lnTo>
                    <a:pt x="7850088" y="1013967"/>
                  </a:lnTo>
                  <a:lnTo>
                    <a:pt x="7850756" y="1042250"/>
                  </a:lnTo>
                  <a:lnTo>
                    <a:pt x="7851424" y="1092422"/>
                  </a:lnTo>
                  <a:lnTo>
                    <a:pt x="7852092" y="1292707"/>
                  </a:lnTo>
                  <a:lnTo>
                    <a:pt x="7852760" y="1315554"/>
                  </a:lnTo>
                  <a:lnTo>
                    <a:pt x="7853428" y="1261947"/>
                  </a:lnTo>
                  <a:lnTo>
                    <a:pt x="7854096" y="1149379"/>
                  </a:lnTo>
                  <a:lnTo>
                    <a:pt x="7854764" y="1088721"/>
                  </a:lnTo>
                  <a:lnTo>
                    <a:pt x="7855432" y="1080098"/>
                  </a:lnTo>
                  <a:lnTo>
                    <a:pt x="7856100" y="1080098"/>
                  </a:lnTo>
                  <a:lnTo>
                    <a:pt x="7856768" y="1110680"/>
                  </a:lnTo>
                  <a:lnTo>
                    <a:pt x="7857436" y="1083090"/>
                  </a:lnTo>
                  <a:lnTo>
                    <a:pt x="7858104" y="1080098"/>
                  </a:lnTo>
                  <a:lnTo>
                    <a:pt x="7858772" y="1039644"/>
                  </a:lnTo>
                  <a:lnTo>
                    <a:pt x="7859440" y="1032687"/>
                  </a:lnTo>
                  <a:lnTo>
                    <a:pt x="7860108" y="1050938"/>
                  </a:lnTo>
                  <a:lnTo>
                    <a:pt x="7860776" y="1071207"/>
                  </a:lnTo>
                  <a:lnTo>
                    <a:pt x="7861444" y="1071207"/>
                  </a:lnTo>
                  <a:lnTo>
                    <a:pt x="7862112" y="1068907"/>
                  </a:lnTo>
                  <a:lnTo>
                    <a:pt x="7862780" y="1076505"/>
                  </a:lnTo>
                  <a:lnTo>
                    <a:pt x="7863448" y="1058423"/>
                  </a:lnTo>
                  <a:lnTo>
                    <a:pt x="7864116" y="1095125"/>
                  </a:lnTo>
                  <a:lnTo>
                    <a:pt x="7864784" y="1128081"/>
                  </a:lnTo>
                  <a:lnTo>
                    <a:pt x="7865452" y="1129103"/>
                  </a:lnTo>
                  <a:lnTo>
                    <a:pt x="7866120" y="1132837"/>
                  </a:lnTo>
                  <a:lnTo>
                    <a:pt x="7866788" y="1110680"/>
                  </a:lnTo>
                  <a:lnTo>
                    <a:pt x="7867456" y="1144484"/>
                  </a:lnTo>
                  <a:lnTo>
                    <a:pt x="7868124" y="1176722"/>
                  </a:lnTo>
                  <a:lnTo>
                    <a:pt x="7868792" y="1260422"/>
                  </a:lnTo>
                  <a:lnTo>
                    <a:pt x="7869460" y="1334251"/>
                  </a:lnTo>
                  <a:lnTo>
                    <a:pt x="7870128" y="1334251"/>
                  </a:lnTo>
                  <a:lnTo>
                    <a:pt x="7870796" y="1334251"/>
                  </a:lnTo>
                  <a:lnTo>
                    <a:pt x="7871464" y="1347829"/>
                  </a:lnTo>
                  <a:lnTo>
                    <a:pt x="7872132" y="1380704"/>
                  </a:lnTo>
                  <a:lnTo>
                    <a:pt x="7872800" y="1405288"/>
                  </a:lnTo>
                  <a:lnTo>
                    <a:pt x="7873468" y="1505685"/>
                  </a:lnTo>
                  <a:lnTo>
                    <a:pt x="7874137" y="1570746"/>
                  </a:lnTo>
                  <a:lnTo>
                    <a:pt x="7874805" y="1607769"/>
                  </a:lnTo>
                  <a:lnTo>
                    <a:pt x="7875473" y="1582142"/>
                  </a:lnTo>
                  <a:lnTo>
                    <a:pt x="7876141" y="1584370"/>
                  </a:lnTo>
                  <a:lnTo>
                    <a:pt x="7876809" y="1486446"/>
                  </a:lnTo>
                  <a:lnTo>
                    <a:pt x="7877477" y="1486446"/>
                  </a:lnTo>
                  <a:lnTo>
                    <a:pt x="7878145" y="1486446"/>
                  </a:lnTo>
                  <a:lnTo>
                    <a:pt x="7878813" y="1486446"/>
                  </a:lnTo>
                  <a:lnTo>
                    <a:pt x="7879481" y="1486446"/>
                  </a:lnTo>
                  <a:lnTo>
                    <a:pt x="7880149" y="1486446"/>
                  </a:lnTo>
                  <a:lnTo>
                    <a:pt x="7880817" y="1507168"/>
                  </a:lnTo>
                  <a:lnTo>
                    <a:pt x="7881485" y="1465119"/>
                  </a:lnTo>
                  <a:lnTo>
                    <a:pt x="7882153" y="1387978"/>
                  </a:lnTo>
                  <a:lnTo>
                    <a:pt x="7882821" y="1354730"/>
                  </a:lnTo>
                  <a:lnTo>
                    <a:pt x="7883489" y="1291005"/>
                  </a:lnTo>
                  <a:lnTo>
                    <a:pt x="7884157" y="1291005"/>
                  </a:lnTo>
                  <a:lnTo>
                    <a:pt x="7884825" y="1291005"/>
                  </a:lnTo>
                  <a:lnTo>
                    <a:pt x="7885493" y="1334251"/>
                  </a:lnTo>
                  <a:lnTo>
                    <a:pt x="7886161" y="1334251"/>
                  </a:lnTo>
                  <a:lnTo>
                    <a:pt x="7886829" y="1462352"/>
                  </a:lnTo>
                  <a:lnTo>
                    <a:pt x="7887497" y="1393694"/>
                  </a:lnTo>
                  <a:lnTo>
                    <a:pt x="7888165" y="1450949"/>
                  </a:lnTo>
                  <a:lnTo>
                    <a:pt x="7888833" y="1473780"/>
                  </a:lnTo>
                  <a:lnTo>
                    <a:pt x="7889501" y="1371476"/>
                  </a:lnTo>
                  <a:lnTo>
                    <a:pt x="7890169" y="1299124"/>
                  </a:lnTo>
                  <a:lnTo>
                    <a:pt x="7890837" y="1247437"/>
                  </a:lnTo>
                  <a:lnTo>
                    <a:pt x="7891505" y="1181018"/>
                  </a:lnTo>
                  <a:lnTo>
                    <a:pt x="7892173" y="1205459"/>
                  </a:lnTo>
                  <a:lnTo>
                    <a:pt x="7892841" y="1218046"/>
                  </a:lnTo>
                  <a:lnTo>
                    <a:pt x="7893509" y="1214243"/>
                  </a:lnTo>
                  <a:lnTo>
                    <a:pt x="7894177" y="1190680"/>
                  </a:lnTo>
                  <a:lnTo>
                    <a:pt x="7894845" y="1160968"/>
                  </a:lnTo>
                  <a:lnTo>
                    <a:pt x="7895513" y="1141539"/>
                  </a:lnTo>
                  <a:lnTo>
                    <a:pt x="7896181" y="1093882"/>
                  </a:lnTo>
                  <a:lnTo>
                    <a:pt x="7896849" y="1090469"/>
                  </a:lnTo>
                  <a:lnTo>
                    <a:pt x="7897517" y="975086"/>
                  </a:lnTo>
                  <a:lnTo>
                    <a:pt x="7898186" y="822513"/>
                  </a:lnTo>
                  <a:lnTo>
                    <a:pt x="7898854" y="818288"/>
                  </a:lnTo>
                  <a:lnTo>
                    <a:pt x="7899522" y="705683"/>
                  </a:lnTo>
                  <a:lnTo>
                    <a:pt x="7900190" y="744036"/>
                  </a:lnTo>
                  <a:lnTo>
                    <a:pt x="7900858" y="828593"/>
                  </a:lnTo>
                  <a:lnTo>
                    <a:pt x="7901526" y="865309"/>
                  </a:lnTo>
                  <a:lnTo>
                    <a:pt x="7902194" y="862407"/>
                  </a:lnTo>
                  <a:lnTo>
                    <a:pt x="7902862" y="843865"/>
                  </a:lnTo>
                  <a:lnTo>
                    <a:pt x="7903530" y="849512"/>
                  </a:lnTo>
                  <a:lnTo>
                    <a:pt x="7904198" y="866765"/>
                  </a:lnTo>
                  <a:lnTo>
                    <a:pt x="7904866" y="860961"/>
                  </a:lnTo>
                  <a:lnTo>
                    <a:pt x="7905534" y="823131"/>
                  </a:lnTo>
                  <a:lnTo>
                    <a:pt x="7906202" y="825856"/>
                  </a:lnTo>
                  <a:lnTo>
                    <a:pt x="7906870" y="848096"/>
                  </a:lnTo>
                  <a:lnTo>
                    <a:pt x="7907538" y="887513"/>
                  </a:lnTo>
                  <a:lnTo>
                    <a:pt x="7908206" y="927967"/>
                  </a:lnTo>
                  <a:lnTo>
                    <a:pt x="7908874" y="944249"/>
                  </a:lnTo>
                  <a:lnTo>
                    <a:pt x="7909542" y="886008"/>
                  </a:lnTo>
                  <a:lnTo>
                    <a:pt x="7910210" y="910532"/>
                  </a:lnTo>
                  <a:lnTo>
                    <a:pt x="7910878" y="853781"/>
                  </a:lnTo>
                  <a:lnTo>
                    <a:pt x="7911546" y="797815"/>
                  </a:lnTo>
                  <a:lnTo>
                    <a:pt x="7912214" y="815025"/>
                  </a:lnTo>
                  <a:lnTo>
                    <a:pt x="7912882" y="838268"/>
                  </a:lnTo>
                  <a:lnTo>
                    <a:pt x="7913550" y="878537"/>
                  </a:lnTo>
                  <a:lnTo>
                    <a:pt x="7914218" y="884507"/>
                  </a:lnTo>
                  <a:lnTo>
                    <a:pt x="7914886" y="934429"/>
                  </a:lnTo>
                  <a:lnTo>
                    <a:pt x="7915554" y="1001193"/>
                  </a:lnTo>
                  <a:lnTo>
                    <a:pt x="7916222" y="1051968"/>
                  </a:lnTo>
                  <a:lnTo>
                    <a:pt x="7916890" y="1065832"/>
                  </a:lnTo>
                  <a:lnTo>
                    <a:pt x="7917558" y="1036490"/>
                  </a:lnTo>
                  <a:lnTo>
                    <a:pt x="7918226" y="983385"/>
                  </a:lnTo>
                  <a:lnTo>
                    <a:pt x="7918894" y="978139"/>
                  </a:lnTo>
                  <a:lnTo>
                    <a:pt x="7919562" y="1021385"/>
                  </a:lnTo>
                  <a:lnTo>
                    <a:pt x="7920230" y="1015814"/>
                  </a:lnTo>
                  <a:lnTo>
                    <a:pt x="7920898" y="1120190"/>
                  </a:lnTo>
                  <a:lnTo>
                    <a:pt x="7921566" y="1144687"/>
                  </a:lnTo>
                  <a:lnTo>
                    <a:pt x="7922234" y="1135668"/>
                  </a:lnTo>
                  <a:lnTo>
                    <a:pt x="7922903" y="1080009"/>
                  </a:lnTo>
                  <a:lnTo>
                    <a:pt x="7923571" y="895092"/>
                  </a:lnTo>
                  <a:lnTo>
                    <a:pt x="7924239" y="817715"/>
                  </a:lnTo>
                  <a:lnTo>
                    <a:pt x="7924907" y="759814"/>
                  </a:lnTo>
                  <a:lnTo>
                    <a:pt x="7925575" y="726312"/>
                  </a:lnTo>
                  <a:lnTo>
                    <a:pt x="7926243" y="647583"/>
                  </a:lnTo>
                  <a:lnTo>
                    <a:pt x="7926911" y="588776"/>
                  </a:lnTo>
                  <a:lnTo>
                    <a:pt x="7927579" y="597253"/>
                  </a:lnTo>
                  <a:lnTo>
                    <a:pt x="7928247" y="589712"/>
                  </a:lnTo>
                  <a:lnTo>
                    <a:pt x="7928915" y="564011"/>
                  </a:lnTo>
                  <a:lnTo>
                    <a:pt x="7929583" y="684304"/>
                  </a:lnTo>
                  <a:lnTo>
                    <a:pt x="7930251" y="675126"/>
                  </a:lnTo>
                  <a:lnTo>
                    <a:pt x="7930919" y="657674"/>
                  </a:lnTo>
                  <a:lnTo>
                    <a:pt x="7931587" y="652372"/>
                  </a:lnTo>
                  <a:lnTo>
                    <a:pt x="7932255" y="638202"/>
                  </a:lnTo>
                  <a:lnTo>
                    <a:pt x="7932923" y="649362"/>
                  </a:lnTo>
                  <a:lnTo>
                    <a:pt x="7933591" y="703425"/>
                  </a:lnTo>
                  <a:lnTo>
                    <a:pt x="7934259" y="762595"/>
                  </a:lnTo>
                  <a:lnTo>
                    <a:pt x="7934927" y="791112"/>
                  </a:lnTo>
                  <a:lnTo>
                    <a:pt x="7935595" y="799640"/>
                  </a:lnTo>
                  <a:lnTo>
                    <a:pt x="7936263" y="888679"/>
                  </a:lnTo>
                  <a:lnTo>
                    <a:pt x="7936931" y="959627"/>
                  </a:lnTo>
                  <a:lnTo>
                    <a:pt x="7937599" y="982195"/>
                  </a:lnTo>
                  <a:lnTo>
                    <a:pt x="7938267" y="1031304"/>
                  </a:lnTo>
                  <a:lnTo>
                    <a:pt x="7938935" y="1075636"/>
                  </a:lnTo>
                  <a:lnTo>
                    <a:pt x="7939603" y="1159769"/>
                  </a:lnTo>
                  <a:lnTo>
                    <a:pt x="7940271" y="1243851"/>
                  </a:lnTo>
                  <a:lnTo>
                    <a:pt x="7940939" y="1149246"/>
                  </a:lnTo>
                  <a:lnTo>
                    <a:pt x="7941607" y="1250847"/>
                  </a:lnTo>
                  <a:lnTo>
                    <a:pt x="7942275" y="1315993"/>
                  </a:lnTo>
                  <a:lnTo>
                    <a:pt x="7942943" y="1307101"/>
                  </a:lnTo>
                  <a:lnTo>
                    <a:pt x="7943611" y="1402256"/>
                  </a:lnTo>
                  <a:lnTo>
                    <a:pt x="7944279" y="1392064"/>
                  </a:lnTo>
                  <a:lnTo>
                    <a:pt x="7944947" y="1398840"/>
                  </a:lnTo>
                  <a:lnTo>
                    <a:pt x="7945615" y="1486446"/>
                  </a:lnTo>
                  <a:lnTo>
                    <a:pt x="7946283" y="1455863"/>
                  </a:lnTo>
                  <a:lnTo>
                    <a:pt x="7946951" y="1412617"/>
                  </a:lnTo>
                  <a:lnTo>
                    <a:pt x="7947620" y="1412617"/>
                  </a:lnTo>
                  <a:lnTo>
                    <a:pt x="7948288" y="1409145"/>
                  </a:lnTo>
                  <a:lnTo>
                    <a:pt x="7948956" y="1346575"/>
                  </a:lnTo>
                  <a:lnTo>
                    <a:pt x="7949624" y="1346575"/>
                  </a:lnTo>
                  <a:lnTo>
                    <a:pt x="7950292" y="1346575"/>
                  </a:lnTo>
                  <a:lnTo>
                    <a:pt x="7950960" y="1346575"/>
                  </a:lnTo>
                  <a:lnTo>
                    <a:pt x="7951628" y="1346575"/>
                  </a:lnTo>
                  <a:lnTo>
                    <a:pt x="7952296" y="1346575"/>
                  </a:lnTo>
                  <a:lnTo>
                    <a:pt x="7952964" y="1392064"/>
                  </a:lnTo>
                  <a:lnTo>
                    <a:pt x="7953632" y="1412617"/>
                  </a:lnTo>
                  <a:lnTo>
                    <a:pt x="7954300" y="1426704"/>
                  </a:lnTo>
                  <a:lnTo>
                    <a:pt x="7954968" y="1412617"/>
                  </a:lnTo>
                  <a:lnTo>
                    <a:pt x="7955636" y="1412617"/>
                  </a:lnTo>
                  <a:lnTo>
                    <a:pt x="7956304" y="1441114"/>
                  </a:lnTo>
                  <a:lnTo>
                    <a:pt x="7956972" y="1486446"/>
                  </a:lnTo>
                  <a:lnTo>
                    <a:pt x="7957640" y="1486446"/>
                  </a:lnTo>
                  <a:lnTo>
                    <a:pt x="7958308" y="1490376"/>
                  </a:lnTo>
                  <a:lnTo>
                    <a:pt x="7958976" y="1570146"/>
                  </a:lnTo>
                  <a:lnTo>
                    <a:pt x="7959644" y="1570146"/>
                  </a:lnTo>
                  <a:lnTo>
                    <a:pt x="7960312" y="1543842"/>
                  </a:lnTo>
                  <a:lnTo>
                    <a:pt x="7960980" y="1486446"/>
                  </a:lnTo>
                  <a:lnTo>
                    <a:pt x="7961648" y="1441114"/>
                  </a:lnTo>
                  <a:lnTo>
                    <a:pt x="7962316" y="1412617"/>
                  </a:lnTo>
                  <a:lnTo>
                    <a:pt x="7962984" y="1412617"/>
                  </a:lnTo>
                  <a:lnTo>
                    <a:pt x="7963652" y="1402256"/>
                  </a:lnTo>
                  <a:lnTo>
                    <a:pt x="7964320" y="1343449"/>
                  </a:lnTo>
                  <a:lnTo>
                    <a:pt x="7964988" y="1346575"/>
                  </a:lnTo>
                  <a:lnTo>
                    <a:pt x="7965656" y="1486987"/>
                  </a:lnTo>
                  <a:lnTo>
                    <a:pt x="7966324" y="1463876"/>
                  </a:lnTo>
                  <a:lnTo>
                    <a:pt x="7966992" y="1427445"/>
                  </a:lnTo>
                  <a:lnTo>
                    <a:pt x="7967660" y="1410323"/>
                  </a:lnTo>
                  <a:lnTo>
                    <a:pt x="7968328" y="1380704"/>
                  </a:lnTo>
                  <a:lnTo>
                    <a:pt x="7968996" y="1380704"/>
                  </a:lnTo>
                  <a:lnTo>
                    <a:pt x="7969664" y="1380704"/>
                  </a:lnTo>
                  <a:lnTo>
                    <a:pt x="7970332" y="1395338"/>
                  </a:lnTo>
                  <a:lnTo>
                    <a:pt x="7971000" y="1430876"/>
                  </a:lnTo>
                  <a:lnTo>
                    <a:pt x="7971668" y="1463027"/>
                  </a:lnTo>
                  <a:lnTo>
                    <a:pt x="7972337" y="1485416"/>
                  </a:lnTo>
                  <a:lnTo>
                    <a:pt x="7973005" y="1485416"/>
                  </a:lnTo>
                  <a:lnTo>
                    <a:pt x="7973673" y="1494023"/>
                  </a:lnTo>
                  <a:lnTo>
                    <a:pt x="7974341" y="1554632"/>
                  </a:lnTo>
                  <a:lnTo>
                    <a:pt x="7975009" y="1611201"/>
                  </a:lnTo>
                  <a:lnTo>
                    <a:pt x="7975677" y="1639492"/>
                  </a:lnTo>
                  <a:lnTo>
                    <a:pt x="7976345" y="1595995"/>
                  </a:lnTo>
                  <a:lnTo>
                    <a:pt x="7977013" y="1646339"/>
                  </a:lnTo>
                  <a:lnTo>
                    <a:pt x="7977681" y="1518598"/>
                  </a:lnTo>
                  <a:lnTo>
                    <a:pt x="7978349" y="1506347"/>
                  </a:lnTo>
                  <a:lnTo>
                    <a:pt x="7979017" y="1486446"/>
                  </a:lnTo>
                  <a:lnTo>
                    <a:pt x="7979685" y="1419621"/>
                  </a:lnTo>
                  <a:lnTo>
                    <a:pt x="7980353" y="1382035"/>
                  </a:lnTo>
                  <a:lnTo>
                    <a:pt x="7981021" y="1307101"/>
                  </a:lnTo>
                  <a:lnTo>
                    <a:pt x="7981689" y="1232293"/>
                  </a:lnTo>
                  <a:lnTo>
                    <a:pt x="7982357" y="1232293"/>
                  </a:lnTo>
                  <a:lnTo>
                    <a:pt x="7983025" y="1232293"/>
                  </a:lnTo>
                  <a:lnTo>
                    <a:pt x="7983693" y="1232293"/>
                  </a:lnTo>
                  <a:lnTo>
                    <a:pt x="7984361" y="1167820"/>
                  </a:lnTo>
                  <a:lnTo>
                    <a:pt x="7985029" y="1092422"/>
                  </a:lnTo>
                  <a:lnTo>
                    <a:pt x="7985697" y="1042250"/>
                  </a:lnTo>
                  <a:lnTo>
                    <a:pt x="7986365" y="1051968"/>
                  </a:lnTo>
                  <a:lnTo>
                    <a:pt x="7987033" y="1038404"/>
                  </a:lnTo>
                  <a:lnTo>
                    <a:pt x="7987701" y="978139"/>
                  </a:lnTo>
                  <a:lnTo>
                    <a:pt x="7988369" y="1004816"/>
                  </a:lnTo>
                  <a:lnTo>
                    <a:pt x="7989037" y="1013967"/>
                  </a:lnTo>
                  <a:lnTo>
                    <a:pt x="7989705" y="1027007"/>
                  </a:lnTo>
                  <a:lnTo>
                    <a:pt x="7990373" y="1030783"/>
                  </a:lnTo>
                  <a:lnTo>
                    <a:pt x="7991041" y="1077964"/>
                  </a:lnTo>
                  <a:lnTo>
                    <a:pt x="7991709" y="1135668"/>
                  </a:lnTo>
                  <a:lnTo>
                    <a:pt x="7992377" y="1128988"/>
                  </a:lnTo>
                  <a:lnTo>
                    <a:pt x="7993045" y="1023254"/>
                  </a:lnTo>
                  <a:lnTo>
                    <a:pt x="7993713" y="978139"/>
                  </a:lnTo>
                  <a:lnTo>
                    <a:pt x="7994381" y="1008461"/>
                  </a:lnTo>
                  <a:lnTo>
                    <a:pt x="7995049" y="1048062"/>
                  </a:lnTo>
                  <a:lnTo>
                    <a:pt x="7995717" y="1023254"/>
                  </a:lnTo>
                  <a:lnTo>
                    <a:pt x="7996386" y="1013967"/>
                  </a:lnTo>
                  <a:lnTo>
                    <a:pt x="7997054" y="1027007"/>
                  </a:lnTo>
                  <a:lnTo>
                    <a:pt x="7997722" y="1057872"/>
                  </a:lnTo>
                  <a:lnTo>
                    <a:pt x="7998390" y="1013967"/>
                  </a:lnTo>
                  <a:lnTo>
                    <a:pt x="7999058" y="964362"/>
                  </a:lnTo>
                  <a:lnTo>
                    <a:pt x="7999726" y="907414"/>
                  </a:lnTo>
                  <a:lnTo>
                    <a:pt x="8000394" y="912097"/>
                  </a:lnTo>
                  <a:lnTo>
                    <a:pt x="8001062" y="912097"/>
                  </a:lnTo>
                  <a:lnTo>
                    <a:pt x="8001730" y="912097"/>
                  </a:lnTo>
                  <a:lnTo>
                    <a:pt x="8002398" y="895092"/>
                  </a:lnTo>
                  <a:lnTo>
                    <a:pt x="8003066" y="944249"/>
                  </a:lnTo>
                  <a:lnTo>
                    <a:pt x="8003734" y="944249"/>
                  </a:lnTo>
                  <a:lnTo>
                    <a:pt x="8004402" y="895092"/>
                  </a:lnTo>
                  <a:lnTo>
                    <a:pt x="8005070" y="915239"/>
                  </a:lnTo>
                  <a:lnTo>
                    <a:pt x="8005738" y="966068"/>
                  </a:lnTo>
                  <a:lnTo>
                    <a:pt x="8006406" y="950882"/>
                  </a:lnTo>
                  <a:lnTo>
                    <a:pt x="8007074" y="944249"/>
                  </a:lnTo>
                  <a:lnTo>
                    <a:pt x="8007742" y="972937"/>
                  </a:lnTo>
                  <a:lnTo>
                    <a:pt x="8008410" y="1013967"/>
                  </a:lnTo>
                  <a:lnTo>
                    <a:pt x="8009078" y="1061839"/>
                  </a:lnTo>
                  <a:lnTo>
                    <a:pt x="8009746" y="1086185"/>
                  </a:lnTo>
                  <a:lnTo>
                    <a:pt x="8010414" y="1071869"/>
                  </a:lnTo>
                  <a:lnTo>
                    <a:pt x="8011082" y="1051968"/>
                  </a:lnTo>
                  <a:lnTo>
                    <a:pt x="8011750" y="1028892"/>
                  </a:lnTo>
                  <a:lnTo>
                    <a:pt x="8012418" y="1040324"/>
                  </a:lnTo>
                  <a:lnTo>
                    <a:pt x="8013086" y="1082061"/>
                  </a:lnTo>
                  <a:lnTo>
                    <a:pt x="8013754" y="1135668"/>
                  </a:lnTo>
                  <a:lnTo>
                    <a:pt x="8014422" y="1232293"/>
                  </a:lnTo>
                  <a:lnTo>
                    <a:pt x="8015090" y="1232293"/>
                  </a:lnTo>
                  <a:lnTo>
                    <a:pt x="8015758" y="1250847"/>
                  </a:lnTo>
                  <a:lnTo>
                    <a:pt x="8016426" y="1334163"/>
                  </a:lnTo>
                  <a:lnTo>
                    <a:pt x="8017094" y="1346575"/>
                  </a:lnTo>
                  <a:lnTo>
                    <a:pt x="8017762" y="1346575"/>
                  </a:lnTo>
                  <a:lnTo>
                    <a:pt x="8018430" y="1346575"/>
                  </a:lnTo>
                  <a:lnTo>
                    <a:pt x="8019098" y="1356049"/>
                  </a:lnTo>
                  <a:lnTo>
                    <a:pt x="8019766" y="1474802"/>
                  </a:lnTo>
                  <a:lnTo>
                    <a:pt x="8020434" y="1526900"/>
                  </a:lnTo>
                  <a:lnTo>
                    <a:pt x="8021103" y="1570146"/>
                  </a:lnTo>
                  <a:lnTo>
                    <a:pt x="8021771" y="1626317"/>
                  </a:lnTo>
                  <a:lnTo>
                    <a:pt x="8022439" y="1666771"/>
                  </a:lnTo>
                  <a:lnTo>
                    <a:pt x="8023107" y="1666771"/>
                  </a:lnTo>
                  <a:lnTo>
                    <a:pt x="8023775" y="1666771"/>
                  </a:lnTo>
                  <a:lnTo>
                    <a:pt x="8024443" y="1666771"/>
                  </a:lnTo>
                  <a:lnTo>
                    <a:pt x="8025111" y="1666771"/>
                  </a:lnTo>
                  <a:lnTo>
                    <a:pt x="8025779" y="1666771"/>
                  </a:lnTo>
                  <a:lnTo>
                    <a:pt x="8026447" y="1666771"/>
                  </a:lnTo>
                  <a:lnTo>
                    <a:pt x="8027115" y="1666771"/>
                  </a:lnTo>
                  <a:lnTo>
                    <a:pt x="8027783" y="1666771"/>
                  </a:lnTo>
                  <a:lnTo>
                    <a:pt x="8028451" y="1666771"/>
                  </a:lnTo>
                  <a:lnTo>
                    <a:pt x="8029119" y="1666771"/>
                  </a:lnTo>
                  <a:lnTo>
                    <a:pt x="8029787" y="1666771"/>
                  </a:lnTo>
                  <a:lnTo>
                    <a:pt x="8030455" y="1666771"/>
                  </a:lnTo>
                  <a:lnTo>
                    <a:pt x="8031123" y="1666771"/>
                  </a:lnTo>
                  <a:lnTo>
                    <a:pt x="8031791" y="1607028"/>
                  </a:lnTo>
                  <a:lnTo>
                    <a:pt x="8032459" y="1570146"/>
                  </a:lnTo>
                  <a:lnTo>
                    <a:pt x="8033127" y="1668810"/>
                  </a:lnTo>
                  <a:lnTo>
                    <a:pt x="8033795" y="1668810"/>
                  </a:lnTo>
                  <a:lnTo>
                    <a:pt x="8034463" y="1611201"/>
                  </a:lnTo>
                  <a:lnTo>
                    <a:pt x="8035131" y="1574020"/>
                  </a:lnTo>
                  <a:lnTo>
                    <a:pt x="8035799" y="1545158"/>
                  </a:lnTo>
                  <a:lnTo>
                    <a:pt x="8036467" y="1545158"/>
                  </a:lnTo>
                  <a:lnTo>
                    <a:pt x="8037135" y="1485416"/>
                  </a:lnTo>
                  <a:lnTo>
                    <a:pt x="8037803" y="1485416"/>
                  </a:lnTo>
                  <a:lnTo>
                    <a:pt x="8038471" y="1485416"/>
                  </a:lnTo>
                  <a:lnTo>
                    <a:pt x="8039139" y="1441411"/>
                  </a:lnTo>
                  <a:lnTo>
                    <a:pt x="8039807" y="1430876"/>
                  </a:lnTo>
                  <a:lnTo>
                    <a:pt x="8040475" y="1430876"/>
                  </a:lnTo>
                  <a:lnTo>
                    <a:pt x="8041143" y="1430876"/>
                  </a:lnTo>
                  <a:lnTo>
                    <a:pt x="8041811" y="1463027"/>
                  </a:lnTo>
                  <a:lnTo>
                    <a:pt x="8042479" y="1485416"/>
                  </a:lnTo>
                  <a:lnTo>
                    <a:pt x="8043147" y="1409424"/>
                  </a:lnTo>
                  <a:lnTo>
                    <a:pt x="8043815" y="1348255"/>
                  </a:lnTo>
                  <a:lnTo>
                    <a:pt x="8044483" y="1224506"/>
                  </a:lnTo>
                  <a:lnTo>
                    <a:pt x="8045151" y="1172550"/>
                  </a:lnTo>
                  <a:lnTo>
                    <a:pt x="8045820" y="1182120"/>
                  </a:lnTo>
                  <a:lnTo>
                    <a:pt x="8046488" y="1182120"/>
                  </a:lnTo>
                  <a:lnTo>
                    <a:pt x="8047156" y="1232293"/>
                  </a:lnTo>
                  <a:lnTo>
                    <a:pt x="8047824" y="1232293"/>
                  </a:lnTo>
                  <a:lnTo>
                    <a:pt x="8048492" y="1229686"/>
                  </a:lnTo>
                  <a:lnTo>
                    <a:pt x="8049160" y="1221932"/>
                  </a:lnTo>
                  <a:lnTo>
                    <a:pt x="8049828" y="1232293"/>
                  </a:lnTo>
                  <a:lnTo>
                    <a:pt x="8050496" y="1232293"/>
                  </a:lnTo>
                  <a:lnTo>
                    <a:pt x="8051164" y="1204202"/>
                  </a:lnTo>
                  <a:lnTo>
                    <a:pt x="8051832" y="1140161"/>
                  </a:lnTo>
                  <a:lnTo>
                    <a:pt x="8052500" y="1135668"/>
                  </a:lnTo>
                  <a:lnTo>
                    <a:pt x="8053168" y="1199227"/>
                  </a:lnTo>
                  <a:lnTo>
                    <a:pt x="8053836" y="1281160"/>
                  </a:lnTo>
                  <a:lnTo>
                    <a:pt x="8054504" y="1295439"/>
                  </a:lnTo>
                  <a:lnTo>
                    <a:pt x="8055172" y="1395443"/>
                  </a:lnTo>
                  <a:lnTo>
                    <a:pt x="8055840" y="1412617"/>
                  </a:lnTo>
                  <a:lnTo>
                    <a:pt x="8056508" y="1398840"/>
                  </a:lnTo>
                  <a:lnTo>
                    <a:pt x="8057176" y="1346575"/>
                  </a:lnTo>
                  <a:lnTo>
                    <a:pt x="8057844" y="1346575"/>
                  </a:lnTo>
                  <a:lnTo>
                    <a:pt x="8058512" y="1349717"/>
                  </a:lnTo>
                  <a:lnTo>
                    <a:pt x="8059180" y="1412617"/>
                  </a:lnTo>
                  <a:lnTo>
                    <a:pt x="8059848" y="1412617"/>
                  </a:lnTo>
                  <a:lnTo>
                    <a:pt x="8060516" y="1412617"/>
                  </a:lnTo>
                  <a:lnTo>
                    <a:pt x="8061184" y="1452143"/>
                  </a:lnTo>
                  <a:lnTo>
                    <a:pt x="8061852" y="1561255"/>
                  </a:lnTo>
                  <a:lnTo>
                    <a:pt x="8062520" y="1570146"/>
                  </a:lnTo>
                  <a:lnTo>
                    <a:pt x="8063188" y="1570146"/>
                  </a:lnTo>
                  <a:lnTo>
                    <a:pt x="8063856" y="1570146"/>
                  </a:lnTo>
                  <a:lnTo>
                    <a:pt x="8064524" y="1570146"/>
                  </a:lnTo>
                  <a:lnTo>
                    <a:pt x="8065192" y="1570146"/>
                  </a:lnTo>
                  <a:lnTo>
                    <a:pt x="8065860" y="1570146"/>
                  </a:lnTo>
                  <a:lnTo>
                    <a:pt x="8066528" y="1588316"/>
                  </a:lnTo>
                  <a:lnTo>
                    <a:pt x="8067196" y="1666771"/>
                  </a:lnTo>
                  <a:lnTo>
                    <a:pt x="8067864" y="1621439"/>
                  </a:lnTo>
                  <a:lnTo>
                    <a:pt x="8068532" y="1570146"/>
                  </a:lnTo>
                  <a:lnTo>
                    <a:pt x="8069200" y="1522735"/>
                  </a:lnTo>
                  <a:lnTo>
                    <a:pt x="8069868" y="1452143"/>
                  </a:lnTo>
                  <a:lnTo>
                    <a:pt x="8070537" y="1412617"/>
                  </a:lnTo>
                  <a:lnTo>
                    <a:pt x="8071205" y="1412617"/>
                  </a:lnTo>
                  <a:lnTo>
                    <a:pt x="8071873" y="1349717"/>
                  </a:lnTo>
                  <a:lnTo>
                    <a:pt x="8072541" y="1346575"/>
                  </a:lnTo>
                  <a:lnTo>
                    <a:pt x="8073209" y="1283990"/>
                  </a:lnTo>
                  <a:lnTo>
                    <a:pt x="8073877" y="1080009"/>
                  </a:lnTo>
                  <a:lnTo>
                    <a:pt x="8074545" y="1006636"/>
                  </a:lnTo>
                  <a:lnTo>
                    <a:pt x="8075213" y="952551"/>
                  </a:lnTo>
                  <a:lnTo>
                    <a:pt x="8075881" y="912097"/>
                  </a:lnTo>
                  <a:lnTo>
                    <a:pt x="8076549" y="862407"/>
                  </a:lnTo>
                  <a:lnTo>
                    <a:pt x="8077217" y="778526"/>
                  </a:lnTo>
                  <a:lnTo>
                    <a:pt x="8077885" y="736886"/>
                  </a:lnTo>
                  <a:lnTo>
                    <a:pt x="8078553" y="903872"/>
                  </a:lnTo>
                  <a:lnTo>
                    <a:pt x="8079221" y="895799"/>
                  </a:lnTo>
                  <a:lnTo>
                    <a:pt x="8079889" y="888679"/>
                  </a:lnTo>
                  <a:lnTo>
                    <a:pt x="8080557" y="834964"/>
                  </a:lnTo>
                  <a:lnTo>
                    <a:pt x="8081225" y="778072"/>
                  </a:lnTo>
                  <a:lnTo>
                    <a:pt x="8081893" y="690467"/>
                  </a:lnTo>
                  <a:lnTo>
                    <a:pt x="8082561" y="579130"/>
                  </a:lnTo>
                  <a:lnTo>
                    <a:pt x="8083229" y="524534"/>
                  </a:lnTo>
                  <a:lnTo>
                    <a:pt x="8083897" y="523919"/>
                  </a:lnTo>
                  <a:lnTo>
                    <a:pt x="8084565" y="514163"/>
                  </a:lnTo>
                  <a:lnTo>
                    <a:pt x="8085233" y="528855"/>
                  </a:lnTo>
                  <a:lnTo>
                    <a:pt x="8085901" y="527617"/>
                  </a:lnTo>
                  <a:lnTo>
                    <a:pt x="8086569" y="523305"/>
                  </a:lnTo>
                  <a:lnTo>
                    <a:pt x="8087237" y="526382"/>
                  </a:lnTo>
                  <a:lnTo>
                    <a:pt x="8087905" y="528855"/>
                  </a:lnTo>
                  <a:lnTo>
                    <a:pt x="8088573" y="517634"/>
                  </a:lnTo>
                  <a:lnTo>
                    <a:pt x="8089241" y="467656"/>
                  </a:lnTo>
                  <a:lnTo>
                    <a:pt x="8089909" y="298275"/>
                  </a:lnTo>
                  <a:lnTo>
                    <a:pt x="8090577" y="325951"/>
                  </a:lnTo>
                  <a:lnTo>
                    <a:pt x="8091245" y="363336"/>
                  </a:lnTo>
                  <a:lnTo>
                    <a:pt x="8091913" y="436676"/>
                  </a:lnTo>
                  <a:lnTo>
                    <a:pt x="8092581" y="555969"/>
                  </a:lnTo>
                  <a:lnTo>
                    <a:pt x="8093249" y="657944"/>
                  </a:lnTo>
                  <a:lnTo>
                    <a:pt x="8093917" y="747642"/>
                  </a:lnTo>
                  <a:lnTo>
                    <a:pt x="8094586" y="779794"/>
                  </a:lnTo>
                  <a:lnTo>
                    <a:pt x="8095254" y="781064"/>
                  </a:lnTo>
                  <a:lnTo>
                    <a:pt x="8095922" y="811011"/>
                  </a:lnTo>
                  <a:lnTo>
                    <a:pt x="8096590" y="842461"/>
                  </a:lnTo>
                  <a:lnTo>
                    <a:pt x="8097258" y="853781"/>
                  </a:lnTo>
                  <a:lnTo>
                    <a:pt x="8097926" y="889021"/>
                  </a:lnTo>
                  <a:lnTo>
                    <a:pt x="8098594" y="878537"/>
                  </a:lnTo>
                  <a:lnTo>
                    <a:pt x="8099262" y="927967"/>
                  </a:lnTo>
                  <a:lnTo>
                    <a:pt x="8099930" y="893569"/>
                  </a:lnTo>
                  <a:lnTo>
                    <a:pt x="8100598" y="824492"/>
                  </a:lnTo>
                  <a:lnTo>
                    <a:pt x="8101266" y="768477"/>
                  </a:lnTo>
                  <a:lnTo>
                    <a:pt x="8101934" y="753698"/>
                  </a:lnTo>
                  <a:lnTo>
                    <a:pt x="8102602" y="886698"/>
                  </a:lnTo>
                  <a:lnTo>
                    <a:pt x="8103270" y="827508"/>
                  </a:lnTo>
                  <a:lnTo>
                    <a:pt x="8103938" y="798687"/>
                  </a:lnTo>
                  <a:lnTo>
                    <a:pt x="8104606" y="786424"/>
                  </a:lnTo>
                  <a:lnTo>
                    <a:pt x="8105274" y="764396"/>
                  </a:lnTo>
                  <a:lnTo>
                    <a:pt x="8105942" y="755441"/>
                  </a:lnTo>
                  <a:lnTo>
                    <a:pt x="8106610" y="852424"/>
                  </a:lnTo>
                  <a:lnTo>
                    <a:pt x="8107278" y="835215"/>
                  </a:lnTo>
                  <a:lnTo>
                    <a:pt x="8107946" y="895039"/>
                  </a:lnTo>
                  <a:lnTo>
                    <a:pt x="8108614" y="822921"/>
                  </a:lnTo>
                  <a:lnTo>
                    <a:pt x="8109282" y="810190"/>
                  </a:lnTo>
                  <a:lnTo>
                    <a:pt x="8109950" y="840772"/>
                  </a:lnTo>
                  <a:lnTo>
                    <a:pt x="8110618" y="858430"/>
                  </a:lnTo>
                  <a:lnTo>
                    <a:pt x="8111286" y="854859"/>
                  </a:lnTo>
                  <a:lnTo>
                    <a:pt x="8111954" y="862022"/>
                  </a:lnTo>
                  <a:lnTo>
                    <a:pt x="8112622" y="870886"/>
                  </a:lnTo>
                  <a:lnTo>
                    <a:pt x="8113290" y="800336"/>
                  </a:lnTo>
                  <a:lnTo>
                    <a:pt x="8113958" y="755168"/>
                  </a:lnTo>
                  <a:lnTo>
                    <a:pt x="8114626" y="735772"/>
                  </a:lnTo>
                  <a:lnTo>
                    <a:pt x="8115294" y="657841"/>
                  </a:lnTo>
                  <a:lnTo>
                    <a:pt x="8115962" y="643775"/>
                  </a:lnTo>
                  <a:lnTo>
                    <a:pt x="8116630" y="623773"/>
                  </a:lnTo>
                  <a:lnTo>
                    <a:pt x="8117298" y="620204"/>
                  </a:lnTo>
                  <a:lnTo>
                    <a:pt x="8117966" y="516412"/>
                  </a:lnTo>
                  <a:lnTo>
                    <a:pt x="8118634" y="572672"/>
                  </a:lnTo>
                  <a:lnTo>
                    <a:pt x="8119303" y="602390"/>
                  </a:lnTo>
                  <a:lnTo>
                    <a:pt x="8119971" y="658241"/>
                  </a:lnTo>
                  <a:lnTo>
                    <a:pt x="8120639" y="652157"/>
                  </a:lnTo>
                  <a:lnTo>
                    <a:pt x="8121307" y="638358"/>
                  </a:lnTo>
                  <a:lnTo>
                    <a:pt x="8121975" y="587582"/>
                  </a:lnTo>
                  <a:lnTo>
                    <a:pt x="8122643" y="656280"/>
                  </a:lnTo>
                  <a:lnTo>
                    <a:pt x="8123311" y="658069"/>
                  </a:lnTo>
                  <a:lnTo>
                    <a:pt x="8123979" y="664597"/>
                  </a:lnTo>
                  <a:lnTo>
                    <a:pt x="8124647" y="632376"/>
                  </a:lnTo>
                  <a:lnTo>
                    <a:pt x="8125315" y="626073"/>
                  </a:lnTo>
                  <a:lnTo>
                    <a:pt x="8125983" y="675820"/>
                  </a:lnTo>
                  <a:lnTo>
                    <a:pt x="8126651" y="669784"/>
                  </a:lnTo>
                  <a:lnTo>
                    <a:pt x="8127319" y="668740"/>
                  </a:lnTo>
                  <a:lnTo>
                    <a:pt x="8127987" y="681382"/>
                  </a:lnTo>
                  <a:lnTo>
                    <a:pt x="8128655" y="681915"/>
                  </a:lnTo>
                  <a:lnTo>
                    <a:pt x="8129323" y="638209"/>
                  </a:lnTo>
                  <a:lnTo>
                    <a:pt x="8129991" y="659615"/>
                  </a:lnTo>
                  <a:lnTo>
                    <a:pt x="8130659" y="611467"/>
                  </a:lnTo>
                  <a:lnTo>
                    <a:pt x="8131327" y="599658"/>
                  </a:lnTo>
                  <a:lnTo>
                    <a:pt x="8131995" y="628041"/>
                  </a:lnTo>
                  <a:lnTo>
                    <a:pt x="8132663" y="567455"/>
                  </a:lnTo>
                  <a:lnTo>
                    <a:pt x="8133331" y="578755"/>
                  </a:lnTo>
                  <a:lnTo>
                    <a:pt x="8133999" y="559277"/>
                  </a:lnTo>
                  <a:lnTo>
                    <a:pt x="8134667" y="625112"/>
                  </a:lnTo>
                  <a:lnTo>
                    <a:pt x="8135335" y="582915"/>
                  </a:lnTo>
                  <a:lnTo>
                    <a:pt x="8136003" y="553292"/>
                  </a:lnTo>
                  <a:lnTo>
                    <a:pt x="8136671" y="605949"/>
                  </a:lnTo>
                  <a:lnTo>
                    <a:pt x="8137339" y="450363"/>
                  </a:lnTo>
                  <a:lnTo>
                    <a:pt x="8138007" y="459644"/>
                  </a:lnTo>
                  <a:lnTo>
                    <a:pt x="8138675" y="358783"/>
                  </a:lnTo>
                  <a:lnTo>
                    <a:pt x="8139343" y="421449"/>
                  </a:lnTo>
                  <a:lnTo>
                    <a:pt x="8140011" y="453789"/>
                  </a:lnTo>
                  <a:lnTo>
                    <a:pt x="8140679" y="573070"/>
                  </a:lnTo>
                  <a:lnTo>
                    <a:pt x="8141347" y="837942"/>
                  </a:lnTo>
                  <a:lnTo>
                    <a:pt x="8142015" y="909703"/>
                  </a:lnTo>
                  <a:lnTo>
                    <a:pt x="8142683" y="866691"/>
                  </a:lnTo>
                  <a:lnTo>
                    <a:pt x="8143351" y="842735"/>
                  </a:lnTo>
                  <a:lnTo>
                    <a:pt x="8144020" y="871326"/>
                  </a:lnTo>
                  <a:lnTo>
                    <a:pt x="8144688" y="802509"/>
                  </a:lnTo>
                  <a:lnTo>
                    <a:pt x="8145356" y="812167"/>
                  </a:lnTo>
                  <a:lnTo>
                    <a:pt x="8146024" y="778072"/>
                  </a:lnTo>
                  <a:lnTo>
                    <a:pt x="8146692" y="794888"/>
                  </a:lnTo>
                  <a:lnTo>
                    <a:pt x="8147360" y="911067"/>
                  </a:lnTo>
                  <a:lnTo>
                    <a:pt x="8148028" y="970810"/>
                  </a:lnTo>
                  <a:lnTo>
                    <a:pt x="8148696" y="927229"/>
                  </a:lnTo>
                  <a:lnTo>
                    <a:pt x="8149364" y="875619"/>
                  </a:lnTo>
                  <a:lnTo>
                    <a:pt x="8150032" y="877777"/>
                  </a:lnTo>
                  <a:lnTo>
                    <a:pt x="8150700" y="854441"/>
                  </a:lnTo>
                  <a:lnTo>
                    <a:pt x="8151368" y="856238"/>
                  </a:lnTo>
                  <a:lnTo>
                    <a:pt x="8152036" y="858000"/>
                  </a:lnTo>
                  <a:lnTo>
                    <a:pt x="8152704" y="907364"/>
                  </a:lnTo>
                  <a:lnTo>
                    <a:pt x="8153372" y="947694"/>
                  </a:lnTo>
                  <a:lnTo>
                    <a:pt x="8154040" y="799122"/>
                  </a:lnTo>
                  <a:lnTo>
                    <a:pt x="8154708" y="934429"/>
                  </a:lnTo>
                  <a:lnTo>
                    <a:pt x="8155376" y="923164"/>
                  </a:lnTo>
                  <a:lnTo>
                    <a:pt x="8156044" y="988674"/>
                  </a:lnTo>
                  <a:lnTo>
                    <a:pt x="8156712" y="1013967"/>
                  </a:lnTo>
                  <a:lnTo>
                    <a:pt x="8157380" y="1013967"/>
                  </a:lnTo>
                  <a:lnTo>
                    <a:pt x="8158048" y="1013967"/>
                  </a:lnTo>
                  <a:lnTo>
                    <a:pt x="8158716" y="1102957"/>
                  </a:lnTo>
                  <a:lnTo>
                    <a:pt x="8159384" y="1245489"/>
                  </a:lnTo>
                  <a:lnTo>
                    <a:pt x="8160052" y="1248162"/>
                  </a:lnTo>
                  <a:lnTo>
                    <a:pt x="8160720" y="1253543"/>
                  </a:lnTo>
                  <a:lnTo>
                    <a:pt x="8161388" y="1272747"/>
                  </a:lnTo>
                  <a:lnTo>
                    <a:pt x="8162056" y="1206705"/>
                  </a:lnTo>
                  <a:lnTo>
                    <a:pt x="8162724" y="1232293"/>
                  </a:lnTo>
                  <a:lnTo>
                    <a:pt x="8163392" y="1219368"/>
                  </a:lnTo>
                  <a:lnTo>
                    <a:pt x="8164060" y="1232293"/>
                  </a:lnTo>
                  <a:lnTo>
                    <a:pt x="8164728" y="1232293"/>
                  </a:lnTo>
                  <a:lnTo>
                    <a:pt x="8165396" y="1245489"/>
                  </a:lnTo>
                  <a:lnTo>
                    <a:pt x="8166064" y="1204202"/>
                  </a:lnTo>
                  <a:lnTo>
                    <a:pt x="8166732" y="1120190"/>
                  </a:lnTo>
                  <a:lnTo>
                    <a:pt x="8167400" y="1075926"/>
                  </a:lnTo>
                  <a:lnTo>
                    <a:pt x="8168068" y="1003002"/>
                  </a:lnTo>
                  <a:lnTo>
                    <a:pt x="8168737" y="950882"/>
                  </a:lnTo>
                  <a:lnTo>
                    <a:pt x="8169405" y="910532"/>
                  </a:lnTo>
                  <a:lnTo>
                    <a:pt x="8170073" y="884507"/>
                  </a:lnTo>
                  <a:lnTo>
                    <a:pt x="8170741" y="902765"/>
                  </a:lnTo>
                  <a:lnTo>
                    <a:pt x="8171409" y="884507"/>
                  </a:lnTo>
                  <a:lnTo>
                    <a:pt x="8172077" y="912097"/>
                  </a:lnTo>
                  <a:lnTo>
                    <a:pt x="8172745" y="908971"/>
                  </a:lnTo>
                  <a:lnTo>
                    <a:pt x="8173413" y="832721"/>
                  </a:lnTo>
                  <a:lnTo>
                    <a:pt x="8174081" y="726312"/>
                  </a:lnTo>
                  <a:lnTo>
                    <a:pt x="8174749" y="618470"/>
                  </a:lnTo>
                  <a:lnTo>
                    <a:pt x="8175417" y="536735"/>
                  </a:lnTo>
                  <a:lnTo>
                    <a:pt x="8176085" y="516404"/>
                  </a:lnTo>
                  <a:lnTo>
                    <a:pt x="8176753" y="532445"/>
                  </a:lnTo>
                  <a:lnTo>
                    <a:pt x="8177421" y="543661"/>
                  </a:lnTo>
                  <a:lnTo>
                    <a:pt x="8178089" y="684688"/>
                  </a:lnTo>
                  <a:lnTo>
                    <a:pt x="8178757" y="680649"/>
                  </a:lnTo>
                  <a:lnTo>
                    <a:pt x="8179425" y="616561"/>
                  </a:lnTo>
                  <a:lnTo>
                    <a:pt x="8180093" y="603135"/>
                  </a:lnTo>
                  <a:lnTo>
                    <a:pt x="8180761" y="563227"/>
                  </a:lnTo>
                  <a:lnTo>
                    <a:pt x="8181429" y="577120"/>
                  </a:lnTo>
                  <a:lnTo>
                    <a:pt x="8182097" y="573784"/>
                  </a:lnTo>
                  <a:lnTo>
                    <a:pt x="8182765" y="530715"/>
                  </a:lnTo>
                  <a:lnTo>
                    <a:pt x="8183433" y="563227"/>
                  </a:lnTo>
                  <a:lnTo>
                    <a:pt x="8184101" y="610082"/>
                  </a:lnTo>
                  <a:lnTo>
                    <a:pt x="8184769" y="664558"/>
                  </a:lnTo>
                  <a:lnTo>
                    <a:pt x="8185437" y="712491"/>
                  </a:lnTo>
                  <a:lnTo>
                    <a:pt x="8186105" y="739638"/>
                  </a:lnTo>
                  <a:lnTo>
                    <a:pt x="8186773" y="705063"/>
                  </a:lnTo>
                  <a:lnTo>
                    <a:pt x="8187441" y="691269"/>
                  </a:lnTo>
                  <a:lnTo>
                    <a:pt x="8188109" y="713225"/>
                  </a:lnTo>
                  <a:lnTo>
                    <a:pt x="8188777" y="729671"/>
                  </a:lnTo>
                  <a:lnTo>
                    <a:pt x="8189445" y="818288"/>
                  </a:lnTo>
                  <a:lnTo>
                    <a:pt x="8190113" y="851069"/>
                  </a:lnTo>
                  <a:lnTo>
                    <a:pt x="8190781" y="727478"/>
                  </a:lnTo>
                  <a:lnTo>
                    <a:pt x="8191449" y="723986"/>
                  </a:lnTo>
                  <a:lnTo>
                    <a:pt x="8192117" y="733341"/>
                  </a:lnTo>
                  <a:lnTo>
                    <a:pt x="8192786" y="773481"/>
                  </a:lnTo>
                  <a:lnTo>
                    <a:pt x="8193454" y="772227"/>
                  </a:lnTo>
                  <a:lnTo>
                    <a:pt x="8194122" y="786170"/>
                  </a:lnTo>
                  <a:lnTo>
                    <a:pt x="8194790" y="816369"/>
                  </a:lnTo>
                  <a:lnTo>
                    <a:pt x="8195458" y="869687"/>
                  </a:lnTo>
                  <a:lnTo>
                    <a:pt x="8196126" y="843865"/>
                  </a:lnTo>
                  <a:lnTo>
                    <a:pt x="8196794" y="887513"/>
                  </a:lnTo>
                  <a:lnTo>
                    <a:pt x="8197462" y="895092"/>
                  </a:lnTo>
                  <a:lnTo>
                    <a:pt x="8198130" y="939320"/>
                  </a:lnTo>
                  <a:lnTo>
                    <a:pt x="8198798" y="904311"/>
                  </a:lnTo>
                  <a:lnTo>
                    <a:pt x="8199466" y="823131"/>
                  </a:lnTo>
                  <a:lnTo>
                    <a:pt x="8200134" y="815025"/>
                  </a:lnTo>
                  <a:lnTo>
                    <a:pt x="8200802" y="872623"/>
                  </a:lnTo>
                  <a:lnTo>
                    <a:pt x="8201470" y="824492"/>
                  </a:lnTo>
                  <a:lnTo>
                    <a:pt x="8202138" y="811011"/>
                  </a:lnTo>
                  <a:lnTo>
                    <a:pt x="8202806" y="793909"/>
                  </a:lnTo>
                  <a:lnTo>
                    <a:pt x="8203474" y="753698"/>
                  </a:lnTo>
                  <a:lnTo>
                    <a:pt x="8204142" y="680276"/>
                  </a:lnTo>
                  <a:lnTo>
                    <a:pt x="8204810" y="625374"/>
                  </a:lnTo>
                  <a:lnTo>
                    <a:pt x="8205478" y="561319"/>
                  </a:lnTo>
                  <a:lnTo>
                    <a:pt x="8206146" y="585045"/>
                  </a:lnTo>
                  <a:lnTo>
                    <a:pt x="8206814" y="739417"/>
                  </a:lnTo>
                  <a:lnTo>
                    <a:pt x="8207482" y="741205"/>
                  </a:lnTo>
                  <a:lnTo>
                    <a:pt x="8208150" y="731884"/>
                  </a:lnTo>
                  <a:lnTo>
                    <a:pt x="8208818" y="764396"/>
                  </a:lnTo>
                  <a:lnTo>
                    <a:pt x="8209486" y="830939"/>
                  </a:lnTo>
                  <a:lnTo>
                    <a:pt x="8210154" y="839014"/>
                  </a:lnTo>
                  <a:lnTo>
                    <a:pt x="8210822" y="812168"/>
                  </a:lnTo>
                  <a:lnTo>
                    <a:pt x="8211490" y="792997"/>
                  </a:lnTo>
                  <a:lnTo>
                    <a:pt x="8212158" y="800595"/>
                  </a:lnTo>
                  <a:lnTo>
                    <a:pt x="8212826" y="849256"/>
                  </a:lnTo>
                  <a:lnTo>
                    <a:pt x="8213494" y="884295"/>
                  </a:lnTo>
                  <a:lnTo>
                    <a:pt x="8214162" y="948641"/>
                  </a:lnTo>
                  <a:lnTo>
                    <a:pt x="8214830" y="986037"/>
                  </a:lnTo>
                  <a:lnTo>
                    <a:pt x="8215498" y="1035460"/>
                  </a:lnTo>
                  <a:lnTo>
                    <a:pt x="8216166" y="999015"/>
                  </a:lnTo>
                  <a:lnTo>
                    <a:pt x="8216834" y="988235"/>
                  </a:lnTo>
                  <a:lnTo>
                    <a:pt x="8217503" y="924763"/>
                  </a:lnTo>
                  <a:lnTo>
                    <a:pt x="8218171" y="758586"/>
                  </a:lnTo>
                  <a:lnTo>
                    <a:pt x="8218839" y="726312"/>
                  </a:lnTo>
                  <a:lnTo>
                    <a:pt x="8219507" y="722826"/>
                  </a:lnTo>
                  <a:lnTo>
                    <a:pt x="8220175" y="707942"/>
                  </a:lnTo>
                  <a:lnTo>
                    <a:pt x="8220843" y="725148"/>
                  </a:lnTo>
                  <a:lnTo>
                    <a:pt x="8221511" y="777261"/>
                  </a:lnTo>
                  <a:lnTo>
                    <a:pt x="8222179" y="788739"/>
                  </a:lnTo>
                  <a:lnTo>
                    <a:pt x="8222847" y="772227"/>
                  </a:lnTo>
                  <a:lnTo>
                    <a:pt x="8223515" y="767232"/>
                  </a:lnTo>
                  <a:lnTo>
                    <a:pt x="8224183" y="769724"/>
                  </a:lnTo>
                  <a:lnTo>
                    <a:pt x="8224851" y="748849"/>
                  </a:lnTo>
                  <a:lnTo>
                    <a:pt x="8225519" y="786170"/>
                  </a:lnTo>
                  <a:lnTo>
                    <a:pt x="8226187" y="829966"/>
                  </a:lnTo>
                  <a:lnTo>
                    <a:pt x="8226855" y="889021"/>
                  </a:lnTo>
                  <a:lnTo>
                    <a:pt x="8227523" y="959273"/>
                  </a:lnTo>
                  <a:lnTo>
                    <a:pt x="8228191" y="1021385"/>
                  </a:lnTo>
                  <a:lnTo>
                    <a:pt x="8228859" y="1088257"/>
                  </a:lnTo>
                  <a:lnTo>
                    <a:pt x="8229527" y="1094515"/>
                  </a:lnTo>
                  <a:lnTo>
                    <a:pt x="8230195" y="1160790"/>
                  </a:lnTo>
                  <a:lnTo>
                    <a:pt x="8230863" y="1191839"/>
                  </a:lnTo>
                  <a:lnTo>
                    <a:pt x="8231531" y="1232293"/>
                  </a:lnTo>
                  <a:lnTo>
                    <a:pt x="8232199" y="1250847"/>
                  </a:lnTo>
                  <a:lnTo>
                    <a:pt x="8232867" y="1286833"/>
                  </a:lnTo>
                  <a:lnTo>
                    <a:pt x="8233535" y="1325012"/>
                  </a:lnTo>
                  <a:lnTo>
                    <a:pt x="8234203" y="1395443"/>
                  </a:lnTo>
                  <a:lnTo>
                    <a:pt x="8234871" y="1565685"/>
                  </a:lnTo>
                  <a:lnTo>
                    <a:pt x="8235539" y="1570146"/>
                  </a:lnTo>
                  <a:lnTo>
                    <a:pt x="8236207" y="1570146"/>
                  </a:lnTo>
                  <a:lnTo>
                    <a:pt x="8236875" y="1611795"/>
                  </a:lnTo>
                  <a:lnTo>
                    <a:pt x="8237543" y="1656410"/>
                  </a:lnTo>
                  <a:lnTo>
                    <a:pt x="8238211" y="1570146"/>
                  </a:lnTo>
                  <a:lnTo>
                    <a:pt x="8238879" y="1570146"/>
                  </a:lnTo>
                  <a:lnTo>
                    <a:pt x="8239547" y="1570146"/>
                  </a:lnTo>
                  <a:lnTo>
                    <a:pt x="8240215" y="1570146"/>
                  </a:lnTo>
                  <a:lnTo>
                    <a:pt x="8240883" y="1570146"/>
                  </a:lnTo>
                  <a:lnTo>
                    <a:pt x="8241551" y="1570146"/>
                  </a:lnTo>
                  <a:lnTo>
                    <a:pt x="8242220" y="1570146"/>
                  </a:lnTo>
                  <a:lnTo>
                    <a:pt x="8242888" y="1502316"/>
                  </a:lnTo>
                  <a:lnTo>
                    <a:pt x="8243556" y="1486446"/>
                  </a:lnTo>
                  <a:lnTo>
                    <a:pt x="8244224" y="1486446"/>
                  </a:lnTo>
                  <a:lnTo>
                    <a:pt x="8244892" y="1486446"/>
                  </a:lnTo>
                  <a:lnTo>
                    <a:pt x="8245560" y="1486446"/>
                  </a:lnTo>
                  <a:lnTo>
                    <a:pt x="8246228" y="1486446"/>
                  </a:lnTo>
                  <a:lnTo>
                    <a:pt x="8246896" y="1486446"/>
                  </a:lnTo>
                  <a:lnTo>
                    <a:pt x="8247564" y="1494331"/>
                  </a:lnTo>
                  <a:lnTo>
                    <a:pt x="8248232" y="1570146"/>
                  </a:lnTo>
                  <a:lnTo>
                    <a:pt x="8248900" y="1570146"/>
                  </a:lnTo>
                  <a:lnTo>
                    <a:pt x="8249568" y="1570146"/>
                  </a:lnTo>
                  <a:lnTo>
                    <a:pt x="8250236" y="1570146"/>
                  </a:lnTo>
                  <a:lnTo>
                    <a:pt x="8250904" y="1570146"/>
                  </a:lnTo>
                  <a:lnTo>
                    <a:pt x="8251572" y="1570146"/>
                  </a:lnTo>
                  <a:lnTo>
                    <a:pt x="8252240" y="1570146"/>
                  </a:lnTo>
                  <a:lnTo>
                    <a:pt x="8252908" y="1646217"/>
                  </a:lnTo>
                  <a:lnTo>
                    <a:pt x="8253576" y="1579165"/>
                  </a:lnTo>
                  <a:lnTo>
                    <a:pt x="8254244" y="1570146"/>
                  </a:lnTo>
                  <a:lnTo>
                    <a:pt x="8254912" y="1570146"/>
                  </a:lnTo>
                  <a:lnTo>
                    <a:pt x="8255580" y="1570146"/>
                  </a:lnTo>
                  <a:lnTo>
                    <a:pt x="8256248" y="1570146"/>
                  </a:lnTo>
                  <a:lnTo>
                    <a:pt x="8256916" y="1570146"/>
                  </a:lnTo>
                  <a:lnTo>
                    <a:pt x="8257584" y="1570146"/>
                  </a:lnTo>
                  <a:lnTo>
                    <a:pt x="8258252" y="1570146"/>
                  </a:lnTo>
                  <a:lnTo>
                    <a:pt x="8258920" y="1570146"/>
                  </a:lnTo>
                  <a:lnTo>
                    <a:pt x="8259588" y="1570146"/>
                  </a:lnTo>
                  <a:lnTo>
                    <a:pt x="8260256" y="1514487"/>
                  </a:lnTo>
                  <a:lnTo>
                    <a:pt x="8260924" y="1486446"/>
                  </a:lnTo>
                  <a:lnTo>
                    <a:pt x="8261592" y="1486446"/>
                  </a:lnTo>
                  <a:lnTo>
                    <a:pt x="8262260" y="1486446"/>
                  </a:lnTo>
                  <a:lnTo>
                    <a:pt x="8262928" y="1486446"/>
                  </a:lnTo>
                  <a:lnTo>
                    <a:pt x="8263596" y="1561255"/>
                  </a:lnTo>
                  <a:lnTo>
                    <a:pt x="8264264" y="1570146"/>
                  </a:lnTo>
                  <a:lnTo>
                    <a:pt x="8264932" y="1570146"/>
                  </a:lnTo>
                  <a:lnTo>
                    <a:pt x="8265600" y="1570146"/>
                  </a:lnTo>
                  <a:lnTo>
                    <a:pt x="8266268" y="1570146"/>
                  </a:lnTo>
                  <a:lnTo>
                    <a:pt x="8266937" y="1570146"/>
                  </a:lnTo>
                  <a:lnTo>
                    <a:pt x="8267605" y="1570146"/>
                  </a:lnTo>
                  <a:lnTo>
                    <a:pt x="8268273" y="1570146"/>
                  </a:lnTo>
                  <a:lnTo>
                    <a:pt x="8268941" y="1570146"/>
                  </a:lnTo>
                  <a:lnTo>
                    <a:pt x="8269609" y="1570146"/>
                  </a:lnTo>
                  <a:lnTo>
                    <a:pt x="8270277" y="1631233"/>
                  </a:lnTo>
                  <a:lnTo>
                    <a:pt x="8270945" y="1570146"/>
                  </a:lnTo>
                  <a:lnTo>
                    <a:pt x="8271613" y="1570146"/>
                  </a:lnTo>
                  <a:lnTo>
                    <a:pt x="8272281" y="1570146"/>
                  </a:lnTo>
                  <a:lnTo>
                    <a:pt x="8272949" y="1570146"/>
                  </a:lnTo>
                  <a:lnTo>
                    <a:pt x="8273617" y="1570146"/>
                  </a:lnTo>
                  <a:lnTo>
                    <a:pt x="8274285" y="1570146"/>
                  </a:lnTo>
                  <a:lnTo>
                    <a:pt x="8274953" y="1570146"/>
                  </a:lnTo>
                  <a:lnTo>
                    <a:pt x="8275621" y="1570146"/>
                  </a:lnTo>
                  <a:lnTo>
                    <a:pt x="8276289" y="1506347"/>
                  </a:lnTo>
                  <a:lnTo>
                    <a:pt x="8276957" y="1486446"/>
                  </a:lnTo>
                  <a:lnTo>
                    <a:pt x="8277625" y="1486446"/>
                  </a:lnTo>
                  <a:lnTo>
                    <a:pt x="8278293" y="1486446"/>
                  </a:lnTo>
                  <a:lnTo>
                    <a:pt x="8278961" y="1486446"/>
                  </a:lnTo>
                  <a:lnTo>
                    <a:pt x="8279629" y="1486446"/>
                  </a:lnTo>
                  <a:lnTo>
                    <a:pt x="8280297" y="1486446"/>
                  </a:lnTo>
                  <a:lnTo>
                    <a:pt x="8280965" y="1570146"/>
                  </a:lnTo>
                  <a:lnTo>
                    <a:pt x="8281633" y="1570146"/>
                  </a:lnTo>
                  <a:lnTo>
                    <a:pt x="8282301" y="1570146"/>
                  </a:lnTo>
                  <a:lnTo>
                    <a:pt x="8282969" y="1570146"/>
                  </a:lnTo>
                  <a:lnTo>
                    <a:pt x="8283637" y="1570146"/>
                  </a:lnTo>
                  <a:lnTo>
                    <a:pt x="8284305" y="1570146"/>
                  </a:lnTo>
                  <a:lnTo>
                    <a:pt x="8284973" y="1570146"/>
                  </a:lnTo>
                  <a:lnTo>
                    <a:pt x="8285641" y="1570146"/>
                  </a:lnTo>
                  <a:lnTo>
                    <a:pt x="8286309" y="1641183"/>
                  </a:lnTo>
                  <a:lnTo>
                    <a:pt x="8286977" y="1646217"/>
                  </a:lnTo>
                  <a:lnTo>
                    <a:pt x="8287645" y="1570146"/>
                  </a:lnTo>
                  <a:lnTo>
                    <a:pt x="8288313" y="1552488"/>
                  </a:lnTo>
                  <a:lnTo>
                    <a:pt x="8288981" y="1486446"/>
                  </a:lnTo>
                  <a:lnTo>
                    <a:pt x="8289649" y="1486446"/>
                  </a:lnTo>
                  <a:lnTo>
                    <a:pt x="8290317" y="1486446"/>
                  </a:lnTo>
                  <a:lnTo>
                    <a:pt x="8290986" y="1486446"/>
                  </a:lnTo>
                  <a:lnTo>
                    <a:pt x="8291654" y="1486446"/>
                  </a:lnTo>
                  <a:lnTo>
                    <a:pt x="8292322" y="1486446"/>
                  </a:lnTo>
                  <a:lnTo>
                    <a:pt x="8292990" y="1478659"/>
                  </a:lnTo>
                  <a:lnTo>
                    <a:pt x="8293658" y="1412617"/>
                  </a:lnTo>
                  <a:lnTo>
                    <a:pt x="8294326" y="1412617"/>
                  </a:lnTo>
                  <a:lnTo>
                    <a:pt x="8294994" y="1343449"/>
                  </a:lnTo>
                  <a:lnTo>
                    <a:pt x="8295662" y="1146962"/>
                  </a:lnTo>
                  <a:lnTo>
                    <a:pt x="8296330" y="1071869"/>
                  </a:lnTo>
                  <a:lnTo>
                    <a:pt x="8296998" y="979883"/>
                  </a:lnTo>
                  <a:lnTo>
                    <a:pt x="8297666" y="978139"/>
                  </a:lnTo>
                  <a:lnTo>
                    <a:pt x="8298334" y="985143"/>
                  </a:lnTo>
                  <a:lnTo>
                    <a:pt x="8299002" y="1013967"/>
                  </a:lnTo>
                  <a:lnTo>
                    <a:pt x="8299670" y="1013967"/>
                  </a:lnTo>
                  <a:lnTo>
                    <a:pt x="8300338" y="1013967"/>
                  </a:lnTo>
                  <a:lnTo>
                    <a:pt x="8301006" y="1013967"/>
                  </a:lnTo>
                  <a:lnTo>
                    <a:pt x="8301674" y="1013967"/>
                  </a:lnTo>
                  <a:lnTo>
                    <a:pt x="8302342" y="1013967"/>
                  </a:lnTo>
                  <a:lnTo>
                    <a:pt x="8303010" y="1017665"/>
                  </a:lnTo>
                  <a:lnTo>
                    <a:pt x="8303678" y="1051968"/>
                  </a:lnTo>
                  <a:lnTo>
                    <a:pt x="8304346" y="1051968"/>
                  </a:lnTo>
                  <a:lnTo>
                    <a:pt x="8305014" y="1094515"/>
                  </a:lnTo>
                  <a:lnTo>
                    <a:pt x="8305682" y="1272747"/>
                  </a:lnTo>
                  <a:lnTo>
                    <a:pt x="8306350" y="1378727"/>
                  </a:lnTo>
                  <a:lnTo>
                    <a:pt x="8307018" y="1583724"/>
                  </a:lnTo>
                  <a:lnTo>
                    <a:pt x="8307686" y="1666771"/>
                  </a:lnTo>
                  <a:lnTo>
                    <a:pt x="8308354" y="1666771"/>
                  </a:lnTo>
                  <a:lnTo>
                    <a:pt x="8309022" y="1666771"/>
                  </a:lnTo>
                  <a:lnTo>
                    <a:pt x="8309690" y="1666771"/>
                  </a:lnTo>
                  <a:lnTo>
                    <a:pt x="8310358" y="1666771"/>
                  </a:lnTo>
                  <a:lnTo>
                    <a:pt x="8311026" y="1666771"/>
                  </a:lnTo>
                  <a:lnTo>
                    <a:pt x="8311694" y="1666771"/>
                  </a:lnTo>
                  <a:lnTo>
                    <a:pt x="8312362" y="1666771"/>
                  </a:lnTo>
                  <a:lnTo>
                    <a:pt x="8313030" y="1666771"/>
                  </a:lnTo>
                  <a:lnTo>
                    <a:pt x="8313698" y="1666771"/>
                  </a:lnTo>
                  <a:lnTo>
                    <a:pt x="8314366" y="1666771"/>
                  </a:lnTo>
                  <a:lnTo>
                    <a:pt x="8315034" y="1574639"/>
                  </a:lnTo>
                  <a:lnTo>
                    <a:pt x="8315703" y="1570146"/>
                  </a:lnTo>
                  <a:lnTo>
                    <a:pt x="8316371" y="1570146"/>
                  </a:lnTo>
                  <a:lnTo>
                    <a:pt x="8317039" y="1570146"/>
                  </a:lnTo>
                  <a:lnTo>
                    <a:pt x="8317707" y="1570146"/>
                  </a:lnTo>
                  <a:lnTo>
                    <a:pt x="8318375" y="1498310"/>
                  </a:lnTo>
                  <a:lnTo>
                    <a:pt x="8319043" y="1395443"/>
                  </a:lnTo>
                  <a:lnTo>
                    <a:pt x="8319711" y="1272747"/>
                  </a:lnTo>
                  <a:lnTo>
                    <a:pt x="8320379" y="1232293"/>
                  </a:lnTo>
                  <a:lnTo>
                    <a:pt x="8321047" y="1232293"/>
                  </a:lnTo>
                  <a:lnTo>
                    <a:pt x="8321715" y="1229686"/>
                  </a:lnTo>
                  <a:lnTo>
                    <a:pt x="8322383" y="1182120"/>
                  </a:lnTo>
                  <a:lnTo>
                    <a:pt x="8323051" y="1122378"/>
                  </a:lnTo>
                  <a:lnTo>
                    <a:pt x="8323719" y="1256141"/>
                  </a:lnTo>
                  <a:lnTo>
                    <a:pt x="8324387" y="1193853"/>
                  </a:lnTo>
                  <a:lnTo>
                    <a:pt x="8325055" y="1174984"/>
                  </a:lnTo>
                  <a:lnTo>
                    <a:pt x="8325723" y="1176722"/>
                  </a:lnTo>
                  <a:lnTo>
                    <a:pt x="8326391" y="1162945"/>
                  </a:lnTo>
                  <a:lnTo>
                    <a:pt x="8327059" y="1123344"/>
                  </a:lnTo>
                  <a:lnTo>
                    <a:pt x="8327727" y="1110680"/>
                  </a:lnTo>
                  <a:lnTo>
                    <a:pt x="8328395" y="1137903"/>
                  </a:lnTo>
                  <a:lnTo>
                    <a:pt x="8329063" y="1156169"/>
                  </a:lnTo>
                  <a:lnTo>
                    <a:pt x="8329731" y="1221837"/>
                  </a:lnTo>
                  <a:lnTo>
                    <a:pt x="8330399" y="1218106"/>
                  </a:lnTo>
                  <a:lnTo>
                    <a:pt x="8331067" y="1212550"/>
                  </a:lnTo>
                  <a:lnTo>
                    <a:pt x="8331735" y="1189031"/>
                  </a:lnTo>
                  <a:lnTo>
                    <a:pt x="8332403" y="1212550"/>
                  </a:lnTo>
                  <a:lnTo>
                    <a:pt x="8333071" y="1262416"/>
                  </a:lnTo>
                  <a:lnTo>
                    <a:pt x="8333739" y="1268143"/>
                  </a:lnTo>
                  <a:lnTo>
                    <a:pt x="8334407" y="1299387"/>
                  </a:lnTo>
                  <a:lnTo>
                    <a:pt x="8335075" y="1232293"/>
                  </a:lnTo>
                  <a:lnTo>
                    <a:pt x="8335743" y="1232293"/>
                  </a:lnTo>
                  <a:lnTo>
                    <a:pt x="8336411" y="1240177"/>
                  </a:lnTo>
                  <a:lnTo>
                    <a:pt x="8337079" y="1227091"/>
                  </a:lnTo>
                  <a:lnTo>
                    <a:pt x="8337747" y="1084120"/>
                  </a:lnTo>
                  <a:lnTo>
                    <a:pt x="8338415" y="1051968"/>
                  </a:lnTo>
                  <a:lnTo>
                    <a:pt x="8339083" y="1086185"/>
                  </a:lnTo>
                  <a:lnTo>
                    <a:pt x="8339751" y="1092422"/>
                  </a:lnTo>
                  <a:lnTo>
                    <a:pt x="8340420" y="1128988"/>
                  </a:lnTo>
                  <a:lnTo>
                    <a:pt x="8341088" y="1135668"/>
                  </a:lnTo>
                  <a:lnTo>
                    <a:pt x="8341756" y="1167820"/>
                  </a:lnTo>
                  <a:lnTo>
                    <a:pt x="8342424" y="1182120"/>
                  </a:lnTo>
                  <a:lnTo>
                    <a:pt x="8343092" y="1182120"/>
                  </a:lnTo>
                  <a:lnTo>
                    <a:pt x="8343760" y="1156147"/>
                  </a:lnTo>
                  <a:lnTo>
                    <a:pt x="8344428" y="1151538"/>
                  </a:lnTo>
                  <a:lnTo>
                    <a:pt x="8345096" y="1135668"/>
                  </a:lnTo>
                  <a:lnTo>
                    <a:pt x="8345764" y="1135668"/>
                  </a:lnTo>
                  <a:lnTo>
                    <a:pt x="8346432" y="1146962"/>
                  </a:lnTo>
                  <a:lnTo>
                    <a:pt x="8347100" y="1216815"/>
                  </a:lnTo>
                  <a:lnTo>
                    <a:pt x="8347768" y="1426704"/>
                  </a:lnTo>
                  <a:lnTo>
                    <a:pt x="8348436" y="1486446"/>
                  </a:lnTo>
                  <a:lnTo>
                    <a:pt x="8349104" y="1486446"/>
                  </a:lnTo>
                  <a:lnTo>
                    <a:pt x="8349772" y="1486446"/>
                  </a:lnTo>
                  <a:lnTo>
                    <a:pt x="8350440" y="1470968"/>
                  </a:lnTo>
                  <a:lnTo>
                    <a:pt x="8351108" y="1412617"/>
                  </a:lnTo>
                  <a:lnTo>
                    <a:pt x="8351776" y="1412617"/>
                  </a:lnTo>
                  <a:lnTo>
                    <a:pt x="8352444" y="1412617"/>
                  </a:lnTo>
                  <a:lnTo>
                    <a:pt x="8353112" y="1412617"/>
                  </a:lnTo>
                  <a:lnTo>
                    <a:pt x="8353780" y="1459606"/>
                  </a:lnTo>
                  <a:lnTo>
                    <a:pt x="8354448" y="1539563"/>
                  </a:lnTo>
                  <a:lnTo>
                    <a:pt x="8355116" y="1570146"/>
                  </a:lnTo>
                  <a:lnTo>
                    <a:pt x="8355784" y="1570146"/>
                  </a:lnTo>
                  <a:lnTo>
                    <a:pt x="8356452" y="1556856"/>
                  </a:lnTo>
                  <a:lnTo>
                    <a:pt x="8357120" y="1486446"/>
                  </a:lnTo>
                  <a:lnTo>
                    <a:pt x="8357788" y="1486446"/>
                  </a:lnTo>
                  <a:lnTo>
                    <a:pt x="8358456" y="1486446"/>
                  </a:lnTo>
                  <a:lnTo>
                    <a:pt x="8359124" y="1486446"/>
                  </a:lnTo>
                  <a:lnTo>
                    <a:pt x="8359792" y="1486446"/>
                  </a:lnTo>
                  <a:lnTo>
                    <a:pt x="8360460" y="1433867"/>
                  </a:lnTo>
                  <a:lnTo>
                    <a:pt x="8361128" y="1412617"/>
                  </a:lnTo>
                  <a:lnTo>
                    <a:pt x="8361796" y="1362445"/>
                  </a:lnTo>
                  <a:lnTo>
                    <a:pt x="8362464" y="1346575"/>
                  </a:lnTo>
                  <a:lnTo>
                    <a:pt x="8363132" y="1346575"/>
                  </a:lnTo>
                  <a:lnTo>
                    <a:pt x="8363800" y="1346575"/>
                  </a:lnTo>
                  <a:lnTo>
                    <a:pt x="8364469" y="1346575"/>
                  </a:lnTo>
                  <a:lnTo>
                    <a:pt x="8365137" y="1346575"/>
                  </a:lnTo>
                  <a:lnTo>
                    <a:pt x="8365805" y="1295439"/>
                  </a:lnTo>
                  <a:lnTo>
                    <a:pt x="8366473" y="1253543"/>
                  </a:lnTo>
                  <a:lnTo>
                    <a:pt x="8367141" y="1232293"/>
                  </a:lnTo>
                  <a:lnTo>
                    <a:pt x="8367809" y="1232293"/>
                  </a:lnTo>
                  <a:lnTo>
                    <a:pt x="8368477" y="1232293"/>
                  </a:lnTo>
                  <a:lnTo>
                    <a:pt x="8369145" y="1232293"/>
                  </a:lnTo>
                  <a:lnTo>
                    <a:pt x="8369813" y="1232293"/>
                  </a:lnTo>
                  <a:lnTo>
                    <a:pt x="8370481" y="1229686"/>
                  </a:lnTo>
                  <a:lnTo>
                    <a:pt x="8371149" y="1232293"/>
                  </a:lnTo>
                  <a:lnTo>
                    <a:pt x="8371817" y="1272747"/>
                  </a:lnTo>
                  <a:lnTo>
                    <a:pt x="8372485" y="1286833"/>
                  </a:lnTo>
                  <a:lnTo>
                    <a:pt x="8373153" y="1258970"/>
                  </a:lnTo>
                  <a:lnTo>
                    <a:pt x="8373821" y="1232293"/>
                  </a:lnTo>
                  <a:lnTo>
                    <a:pt x="8374489" y="1232293"/>
                  </a:lnTo>
                  <a:lnTo>
                    <a:pt x="8375157" y="1201710"/>
                  </a:lnTo>
                  <a:lnTo>
                    <a:pt x="8375825" y="1216815"/>
                  </a:lnTo>
                  <a:lnTo>
                    <a:pt x="8375825" y="1668810"/>
                  </a:lnTo>
                  <a:lnTo>
                    <a:pt x="8375157" y="1668810"/>
                  </a:lnTo>
                  <a:lnTo>
                    <a:pt x="8374489" y="1668810"/>
                  </a:lnTo>
                  <a:lnTo>
                    <a:pt x="8373821" y="1668810"/>
                  </a:lnTo>
                  <a:lnTo>
                    <a:pt x="8373153" y="1668810"/>
                  </a:lnTo>
                  <a:lnTo>
                    <a:pt x="8372485" y="1668810"/>
                  </a:lnTo>
                  <a:lnTo>
                    <a:pt x="8371817" y="1668810"/>
                  </a:lnTo>
                  <a:lnTo>
                    <a:pt x="8371149" y="1668810"/>
                  </a:lnTo>
                  <a:lnTo>
                    <a:pt x="8370481" y="1668810"/>
                  </a:lnTo>
                  <a:lnTo>
                    <a:pt x="8369813" y="1668810"/>
                  </a:lnTo>
                  <a:lnTo>
                    <a:pt x="8369145" y="1668810"/>
                  </a:lnTo>
                  <a:lnTo>
                    <a:pt x="8368477" y="1668810"/>
                  </a:lnTo>
                  <a:lnTo>
                    <a:pt x="8367809" y="1668810"/>
                  </a:lnTo>
                  <a:lnTo>
                    <a:pt x="8367141" y="1668810"/>
                  </a:lnTo>
                  <a:lnTo>
                    <a:pt x="8366473" y="1668810"/>
                  </a:lnTo>
                  <a:lnTo>
                    <a:pt x="8365805" y="1668810"/>
                  </a:lnTo>
                  <a:lnTo>
                    <a:pt x="8365137" y="1668810"/>
                  </a:lnTo>
                  <a:lnTo>
                    <a:pt x="8364469" y="1668810"/>
                  </a:lnTo>
                  <a:lnTo>
                    <a:pt x="8363800" y="1668810"/>
                  </a:lnTo>
                  <a:lnTo>
                    <a:pt x="8363132" y="1668810"/>
                  </a:lnTo>
                  <a:lnTo>
                    <a:pt x="8362464" y="1668810"/>
                  </a:lnTo>
                  <a:lnTo>
                    <a:pt x="8361796" y="1668810"/>
                  </a:lnTo>
                  <a:lnTo>
                    <a:pt x="8361128" y="1668810"/>
                  </a:lnTo>
                  <a:lnTo>
                    <a:pt x="8360460" y="1668810"/>
                  </a:lnTo>
                  <a:lnTo>
                    <a:pt x="8359792" y="1668810"/>
                  </a:lnTo>
                  <a:lnTo>
                    <a:pt x="8359124" y="1668810"/>
                  </a:lnTo>
                  <a:lnTo>
                    <a:pt x="8358456" y="1668810"/>
                  </a:lnTo>
                  <a:lnTo>
                    <a:pt x="8357788" y="1668810"/>
                  </a:lnTo>
                  <a:lnTo>
                    <a:pt x="8357120" y="1668810"/>
                  </a:lnTo>
                  <a:lnTo>
                    <a:pt x="8356452" y="1668810"/>
                  </a:lnTo>
                  <a:lnTo>
                    <a:pt x="8355784" y="1668810"/>
                  </a:lnTo>
                  <a:lnTo>
                    <a:pt x="8355116" y="1668810"/>
                  </a:lnTo>
                  <a:lnTo>
                    <a:pt x="8354448" y="1668810"/>
                  </a:lnTo>
                  <a:lnTo>
                    <a:pt x="8353780" y="1668810"/>
                  </a:lnTo>
                  <a:lnTo>
                    <a:pt x="8353112" y="1668810"/>
                  </a:lnTo>
                  <a:lnTo>
                    <a:pt x="8352444" y="1668810"/>
                  </a:lnTo>
                  <a:lnTo>
                    <a:pt x="8351776" y="1668810"/>
                  </a:lnTo>
                  <a:lnTo>
                    <a:pt x="8351108" y="1668810"/>
                  </a:lnTo>
                  <a:lnTo>
                    <a:pt x="8350440" y="1668810"/>
                  </a:lnTo>
                  <a:lnTo>
                    <a:pt x="8349772" y="1668810"/>
                  </a:lnTo>
                  <a:lnTo>
                    <a:pt x="8349104" y="1668810"/>
                  </a:lnTo>
                  <a:lnTo>
                    <a:pt x="8348436" y="1668810"/>
                  </a:lnTo>
                  <a:lnTo>
                    <a:pt x="8347768" y="1668810"/>
                  </a:lnTo>
                  <a:lnTo>
                    <a:pt x="8347100" y="1668810"/>
                  </a:lnTo>
                  <a:lnTo>
                    <a:pt x="8346432" y="1668810"/>
                  </a:lnTo>
                  <a:lnTo>
                    <a:pt x="8345764" y="1668810"/>
                  </a:lnTo>
                  <a:lnTo>
                    <a:pt x="8345096" y="1668810"/>
                  </a:lnTo>
                  <a:lnTo>
                    <a:pt x="8344428" y="1668810"/>
                  </a:lnTo>
                  <a:lnTo>
                    <a:pt x="8343760" y="1668810"/>
                  </a:lnTo>
                  <a:lnTo>
                    <a:pt x="8343092" y="1668810"/>
                  </a:lnTo>
                  <a:lnTo>
                    <a:pt x="8342424" y="1668810"/>
                  </a:lnTo>
                  <a:lnTo>
                    <a:pt x="8341756" y="1668810"/>
                  </a:lnTo>
                  <a:lnTo>
                    <a:pt x="8341088" y="1668810"/>
                  </a:lnTo>
                  <a:lnTo>
                    <a:pt x="8340420" y="1668810"/>
                  </a:lnTo>
                  <a:lnTo>
                    <a:pt x="8339751" y="1668810"/>
                  </a:lnTo>
                  <a:lnTo>
                    <a:pt x="8339083" y="1668810"/>
                  </a:lnTo>
                  <a:lnTo>
                    <a:pt x="8338415" y="1668810"/>
                  </a:lnTo>
                  <a:lnTo>
                    <a:pt x="8337747" y="1668810"/>
                  </a:lnTo>
                  <a:lnTo>
                    <a:pt x="8337079" y="1668810"/>
                  </a:lnTo>
                  <a:lnTo>
                    <a:pt x="8336411" y="1668810"/>
                  </a:lnTo>
                  <a:lnTo>
                    <a:pt x="8335743" y="1668810"/>
                  </a:lnTo>
                  <a:lnTo>
                    <a:pt x="8335075" y="1668810"/>
                  </a:lnTo>
                  <a:lnTo>
                    <a:pt x="8334407" y="1668810"/>
                  </a:lnTo>
                  <a:lnTo>
                    <a:pt x="8333739" y="1668810"/>
                  </a:lnTo>
                  <a:lnTo>
                    <a:pt x="8333071" y="1668810"/>
                  </a:lnTo>
                  <a:lnTo>
                    <a:pt x="8332403" y="1668810"/>
                  </a:lnTo>
                  <a:lnTo>
                    <a:pt x="8331735" y="1668810"/>
                  </a:lnTo>
                  <a:lnTo>
                    <a:pt x="8331067" y="1668810"/>
                  </a:lnTo>
                  <a:lnTo>
                    <a:pt x="8330399" y="1668810"/>
                  </a:lnTo>
                  <a:lnTo>
                    <a:pt x="8329731" y="1668810"/>
                  </a:lnTo>
                  <a:lnTo>
                    <a:pt x="8329063" y="1668810"/>
                  </a:lnTo>
                  <a:lnTo>
                    <a:pt x="8328395" y="1668810"/>
                  </a:lnTo>
                  <a:lnTo>
                    <a:pt x="8327727" y="1668810"/>
                  </a:lnTo>
                  <a:lnTo>
                    <a:pt x="8327059" y="1668810"/>
                  </a:lnTo>
                  <a:lnTo>
                    <a:pt x="8326391" y="1668810"/>
                  </a:lnTo>
                  <a:lnTo>
                    <a:pt x="8325723" y="1668810"/>
                  </a:lnTo>
                  <a:lnTo>
                    <a:pt x="8325055" y="1668810"/>
                  </a:lnTo>
                  <a:lnTo>
                    <a:pt x="8324387" y="1668810"/>
                  </a:lnTo>
                  <a:lnTo>
                    <a:pt x="8323719" y="1668810"/>
                  </a:lnTo>
                  <a:lnTo>
                    <a:pt x="8323051" y="1668810"/>
                  </a:lnTo>
                  <a:lnTo>
                    <a:pt x="8322383" y="1668810"/>
                  </a:lnTo>
                  <a:lnTo>
                    <a:pt x="8321715" y="1668810"/>
                  </a:lnTo>
                  <a:lnTo>
                    <a:pt x="8321047" y="1668810"/>
                  </a:lnTo>
                  <a:lnTo>
                    <a:pt x="8320379" y="1668810"/>
                  </a:lnTo>
                  <a:lnTo>
                    <a:pt x="8319711" y="1668810"/>
                  </a:lnTo>
                  <a:lnTo>
                    <a:pt x="8319043" y="1668810"/>
                  </a:lnTo>
                  <a:lnTo>
                    <a:pt x="8318375" y="1668810"/>
                  </a:lnTo>
                  <a:lnTo>
                    <a:pt x="8317707" y="1668810"/>
                  </a:lnTo>
                  <a:lnTo>
                    <a:pt x="8317039" y="1668810"/>
                  </a:lnTo>
                  <a:lnTo>
                    <a:pt x="8316371" y="1668810"/>
                  </a:lnTo>
                  <a:lnTo>
                    <a:pt x="8315703" y="1668810"/>
                  </a:lnTo>
                  <a:lnTo>
                    <a:pt x="8315034" y="1668810"/>
                  </a:lnTo>
                  <a:lnTo>
                    <a:pt x="8314366" y="1668810"/>
                  </a:lnTo>
                  <a:lnTo>
                    <a:pt x="8313698" y="1668810"/>
                  </a:lnTo>
                  <a:lnTo>
                    <a:pt x="8313030" y="1668810"/>
                  </a:lnTo>
                  <a:lnTo>
                    <a:pt x="8312362" y="1668810"/>
                  </a:lnTo>
                  <a:lnTo>
                    <a:pt x="8311694" y="1668810"/>
                  </a:lnTo>
                  <a:lnTo>
                    <a:pt x="8311026" y="1668810"/>
                  </a:lnTo>
                  <a:lnTo>
                    <a:pt x="8310358" y="1668810"/>
                  </a:lnTo>
                  <a:lnTo>
                    <a:pt x="8309690" y="1668810"/>
                  </a:lnTo>
                  <a:lnTo>
                    <a:pt x="8309022" y="1668810"/>
                  </a:lnTo>
                  <a:lnTo>
                    <a:pt x="8308354" y="1668810"/>
                  </a:lnTo>
                  <a:lnTo>
                    <a:pt x="8307686" y="1668810"/>
                  </a:lnTo>
                  <a:lnTo>
                    <a:pt x="8307018" y="1668810"/>
                  </a:lnTo>
                  <a:lnTo>
                    <a:pt x="8306350" y="1668810"/>
                  </a:lnTo>
                  <a:lnTo>
                    <a:pt x="8305682" y="1668810"/>
                  </a:lnTo>
                  <a:lnTo>
                    <a:pt x="8305014" y="1668810"/>
                  </a:lnTo>
                  <a:lnTo>
                    <a:pt x="8304346" y="1668810"/>
                  </a:lnTo>
                  <a:lnTo>
                    <a:pt x="8303678" y="1668810"/>
                  </a:lnTo>
                  <a:lnTo>
                    <a:pt x="8303010" y="1668810"/>
                  </a:lnTo>
                  <a:lnTo>
                    <a:pt x="8302342" y="1668810"/>
                  </a:lnTo>
                  <a:lnTo>
                    <a:pt x="8301674" y="1668810"/>
                  </a:lnTo>
                  <a:lnTo>
                    <a:pt x="8301006" y="1668810"/>
                  </a:lnTo>
                  <a:lnTo>
                    <a:pt x="8300338" y="1668810"/>
                  </a:lnTo>
                  <a:lnTo>
                    <a:pt x="8299670" y="1668810"/>
                  </a:lnTo>
                  <a:lnTo>
                    <a:pt x="8299002" y="1668810"/>
                  </a:lnTo>
                  <a:lnTo>
                    <a:pt x="8298334" y="1668810"/>
                  </a:lnTo>
                  <a:lnTo>
                    <a:pt x="8297666" y="1668810"/>
                  </a:lnTo>
                  <a:lnTo>
                    <a:pt x="8296998" y="1668810"/>
                  </a:lnTo>
                  <a:lnTo>
                    <a:pt x="8296330" y="1668810"/>
                  </a:lnTo>
                  <a:lnTo>
                    <a:pt x="8295662" y="1668810"/>
                  </a:lnTo>
                  <a:lnTo>
                    <a:pt x="8294994" y="1668810"/>
                  </a:lnTo>
                  <a:lnTo>
                    <a:pt x="8294326" y="1668810"/>
                  </a:lnTo>
                  <a:lnTo>
                    <a:pt x="8293658" y="1668810"/>
                  </a:lnTo>
                  <a:lnTo>
                    <a:pt x="8292990" y="1668810"/>
                  </a:lnTo>
                  <a:lnTo>
                    <a:pt x="8292322" y="1668810"/>
                  </a:lnTo>
                  <a:lnTo>
                    <a:pt x="8291654" y="1668810"/>
                  </a:lnTo>
                  <a:lnTo>
                    <a:pt x="8290986" y="1668810"/>
                  </a:lnTo>
                  <a:lnTo>
                    <a:pt x="8290317" y="1668810"/>
                  </a:lnTo>
                  <a:lnTo>
                    <a:pt x="8289649" y="1668810"/>
                  </a:lnTo>
                  <a:lnTo>
                    <a:pt x="8288981" y="1668810"/>
                  </a:lnTo>
                  <a:lnTo>
                    <a:pt x="8288313" y="1668810"/>
                  </a:lnTo>
                  <a:lnTo>
                    <a:pt x="8287645" y="1668810"/>
                  </a:lnTo>
                  <a:lnTo>
                    <a:pt x="8286977" y="1668810"/>
                  </a:lnTo>
                  <a:lnTo>
                    <a:pt x="8286309" y="1668810"/>
                  </a:lnTo>
                  <a:lnTo>
                    <a:pt x="8285641" y="1668810"/>
                  </a:lnTo>
                  <a:lnTo>
                    <a:pt x="8284973" y="1668810"/>
                  </a:lnTo>
                  <a:lnTo>
                    <a:pt x="8284305" y="1668810"/>
                  </a:lnTo>
                  <a:lnTo>
                    <a:pt x="8283637" y="1668810"/>
                  </a:lnTo>
                  <a:lnTo>
                    <a:pt x="8282969" y="1668810"/>
                  </a:lnTo>
                  <a:lnTo>
                    <a:pt x="8282301" y="1668810"/>
                  </a:lnTo>
                  <a:lnTo>
                    <a:pt x="8281633" y="1668810"/>
                  </a:lnTo>
                  <a:lnTo>
                    <a:pt x="8280965" y="1668810"/>
                  </a:lnTo>
                  <a:lnTo>
                    <a:pt x="8280297" y="1668810"/>
                  </a:lnTo>
                  <a:lnTo>
                    <a:pt x="8279629" y="1668810"/>
                  </a:lnTo>
                  <a:lnTo>
                    <a:pt x="8278961" y="1668810"/>
                  </a:lnTo>
                  <a:lnTo>
                    <a:pt x="8278293" y="1668810"/>
                  </a:lnTo>
                  <a:lnTo>
                    <a:pt x="8277625" y="1668810"/>
                  </a:lnTo>
                  <a:lnTo>
                    <a:pt x="8276957" y="1668810"/>
                  </a:lnTo>
                  <a:lnTo>
                    <a:pt x="8276289" y="1668810"/>
                  </a:lnTo>
                  <a:lnTo>
                    <a:pt x="8275621" y="1668810"/>
                  </a:lnTo>
                  <a:lnTo>
                    <a:pt x="8274953" y="1668810"/>
                  </a:lnTo>
                  <a:lnTo>
                    <a:pt x="8274285" y="1668810"/>
                  </a:lnTo>
                  <a:lnTo>
                    <a:pt x="8273617" y="1668810"/>
                  </a:lnTo>
                  <a:lnTo>
                    <a:pt x="8272949" y="1668810"/>
                  </a:lnTo>
                  <a:lnTo>
                    <a:pt x="8272281" y="1668810"/>
                  </a:lnTo>
                  <a:lnTo>
                    <a:pt x="8271613" y="1668810"/>
                  </a:lnTo>
                  <a:lnTo>
                    <a:pt x="8270945" y="1668810"/>
                  </a:lnTo>
                  <a:lnTo>
                    <a:pt x="8270277" y="1668810"/>
                  </a:lnTo>
                  <a:lnTo>
                    <a:pt x="8269609" y="1668810"/>
                  </a:lnTo>
                  <a:lnTo>
                    <a:pt x="8268941" y="1668810"/>
                  </a:lnTo>
                  <a:lnTo>
                    <a:pt x="8268273" y="1668810"/>
                  </a:lnTo>
                  <a:lnTo>
                    <a:pt x="8267605" y="1668810"/>
                  </a:lnTo>
                  <a:lnTo>
                    <a:pt x="8266937" y="1668810"/>
                  </a:lnTo>
                  <a:lnTo>
                    <a:pt x="8266268" y="1668810"/>
                  </a:lnTo>
                  <a:lnTo>
                    <a:pt x="8265600" y="1668810"/>
                  </a:lnTo>
                  <a:lnTo>
                    <a:pt x="8264932" y="1668810"/>
                  </a:lnTo>
                  <a:lnTo>
                    <a:pt x="8264264" y="1668810"/>
                  </a:lnTo>
                  <a:lnTo>
                    <a:pt x="8263596" y="1668810"/>
                  </a:lnTo>
                  <a:lnTo>
                    <a:pt x="8262928" y="1668810"/>
                  </a:lnTo>
                  <a:lnTo>
                    <a:pt x="8262260" y="1668810"/>
                  </a:lnTo>
                  <a:lnTo>
                    <a:pt x="8261592" y="1668810"/>
                  </a:lnTo>
                  <a:lnTo>
                    <a:pt x="8260924" y="1668810"/>
                  </a:lnTo>
                  <a:lnTo>
                    <a:pt x="8260256" y="1668810"/>
                  </a:lnTo>
                  <a:lnTo>
                    <a:pt x="8259588" y="1668810"/>
                  </a:lnTo>
                  <a:lnTo>
                    <a:pt x="8258920" y="1668810"/>
                  </a:lnTo>
                  <a:lnTo>
                    <a:pt x="8258252" y="1668810"/>
                  </a:lnTo>
                  <a:lnTo>
                    <a:pt x="8257584" y="1668810"/>
                  </a:lnTo>
                  <a:lnTo>
                    <a:pt x="8256916" y="1668810"/>
                  </a:lnTo>
                  <a:lnTo>
                    <a:pt x="8256248" y="1668810"/>
                  </a:lnTo>
                  <a:lnTo>
                    <a:pt x="8255580" y="1668810"/>
                  </a:lnTo>
                  <a:lnTo>
                    <a:pt x="8254912" y="1668810"/>
                  </a:lnTo>
                  <a:lnTo>
                    <a:pt x="8254244" y="1668810"/>
                  </a:lnTo>
                  <a:lnTo>
                    <a:pt x="8253576" y="1668810"/>
                  </a:lnTo>
                  <a:lnTo>
                    <a:pt x="8252908" y="1668810"/>
                  </a:lnTo>
                  <a:lnTo>
                    <a:pt x="8252240" y="1668810"/>
                  </a:lnTo>
                  <a:lnTo>
                    <a:pt x="8251572" y="1668810"/>
                  </a:lnTo>
                  <a:lnTo>
                    <a:pt x="8250904" y="1668810"/>
                  </a:lnTo>
                  <a:lnTo>
                    <a:pt x="8250236" y="1668810"/>
                  </a:lnTo>
                  <a:lnTo>
                    <a:pt x="8249568" y="1668810"/>
                  </a:lnTo>
                  <a:lnTo>
                    <a:pt x="8248900" y="1668810"/>
                  </a:lnTo>
                  <a:lnTo>
                    <a:pt x="8248232" y="1668810"/>
                  </a:lnTo>
                  <a:lnTo>
                    <a:pt x="8247564" y="1668810"/>
                  </a:lnTo>
                  <a:lnTo>
                    <a:pt x="8246896" y="1668810"/>
                  </a:lnTo>
                  <a:lnTo>
                    <a:pt x="8246228" y="1668810"/>
                  </a:lnTo>
                  <a:lnTo>
                    <a:pt x="8245560" y="1668810"/>
                  </a:lnTo>
                  <a:lnTo>
                    <a:pt x="8244892" y="1668810"/>
                  </a:lnTo>
                  <a:lnTo>
                    <a:pt x="8244224" y="1668810"/>
                  </a:lnTo>
                  <a:lnTo>
                    <a:pt x="8243556" y="1668810"/>
                  </a:lnTo>
                  <a:lnTo>
                    <a:pt x="8242888" y="1668810"/>
                  </a:lnTo>
                  <a:lnTo>
                    <a:pt x="8242220" y="1668810"/>
                  </a:lnTo>
                  <a:lnTo>
                    <a:pt x="8241551" y="1668810"/>
                  </a:lnTo>
                  <a:lnTo>
                    <a:pt x="8240883" y="1668810"/>
                  </a:lnTo>
                  <a:lnTo>
                    <a:pt x="8240215" y="1668810"/>
                  </a:lnTo>
                  <a:lnTo>
                    <a:pt x="8239547" y="1668810"/>
                  </a:lnTo>
                  <a:lnTo>
                    <a:pt x="8238879" y="1668810"/>
                  </a:lnTo>
                  <a:lnTo>
                    <a:pt x="8238211" y="1668810"/>
                  </a:lnTo>
                  <a:lnTo>
                    <a:pt x="8237543" y="1668810"/>
                  </a:lnTo>
                  <a:lnTo>
                    <a:pt x="8236875" y="1668810"/>
                  </a:lnTo>
                  <a:lnTo>
                    <a:pt x="8236207" y="1668810"/>
                  </a:lnTo>
                  <a:lnTo>
                    <a:pt x="8235539" y="1668810"/>
                  </a:lnTo>
                  <a:lnTo>
                    <a:pt x="8234871" y="1668810"/>
                  </a:lnTo>
                  <a:lnTo>
                    <a:pt x="8234203" y="1668810"/>
                  </a:lnTo>
                  <a:lnTo>
                    <a:pt x="8233535" y="1668810"/>
                  </a:lnTo>
                  <a:lnTo>
                    <a:pt x="8232867" y="1668810"/>
                  </a:lnTo>
                  <a:lnTo>
                    <a:pt x="8232199" y="1668810"/>
                  </a:lnTo>
                  <a:lnTo>
                    <a:pt x="8231531" y="1668810"/>
                  </a:lnTo>
                  <a:lnTo>
                    <a:pt x="8230863" y="1668810"/>
                  </a:lnTo>
                  <a:lnTo>
                    <a:pt x="8230195" y="1668810"/>
                  </a:lnTo>
                  <a:lnTo>
                    <a:pt x="8229527" y="1668810"/>
                  </a:lnTo>
                  <a:lnTo>
                    <a:pt x="8228859" y="1668810"/>
                  </a:lnTo>
                  <a:lnTo>
                    <a:pt x="8228191" y="1668810"/>
                  </a:lnTo>
                  <a:lnTo>
                    <a:pt x="8227523" y="1668810"/>
                  </a:lnTo>
                  <a:lnTo>
                    <a:pt x="8226855" y="1668810"/>
                  </a:lnTo>
                  <a:lnTo>
                    <a:pt x="8226187" y="1668810"/>
                  </a:lnTo>
                  <a:lnTo>
                    <a:pt x="8225519" y="1668810"/>
                  </a:lnTo>
                  <a:lnTo>
                    <a:pt x="8224851" y="1668810"/>
                  </a:lnTo>
                  <a:lnTo>
                    <a:pt x="8224183" y="1668810"/>
                  </a:lnTo>
                  <a:lnTo>
                    <a:pt x="8223515" y="1668810"/>
                  </a:lnTo>
                  <a:lnTo>
                    <a:pt x="8222847" y="1668810"/>
                  </a:lnTo>
                  <a:lnTo>
                    <a:pt x="8222179" y="1668810"/>
                  </a:lnTo>
                  <a:lnTo>
                    <a:pt x="8221511" y="1668810"/>
                  </a:lnTo>
                  <a:lnTo>
                    <a:pt x="8220843" y="1668810"/>
                  </a:lnTo>
                  <a:lnTo>
                    <a:pt x="8220175" y="1668810"/>
                  </a:lnTo>
                  <a:lnTo>
                    <a:pt x="8219507" y="1668810"/>
                  </a:lnTo>
                  <a:lnTo>
                    <a:pt x="8218839" y="1668810"/>
                  </a:lnTo>
                  <a:lnTo>
                    <a:pt x="8218171" y="1668810"/>
                  </a:lnTo>
                  <a:lnTo>
                    <a:pt x="8217503" y="1668810"/>
                  </a:lnTo>
                  <a:lnTo>
                    <a:pt x="8216834" y="1668810"/>
                  </a:lnTo>
                  <a:lnTo>
                    <a:pt x="8216166" y="1668810"/>
                  </a:lnTo>
                  <a:lnTo>
                    <a:pt x="8215498" y="1668810"/>
                  </a:lnTo>
                  <a:lnTo>
                    <a:pt x="8214830" y="1668810"/>
                  </a:lnTo>
                  <a:lnTo>
                    <a:pt x="8214162" y="1668810"/>
                  </a:lnTo>
                  <a:lnTo>
                    <a:pt x="8213494" y="1668810"/>
                  </a:lnTo>
                  <a:lnTo>
                    <a:pt x="8212826" y="1668810"/>
                  </a:lnTo>
                  <a:lnTo>
                    <a:pt x="8212158" y="1668810"/>
                  </a:lnTo>
                  <a:lnTo>
                    <a:pt x="8211490" y="1668810"/>
                  </a:lnTo>
                  <a:lnTo>
                    <a:pt x="8210822" y="1668810"/>
                  </a:lnTo>
                  <a:lnTo>
                    <a:pt x="8210154" y="1668810"/>
                  </a:lnTo>
                  <a:lnTo>
                    <a:pt x="8209486" y="1668810"/>
                  </a:lnTo>
                  <a:lnTo>
                    <a:pt x="8208818" y="1668810"/>
                  </a:lnTo>
                  <a:lnTo>
                    <a:pt x="8208150" y="1668810"/>
                  </a:lnTo>
                  <a:lnTo>
                    <a:pt x="8207482" y="1668810"/>
                  </a:lnTo>
                  <a:lnTo>
                    <a:pt x="8206814" y="1668810"/>
                  </a:lnTo>
                  <a:lnTo>
                    <a:pt x="8206146" y="1668810"/>
                  </a:lnTo>
                  <a:lnTo>
                    <a:pt x="8205478" y="1668810"/>
                  </a:lnTo>
                  <a:lnTo>
                    <a:pt x="8204810" y="1668810"/>
                  </a:lnTo>
                  <a:lnTo>
                    <a:pt x="8204142" y="1668810"/>
                  </a:lnTo>
                  <a:lnTo>
                    <a:pt x="8203474" y="1668810"/>
                  </a:lnTo>
                  <a:lnTo>
                    <a:pt x="8202806" y="1668810"/>
                  </a:lnTo>
                  <a:lnTo>
                    <a:pt x="8202138" y="1668810"/>
                  </a:lnTo>
                  <a:lnTo>
                    <a:pt x="8201470" y="1668810"/>
                  </a:lnTo>
                  <a:lnTo>
                    <a:pt x="8200802" y="1668810"/>
                  </a:lnTo>
                  <a:lnTo>
                    <a:pt x="8200134" y="1668810"/>
                  </a:lnTo>
                  <a:lnTo>
                    <a:pt x="8199466" y="1668810"/>
                  </a:lnTo>
                  <a:lnTo>
                    <a:pt x="8198798" y="1668810"/>
                  </a:lnTo>
                  <a:lnTo>
                    <a:pt x="8198130" y="1668810"/>
                  </a:lnTo>
                  <a:lnTo>
                    <a:pt x="8197462" y="1668810"/>
                  </a:lnTo>
                  <a:lnTo>
                    <a:pt x="8196794" y="1668810"/>
                  </a:lnTo>
                  <a:lnTo>
                    <a:pt x="8196126" y="1668810"/>
                  </a:lnTo>
                  <a:lnTo>
                    <a:pt x="8195458" y="1668810"/>
                  </a:lnTo>
                  <a:lnTo>
                    <a:pt x="8194790" y="1668810"/>
                  </a:lnTo>
                  <a:lnTo>
                    <a:pt x="8194122" y="1668810"/>
                  </a:lnTo>
                  <a:lnTo>
                    <a:pt x="8193454" y="1668810"/>
                  </a:lnTo>
                  <a:lnTo>
                    <a:pt x="8192786" y="1668810"/>
                  </a:lnTo>
                  <a:lnTo>
                    <a:pt x="8192117" y="1668810"/>
                  </a:lnTo>
                  <a:lnTo>
                    <a:pt x="8191449" y="1668810"/>
                  </a:lnTo>
                  <a:lnTo>
                    <a:pt x="8190781" y="1668810"/>
                  </a:lnTo>
                  <a:lnTo>
                    <a:pt x="8190113" y="1668810"/>
                  </a:lnTo>
                  <a:lnTo>
                    <a:pt x="8189445" y="1668810"/>
                  </a:lnTo>
                  <a:lnTo>
                    <a:pt x="8188777" y="1668810"/>
                  </a:lnTo>
                  <a:lnTo>
                    <a:pt x="8188109" y="1668810"/>
                  </a:lnTo>
                  <a:lnTo>
                    <a:pt x="8187441" y="1668810"/>
                  </a:lnTo>
                  <a:lnTo>
                    <a:pt x="8186773" y="1668810"/>
                  </a:lnTo>
                  <a:lnTo>
                    <a:pt x="8186105" y="1668810"/>
                  </a:lnTo>
                  <a:lnTo>
                    <a:pt x="8185437" y="1668810"/>
                  </a:lnTo>
                  <a:lnTo>
                    <a:pt x="8184769" y="1668810"/>
                  </a:lnTo>
                  <a:lnTo>
                    <a:pt x="8184101" y="1668810"/>
                  </a:lnTo>
                  <a:lnTo>
                    <a:pt x="8183433" y="1668810"/>
                  </a:lnTo>
                  <a:lnTo>
                    <a:pt x="8182765" y="1668810"/>
                  </a:lnTo>
                  <a:lnTo>
                    <a:pt x="8182097" y="1668810"/>
                  </a:lnTo>
                  <a:lnTo>
                    <a:pt x="8181429" y="1668810"/>
                  </a:lnTo>
                  <a:lnTo>
                    <a:pt x="8180761" y="1668810"/>
                  </a:lnTo>
                  <a:lnTo>
                    <a:pt x="8180093" y="1668810"/>
                  </a:lnTo>
                  <a:lnTo>
                    <a:pt x="8179425" y="1668810"/>
                  </a:lnTo>
                  <a:lnTo>
                    <a:pt x="8178757" y="1668810"/>
                  </a:lnTo>
                  <a:lnTo>
                    <a:pt x="8178089" y="1668810"/>
                  </a:lnTo>
                  <a:lnTo>
                    <a:pt x="8177421" y="1668810"/>
                  </a:lnTo>
                  <a:lnTo>
                    <a:pt x="8176753" y="1668810"/>
                  </a:lnTo>
                  <a:lnTo>
                    <a:pt x="8176085" y="1668810"/>
                  </a:lnTo>
                  <a:lnTo>
                    <a:pt x="8175417" y="1668810"/>
                  </a:lnTo>
                  <a:lnTo>
                    <a:pt x="8174749" y="1668810"/>
                  </a:lnTo>
                  <a:lnTo>
                    <a:pt x="8174081" y="1668810"/>
                  </a:lnTo>
                  <a:lnTo>
                    <a:pt x="8173413" y="1668810"/>
                  </a:lnTo>
                  <a:lnTo>
                    <a:pt x="8172745" y="1668810"/>
                  </a:lnTo>
                  <a:lnTo>
                    <a:pt x="8172077" y="1668810"/>
                  </a:lnTo>
                  <a:lnTo>
                    <a:pt x="8171409" y="1668810"/>
                  </a:lnTo>
                  <a:lnTo>
                    <a:pt x="8170741" y="1668810"/>
                  </a:lnTo>
                  <a:lnTo>
                    <a:pt x="8170073" y="1668810"/>
                  </a:lnTo>
                  <a:lnTo>
                    <a:pt x="8169405" y="1668810"/>
                  </a:lnTo>
                  <a:lnTo>
                    <a:pt x="8168737" y="1668810"/>
                  </a:lnTo>
                  <a:lnTo>
                    <a:pt x="8168068" y="1668810"/>
                  </a:lnTo>
                  <a:lnTo>
                    <a:pt x="8167400" y="1668810"/>
                  </a:lnTo>
                  <a:lnTo>
                    <a:pt x="8166732" y="1668810"/>
                  </a:lnTo>
                  <a:lnTo>
                    <a:pt x="8166064" y="1668810"/>
                  </a:lnTo>
                  <a:lnTo>
                    <a:pt x="8165396" y="1668810"/>
                  </a:lnTo>
                  <a:lnTo>
                    <a:pt x="8164728" y="1668810"/>
                  </a:lnTo>
                  <a:lnTo>
                    <a:pt x="8164060" y="1668810"/>
                  </a:lnTo>
                  <a:lnTo>
                    <a:pt x="8163392" y="1668810"/>
                  </a:lnTo>
                  <a:lnTo>
                    <a:pt x="8162724" y="1668810"/>
                  </a:lnTo>
                  <a:lnTo>
                    <a:pt x="8162056" y="1668810"/>
                  </a:lnTo>
                  <a:lnTo>
                    <a:pt x="8161388" y="1668810"/>
                  </a:lnTo>
                  <a:lnTo>
                    <a:pt x="8160720" y="1668810"/>
                  </a:lnTo>
                  <a:lnTo>
                    <a:pt x="8160052" y="1668810"/>
                  </a:lnTo>
                  <a:lnTo>
                    <a:pt x="8159384" y="1668810"/>
                  </a:lnTo>
                  <a:lnTo>
                    <a:pt x="8158716" y="1668810"/>
                  </a:lnTo>
                  <a:lnTo>
                    <a:pt x="8158048" y="1668810"/>
                  </a:lnTo>
                  <a:lnTo>
                    <a:pt x="8157380" y="1668810"/>
                  </a:lnTo>
                  <a:lnTo>
                    <a:pt x="8156712" y="1668810"/>
                  </a:lnTo>
                  <a:lnTo>
                    <a:pt x="8156044" y="1668810"/>
                  </a:lnTo>
                  <a:lnTo>
                    <a:pt x="8155376" y="1668810"/>
                  </a:lnTo>
                  <a:lnTo>
                    <a:pt x="8154708" y="1668810"/>
                  </a:lnTo>
                  <a:lnTo>
                    <a:pt x="8154040" y="1668810"/>
                  </a:lnTo>
                  <a:lnTo>
                    <a:pt x="8153372" y="1668810"/>
                  </a:lnTo>
                  <a:lnTo>
                    <a:pt x="8152704" y="1668810"/>
                  </a:lnTo>
                  <a:lnTo>
                    <a:pt x="8152036" y="1668810"/>
                  </a:lnTo>
                  <a:lnTo>
                    <a:pt x="8151368" y="1668810"/>
                  </a:lnTo>
                  <a:lnTo>
                    <a:pt x="8150700" y="1668810"/>
                  </a:lnTo>
                  <a:lnTo>
                    <a:pt x="8150032" y="1668810"/>
                  </a:lnTo>
                  <a:lnTo>
                    <a:pt x="8149364" y="1668810"/>
                  </a:lnTo>
                  <a:lnTo>
                    <a:pt x="8148696" y="1668810"/>
                  </a:lnTo>
                  <a:lnTo>
                    <a:pt x="8148028" y="1668810"/>
                  </a:lnTo>
                  <a:lnTo>
                    <a:pt x="8147360" y="1668810"/>
                  </a:lnTo>
                  <a:lnTo>
                    <a:pt x="8146692" y="1668810"/>
                  </a:lnTo>
                  <a:lnTo>
                    <a:pt x="8146024" y="1668810"/>
                  </a:lnTo>
                  <a:lnTo>
                    <a:pt x="8145356" y="1668810"/>
                  </a:lnTo>
                  <a:lnTo>
                    <a:pt x="8144688" y="1668810"/>
                  </a:lnTo>
                  <a:lnTo>
                    <a:pt x="8144020" y="1668810"/>
                  </a:lnTo>
                  <a:lnTo>
                    <a:pt x="8143351" y="1668810"/>
                  </a:lnTo>
                  <a:lnTo>
                    <a:pt x="8142683" y="1668810"/>
                  </a:lnTo>
                  <a:lnTo>
                    <a:pt x="8142015" y="1668810"/>
                  </a:lnTo>
                  <a:lnTo>
                    <a:pt x="8141347" y="1668810"/>
                  </a:lnTo>
                  <a:lnTo>
                    <a:pt x="8140679" y="1668810"/>
                  </a:lnTo>
                  <a:lnTo>
                    <a:pt x="8140011" y="1668810"/>
                  </a:lnTo>
                  <a:lnTo>
                    <a:pt x="8139343" y="1668810"/>
                  </a:lnTo>
                  <a:lnTo>
                    <a:pt x="8138675" y="1668810"/>
                  </a:lnTo>
                  <a:lnTo>
                    <a:pt x="8138007" y="1668810"/>
                  </a:lnTo>
                  <a:lnTo>
                    <a:pt x="8137339" y="1668810"/>
                  </a:lnTo>
                  <a:lnTo>
                    <a:pt x="8136671" y="1668810"/>
                  </a:lnTo>
                  <a:lnTo>
                    <a:pt x="8136003" y="1668810"/>
                  </a:lnTo>
                  <a:lnTo>
                    <a:pt x="8135335" y="1668810"/>
                  </a:lnTo>
                  <a:lnTo>
                    <a:pt x="8134667" y="1668810"/>
                  </a:lnTo>
                  <a:lnTo>
                    <a:pt x="8133999" y="1668810"/>
                  </a:lnTo>
                  <a:lnTo>
                    <a:pt x="8133331" y="1668810"/>
                  </a:lnTo>
                  <a:lnTo>
                    <a:pt x="8132663" y="1668810"/>
                  </a:lnTo>
                  <a:lnTo>
                    <a:pt x="8131995" y="1668810"/>
                  </a:lnTo>
                  <a:lnTo>
                    <a:pt x="8131327" y="1668810"/>
                  </a:lnTo>
                  <a:lnTo>
                    <a:pt x="8130659" y="1668810"/>
                  </a:lnTo>
                  <a:lnTo>
                    <a:pt x="8129991" y="1668810"/>
                  </a:lnTo>
                  <a:lnTo>
                    <a:pt x="8129323" y="1668810"/>
                  </a:lnTo>
                  <a:lnTo>
                    <a:pt x="8128655" y="1668810"/>
                  </a:lnTo>
                  <a:lnTo>
                    <a:pt x="8127987" y="1668810"/>
                  </a:lnTo>
                  <a:lnTo>
                    <a:pt x="8127319" y="1668810"/>
                  </a:lnTo>
                  <a:lnTo>
                    <a:pt x="8126651" y="1668810"/>
                  </a:lnTo>
                  <a:lnTo>
                    <a:pt x="8125983" y="1668810"/>
                  </a:lnTo>
                  <a:lnTo>
                    <a:pt x="8125315" y="1668810"/>
                  </a:lnTo>
                  <a:lnTo>
                    <a:pt x="8124647" y="1668810"/>
                  </a:lnTo>
                  <a:lnTo>
                    <a:pt x="8123979" y="1668810"/>
                  </a:lnTo>
                  <a:lnTo>
                    <a:pt x="8123311" y="1668810"/>
                  </a:lnTo>
                  <a:lnTo>
                    <a:pt x="8122643" y="1668810"/>
                  </a:lnTo>
                  <a:lnTo>
                    <a:pt x="8121975" y="1668810"/>
                  </a:lnTo>
                  <a:lnTo>
                    <a:pt x="8121307" y="1668810"/>
                  </a:lnTo>
                  <a:lnTo>
                    <a:pt x="8120639" y="1668810"/>
                  </a:lnTo>
                  <a:lnTo>
                    <a:pt x="8119971" y="1668810"/>
                  </a:lnTo>
                  <a:lnTo>
                    <a:pt x="8119303" y="1668810"/>
                  </a:lnTo>
                  <a:lnTo>
                    <a:pt x="8118634" y="1668810"/>
                  </a:lnTo>
                  <a:lnTo>
                    <a:pt x="8117966" y="1668810"/>
                  </a:lnTo>
                  <a:lnTo>
                    <a:pt x="8117298" y="1668810"/>
                  </a:lnTo>
                  <a:lnTo>
                    <a:pt x="8116630" y="1668810"/>
                  </a:lnTo>
                  <a:lnTo>
                    <a:pt x="8115962" y="1668810"/>
                  </a:lnTo>
                  <a:lnTo>
                    <a:pt x="8115294" y="1668810"/>
                  </a:lnTo>
                  <a:lnTo>
                    <a:pt x="8114626" y="1668810"/>
                  </a:lnTo>
                  <a:lnTo>
                    <a:pt x="8113958" y="1668810"/>
                  </a:lnTo>
                  <a:lnTo>
                    <a:pt x="8113290" y="1668810"/>
                  </a:lnTo>
                  <a:lnTo>
                    <a:pt x="8112622" y="1668810"/>
                  </a:lnTo>
                  <a:lnTo>
                    <a:pt x="8111954" y="1668810"/>
                  </a:lnTo>
                  <a:lnTo>
                    <a:pt x="8111286" y="1668810"/>
                  </a:lnTo>
                  <a:lnTo>
                    <a:pt x="8110618" y="1668810"/>
                  </a:lnTo>
                  <a:lnTo>
                    <a:pt x="8109950" y="1668810"/>
                  </a:lnTo>
                  <a:lnTo>
                    <a:pt x="8109282" y="1668810"/>
                  </a:lnTo>
                  <a:lnTo>
                    <a:pt x="8108614" y="1668810"/>
                  </a:lnTo>
                  <a:lnTo>
                    <a:pt x="8107946" y="1668810"/>
                  </a:lnTo>
                  <a:lnTo>
                    <a:pt x="8107278" y="1668810"/>
                  </a:lnTo>
                  <a:lnTo>
                    <a:pt x="8106610" y="1668810"/>
                  </a:lnTo>
                  <a:lnTo>
                    <a:pt x="8105942" y="1668810"/>
                  </a:lnTo>
                  <a:lnTo>
                    <a:pt x="8105274" y="1668810"/>
                  </a:lnTo>
                  <a:lnTo>
                    <a:pt x="8104606" y="1668810"/>
                  </a:lnTo>
                  <a:lnTo>
                    <a:pt x="8103938" y="1668810"/>
                  </a:lnTo>
                  <a:lnTo>
                    <a:pt x="8103270" y="1668810"/>
                  </a:lnTo>
                  <a:lnTo>
                    <a:pt x="8102602" y="1668810"/>
                  </a:lnTo>
                  <a:lnTo>
                    <a:pt x="8101934" y="1668810"/>
                  </a:lnTo>
                  <a:lnTo>
                    <a:pt x="8101266" y="1668810"/>
                  </a:lnTo>
                  <a:lnTo>
                    <a:pt x="8100598" y="1668810"/>
                  </a:lnTo>
                  <a:lnTo>
                    <a:pt x="8099930" y="1668810"/>
                  </a:lnTo>
                  <a:lnTo>
                    <a:pt x="8099262" y="1668810"/>
                  </a:lnTo>
                  <a:lnTo>
                    <a:pt x="8098594" y="1668810"/>
                  </a:lnTo>
                  <a:lnTo>
                    <a:pt x="8097926" y="1668810"/>
                  </a:lnTo>
                  <a:lnTo>
                    <a:pt x="8097258" y="1668810"/>
                  </a:lnTo>
                  <a:lnTo>
                    <a:pt x="8096590" y="1668810"/>
                  </a:lnTo>
                  <a:lnTo>
                    <a:pt x="8095922" y="1668810"/>
                  </a:lnTo>
                  <a:lnTo>
                    <a:pt x="8095254" y="1668810"/>
                  </a:lnTo>
                  <a:lnTo>
                    <a:pt x="8094586" y="1668810"/>
                  </a:lnTo>
                  <a:lnTo>
                    <a:pt x="8093917" y="1668810"/>
                  </a:lnTo>
                  <a:lnTo>
                    <a:pt x="8093249" y="1668810"/>
                  </a:lnTo>
                  <a:lnTo>
                    <a:pt x="8092581" y="1668810"/>
                  </a:lnTo>
                  <a:lnTo>
                    <a:pt x="8091913" y="1668810"/>
                  </a:lnTo>
                  <a:lnTo>
                    <a:pt x="8091245" y="1668810"/>
                  </a:lnTo>
                  <a:lnTo>
                    <a:pt x="8090577" y="1668810"/>
                  </a:lnTo>
                  <a:lnTo>
                    <a:pt x="8089909" y="1668810"/>
                  </a:lnTo>
                  <a:lnTo>
                    <a:pt x="8089241" y="1668810"/>
                  </a:lnTo>
                  <a:lnTo>
                    <a:pt x="8088573" y="1668810"/>
                  </a:lnTo>
                  <a:lnTo>
                    <a:pt x="8087905" y="1668810"/>
                  </a:lnTo>
                  <a:lnTo>
                    <a:pt x="8087237" y="1668810"/>
                  </a:lnTo>
                  <a:lnTo>
                    <a:pt x="8086569" y="1668810"/>
                  </a:lnTo>
                  <a:lnTo>
                    <a:pt x="8085901" y="1668810"/>
                  </a:lnTo>
                  <a:lnTo>
                    <a:pt x="8085233" y="1668810"/>
                  </a:lnTo>
                  <a:lnTo>
                    <a:pt x="8084565" y="1668810"/>
                  </a:lnTo>
                  <a:lnTo>
                    <a:pt x="8083897" y="1668810"/>
                  </a:lnTo>
                  <a:lnTo>
                    <a:pt x="8083229" y="1668810"/>
                  </a:lnTo>
                  <a:lnTo>
                    <a:pt x="8082561" y="1668810"/>
                  </a:lnTo>
                  <a:lnTo>
                    <a:pt x="8081893" y="1668810"/>
                  </a:lnTo>
                  <a:lnTo>
                    <a:pt x="8081225" y="1668810"/>
                  </a:lnTo>
                  <a:lnTo>
                    <a:pt x="8080557" y="1668810"/>
                  </a:lnTo>
                  <a:lnTo>
                    <a:pt x="8079889" y="1668810"/>
                  </a:lnTo>
                  <a:lnTo>
                    <a:pt x="8079221" y="1668810"/>
                  </a:lnTo>
                  <a:lnTo>
                    <a:pt x="8078553" y="1668810"/>
                  </a:lnTo>
                  <a:lnTo>
                    <a:pt x="8077885" y="1668810"/>
                  </a:lnTo>
                  <a:lnTo>
                    <a:pt x="8077217" y="1668810"/>
                  </a:lnTo>
                  <a:lnTo>
                    <a:pt x="8076549" y="1668810"/>
                  </a:lnTo>
                  <a:lnTo>
                    <a:pt x="8075881" y="1668810"/>
                  </a:lnTo>
                  <a:lnTo>
                    <a:pt x="8075213" y="1668810"/>
                  </a:lnTo>
                  <a:lnTo>
                    <a:pt x="8074545" y="1668810"/>
                  </a:lnTo>
                  <a:lnTo>
                    <a:pt x="8073877" y="1668810"/>
                  </a:lnTo>
                  <a:lnTo>
                    <a:pt x="8073209" y="1668810"/>
                  </a:lnTo>
                  <a:lnTo>
                    <a:pt x="8072541" y="1668810"/>
                  </a:lnTo>
                  <a:lnTo>
                    <a:pt x="8071873" y="1668810"/>
                  </a:lnTo>
                  <a:lnTo>
                    <a:pt x="8071205" y="1668810"/>
                  </a:lnTo>
                  <a:lnTo>
                    <a:pt x="8070537" y="1668810"/>
                  </a:lnTo>
                  <a:lnTo>
                    <a:pt x="8069868" y="1668810"/>
                  </a:lnTo>
                  <a:lnTo>
                    <a:pt x="8069200" y="1668810"/>
                  </a:lnTo>
                  <a:lnTo>
                    <a:pt x="8068532" y="1668810"/>
                  </a:lnTo>
                  <a:lnTo>
                    <a:pt x="8067864" y="1668810"/>
                  </a:lnTo>
                  <a:lnTo>
                    <a:pt x="8067196" y="1668810"/>
                  </a:lnTo>
                  <a:lnTo>
                    <a:pt x="8066528" y="1668810"/>
                  </a:lnTo>
                  <a:lnTo>
                    <a:pt x="8065860" y="1668810"/>
                  </a:lnTo>
                  <a:lnTo>
                    <a:pt x="8065192" y="1668810"/>
                  </a:lnTo>
                  <a:lnTo>
                    <a:pt x="8064524" y="1668810"/>
                  </a:lnTo>
                  <a:lnTo>
                    <a:pt x="8063856" y="1668810"/>
                  </a:lnTo>
                  <a:lnTo>
                    <a:pt x="8063188" y="1668810"/>
                  </a:lnTo>
                  <a:lnTo>
                    <a:pt x="8062520" y="1668810"/>
                  </a:lnTo>
                  <a:lnTo>
                    <a:pt x="8061852" y="1668810"/>
                  </a:lnTo>
                  <a:lnTo>
                    <a:pt x="8061184" y="1668810"/>
                  </a:lnTo>
                  <a:lnTo>
                    <a:pt x="8060516" y="1668810"/>
                  </a:lnTo>
                  <a:lnTo>
                    <a:pt x="8059848" y="1668810"/>
                  </a:lnTo>
                  <a:lnTo>
                    <a:pt x="8059180" y="1668810"/>
                  </a:lnTo>
                  <a:lnTo>
                    <a:pt x="8058512" y="1668810"/>
                  </a:lnTo>
                  <a:lnTo>
                    <a:pt x="8057844" y="1668810"/>
                  </a:lnTo>
                  <a:lnTo>
                    <a:pt x="8057176" y="1668810"/>
                  </a:lnTo>
                  <a:lnTo>
                    <a:pt x="8056508" y="1668810"/>
                  </a:lnTo>
                  <a:lnTo>
                    <a:pt x="8055840" y="1668810"/>
                  </a:lnTo>
                  <a:lnTo>
                    <a:pt x="8055172" y="1668810"/>
                  </a:lnTo>
                  <a:lnTo>
                    <a:pt x="8054504" y="1668810"/>
                  </a:lnTo>
                  <a:lnTo>
                    <a:pt x="8053836" y="1668810"/>
                  </a:lnTo>
                  <a:lnTo>
                    <a:pt x="8053168" y="1668810"/>
                  </a:lnTo>
                  <a:lnTo>
                    <a:pt x="8052500" y="1668810"/>
                  </a:lnTo>
                  <a:lnTo>
                    <a:pt x="8051832" y="1668810"/>
                  </a:lnTo>
                  <a:lnTo>
                    <a:pt x="8051164" y="1668810"/>
                  </a:lnTo>
                  <a:lnTo>
                    <a:pt x="8050496" y="1668810"/>
                  </a:lnTo>
                  <a:lnTo>
                    <a:pt x="8049828" y="1668810"/>
                  </a:lnTo>
                  <a:lnTo>
                    <a:pt x="8049160" y="1668810"/>
                  </a:lnTo>
                  <a:lnTo>
                    <a:pt x="8048492" y="1668810"/>
                  </a:lnTo>
                  <a:lnTo>
                    <a:pt x="8047824" y="1668810"/>
                  </a:lnTo>
                  <a:lnTo>
                    <a:pt x="8047156" y="1668810"/>
                  </a:lnTo>
                  <a:lnTo>
                    <a:pt x="8046488" y="1668810"/>
                  </a:lnTo>
                  <a:lnTo>
                    <a:pt x="8045820" y="1668810"/>
                  </a:lnTo>
                  <a:lnTo>
                    <a:pt x="8045151" y="1668810"/>
                  </a:lnTo>
                  <a:lnTo>
                    <a:pt x="8044483" y="1668810"/>
                  </a:lnTo>
                  <a:lnTo>
                    <a:pt x="8043815" y="1668810"/>
                  </a:lnTo>
                  <a:lnTo>
                    <a:pt x="8043147" y="1668810"/>
                  </a:lnTo>
                  <a:lnTo>
                    <a:pt x="8042479" y="1668810"/>
                  </a:lnTo>
                  <a:lnTo>
                    <a:pt x="8041811" y="1668810"/>
                  </a:lnTo>
                  <a:lnTo>
                    <a:pt x="8041143" y="1668810"/>
                  </a:lnTo>
                  <a:lnTo>
                    <a:pt x="8040475" y="1668810"/>
                  </a:lnTo>
                  <a:lnTo>
                    <a:pt x="8039807" y="1668810"/>
                  </a:lnTo>
                  <a:lnTo>
                    <a:pt x="8039139" y="1668810"/>
                  </a:lnTo>
                  <a:lnTo>
                    <a:pt x="8038471" y="1668810"/>
                  </a:lnTo>
                  <a:lnTo>
                    <a:pt x="8037803" y="1668810"/>
                  </a:lnTo>
                  <a:lnTo>
                    <a:pt x="8037135" y="1668810"/>
                  </a:lnTo>
                  <a:lnTo>
                    <a:pt x="8036467" y="1668810"/>
                  </a:lnTo>
                  <a:lnTo>
                    <a:pt x="8035799" y="1668810"/>
                  </a:lnTo>
                  <a:lnTo>
                    <a:pt x="8035131" y="1668810"/>
                  </a:lnTo>
                  <a:lnTo>
                    <a:pt x="8034463" y="1668810"/>
                  </a:lnTo>
                  <a:lnTo>
                    <a:pt x="8033795" y="1668810"/>
                  </a:lnTo>
                  <a:lnTo>
                    <a:pt x="8033127" y="1668810"/>
                  </a:lnTo>
                  <a:lnTo>
                    <a:pt x="8032459" y="1668810"/>
                  </a:lnTo>
                  <a:lnTo>
                    <a:pt x="8031791" y="1668810"/>
                  </a:lnTo>
                  <a:lnTo>
                    <a:pt x="8031123" y="1668810"/>
                  </a:lnTo>
                  <a:lnTo>
                    <a:pt x="8030455" y="1668810"/>
                  </a:lnTo>
                  <a:lnTo>
                    <a:pt x="8029787" y="1668810"/>
                  </a:lnTo>
                  <a:lnTo>
                    <a:pt x="8029119" y="1668810"/>
                  </a:lnTo>
                  <a:lnTo>
                    <a:pt x="8028451" y="1668810"/>
                  </a:lnTo>
                  <a:lnTo>
                    <a:pt x="8027783" y="1668810"/>
                  </a:lnTo>
                  <a:lnTo>
                    <a:pt x="8027115" y="1668810"/>
                  </a:lnTo>
                  <a:lnTo>
                    <a:pt x="8026447" y="1668810"/>
                  </a:lnTo>
                  <a:lnTo>
                    <a:pt x="8025779" y="1668810"/>
                  </a:lnTo>
                  <a:lnTo>
                    <a:pt x="8025111" y="1668810"/>
                  </a:lnTo>
                  <a:lnTo>
                    <a:pt x="8024443" y="1668810"/>
                  </a:lnTo>
                  <a:lnTo>
                    <a:pt x="8023775" y="1668810"/>
                  </a:lnTo>
                  <a:lnTo>
                    <a:pt x="8023107" y="1668810"/>
                  </a:lnTo>
                  <a:lnTo>
                    <a:pt x="8022439" y="1668810"/>
                  </a:lnTo>
                  <a:lnTo>
                    <a:pt x="8021771" y="1668810"/>
                  </a:lnTo>
                  <a:lnTo>
                    <a:pt x="8021103" y="1668810"/>
                  </a:lnTo>
                  <a:lnTo>
                    <a:pt x="8020434" y="1668810"/>
                  </a:lnTo>
                  <a:lnTo>
                    <a:pt x="8019766" y="1668810"/>
                  </a:lnTo>
                  <a:lnTo>
                    <a:pt x="8019098" y="1668810"/>
                  </a:lnTo>
                  <a:lnTo>
                    <a:pt x="8018430" y="1668810"/>
                  </a:lnTo>
                  <a:lnTo>
                    <a:pt x="8017762" y="1668810"/>
                  </a:lnTo>
                  <a:lnTo>
                    <a:pt x="8017094" y="1668810"/>
                  </a:lnTo>
                  <a:lnTo>
                    <a:pt x="8016426" y="1668810"/>
                  </a:lnTo>
                  <a:lnTo>
                    <a:pt x="8015758" y="1668810"/>
                  </a:lnTo>
                  <a:lnTo>
                    <a:pt x="8015090" y="1668810"/>
                  </a:lnTo>
                  <a:lnTo>
                    <a:pt x="8014422" y="1668810"/>
                  </a:lnTo>
                  <a:lnTo>
                    <a:pt x="8013754" y="1668810"/>
                  </a:lnTo>
                  <a:lnTo>
                    <a:pt x="8013086" y="1668810"/>
                  </a:lnTo>
                  <a:lnTo>
                    <a:pt x="8012418" y="1668810"/>
                  </a:lnTo>
                  <a:lnTo>
                    <a:pt x="8011750" y="1668810"/>
                  </a:lnTo>
                  <a:lnTo>
                    <a:pt x="8011082" y="1668810"/>
                  </a:lnTo>
                  <a:lnTo>
                    <a:pt x="8010414" y="1668810"/>
                  </a:lnTo>
                  <a:lnTo>
                    <a:pt x="8009746" y="1668810"/>
                  </a:lnTo>
                  <a:lnTo>
                    <a:pt x="8009078" y="1668810"/>
                  </a:lnTo>
                  <a:lnTo>
                    <a:pt x="8008410" y="1668810"/>
                  </a:lnTo>
                  <a:lnTo>
                    <a:pt x="8007742" y="1668810"/>
                  </a:lnTo>
                  <a:lnTo>
                    <a:pt x="8007074" y="1668810"/>
                  </a:lnTo>
                  <a:lnTo>
                    <a:pt x="8006406" y="1668810"/>
                  </a:lnTo>
                  <a:lnTo>
                    <a:pt x="8005738" y="1668810"/>
                  </a:lnTo>
                  <a:lnTo>
                    <a:pt x="8005070" y="1668810"/>
                  </a:lnTo>
                  <a:lnTo>
                    <a:pt x="8004402" y="1668810"/>
                  </a:lnTo>
                  <a:lnTo>
                    <a:pt x="8003734" y="1668810"/>
                  </a:lnTo>
                  <a:lnTo>
                    <a:pt x="8003066" y="1668810"/>
                  </a:lnTo>
                  <a:lnTo>
                    <a:pt x="8002398" y="1668810"/>
                  </a:lnTo>
                  <a:lnTo>
                    <a:pt x="8001730" y="1668810"/>
                  </a:lnTo>
                  <a:lnTo>
                    <a:pt x="8001062" y="1668810"/>
                  </a:lnTo>
                  <a:lnTo>
                    <a:pt x="8000394" y="1668810"/>
                  </a:lnTo>
                  <a:lnTo>
                    <a:pt x="7999726" y="1668810"/>
                  </a:lnTo>
                  <a:lnTo>
                    <a:pt x="7999058" y="1668810"/>
                  </a:lnTo>
                  <a:lnTo>
                    <a:pt x="7998390" y="1668810"/>
                  </a:lnTo>
                  <a:lnTo>
                    <a:pt x="7997722" y="1668810"/>
                  </a:lnTo>
                  <a:lnTo>
                    <a:pt x="7997054" y="1668810"/>
                  </a:lnTo>
                  <a:lnTo>
                    <a:pt x="7996386" y="1668810"/>
                  </a:lnTo>
                  <a:lnTo>
                    <a:pt x="7995717" y="1668810"/>
                  </a:lnTo>
                  <a:lnTo>
                    <a:pt x="7995049" y="1668810"/>
                  </a:lnTo>
                  <a:lnTo>
                    <a:pt x="7994381" y="1668810"/>
                  </a:lnTo>
                  <a:lnTo>
                    <a:pt x="7993713" y="1668810"/>
                  </a:lnTo>
                  <a:lnTo>
                    <a:pt x="7993045" y="1668810"/>
                  </a:lnTo>
                  <a:lnTo>
                    <a:pt x="7992377" y="1668810"/>
                  </a:lnTo>
                  <a:lnTo>
                    <a:pt x="7991709" y="1668810"/>
                  </a:lnTo>
                  <a:lnTo>
                    <a:pt x="7991041" y="1668810"/>
                  </a:lnTo>
                  <a:lnTo>
                    <a:pt x="7990373" y="1668810"/>
                  </a:lnTo>
                  <a:lnTo>
                    <a:pt x="7989705" y="1668810"/>
                  </a:lnTo>
                  <a:lnTo>
                    <a:pt x="7989037" y="1668810"/>
                  </a:lnTo>
                  <a:lnTo>
                    <a:pt x="7988369" y="1668810"/>
                  </a:lnTo>
                  <a:lnTo>
                    <a:pt x="7987701" y="1668810"/>
                  </a:lnTo>
                  <a:lnTo>
                    <a:pt x="7987033" y="1668810"/>
                  </a:lnTo>
                  <a:lnTo>
                    <a:pt x="7986365" y="1668810"/>
                  </a:lnTo>
                  <a:lnTo>
                    <a:pt x="7985697" y="1668810"/>
                  </a:lnTo>
                  <a:lnTo>
                    <a:pt x="7985029" y="1668810"/>
                  </a:lnTo>
                  <a:lnTo>
                    <a:pt x="7984361" y="1668810"/>
                  </a:lnTo>
                  <a:lnTo>
                    <a:pt x="7983693" y="1668810"/>
                  </a:lnTo>
                  <a:lnTo>
                    <a:pt x="7983025" y="1668810"/>
                  </a:lnTo>
                  <a:lnTo>
                    <a:pt x="7982357" y="1668810"/>
                  </a:lnTo>
                  <a:lnTo>
                    <a:pt x="7981689" y="1668810"/>
                  </a:lnTo>
                  <a:lnTo>
                    <a:pt x="7981021" y="1668810"/>
                  </a:lnTo>
                  <a:lnTo>
                    <a:pt x="7980353" y="1668810"/>
                  </a:lnTo>
                  <a:lnTo>
                    <a:pt x="7979685" y="1668810"/>
                  </a:lnTo>
                  <a:lnTo>
                    <a:pt x="7979017" y="1668810"/>
                  </a:lnTo>
                  <a:lnTo>
                    <a:pt x="7978349" y="1668810"/>
                  </a:lnTo>
                  <a:lnTo>
                    <a:pt x="7977681" y="1668810"/>
                  </a:lnTo>
                  <a:lnTo>
                    <a:pt x="7977013" y="1668810"/>
                  </a:lnTo>
                  <a:lnTo>
                    <a:pt x="7976345" y="1668810"/>
                  </a:lnTo>
                  <a:lnTo>
                    <a:pt x="7975677" y="1668810"/>
                  </a:lnTo>
                  <a:lnTo>
                    <a:pt x="7975009" y="1668810"/>
                  </a:lnTo>
                  <a:lnTo>
                    <a:pt x="7974341" y="1668810"/>
                  </a:lnTo>
                  <a:lnTo>
                    <a:pt x="7973673" y="1668810"/>
                  </a:lnTo>
                  <a:lnTo>
                    <a:pt x="7973005" y="1668810"/>
                  </a:lnTo>
                  <a:lnTo>
                    <a:pt x="7972337" y="1668810"/>
                  </a:lnTo>
                  <a:lnTo>
                    <a:pt x="7971668" y="1668810"/>
                  </a:lnTo>
                  <a:lnTo>
                    <a:pt x="7971000" y="1668810"/>
                  </a:lnTo>
                  <a:lnTo>
                    <a:pt x="7970332" y="1668810"/>
                  </a:lnTo>
                  <a:lnTo>
                    <a:pt x="7969664" y="1668810"/>
                  </a:lnTo>
                  <a:lnTo>
                    <a:pt x="7968996" y="1668810"/>
                  </a:lnTo>
                  <a:lnTo>
                    <a:pt x="7968328" y="1668810"/>
                  </a:lnTo>
                  <a:lnTo>
                    <a:pt x="7967660" y="1668810"/>
                  </a:lnTo>
                  <a:lnTo>
                    <a:pt x="7966992" y="1668810"/>
                  </a:lnTo>
                  <a:lnTo>
                    <a:pt x="7966324" y="1668810"/>
                  </a:lnTo>
                  <a:lnTo>
                    <a:pt x="7965656" y="1668810"/>
                  </a:lnTo>
                  <a:lnTo>
                    <a:pt x="7964988" y="1668810"/>
                  </a:lnTo>
                  <a:lnTo>
                    <a:pt x="7964320" y="1668810"/>
                  </a:lnTo>
                  <a:lnTo>
                    <a:pt x="7963652" y="1668810"/>
                  </a:lnTo>
                  <a:lnTo>
                    <a:pt x="7962984" y="1668810"/>
                  </a:lnTo>
                  <a:lnTo>
                    <a:pt x="7962316" y="1668810"/>
                  </a:lnTo>
                  <a:lnTo>
                    <a:pt x="7961648" y="1668810"/>
                  </a:lnTo>
                  <a:lnTo>
                    <a:pt x="7960980" y="1668810"/>
                  </a:lnTo>
                  <a:lnTo>
                    <a:pt x="7960312" y="1668810"/>
                  </a:lnTo>
                  <a:lnTo>
                    <a:pt x="7959644" y="1668810"/>
                  </a:lnTo>
                  <a:lnTo>
                    <a:pt x="7958976" y="1668810"/>
                  </a:lnTo>
                  <a:lnTo>
                    <a:pt x="7958308" y="1668810"/>
                  </a:lnTo>
                  <a:lnTo>
                    <a:pt x="7957640" y="1668810"/>
                  </a:lnTo>
                  <a:lnTo>
                    <a:pt x="7956972" y="1668810"/>
                  </a:lnTo>
                  <a:lnTo>
                    <a:pt x="7956304" y="1668810"/>
                  </a:lnTo>
                  <a:lnTo>
                    <a:pt x="7955636" y="1668810"/>
                  </a:lnTo>
                  <a:lnTo>
                    <a:pt x="7954968" y="1668810"/>
                  </a:lnTo>
                  <a:lnTo>
                    <a:pt x="7954300" y="1668810"/>
                  </a:lnTo>
                  <a:lnTo>
                    <a:pt x="7953632" y="1668810"/>
                  </a:lnTo>
                  <a:lnTo>
                    <a:pt x="7952964" y="1668810"/>
                  </a:lnTo>
                  <a:lnTo>
                    <a:pt x="7952296" y="1668810"/>
                  </a:lnTo>
                  <a:lnTo>
                    <a:pt x="7951628" y="1668810"/>
                  </a:lnTo>
                  <a:lnTo>
                    <a:pt x="7950960" y="1668810"/>
                  </a:lnTo>
                  <a:lnTo>
                    <a:pt x="7950292" y="1668810"/>
                  </a:lnTo>
                  <a:lnTo>
                    <a:pt x="7949624" y="1668810"/>
                  </a:lnTo>
                  <a:lnTo>
                    <a:pt x="7948956" y="1668810"/>
                  </a:lnTo>
                  <a:lnTo>
                    <a:pt x="7948288" y="1668810"/>
                  </a:lnTo>
                  <a:lnTo>
                    <a:pt x="7947620" y="1668810"/>
                  </a:lnTo>
                  <a:lnTo>
                    <a:pt x="7946951" y="1668810"/>
                  </a:lnTo>
                  <a:lnTo>
                    <a:pt x="7946283" y="1668810"/>
                  </a:lnTo>
                  <a:lnTo>
                    <a:pt x="7945615" y="1668810"/>
                  </a:lnTo>
                  <a:lnTo>
                    <a:pt x="7944947" y="1668810"/>
                  </a:lnTo>
                  <a:lnTo>
                    <a:pt x="7944279" y="1668810"/>
                  </a:lnTo>
                  <a:lnTo>
                    <a:pt x="7943611" y="1668810"/>
                  </a:lnTo>
                  <a:lnTo>
                    <a:pt x="7942943" y="1668810"/>
                  </a:lnTo>
                  <a:lnTo>
                    <a:pt x="7942275" y="1668810"/>
                  </a:lnTo>
                  <a:lnTo>
                    <a:pt x="7941607" y="1668810"/>
                  </a:lnTo>
                  <a:lnTo>
                    <a:pt x="7940939" y="1668810"/>
                  </a:lnTo>
                  <a:lnTo>
                    <a:pt x="7940271" y="1668810"/>
                  </a:lnTo>
                  <a:lnTo>
                    <a:pt x="7939603" y="1668810"/>
                  </a:lnTo>
                  <a:lnTo>
                    <a:pt x="7938935" y="1668810"/>
                  </a:lnTo>
                  <a:lnTo>
                    <a:pt x="7938267" y="1668810"/>
                  </a:lnTo>
                  <a:lnTo>
                    <a:pt x="7937599" y="1668810"/>
                  </a:lnTo>
                  <a:lnTo>
                    <a:pt x="7936931" y="1668810"/>
                  </a:lnTo>
                  <a:lnTo>
                    <a:pt x="7936263" y="1668810"/>
                  </a:lnTo>
                  <a:lnTo>
                    <a:pt x="7935595" y="1668810"/>
                  </a:lnTo>
                  <a:lnTo>
                    <a:pt x="7934927" y="1668810"/>
                  </a:lnTo>
                  <a:lnTo>
                    <a:pt x="7934259" y="1668810"/>
                  </a:lnTo>
                  <a:lnTo>
                    <a:pt x="7933591" y="1668810"/>
                  </a:lnTo>
                  <a:lnTo>
                    <a:pt x="7932923" y="1668810"/>
                  </a:lnTo>
                  <a:lnTo>
                    <a:pt x="7932255" y="1668810"/>
                  </a:lnTo>
                  <a:lnTo>
                    <a:pt x="7931587" y="1668810"/>
                  </a:lnTo>
                  <a:lnTo>
                    <a:pt x="7930919" y="1668810"/>
                  </a:lnTo>
                  <a:lnTo>
                    <a:pt x="7930251" y="1668810"/>
                  </a:lnTo>
                  <a:lnTo>
                    <a:pt x="7929583" y="1668810"/>
                  </a:lnTo>
                  <a:lnTo>
                    <a:pt x="7928915" y="1668810"/>
                  </a:lnTo>
                  <a:lnTo>
                    <a:pt x="7928247" y="1668810"/>
                  </a:lnTo>
                  <a:lnTo>
                    <a:pt x="7927579" y="1668810"/>
                  </a:lnTo>
                  <a:lnTo>
                    <a:pt x="7926911" y="1668810"/>
                  </a:lnTo>
                  <a:lnTo>
                    <a:pt x="7926243" y="1668810"/>
                  </a:lnTo>
                  <a:lnTo>
                    <a:pt x="7925575" y="1668810"/>
                  </a:lnTo>
                  <a:lnTo>
                    <a:pt x="7924907" y="1668810"/>
                  </a:lnTo>
                  <a:lnTo>
                    <a:pt x="7924239" y="1668810"/>
                  </a:lnTo>
                  <a:lnTo>
                    <a:pt x="7923571" y="1668810"/>
                  </a:lnTo>
                  <a:lnTo>
                    <a:pt x="7922903" y="1668810"/>
                  </a:lnTo>
                  <a:lnTo>
                    <a:pt x="7922234" y="1668810"/>
                  </a:lnTo>
                  <a:lnTo>
                    <a:pt x="7921566" y="1668810"/>
                  </a:lnTo>
                  <a:lnTo>
                    <a:pt x="7920898" y="1668810"/>
                  </a:lnTo>
                  <a:lnTo>
                    <a:pt x="7920230" y="1668810"/>
                  </a:lnTo>
                  <a:lnTo>
                    <a:pt x="7919562" y="1668810"/>
                  </a:lnTo>
                  <a:lnTo>
                    <a:pt x="7918894" y="1668810"/>
                  </a:lnTo>
                  <a:lnTo>
                    <a:pt x="7918226" y="1668810"/>
                  </a:lnTo>
                  <a:lnTo>
                    <a:pt x="7917558" y="1668810"/>
                  </a:lnTo>
                  <a:lnTo>
                    <a:pt x="7916890" y="1668810"/>
                  </a:lnTo>
                  <a:lnTo>
                    <a:pt x="7916222" y="1668810"/>
                  </a:lnTo>
                  <a:lnTo>
                    <a:pt x="7915554" y="1668810"/>
                  </a:lnTo>
                  <a:lnTo>
                    <a:pt x="7914886" y="1668810"/>
                  </a:lnTo>
                  <a:lnTo>
                    <a:pt x="7914218" y="1668810"/>
                  </a:lnTo>
                  <a:lnTo>
                    <a:pt x="7913550" y="1668810"/>
                  </a:lnTo>
                  <a:lnTo>
                    <a:pt x="7912882" y="1668810"/>
                  </a:lnTo>
                  <a:lnTo>
                    <a:pt x="7912214" y="1668810"/>
                  </a:lnTo>
                  <a:lnTo>
                    <a:pt x="7911546" y="1668810"/>
                  </a:lnTo>
                  <a:lnTo>
                    <a:pt x="7910878" y="1668810"/>
                  </a:lnTo>
                  <a:lnTo>
                    <a:pt x="7910210" y="1668810"/>
                  </a:lnTo>
                  <a:lnTo>
                    <a:pt x="7909542" y="1668810"/>
                  </a:lnTo>
                  <a:lnTo>
                    <a:pt x="7908874" y="1668810"/>
                  </a:lnTo>
                  <a:lnTo>
                    <a:pt x="7908206" y="1668810"/>
                  </a:lnTo>
                  <a:lnTo>
                    <a:pt x="7907538" y="1668810"/>
                  </a:lnTo>
                  <a:lnTo>
                    <a:pt x="7906870" y="1668810"/>
                  </a:lnTo>
                  <a:lnTo>
                    <a:pt x="7906202" y="1668810"/>
                  </a:lnTo>
                  <a:lnTo>
                    <a:pt x="7905534" y="1668810"/>
                  </a:lnTo>
                  <a:lnTo>
                    <a:pt x="7904866" y="1668810"/>
                  </a:lnTo>
                  <a:lnTo>
                    <a:pt x="7904198" y="1668810"/>
                  </a:lnTo>
                  <a:lnTo>
                    <a:pt x="7903530" y="1668810"/>
                  </a:lnTo>
                  <a:lnTo>
                    <a:pt x="7902862" y="1668810"/>
                  </a:lnTo>
                  <a:lnTo>
                    <a:pt x="7902194" y="1668810"/>
                  </a:lnTo>
                  <a:lnTo>
                    <a:pt x="7901526" y="1668810"/>
                  </a:lnTo>
                  <a:lnTo>
                    <a:pt x="7900858" y="1668810"/>
                  </a:lnTo>
                  <a:lnTo>
                    <a:pt x="7900190" y="1668810"/>
                  </a:lnTo>
                  <a:lnTo>
                    <a:pt x="7899522" y="1668810"/>
                  </a:lnTo>
                  <a:lnTo>
                    <a:pt x="7898854" y="1668810"/>
                  </a:lnTo>
                  <a:lnTo>
                    <a:pt x="7898186" y="1668810"/>
                  </a:lnTo>
                  <a:lnTo>
                    <a:pt x="7897517" y="1668810"/>
                  </a:lnTo>
                  <a:lnTo>
                    <a:pt x="7896849" y="1668810"/>
                  </a:lnTo>
                  <a:lnTo>
                    <a:pt x="7896181" y="1668810"/>
                  </a:lnTo>
                  <a:lnTo>
                    <a:pt x="7895513" y="1668810"/>
                  </a:lnTo>
                  <a:lnTo>
                    <a:pt x="7894845" y="1668810"/>
                  </a:lnTo>
                  <a:lnTo>
                    <a:pt x="7894177" y="1668810"/>
                  </a:lnTo>
                  <a:lnTo>
                    <a:pt x="7893509" y="1668810"/>
                  </a:lnTo>
                  <a:lnTo>
                    <a:pt x="7892841" y="1668810"/>
                  </a:lnTo>
                  <a:lnTo>
                    <a:pt x="7892173" y="1668810"/>
                  </a:lnTo>
                  <a:lnTo>
                    <a:pt x="7891505" y="1668810"/>
                  </a:lnTo>
                  <a:lnTo>
                    <a:pt x="7890837" y="1668810"/>
                  </a:lnTo>
                  <a:lnTo>
                    <a:pt x="7890169" y="1668810"/>
                  </a:lnTo>
                  <a:lnTo>
                    <a:pt x="7889501" y="1668810"/>
                  </a:lnTo>
                  <a:lnTo>
                    <a:pt x="7888833" y="1668810"/>
                  </a:lnTo>
                  <a:lnTo>
                    <a:pt x="7888165" y="1668810"/>
                  </a:lnTo>
                  <a:lnTo>
                    <a:pt x="7887497" y="1668810"/>
                  </a:lnTo>
                  <a:lnTo>
                    <a:pt x="7886829" y="1668810"/>
                  </a:lnTo>
                  <a:lnTo>
                    <a:pt x="7886161" y="1668810"/>
                  </a:lnTo>
                  <a:lnTo>
                    <a:pt x="7885493" y="1668810"/>
                  </a:lnTo>
                  <a:lnTo>
                    <a:pt x="7884825" y="1668810"/>
                  </a:lnTo>
                  <a:lnTo>
                    <a:pt x="7884157" y="1668810"/>
                  </a:lnTo>
                  <a:lnTo>
                    <a:pt x="7883489" y="1668810"/>
                  </a:lnTo>
                  <a:lnTo>
                    <a:pt x="7882821" y="1668810"/>
                  </a:lnTo>
                  <a:lnTo>
                    <a:pt x="7882153" y="1668810"/>
                  </a:lnTo>
                  <a:lnTo>
                    <a:pt x="7881485" y="1668810"/>
                  </a:lnTo>
                  <a:lnTo>
                    <a:pt x="7880817" y="1668810"/>
                  </a:lnTo>
                  <a:lnTo>
                    <a:pt x="7880149" y="1668810"/>
                  </a:lnTo>
                  <a:lnTo>
                    <a:pt x="7879481" y="1668810"/>
                  </a:lnTo>
                  <a:lnTo>
                    <a:pt x="7878813" y="1668810"/>
                  </a:lnTo>
                  <a:lnTo>
                    <a:pt x="7878145" y="1668810"/>
                  </a:lnTo>
                  <a:lnTo>
                    <a:pt x="7877477" y="1668810"/>
                  </a:lnTo>
                  <a:lnTo>
                    <a:pt x="7876809" y="1668810"/>
                  </a:lnTo>
                  <a:lnTo>
                    <a:pt x="7876141" y="1668810"/>
                  </a:lnTo>
                  <a:lnTo>
                    <a:pt x="7875473" y="1668810"/>
                  </a:lnTo>
                  <a:lnTo>
                    <a:pt x="7874805" y="1668810"/>
                  </a:lnTo>
                  <a:lnTo>
                    <a:pt x="7874137" y="1668810"/>
                  </a:lnTo>
                  <a:lnTo>
                    <a:pt x="7873468" y="1668810"/>
                  </a:lnTo>
                  <a:lnTo>
                    <a:pt x="7872800" y="1668810"/>
                  </a:lnTo>
                  <a:lnTo>
                    <a:pt x="7872132" y="1668810"/>
                  </a:lnTo>
                  <a:lnTo>
                    <a:pt x="7871464" y="1668810"/>
                  </a:lnTo>
                  <a:lnTo>
                    <a:pt x="7870796" y="1668810"/>
                  </a:lnTo>
                  <a:lnTo>
                    <a:pt x="7870128" y="1668810"/>
                  </a:lnTo>
                  <a:lnTo>
                    <a:pt x="7869460" y="1668810"/>
                  </a:lnTo>
                  <a:lnTo>
                    <a:pt x="7868792" y="1668810"/>
                  </a:lnTo>
                  <a:lnTo>
                    <a:pt x="7868124" y="1668810"/>
                  </a:lnTo>
                  <a:lnTo>
                    <a:pt x="7867456" y="1668810"/>
                  </a:lnTo>
                  <a:lnTo>
                    <a:pt x="7866788" y="1668810"/>
                  </a:lnTo>
                  <a:lnTo>
                    <a:pt x="7866120" y="1668810"/>
                  </a:lnTo>
                  <a:lnTo>
                    <a:pt x="7865452" y="1668810"/>
                  </a:lnTo>
                  <a:lnTo>
                    <a:pt x="7864784" y="1668810"/>
                  </a:lnTo>
                  <a:lnTo>
                    <a:pt x="7864116" y="1668810"/>
                  </a:lnTo>
                  <a:lnTo>
                    <a:pt x="7863448" y="1668810"/>
                  </a:lnTo>
                  <a:lnTo>
                    <a:pt x="7862780" y="1668810"/>
                  </a:lnTo>
                  <a:lnTo>
                    <a:pt x="7862112" y="1668810"/>
                  </a:lnTo>
                  <a:lnTo>
                    <a:pt x="7861444" y="1668810"/>
                  </a:lnTo>
                  <a:lnTo>
                    <a:pt x="7860776" y="1668810"/>
                  </a:lnTo>
                  <a:lnTo>
                    <a:pt x="7860108" y="1668810"/>
                  </a:lnTo>
                  <a:lnTo>
                    <a:pt x="7859440" y="1668810"/>
                  </a:lnTo>
                  <a:lnTo>
                    <a:pt x="7858772" y="1668810"/>
                  </a:lnTo>
                  <a:lnTo>
                    <a:pt x="7858104" y="1668810"/>
                  </a:lnTo>
                  <a:lnTo>
                    <a:pt x="7857436" y="1668810"/>
                  </a:lnTo>
                  <a:lnTo>
                    <a:pt x="7856768" y="1668810"/>
                  </a:lnTo>
                  <a:lnTo>
                    <a:pt x="7856100" y="1668810"/>
                  </a:lnTo>
                  <a:lnTo>
                    <a:pt x="7855432" y="1668810"/>
                  </a:lnTo>
                  <a:lnTo>
                    <a:pt x="7854764" y="1668810"/>
                  </a:lnTo>
                  <a:lnTo>
                    <a:pt x="7854096" y="1668810"/>
                  </a:lnTo>
                  <a:lnTo>
                    <a:pt x="7853428" y="1668810"/>
                  </a:lnTo>
                  <a:lnTo>
                    <a:pt x="7852760" y="1668810"/>
                  </a:lnTo>
                  <a:lnTo>
                    <a:pt x="7852092" y="1668810"/>
                  </a:lnTo>
                  <a:lnTo>
                    <a:pt x="7851424" y="1668810"/>
                  </a:lnTo>
                  <a:lnTo>
                    <a:pt x="7850756" y="1668810"/>
                  </a:lnTo>
                  <a:lnTo>
                    <a:pt x="7850088" y="1668810"/>
                  </a:lnTo>
                  <a:lnTo>
                    <a:pt x="7849420" y="1668810"/>
                  </a:lnTo>
                  <a:lnTo>
                    <a:pt x="7848751" y="1668810"/>
                  </a:lnTo>
                  <a:lnTo>
                    <a:pt x="7848083" y="1668810"/>
                  </a:lnTo>
                  <a:lnTo>
                    <a:pt x="7847415" y="1668810"/>
                  </a:lnTo>
                  <a:lnTo>
                    <a:pt x="7846747" y="1668810"/>
                  </a:lnTo>
                  <a:lnTo>
                    <a:pt x="7846079" y="1668810"/>
                  </a:lnTo>
                  <a:lnTo>
                    <a:pt x="7845411" y="1668810"/>
                  </a:lnTo>
                  <a:lnTo>
                    <a:pt x="7844743" y="1668810"/>
                  </a:lnTo>
                  <a:lnTo>
                    <a:pt x="7844075" y="1668810"/>
                  </a:lnTo>
                  <a:lnTo>
                    <a:pt x="7843407" y="1668810"/>
                  </a:lnTo>
                  <a:lnTo>
                    <a:pt x="7842739" y="1668810"/>
                  </a:lnTo>
                  <a:lnTo>
                    <a:pt x="7842071" y="1668810"/>
                  </a:lnTo>
                  <a:lnTo>
                    <a:pt x="7841403" y="1668810"/>
                  </a:lnTo>
                  <a:lnTo>
                    <a:pt x="7840735" y="1668810"/>
                  </a:lnTo>
                  <a:lnTo>
                    <a:pt x="7840067" y="1668810"/>
                  </a:lnTo>
                  <a:lnTo>
                    <a:pt x="7839399" y="1668810"/>
                  </a:lnTo>
                  <a:lnTo>
                    <a:pt x="7838731" y="1668810"/>
                  </a:lnTo>
                  <a:lnTo>
                    <a:pt x="7838063" y="1668810"/>
                  </a:lnTo>
                  <a:lnTo>
                    <a:pt x="7837395" y="1668810"/>
                  </a:lnTo>
                  <a:lnTo>
                    <a:pt x="7836727" y="1668810"/>
                  </a:lnTo>
                  <a:lnTo>
                    <a:pt x="7836059" y="1668810"/>
                  </a:lnTo>
                  <a:lnTo>
                    <a:pt x="7835391" y="1668810"/>
                  </a:lnTo>
                  <a:lnTo>
                    <a:pt x="7834723" y="1668810"/>
                  </a:lnTo>
                  <a:lnTo>
                    <a:pt x="7834055" y="1668810"/>
                  </a:lnTo>
                  <a:lnTo>
                    <a:pt x="7833387" y="1668810"/>
                  </a:lnTo>
                  <a:lnTo>
                    <a:pt x="7832719" y="1668810"/>
                  </a:lnTo>
                  <a:lnTo>
                    <a:pt x="7832051" y="1668810"/>
                  </a:lnTo>
                  <a:lnTo>
                    <a:pt x="7831383" y="1668810"/>
                  </a:lnTo>
                  <a:lnTo>
                    <a:pt x="7830715" y="1668810"/>
                  </a:lnTo>
                  <a:lnTo>
                    <a:pt x="7830047" y="1668810"/>
                  </a:lnTo>
                  <a:lnTo>
                    <a:pt x="7829379" y="1668810"/>
                  </a:lnTo>
                  <a:lnTo>
                    <a:pt x="7828711" y="1668810"/>
                  </a:lnTo>
                  <a:lnTo>
                    <a:pt x="7828043" y="1668810"/>
                  </a:lnTo>
                  <a:lnTo>
                    <a:pt x="7827375" y="1668810"/>
                  </a:lnTo>
                  <a:lnTo>
                    <a:pt x="7826707" y="1668810"/>
                  </a:lnTo>
                  <a:lnTo>
                    <a:pt x="7826039" y="1668810"/>
                  </a:lnTo>
                  <a:lnTo>
                    <a:pt x="7825371" y="1668810"/>
                  </a:lnTo>
                  <a:lnTo>
                    <a:pt x="7824703" y="1668810"/>
                  </a:lnTo>
                  <a:lnTo>
                    <a:pt x="7824034" y="1668810"/>
                  </a:lnTo>
                  <a:lnTo>
                    <a:pt x="7823366" y="1668810"/>
                  </a:lnTo>
                  <a:lnTo>
                    <a:pt x="7822698" y="1668810"/>
                  </a:lnTo>
                  <a:lnTo>
                    <a:pt x="7822030" y="1668810"/>
                  </a:lnTo>
                  <a:lnTo>
                    <a:pt x="7821362" y="1668810"/>
                  </a:lnTo>
                  <a:lnTo>
                    <a:pt x="7820694" y="1668810"/>
                  </a:lnTo>
                  <a:lnTo>
                    <a:pt x="7820026" y="1668810"/>
                  </a:lnTo>
                  <a:lnTo>
                    <a:pt x="7819358" y="1668810"/>
                  </a:lnTo>
                  <a:lnTo>
                    <a:pt x="7818690" y="1668810"/>
                  </a:lnTo>
                  <a:lnTo>
                    <a:pt x="7818022" y="1668810"/>
                  </a:lnTo>
                  <a:lnTo>
                    <a:pt x="7817354" y="1668810"/>
                  </a:lnTo>
                  <a:lnTo>
                    <a:pt x="7816686" y="1668810"/>
                  </a:lnTo>
                  <a:lnTo>
                    <a:pt x="7816018" y="1668810"/>
                  </a:lnTo>
                  <a:lnTo>
                    <a:pt x="7815350" y="1668810"/>
                  </a:lnTo>
                  <a:lnTo>
                    <a:pt x="7814682" y="1668810"/>
                  </a:lnTo>
                  <a:lnTo>
                    <a:pt x="7814014" y="1668810"/>
                  </a:lnTo>
                  <a:lnTo>
                    <a:pt x="7813346" y="1668810"/>
                  </a:lnTo>
                  <a:lnTo>
                    <a:pt x="7812678" y="1668810"/>
                  </a:lnTo>
                  <a:lnTo>
                    <a:pt x="7812010" y="1668810"/>
                  </a:lnTo>
                  <a:lnTo>
                    <a:pt x="7811342" y="1668810"/>
                  </a:lnTo>
                  <a:lnTo>
                    <a:pt x="7810674" y="1668810"/>
                  </a:lnTo>
                  <a:lnTo>
                    <a:pt x="7810006" y="1668810"/>
                  </a:lnTo>
                  <a:lnTo>
                    <a:pt x="7809338" y="1668810"/>
                  </a:lnTo>
                  <a:lnTo>
                    <a:pt x="7808670" y="1668810"/>
                  </a:lnTo>
                  <a:lnTo>
                    <a:pt x="7808002" y="1668810"/>
                  </a:lnTo>
                  <a:lnTo>
                    <a:pt x="7807334" y="1668810"/>
                  </a:lnTo>
                  <a:lnTo>
                    <a:pt x="7806666" y="1668810"/>
                  </a:lnTo>
                  <a:lnTo>
                    <a:pt x="7805998" y="1668810"/>
                  </a:lnTo>
                  <a:lnTo>
                    <a:pt x="7805330" y="1668810"/>
                  </a:lnTo>
                  <a:lnTo>
                    <a:pt x="7804662" y="1668810"/>
                  </a:lnTo>
                  <a:lnTo>
                    <a:pt x="7803994" y="1668810"/>
                  </a:lnTo>
                  <a:lnTo>
                    <a:pt x="7803326" y="1668810"/>
                  </a:lnTo>
                  <a:lnTo>
                    <a:pt x="7802658" y="1668810"/>
                  </a:lnTo>
                  <a:lnTo>
                    <a:pt x="7801990" y="1668810"/>
                  </a:lnTo>
                  <a:lnTo>
                    <a:pt x="7801322" y="1668810"/>
                  </a:lnTo>
                  <a:lnTo>
                    <a:pt x="7800654" y="1668810"/>
                  </a:lnTo>
                  <a:lnTo>
                    <a:pt x="7799986" y="1668810"/>
                  </a:lnTo>
                  <a:lnTo>
                    <a:pt x="7799317" y="1668810"/>
                  </a:lnTo>
                  <a:lnTo>
                    <a:pt x="7798649" y="1668810"/>
                  </a:lnTo>
                  <a:lnTo>
                    <a:pt x="7797981" y="1668810"/>
                  </a:lnTo>
                  <a:lnTo>
                    <a:pt x="7797313" y="1668810"/>
                  </a:lnTo>
                  <a:lnTo>
                    <a:pt x="7796645" y="1668810"/>
                  </a:lnTo>
                  <a:lnTo>
                    <a:pt x="7795977" y="1668810"/>
                  </a:lnTo>
                  <a:lnTo>
                    <a:pt x="7795309" y="1668810"/>
                  </a:lnTo>
                  <a:lnTo>
                    <a:pt x="7794641" y="1668810"/>
                  </a:lnTo>
                  <a:lnTo>
                    <a:pt x="7793973" y="1668810"/>
                  </a:lnTo>
                  <a:lnTo>
                    <a:pt x="7793305" y="1668810"/>
                  </a:lnTo>
                  <a:lnTo>
                    <a:pt x="7792637" y="1668810"/>
                  </a:lnTo>
                  <a:lnTo>
                    <a:pt x="7791969" y="1668810"/>
                  </a:lnTo>
                  <a:lnTo>
                    <a:pt x="7791301" y="1668810"/>
                  </a:lnTo>
                  <a:lnTo>
                    <a:pt x="7790633" y="1668810"/>
                  </a:lnTo>
                  <a:lnTo>
                    <a:pt x="7789965" y="1668810"/>
                  </a:lnTo>
                  <a:lnTo>
                    <a:pt x="7789297" y="1668810"/>
                  </a:lnTo>
                  <a:lnTo>
                    <a:pt x="7788629" y="1668810"/>
                  </a:lnTo>
                  <a:lnTo>
                    <a:pt x="7787961" y="1668810"/>
                  </a:lnTo>
                  <a:lnTo>
                    <a:pt x="7787293" y="1668810"/>
                  </a:lnTo>
                  <a:lnTo>
                    <a:pt x="7786625" y="1668810"/>
                  </a:lnTo>
                  <a:lnTo>
                    <a:pt x="7785957" y="1668810"/>
                  </a:lnTo>
                  <a:lnTo>
                    <a:pt x="7785289" y="1668810"/>
                  </a:lnTo>
                  <a:lnTo>
                    <a:pt x="7784621" y="1668810"/>
                  </a:lnTo>
                  <a:lnTo>
                    <a:pt x="7783953" y="1668810"/>
                  </a:lnTo>
                  <a:lnTo>
                    <a:pt x="7783285" y="1668810"/>
                  </a:lnTo>
                  <a:lnTo>
                    <a:pt x="7782617" y="1668810"/>
                  </a:lnTo>
                  <a:lnTo>
                    <a:pt x="7781949" y="1668810"/>
                  </a:lnTo>
                  <a:lnTo>
                    <a:pt x="7781281" y="1668810"/>
                  </a:lnTo>
                  <a:lnTo>
                    <a:pt x="7780613" y="1668810"/>
                  </a:lnTo>
                  <a:lnTo>
                    <a:pt x="7779945" y="1668810"/>
                  </a:lnTo>
                  <a:lnTo>
                    <a:pt x="7779277" y="1668810"/>
                  </a:lnTo>
                  <a:lnTo>
                    <a:pt x="7778609" y="1668810"/>
                  </a:lnTo>
                  <a:lnTo>
                    <a:pt x="7777941" y="1668810"/>
                  </a:lnTo>
                  <a:lnTo>
                    <a:pt x="7777273" y="1668810"/>
                  </a:lnTo>
                  <a:lnTo>
                    <a:pt x="7776605" y="1668810"/>
                  </a:lnTo>
                  <a:lnTo>
                    <a:pt x="7775937" y="1668810"/>
                  </a:lnTo>
                  <a:lnTo>
                    <a:pt x="7775268" y="1668810"/>
                  </a:lnTo>
                  <a:lnTo>
                    <a:pt x="7774600" y="1668810"/>
                  </a:lnTo>
                  <a:lnTo>
                    <a:pt x="7773932" y="1668810"/>
                  </a:lnTo>
                  <a:lnTo>
                    <a:pt x="7773264" y="1668810"/>
                  </a:lnTo>
                  <a:lnTo>
                    <a:pt x="7772596" y="1668810"/>
                  </a:lnTo>
                  <a:lnTo>
                    <a:pt x="7771928" y="1668810"/>
                  </a:lnTo>
                  <a:lnTo>
                    <a:pt x="7771260" y="1668810"/>
                  </a:lnTo>
                  <a:lnTo>
                    <a:pt x="7770592" y="1668810"/>
                  </a:lnTo>
                  <a:lnTo>
                    <a:pt x="7769924" y="1668810"/>
                  </a:lnTo>
                  <a:lnTo>
                    <a:pt x="7769256" y="1668810"/>
                  </a:lnTo>
                  <a:lnTo>
                    <a:pt x="7768588" y="1668810"/>
                  </a:lnTo>
                  <a:lnTo>
                    <a:pt x="7767920" y="1668810"/>
                  </a:lnTo>
                  <a:lnTo>
                    <a:pt x="7767252" y="1668810"/>
                  </a:lnTo>
                  <a:lnTo>
                    <a:pt x="7766584" y="1668810"/>
                  </a:lnTo>
                  <a:lnTo>
                    <a:pt x="7765916" y="1668810"/>
                  </a:lnTo>
                  <a:lnTo>
                    <a:pt x="7765248" y="1668810"/>
                  </a:lnTo>
                  <a:lnTo>
                    <a:pt x="7764580" y="1668810"/>
                  </a:lnTo>
                  <a:lnTo>
                    <a:pt x="7763912" y="1668810"/>
                  </a:lnTo>
                  <a:lnTo>
                    <a:pt x="7763244" y="1668810"/>
                  </a:lnTo>
                  <a:lnTo>
                    <a:pt x="7762576" y="1668810"/>
                  </a:lnTo>
                  <a:lnTo>
                    <a:pt x="7761908" y="1668810"/>
                  </a:lnTo>
                  <a:lnTo>
                    <a:pt x="7761240" y="1668810"/>
                  </a:lnTo>
                  <a:lnTo>
                    <a:pt x="7760572" y="1668810"/>
                  </a:lnTo>
                  <a:lnTo>
                    <a:pt x="7759904" y="1668810"/>
                  </a:lnTo>
                  <a:lnTo>
                    <a:pt x="7759236" y="1668810"/>
                  </a:lnTo>
                  <a:lnTo>
                    <a:pt x="7758568" y="1668810"/>
                  </a:lnTo>
                  <a:lnTo>
                    <a:pt x="7757900" y="1668810"/>
                  </a:lnTo>
                  <a:lnTo>
                    <a:pt x="7757232" y="1668810"/>
                  </a:lnTo>
                  <a:lnTo>
                    <a:pt x="7756564" y="1668810"/>
                  </a:lnTo>
                  <a:lnTo>
                    <a:pt x="7755896" y="1668810"/>
                  </a:lnTo>
                  <a:lnTo>
                    <a:pt x="7755228" y="1668810"/>
                  </a:lnTo>
                  <a:lnTo>
                    <a:pt x="7754560" y="1668810"/>
                  </a:lnTo>
                  <a:lnTo>
                    <a:pt x="7753892" y="1668810"/>
                  </a:lnTo>
                  <a:lnTo>
                    <a:pt x="7753224" y="1668810"/>
                  </a:lnTo>
                  <a:lnTo>
                    <a:pt x="7752556" y="1668810"/>
                  </a:lnTo>
                  <a:lnTo>
                    <a:pt x="7751888" y="1668810"/>
                  </a:lnTo>
                  <a:lnTo>
                    <a:pt x="7751220" y="1668810"/>
                  </a:lnTo>
                  <a:lnTo>
                    <a:pt x="7750551" y="1668810"/>
                  </a:lnTo>
                  <a:lnTo>
                    <a:pt x="7749883" y="1668810"/>
                  </a:lnTo>
                  <a:lnTo>
                    <a:pt x="7749215" y="1668810"/>
                  </a:lnTo>
                  <a:lnTo>
                    <a:pt x="7748547" y="1668810"/>
                  </a:lnTo>
                  <a:lnTo>
                    <a:pt x="7747879" y="1668810"/>
                  </a:lnTo>
                  <a:lnTo>
                    <a:pt x="7747211" y="1668810"/>
                  </a:lnTo>
                  <a:lnTo>
                    <a:pt x="7746543" y="1668810"/>
                  </a:lnTo>
                  <a:lnTo>
                    <a:pt x="7745875" y="1668810"/>
                  </a:lnTo>
                  <a:lnTo>
                    <a:pt x="7745207" y="1668810"/>
                  </a:lnTo>
                  <a:lnTo>
                    <a:pt x="7744539" y="1668810"/>
                  </a:lnTo>
                  <a:lnTo>
                    <a:pt x="7743871" y="1668810"/>
                  </a:lnTo>
                  <a:lnTo>
                    <a:pt x="7743203" y="1668810"/>
                  </a:lnTo>
                  <a:lnTo>
                    <a:pt x="7742535" y="1668810"/>
                  </a:lnTo>
                  <a:lnTo>
                    <a:pt x="7741867" y="1668810"/>
                  </a:lnTo>
                  <a:lnTo>
                    <a:pt x="7741199" y="1668810"/>
                  </a:lnTo>
                  <a:lnTo>
                    <a:pt x="7740531" y="1668810"/>
                  </a:lnTo>
                  <a:lnTo>
                    <a:pt x="7739863" y="1668810"/>
                  </a:lnTo>
                  <a:lnTo>
                    <a:pt x="7739195" y="1668810"/>
                  </a:lnTo>
                  <a:lnTo>
                    <a:pt x="7738527" y="1668810"/>
                  </a:lnTo>
                  <a:lnTo>
                    <a:pt x="7737859" y="1668810"/>
                  </a:lnTo>
                  <a:lnTo>
                    <a:pt x="7737191" y="1668810"/>
                  </a:lnTo>
                  <a:lnTo>
                    <a:pt x="7736523" y="1668810"/>
                  </a:lnTo>
                  <a:lnTo>
                    <a:pt x="7735855" y="1668810"/>
                  </a:lnTo>
                  <a:lnTo>
                    <a:pt x="7735187" y="1668810"/>
                  </a:lnTo>
                  <a:lnTo>
                    <a:pt x="7734519" y="1668810"/>
                  </a:lnTo>
                  <a:lnTo>
                    <a:pt x="7733851" y="1668810"/>
                  </a:lnTo>
                  <a:lnTo>
                    <a:pt x="7733183" y="1668810"/>
                  </a:lnTo>
                  <a:lnTo>
                    <a:pt x="7732515" y="1668810"/>
                  </a:lnTo>
                  <a:lnTo>
                    <a:pt x="7731847" y="1668810"/>
                  </a:lnTo>
                  <a:lnTo>
                    <a:pt x="7731179" y="1668810"/>
                  </a:lnTo>
                  <a:lnTo>
                    <a:pt x="7730511" y="1668810"/>
                  </a:lnTo>
                  <a:lnTo>
                    <a:pt x="7729843" y="1668810"/>
                  </a:lnTo>
                  <a:lnTo>
                    <a:pt x="7729175" y="1668810"/>
                  </a:lnTo>
                  <a:lnTo>
                    <a:pt x="7728507" y="1668810"/>
                  </a:lnTo>
                  <a:lnTo>
                    <a:pt x="7727839" y="1668810"/>
                  </a:lnTo>
                  <a:lnTo>
                    <a:pt x="7727171" y="1668810"/>
                  </a:lnTo>
                  <a:lnTo>
                    <a:pt x="7726503" y="1668810"/>
                  </a:lnTo>
                  <a:lnTo>
                    <a:pt x="7725834" y="1668810"/>
                  </a:lnTo>
                  <a:lnTo>
                    <a:pt x="7725166" y="1668810"/>
                  </a:lnTo>
                  <a:lnTo>
                    <a:pt x="7724498" y="1668810"/>
                  </a:lnTo>
                  <a:lnTo>
                    <a:pt x="7723830" y="1668810"/>
                  </a:lnTo>
                  <a:lnTo>
                    <a:pt x="7723162" y="1668810"/>
                  </a:lnTo>
                  <a:lnTo>
                    <a:pt x="7722494" y="1668810"/>
                  </a:lnTo>
                  <a:lnTo>
                    <a:pt x="7721826" y="1668810"/>
                  </a:lnTo>
                  <a:lnTo>
                    <a:pt x="7721158" y="1668810"/>
                  </a:lnTo>
                  <a:lnTo>
                    <a:pt x="7720490" y="1668810"/>
                  </a:lnTo>
                  <a:lnTo>
                    <a:pt x="7719822" y="1668810"/>
                  </a:lnTo>
                  <a:lnTo>
                    <a:pt x="7719154" y="1668810"/>
                  </a:lnTo>
                  <a:lnTo>
                    <a:pt x="7718486" y="1668810"/>
                  </a:lnTo>
                  <a:lnTo>
                    <a:pt x="7717818" y="1668810"/>
                  </a:lnTo>
                  <a:lnTo>
                    <a:pt x="7717150" y="1668810"/>
                  </a:lnTo>
                  <a:lnTo>
                    <a:pt x="7716482" y="1668810"/>
                  </a:lnTo>
                  <a:lnTo>
                    <a:pt x="7715814" y="1668810"/>
                  </a:lnTo>
                  <a:lnTo>
                    <a:pt x="7715146" y="1668810"/>
                  </a:lnTo>
                  <a:lnTo>
                    <a:pt x="7714478" y="1668810"/>
                  </a:lnTo>
                  <a:lnTo>
                    <a:pt x="7713810" y="1668810"/>
                  </a:lnTo>
                  <a:lnTo>
                    <a:pt x="7713142" y="1668810"/>
                  </a:lnTo>
                  <a:lnTo>
                    <a:pt x="7712474" y="1668810"/>
                  </a:lnTo>
                  <a:lnTo>
                    <a:pt x="7711806" y="1668810"/>
                  </a:lnTo>
                  <a:lnTo>
                    <a:pt x="7711138" y="1668810"/>
                  </a:lnTo>
                  <a:lnTo>
                    <a:pt x="7710470" y="1668810"/>
                  </a:lnTo>
                  <a:lnTo>
                    <a:pt x="7709802" y="1668810"/>
                  </a:lnTo>
                  <a:lnTo>
                    <a:pt x="7709134" y="1668810"/>
                  </a:lnTo>
                  <a:lnTo>
                    <a:pt x="7708466" y="1668810"/>
                  </a:lnTo>
                  <a:lnTo>
                    <a:pt x="7707798" y="1668810"/>
                  </a:lnTo>
                  <a:lnTo>
                    <a:pt x="7707130" y="1668810"/>
                  </a:lnTo>
                  <a:lnTo>
                    <a:pt x="7706462" y="1668810"/>
                  </a:lnTo>
                  <a:lnTo>
                    <a:pt x="7705794" y="1668810"/>
                  </a:lnTo>
                  <a:lnTo>
                    <a:pt x="7705126" y="1668810"/>
                  </a:lnTo>
                  <a:lnTo>
                    <a:pt x="7704458" y="1668810"/>
                  </a:lnTo>
                  <a:lnTo>
                    <a:pt x="7703790" y="1668810"/>
                  </a:lnTo>
                  <a:lnTo>
                    <a:pt x="7703122" y="1668810"/>
                  </a:lnTo>
                  <a:lnTo>
                    <a:pt x="7702454" y="1668810"/>
                  </a:lnTo>
                  <a:lnTo>
                    <a:pt x="7701786" y="1668810"/>
                  </a:lnTo>
                  <a:lnTo>
                    <a:pt x="7701117" y="1668810"/>
                  </a:lnTo>
                  <a:lnTo>
                    <a:pt x="7700449" y="1668810"/>
                  </a:lnTo>
                  <a:lnTo>
                    <a:pt x="7699781" y="1668810"/>
                  </a:lnTo>
                  <a:lnTo>
                    <a:pt x="7699113" y="1668810"/>
                  </a:lnTo>
                  <a:lnTo>
                    <a:pt x="7698445" y="1668810"/>
                  </a:lnTo>
                  <a:lnTo>
                    <a:pt x="7697777" y="1668810"/>
                  </a:lnTo>
                  <a:lnTo>
                    <a:pt x="7697109" y="1668810"/>
                  </a:lnTo>
                  <a:lnTo>
                    <a:pt x="7696441" y="1668810"/>
                  </a:lnTo>
                  <a:lnTo>
                    <a:pt x="7695773" y="1668810"/>
                  </a:lnTo>
                  <a:lnTo>
                    <a:pt x="7695105" y="1668810"/>
                  </a:lnTo>
                  <a:lnTo>
                    <a:pt x="7694437" y="1668810"/>
                  </a:lnTo>
                  <a:lnTo>
                    <a:pt x="7693769" y="1668810"/>
                  </a:lnTo>
                  <a:lnTo>
                    <a:pt x="7693101" y="1668810"/>
                  </a:lnTo>
                  <a:lnTo>
                    <a:pt x="7692433" y="1668810"/>
                  </a:lnTo>
                  <a:lnTo>
                    <a:pt x="7691765" y="1668810"/>
                  </a:lnTo>
                  <a:lnTo>
                    <a:pt x="7691097" y="1668810"/>
                  </a:lnTo>
                  <a:lnTo>
                    <a:pt x="7690429" y="1668810"/>
                  </a:lnTo>
                  <a:lnTo>
                    <a:pt x="7689761" y="1668810"/>
                  </a:lnTo>
                  <a:lnTo>
                    <a:pt x="7689093" y="1668810"/>
                  </a:lnTo>
                  <a:lnTo>
                    <a:pt x="7688425" y="1668810"/>
                  </a:lnTo>
                  <a:lnTo>
                    <a:pt x="7687757" y="1668810"/>
                  </a:lnTo>
                  <a:lnTo>
                    <a:pt x="7687089" y="1668810"/>
                  </a:lnTo>
                  <a:lnTo>
                    <a:pt x="7686421" y="1668810"/>
                  </a:lnTo>
                  <a:lnTo>
                    <a:pt x="7685753" y="1668810"/>
                  </a:lnTo>
                  <a:lnTo>
                    <a:pt x="7685085" y="1668810"/>
                  </a:lnTo>
                  <a:lnTo>
                    <a:pt x="7684417" y="1668810"/>
                  </a:lnTo>
                  <a:lnTo>
                    <a:pt x="7683749" y="1668810"/>
                  </a:lnTo>
                  <a:lnTo>
                    <a:pt x="7683081" y="1668810"/>
                  </a:lnTo>
                  <a:lnTo>
                    <a:pt x="7682413" y="1668810"/>
                  </a:lnTo>
                  <a:lnTo>
                    <a:pt x="7681745" y="1668810"/>
                  </a:lnTo>
                  <a:lnTo>
                    <a:pt x="7681077" y="1668810"/>
                  </a:lnTo>
                  <a:lnTo>
                    <a:pt x="7680409" y="1668810"/>
                  </a:lnTo>
                  <a:lnTo>
                    <a:pt x="7679741" y="1668810"/>
                  </a:lnTo>
                  <a:lnTo>
                    <a:pt x="7679073" y="1668810"/>
                  </a:lnTo>
                  <a:lnTo>
                    <a:pt x="7678405" y="1668810"/>
                  </a:lnTo>
                  <a:lnTo>
                    <a:pt x="7677737" y="1668810"/>
                  </a:lnTo>
                  <a:lnTo>
                    <a:pt x="7677068" y="1668810"/>
                  </a:lnTo>
                  <a:lnTo>
                    <a:pt x="7676400" y="1668810"/>
                  </a:lnTo>
                  <a:lnTo>
                    <a:pt x="7675732" y="1668810"/>
                  </a:lnTo>
                  <a:lnTo>
                    <a:pt x="7675064" y="1668810"/>
                  </a:lnTo>
                  <a:lnTo>
                    <a:pt x="7674396" y="1668810"/>
                  </a:lnTo>
                  <a:lnTo>
                    <a:pt x="7673728" y="1668810"/>
                  </a:lnTo>
                  <a:lnTo>
                    <a:pt x="7673060" y="1668810"/>
                  </a:lnTo>
                  <a:lnTo>
                    <a:pt x="7672392" y="1668810"/>
                  </a:lnTo>
                  <a:lnTo>
                    <a:pt x="7671724" y="1668810"/>
                  </a:lnTo>
                  <a:lnTo>
                    <a:pt x="7671056" y="1668810"/>
                  </a:lnTo>
                  <a:lnTo>
                    <a:pt x="7670388" y="1668810"/>
                  </a:lnTo>
                  <a:lnTo>
                    <a:pt x="7669720" y="1668810"/>
                  </a:lnTo>
                  <a:lnTo>
                    <a:pt x="7669052" y="1668810"/>
                  </a:lnTo>
                  <a:lnTo>
                    <a:pt x="7668384" y="1668810"/>
                  </a:lnTo>
                  <a:lnTo>
                    <a:pt x="7667716" y="1668810"/>
                  </a:lnTo>
                  <a:lnTo>
                    <a:pt x="7667048" y="1668810"/>
                  </a:lnTo>
                  <a:lnTo>
                    <a:pt x="7666380" y="1668810"/>
                  </a:lnTo>
                  <a:lnTo>
                    <a:pt x="7665712" y="1668810"/>
                  </a:lnTo>
                  <a:lnTo>
                    <a:pt x="7665044" y="1668810"/>
                  </a:lnTo>
                  <a:lnTo>
                    <a:pt x="7664376" y="1668810"/>
                  </a:lnTo>
                  <a:lnTo>
                    <a:pt x="7663708" y="1668810"/>
                  </a:lnTo>
                  <a:lnTo>
                    <a:pt x="7663040" y="1668810"/>
                  </a:lnTo>
                  <a:lnTo>
                    <a:pt x="7662372" y="1668810"/>
                  </a:lnTo>
                  <a:lnTo>
                    <a:pt x="7661704" y="1668810"/>
                  </a:lnTo>
                  <a:lnTo>
                    <a:pt x="7661036" y="1668810"/>
                  </a:lnTo>
                  <a:lnTo>
                    <a:pt x="7660368" y="1668810"/>
                  </a:lnTo>
                  <a:lnTo>
                    <a:pt x="7659700" y="1668810"/>
                  </a:lnTo>
                  <a:lnTo>
                    <a:pt x="7659032" y="1668810"/>
                  </a:lnTo>
                  <a:lnTo>
                    <a:pt x="7658364" y="1668810"/>
                  </a:lnTo>
                  <a:lnTo>
                    <a:pt x="7657696" y="1668810"/>
                  </a:lnTo>
                  <a:lnTo>
                    <a:pt x="7657028" y="1668810"/>
                  </a:lnTo>
                  <a:lnTo>
                    <a:pt x="7656360" y="1668810"/>
                  </a:lnTo>
                  <a:lnTo>
                    <a:pt x="7655692" y="1668810"/>
                  </a:lnTo>
                  <a:lnTo>
                    <a:pt x="7655024" y="1668810"/>
                  </a:lnTo>
                  <a:lnTo>
                    <a:pt x="7654356" y="1668810"/>
                  </a:lnTo>
                  <a:lnTo>
                    <a:pt x="7653688" y="1668810"/>
                  </a:lnTo>
                  <a:lnTo>
                    <a:pt x="7653020" y="1668810"/>
                  </a:lnTo>
                  <a:lnTo>
                    <a:pt x="7652351" y="1668810"/>
                  </a:lnTo>
                  <a:lnTo>
                    <a:pt x="7651683" y="1668810"/>
                  </a:lnTo>
                  <a:lnTo>
                    <a:pt x="7651015" y="1668810"/>
                  </a:lnTo>
                  <a:lnTo>
                    <a:pt x="7650347" y="1668810"/>
                  </a:lnTo>
                  <a:lnTo>
                    <a:pt x="7649679" y="1668810"/>
                  </a:lnTo>
                  <a:lnTo>
                    <a:pt x="7649011" y="1668810"/>
                  </a:lnTo>
                  <a:lnTo>
                    <a:pt x="7648343" y="1668810"/>
                  </a:lnTo>
                  <a:lnTo>
                    <a:pt x="7647675" y="1668810"/>
                  </a:lnTo>
                  <a:lnTo>
                    <a:pt x="7647007" y="1668810"/>
                  </a:lnTo>
                  <a:lnTo>
                    <a:pt x="7646339" y="1668810"/>
                  </a:lnTo>
                  <a:lnTo>
                    <a:pt x="7645671" y="1668810"/>
                  </a:lnTo>
                  <a:lnTo>
                    <a:pt x="7645003" y="1668810"/>
                  </a:lnTo>
                  <a:lnTo>
                    <a:pt x="7644335" y="1668810"/>
                  </a:lnTo>
                  <a:lnTo>
                    <a:pt x="7643667" y="1668810"/>
                  </a:lnTo>
                  <a:lnTo>
                    <a:pt x="7642999" y="1668810"/>
                  </a:lnTo>
                  <a:lnTo>
                    <a:pt x="7642331" y="1668810"/>
                  </a:lnTo>
                  <a:lnTo>
                    <a:pt x="7641663" y="1668810"/>
                  </a:lnTo>
                  <a:lnTo>
                    <a:pt x="7640995" y="1668810"/>
                  </a:lnTo>
                  <a:lnTo>
                    <a:pt x="7640327" y="1668810"/>
                  </a:lnTo>
                  <a:lnTo>
                    <a:pt x="7639659" y="1668810"/>
                  </a:lnTo>
                  <a:lnTo>
                    <a:pt x="7638991" y="1668810"/>
                  </a:lnTo>
                  <a:lnTo>
                    <a:pt x="7638323" y="1668810"/>
                  </a:lnTo>
                  <a:lnTo>
                    <a:pt x="7637655" y="1668810"/>
                  </a:lnTo>
                  <a:lnTo>
                    <a:pt x="7636987" y="1668810"/>
                  </a:lnTo>
                  <a:lnTo>
                    <a:pt x="7636319" y="1668810"/>
                  </a:lnTo>
                  <a:lnTo>
                    <a:pt x="7635651" y="1668810"/>
                  </a:lnTo>
                  <a:lnTo>
                    <a:pt x="7634983" y="1668810"/>
                  </a:lnTo>
                  <a:lnTo>
                    <a:pt x="7634315" y="1668810"/>
                  </a:lnTo>
                  <a:lnTo>
                    <a:pt x="7633647" y="1668810"/>
                  </a:lnTo>
                  <a:lnTo>
                    <a:pt x="7632979" y="1668810"/>
                  </a:lnTo>
                  <a:lnTo>
                    <a:pt x="7632311" y="1668810"/>
                  </a:lnTo>
                  <a:lnTo>
                    <a:pt x="7631643" y="1668810"/>
                  </a:lnTo>
                  <a:lnTo>
                    <a:pt x="7630975" y="1668810"/>
                  </a:lnTo>
                  <a:lnTo>
                    <a:pt x="7630307" y="1668810"/>
                  </a:lnTo>
                  <a:lnTo>
                    <a:pt x="7629639" y="1668810"/>
                  </a:lnTo>
                  <a:lnTo>
                    <a:pt x="7628971" y="1668810"/>
                  </a:lnTo>
                  <a:lnTo>
                    <a:pt x="7628303" y="1668810"/>
                  </a:lnTo>
                  <a:lnTo>
                    <a:pt x="7627634" y="1668810"/>
                  </a:lnTo>
                  <a:lnTo>
                    <a:pt x="7626966" y="1668810"/>
                  </a:lnTo>
                  <a:lnTo>
                    <a:pt x="7626298" y="1668810"/>
                  </a:lnTo>
                  <a:lnTo>
                    <a:pt x="7625630" y="1668810"/>
                  </a:lnTo>
                  <a:lnTo>
                    <a:pt x="7624962" y="1668810"/>
                  </a:lnTo>
                  <a:lnTo>
                    <a:pt x="7624294" y="1668810"/>
                  </a:lnTo>
                  <a:lnTo>
                    <a:pt x="7623626" y="1668810"/>
                  </a:lnTo>
                  <a:lnTo>
                    <a:pt x="7622958" y="1668810"/>
                  </a:lnTo>
                  <a:lnTo>
                    <a:pt x="7622290" y="1668810"/>
                  </a:lnTo>
                  <a:lnTo>
                    <a:pt x="7621622" y="1668810"/>
                  </a:lnTo>
                  <a:lnTo>
                    <a:pt x="7620954" y="1668810"/>
                  </a:lnTo>
                  <a:lnTo>
                    <a:pt x="7620286" y="1668810"/>
                  </a:lnTo>
                  <a:lnTo>
                    <a:pt x="7619618" y="1668810"/>
                  </a:lnTo>
                  <a:lnTo>
                    <a:pt x="7618950" y="1668810"/>
                  </a:lnTo>
                  <a:lnTo>
                    <a:pt x="7618282" y="1668810"/>
                  </a:lnTo>
                  <a:lnTo>
                    <a:pt x="7617614" y="1668810"/>
                  </a:lnTo>
                  <a:lnTo>
                    <a:pt x="7616946" y="1668810"/>
                  </a:lnTo>
                  <a:lnTo>
                    <a:pt x="7616278" y="1668810"/>
                  </a:lnTo>
                  <a:lnTo>
                    <a:pt x="7615610" y="1668810"/>
                  </a:lnTo>
                  <a:lnTo>
                    <a:pt x="7614942" y="1668810"/>
                  </a:lnTo>
                  <a:lnTo>
                    <a:pt x="7614274" y="1668810"/>
                  </a:lnTo>
                  <a:lnTo>
                    <a:pt x="7613606" y="1668810"/>
                  </a:lnTo>
                  <a:lnTo>
                    <a:pt x="7612938" y="1668810"/>
                  </a:lnTo>
                  <a:lnTo>
                    <a:pt x="7612270" y="1668810"/>
                  </a:lnTo>
                  <a:lnTo>
                    <a:pt x="7611602" y="1668810"/>
                  </a:lnTo>
                  <a:lnTo>
                    <a:pt x="7610934" y="1668810"/>
                  </a:lnTo>
                  <a:lnTo>
                    <a:pt x="7610266" y="1668810"/>
                  </a:lnTo>
                  <a:lnTo>
                    <a:pt x="7609598" y="1668810"/>
                  </a:lnTo>
                  <a:lnTo>
                    <a:pt x="7608930" y="1668810"/>
                  </a:lnTo>
                  <a:lnTo>
                    <a:pt x="7608262" y="1668810"/>
                  </a:lnTo>
                  <a:lnTo>
                    <a:pt x="7607594" y="1668810"/>
                  </a:lnTo>
                  <a:lnTo>
                    <a:pt x="7606926" y="1668810"/>
                  </a:lnTo>
                  <a:lnTo>
                    <a:pt x="7606258" y="1668810"/>
                  </a:lnTo>
                  <a:lnTo>
                    <a:pt x="7605590" y="1668810"/>
                  </a:lnTo>
                  <a:lnTo>
                    <a:pt x="7604922" y="1668810"/>
                  </a:lnTo>
                  <a:lnTo>
                    <a:pt x="7604254" y="1668810"/>
                  </a:lnTo>
                  <a:lnTo>
                    <a:pt x="7603585" y="1668810"/>
                  </a:lnTo>
                  <a:lnTo>
                    <a:pt x="7602917" y="1668810"/>
                  </a:lnTo>
                  <a:lnTo>
                    <a:pt x="7602249" y="1668810"/>
                  </a:lnTo>
                  <a:lnTo>
                    <a:pt x="7601581" y="1668810"/>
                  </a:lnTo>
                  <a:lnTo>
                    <a:pt x="7600913" y="1668810"/>
                  </a:lnTo>
                  <a:lnTo>
                    <a:pt x="7600245" y="1668810"/>
                  </a:lnTo>
                  <a:lnTo>
                    <a:pt x="7599577" y="1668810"/>
                  </a:lnTo>
                  <a:lnTo>
                    <a:pt x="7598909" y="1668810"/>
                  </a:lnTo>
                  <a:lnTo>
                    <a:pt x="7598241" y="1668810"/>
                  </a:lnTo>
                  <a:lnTo>
                    <a:pt x="7597573" y="1668810"/>
                  </a:lnTo>
                  <a:lnTo>
                    <a:pt x="7596905" y="1668810"/>
                  </a:lnTo>
                  <a:lnTo>
                    <a:pt x="7596237" y="1668810"/>
                  </a:lnTo>
                  <a:lnTo>
                    <a:pt x="7595569" y="1668810"/>
                  </a:lnTo>
                  <a:lnTo>
                    <a:pt x="7594901" y="1668810"/>
                  </a:lnTo>
                  <a:lnTo>
                    <a:pt x="7594233" y="1668810"/>
                  </a:lnTo>
                  <a:lnTo>
                    <a:pt x="7593565" y="1668810"/>
                  </a:lnTo>
                  <a:lnTo>
                    <a:pt x="7592897" y="1668810"/>
                  </a:lnTo>
                  <a:lnTo>
                    <a:pt x="7592229" y="1668810"/>
                  </a:lnTo>
                  <a:lnTo>
                    <a:pt x="7591561" y="1668810"/>
                  </a:lnTo>
                  <a:lnTo>
                    <a:pt x="7590893" y="1668810"/>
                  </a:lnTo>
                  <a:lnTo>
                    <a:pt x="7590225" y="1668810"/>
                  </a:lnTo>
                  <a:lnTo>
                    <a:pt x="7589557" y="1668810"/>
                  </a:lnTo>
                  <a:lnTo>
                    <a:pt x="7588889" y="1668810"/>
                  </a:lnTo>
                  <a:lnTo>
                    <a:pt x="7588221" y="1668810"/>
                  </a:lnTo>
                  <a:lnTo>
                    <a:pt x="7587553" y="1668810"/>
                  </a:lnTo>
                  <a:lnTo>
                    <a:pt x="7586885" y="1668810"/>
                  </a:lnTo>
                  <a:lnTo>
                    <a:pt x="7586217" y="1668810"/>
                  </a:lnTo>
                  <a:lnTo>
                    <a:pt x="7585549" y="1668810"/>
                  </a:lnTo>
                  <a:lnTo>
                    <a:pt x="7584881" y="1668810"/>
                  </a:lnTo>
                  <a:lnTo>
                    <a:pt x="7584213" y="1668810"/>
                  </a:lnTo>
                  <a:lnTo>
                    <a:pt x="7583545" y="1668810"/>
                  </a:lnTo>
                  <a:lnTo>
                    <a:pt x="7582877" y="1668810"/>
                  </a:lnTo>
                  <a:lnTo>
                    <a:pt x="7582209" y="1668810"/>
                  </a:lnTo>
                  <a:lnTo>
                    <a:pt x="7581541" y="1668810"/>
                  </a:lnTo>
                  <a:lnTo>
                    <a:pt x="7580873" y="1668810"/>
                  </a:lnTo>
                  <a:lnTo>
                    <a:pt x="7580205" y="1668810"/>
                  </a:lnTo>
                  <a:lnTo>
                    <a:pt x="7579537" y="1668810"/>
                  </a:lnTo>
                  <a:lnTo>
                    <a:pt x="7578868" y="1668810"/>
                  </a:lnTo>
                  <a:lnTo>
                    <a:pt x="7578200" y="1668810"/>
                  </a:lnTo>
                  <a:lnTo>
                    <a:pt x="7577532" y="1668810"/>
                  </a:lnTo>
                  <a:lnTo>
                    <a:pt x="7576864" y="1668810"/>
                  </a:lnTo>
                  <a:lnTo>
                    <a:pt x="7576196" y="1668810"/>
                  </a:lnTo>
                  <a:lnTo>
                    <a:pt x="7575528" y="1668810"/>
                  </a:lnTo>
                  <a:lnTo>
                    <a:pt x="7574860" y="1668810"/>
                  </a:lnTo>
                  <a:lnTo>
                    <a:pt x="7574192" y="1668810"/>
                  </a:lnTo>
                  <a:lnTo>
                    <a:pt x="7573524" y="1668810"/>
                  </a:lnTo>
                  <a:lnTo>
                    <a:pt x="7572856" y="1668810"/>
                  </a:lnTo>
                  <a:lnTo>
                    <a:pt x="7572188" y="1668810"/>
                  </a:lnTo>
                  <a:lnTo>
                    <a:pt x="7571520" y="1668810"/>
                  </a:lnTo>
                  <a:lnTo>
                    <a:pt x="7570852" y="1668810"/>
                  </a:lnTo>
                  <a:lnTo>
                    <a:pt x="7570184" y="1668810"/>
                  </a:lnTo>
                  <a:lnTo>
                    <a:pt x="7569516" y="1668810"/>
                  </a:lnTo>
                  <a:lnTo>
                    <a:pt x="7568848" y="1668810"/>
                  </a:lnTo>
                  <a:lnTo>
                    <a:pt x="7568180" y="1668810"/>
                  </a:lnTo>
                  <a:lnTo>
                    <a:pt x="7567512" y="1668810"/>
                  </a:lnTo>
                  <a:lnTo>
                    <a:pt x="7566844" y="1668810"/>
                  </a:lnTo>
                  <a:lnTo>
                    <a:pt x="7566176" y="1668810"/>
                  </a:lnTo>
                  <a:lnTo>
                    <a:pt x="7565508" y="1668810"/>
                  </a:lnTo>
                  <a:lnTo>
                    <a:pt x="7564840" y="1668810"/>
                  </a:lnTo>
                  <a:lnTo>
                    <a:pt x="7564172" y="1668810"/>
                  </a:lnTo>
                  <a:lnTo>
                    <a:pt x="7563504" y="1668810"/>
                  </a:lnTo>
                  <a:lnTo>
                    <a:pt x="7562836" y="1668810"/>
                  </a:lnTo>
                  <a:lnTo>
                    <a:pt x="7562168" y="1668810"/>
                  </a:lnTo>
                  <a:lnTo>
                    <a:pt x="7561500" y="1668810"/>
                  </a:lnTo>
                  <a:lnTo>
                    <a:pt x="7560832" y="1668810"/>
                  </a:lnTo>
                  <a:lnTo>
                    <a:pt x="7560164" y="1668810"/>
                  </a:lnTo>
                  <a:lnTo>
                    <a:pt x="7559496" y="1668810"/>
                  </a:lnTo>
                  <a:lnTo>
                    <a:pt x="7558828" y="1668810"/>
                  </a:lnTo>
                  <a:lnTo>
                    <a:pt x="7558160" y="1668810"/>
                  </a:lnTo>
                  <a:lnTo>
                    <a:pt x="7557492" y="1668810"/>
                  </a:lnTo>
                  <a:lnTo>
                    <a:pt x="7556824" y="1668810"/>
                  </a:lnTo>
                  <a:lnTo>
                    <a:pt x="7556156" y="1668810"/>
                  </a:lnTo>
                  <a:lnTo>
                    <a:pt x="7555488" y="1668810"/>
                  </a:lnTo>
                  <a:lnTo>
                    <a:pt x="7554820" y="1668810"/>
                  </a:lnTo>
                  <a:lnTo>
                    <a:pt x="7554151" y="1668810"/>
                  </a:lnTo>
                  <a:lnTo>
                    <a:pt x="7553483" y="1668810"/>
                  </a:lnTo>
                  <a:lnTo>
                    <a:pt x="7552815" y="1668810"/>
                  </a:lnTo>
                  <a:lnTo>
                    <a:pt x="7552147" y="1668810"/>
                  </a:lnTo>
                  <a:lnTo>
                    <a:pt x="7551479" y="1668810"/>
                  </a:lnTo>
                  <a:lnTo>
                    <a:pt x="7550811" y="1668810"/>
                  </a:lnTo>
                  <a:lnTo>
                    <a:pt x="7550143" y="1668810"/>
                  </a:lnTo>
                  <a:lnTo>
                    <a:pt x="7549475" y="1668810"/>
                  </a:lnTo>
                  <a:lnTo>
                    <a:pt x="7548807" y="1668810"/>
                  </a:lnTo>
                  <a:lnTo>
                    <a:pt x="7548139" y="1668810"/>
                  </a:lnTo>
                  <a:lnTo>
                    <a:pt x="7547471" y="1668810"/>
                  </a:lnTo>
                  <a:lnTo>
                    <a:pt x="7546803" y="1668810"/>
                  </a:lnTo>
                  <a:lnTo>
                    <a:pt x="7546135" y="1668810"/>
                  </a:lnTo>
                  <a:lnTo>
                    <a:pt x="7545467" y="1668810"/>
                  </a:lnTo>
                  <a:lnTo>
                    <a:pt x="7544799" y="1668810"/>
                  </a:lnTo>
                  <a:lnTo>
                    <a:pt x="7544131" y="1668810"/>
                  </a:lnTo>
                  <a:lnTo>
                    <a:pt x="7543463" y="1668810"/>
                  </a:lnTo>
                  <a:lnTo>
                    <a:pt x="7542795" y="1668810"/>
                  </a:lnTo>
                  <a:lnTo>
                    <a:pt x="7542127" y="1668810"/>
                  </a:lnTo>
                  <a:lnTo>
                    <a:pt x="7541459" y="1668810"/>
                  </a:lnTo>
                  <a:lnTo>
                    <a:pt x="7540791" y="1668810"/>
                  </a:lnTo>
                  <a:lnTo>
                    <a:pt x="7540123" y="1668810"/>
                  </a:lnTo>
                  <a:lnTo>
                    <a:pt x="7539455" y="1668810"/>
                  </a:lnTo>
                  <a:lnTo>
                    <a:pt x="7538787" y="1668810"/>
                  </a:lnTo>
                  <a:lnTo>
                    <a:pt x="7538119" y="1668810"/>
                  </a:lnTo>
                  <a:lnTo>
                    <a:pt x="7537451" y="1668810"/>
                  </a:lnTo>
                  <a:lnTo>
                    <a:pt x="7536783" y="1668810"/>
                  </a:lnTo>
                  <a:lnTo>
                    <a:pt x="7536115" y="1668810"/>
                  </a:lnTo>
                  <a:lnTo>
                    <a:pt x="7535447" y="1668810"/>
                  </a:lnTo>
                  <a:lnTo>
                    <a:pt x="7534779" y="1668810"/>
                  </a:lnTo>
                  <a:lnTo>
                    <a:pt x="7534111" y="1668810"/>
                  </a:lnTo>
                  <a:lnTo>
                    <a:pt x="7533443" y="1668810"/>
                  </a:lnTo>
                  <a:lnTo>
                    <a:pt x="7532775" y="1668810"/>
                  </a:lnTo>
                  <a:lnTo>
                    <a:pt x="7532107" y="1668810"/>
                  </a:lnTo>
                  <a:lnTo>
                    <a:pt x="7531439" y="1668810"/>
                  </a:lnTo>
                  <a:lnTo>
                    <a:pt x="7530771" y="1668810"/>
                  </a:lnTo>
                  <a:lnTo>
                    <a:pt x="7530103" y="1668810"/>
                  </a:lnTo>
                  <a:lnTo>
                    <a:pt x="7529434" y="1668810"/>
                  </a:lnTo>
                  <a:lnTo>
                    <a:pt x="7528766" y="1668810"/>
                  </a:lnTo>
                  <a:lnTo>
                    <a:pt x="7528098" y="1668810"/>
                  </a:lnTo>
                  <a:lnTo>
                    <a:pt x="7527430" y="1668810"/>
                  </a:lnTo>
                  <a:lnTo>
                    <a:pt x="7526762" y="1668810"/>
                  </a:lnTo>
                  <a:lnTo>
                    <a:pt x="7526094" y="1668810"/>
                  </a:lnTo>
                  <a:lnTo>
                    <a:pt x="7525426" y="1668810"/>
                  </a:lnTo>
                  <a:lnTo>
                    <a:pt x="7524758" y="1668810"/>
                  </a:lnTo>
                  <a:lnTo>
                    <a:pt x="7524090" y="1668810"/>
                  </a:lnTo>
                  <a:lnTo>
                    <a:pt x="7523422" y="1668810"/>
                  </a:lnTo>
                  <a:lnTo>
                    <a:pt x="7522754" y="1668810"/>
                  </a:lnTo>
                  <a:lnTo>
                    <a:pt x="7522086" y="1668810"/>
                  </a:lnTo>
                  <a:lnTo>
                    <a:pt x="7521418" y="1668810"/>
                  </a:lnTo>
                  <a:lnTo>
                    <a:pt x="7520750" y="1668810"/>
                  </a:lnTo>
                  <a:lnTo>
                    <a:pt x="7520082" y="1668810"/>
                  </a:lnTo>
                  <a:lnTo>
                    <a:pt x="7519414" y="1668810"/>
                  </a:lnTo>
                  <a:lnTo>
                    <a:pt x="7518746" y="1668810"/>
                  </a:lnTo>
                  <a:lnTo>
                    <a:pt x="7518078" y="1668810"/>
                  </a:lnTo>
                  <a:lnTo>
                    <a:pt x="7517410" y="1668810"/>
                  </a:lnTo>
                  <a:lnTo>
                    <a:pt x="7516742" y="1668810"/>
                  </a:lnTo>
                  <a:lnTo>
                    <a:pt x="7516074" y="1668810"/>
                  </a:lnTo>
                  <a:lnTo>
                    <a:pt x="7515406" y="1668810"/>
                  </a:lnTo>
                  <a:lnTo>
                    <a:pt x="7514738" y="1668810"/>
                  </a:lnTo>
                  <a:lnTo>
                    <a:pt x="7514070" y="1668810"/>
                  </a:lnTo>
                  <a:lnTo>
                    <a:pt x="7513402" y="1668810"/>
                  </a:lnTo>
                  <a:lnTo>
                    <a:pt x="7512734" y="1668810"/>
                  </a:lnTo>
                  <a:lnTo>
                    <a:pt x="7512066" y="1668810"/>
                  </a:lnTo>
                  <a:lnTo>
                    <a:pt x="7511398" y="1668810"/>
                  </a:lnTo>
                  <a:lnTo>
                    <a:pt x="7510730" y="1668810"/>
                  </a:lnTo>
                  <a:lnTo>
                    <a:pt x="7510062" y="1668810"/>
                  </a:lnTo>
                  <a:lnTo>
                    <a:pt x="7509394" y="1668810"/>
                  </a:lnTo>
                  <a:lnTo>
                    <a:pt x="7508726" y="1668810"/>
                  </a:lnTo>
                  <a:lnTo>
                    <a:pt x="7508058" y="1668810"/>
                  </a:lnTo>
                  <a:lnTo>
                    <a:pt x="7507390" y="1668810"/>
                  </a:lnTo>
                  <a:lnTo>
                    <a:pt x="7506722" y="1668810"/>
                  </a:lnTo>
                  <a:lnTo>
                    <a:pt x="7506054" y="1668810"/>
                  </a:lnTo>
                  <a:lnTo>
                    <a:pt x="7505385" y="1668810"/>
                  </a:lnTo>
                  <a:lnTo>
                    <a:pt x="7504717" y="1668810"/>
                  </a:lnTo>
                  <a:lnTo>
                    <a:pt x="7504049" y="1668810"/>
                  </a:lnTo>
                  <a:lnTo>
                    <a:pt x="7503381" y="1668810"/>
                  </a:lnTo>
                  <a:lnTo>
                    <a:pt x="7502713" y="1668810"/>
                  </a:lnTo>
                  <a:lnTo>
                    <a:pt x="7502045" y="1668810"/>
                  </a:lnTo>
                  <a:lnTo>
                    <a:pt x="7501377" y="1668810"/>
                  </a:lnTo>
                  <a:lnTo>
                    <a:pt x="7500709" y="1668810"/>
                  </a:lnTo>
                  <a:lnTo>
                    <a:pt x="7500041" y="1668810"/>
                  </a:lnTo>
                  <a:lnTo>
                    <a:pt x="7499373" y="1668810"/>
                  </a:lnTo>
                  <a:lnTo>
                    <a:pt x="7498705" y="1668810"/>
                  </a:lnTo>
                  <a:lnTo>
                    <a:pt x="7498037" y="1668810"/>
                  </a:lnTo>
                  <a:lnTo>
                    <a:pt x="7497369" y="1668810"/>
                  </a:lnTo>
                  <a:lnTo>
                    <a:pt x="7496701" y="1668810"/>
                  </a:lnTo>
                  <a:lnTo>
                    <a:pt x="7496033" y="1668810"/>
                  </a:lnTo>
                  <a:lnTo>
                    <a:pt x="7495365" y="1668810"/>
                  </a:lnTo>
                  <a:lnTo>
                    <a:pt x="7494697" y="1668810"/>
                  </a:lnTo>
                  <a:lnTo>
                    <a:pt x="7494029" y="1668810"/>
                  </a:lnTo>
                  <a:lnTo>
                    <a:pt x="7493361" y="1668810"/>
                  </a:lnTo>
                  <a:lnTo>
                    <a:pt x="7492693" y="1668810"/>
                  </a:lnTo>
                  <a:lnTo>
                    <a:pt x="7492025" y="1668810"/>
                  </a:lnTo>
                  <a:lnTo>
                    <a:pt x="7491357" y="1668810"/>
                  </a:lnTo>
                  <a:lnTo>
                    <a:pt x="7490689" y="1668810"/>
                  </a:lnTo>
                  <a:lnTo>
                    <a:pt x="7490021" y="1668810"/>
                  </a:lnTo>
                  <a:lnTo>
                    <a:pt x="7489353" y="1668810"/>
                  </a:lnTo>
                  <a:lnTo>
                    <a:pt x="7488685" y="1668810"/>
                  </a:lnTo>
                  <a:lnTo>
                    <a:pt x="7488017" y="1668810"/>
                  </a:lnTo>
                  <a:lnTo>
                    <a:pt x="7487349" y="1668810"/>
                  </a:lnTo>
                  <a:lnTo>
                    <a:pt x="7486681" y="1668810"/>
                  </a:lnTo>
                  <a:lnTo>
                    <a:pt x="7486013" y="1668810"/>
                  </a:lnTo>
                  <a:lnTo>
                    <a:pt x="7485345" y="1668810"/>
                  </a:lnTo>
                  <a:lnTo>
                    <a:pt x="7484677" y="1668810"/>
                  </a:lnTo>
                  <a:lnTo>
                    <a:pt x="7484009" y="1668810"/>
                  </a:lnTo>
                  <a:lnTo>
                    <a:pt x="7483341" y="1668810"/>
                  </a:lnTo>
                  <a:lnTo>
                    <a:pt x="7482673" y="1668810"/>
                  </a:lnTo>
                  <a:lnTo>
                    <a:pt x="7482005" y="1668810"/>
                  </a:lnTo>
                  <a:lnTo>
                    <a:pt x="7481337" y="1668810"/>
                  </a:lnTo>
                  <a:lnTo>
                    <a:pt x="7480668" y="1668810"/>
                  </a:lnTo>
                  <a:lnTo>
                    <a:pt x="7480000" y="1668810"/>
                  </a:lnTo>
                  <a:lnTo>
                    <a:pt x="7479332" y="1668810"/>
                  </a:lnTo>
                  <a:lnTo>
                    <a:pt x="7478664" y="1668810"/>
                  </a:lnTo>
                  <a:lnTo>
                    <a:pt x="7477996" y="1668810"/>
                  </a:lnTo>
                  <a:lnTo>
                    <a:pt x="7477328" y="1668810"/>
                  </a:lnTo>
                  <a:lnTo>
                    <a:pt x="7476660" y="1668810"/>
                  </a:lnTo>
                  <a:lnTo>
                    <a:pt x="7475992" y="1668810"/>
                  </a:lnTo>
                  <a:lnTo>
                    <a:pt x="7475324" y="1668810"/>
                  </a:lnTo>
                  <a:lnTo>
                    <a:pt x="7474656" y="1668810"/>
                  </a:lnTo>
                  <a:lnTo>
                    <a:pt x="7473988" y="1668810"/>
                  </a:lnTo>
                  <a:lnTo>
                    <a:pt x="7473320" y="1668810"/>
                  </a:lnTo>
                  <a:lnTo>
                    <a:pt x="7472652" y="1668810"/>
                  </a:lnTo>
                  <a:lnTo>
                    <a:pt x="7471984" y="1668810"/>
                  </a:lnTo>
                  <a:lnTo>
                    <a:pt x="7471316" y="1668810"/>
                  </a:lnTo>
                  <a:lnTo>
                    <a:pt x="7470648" y="1668810"/>
                  </a:lnTo>
                  <a:lnTo>
                    <a:pt x="7469980" y="1668810"/>
                  </a:lnTo>
                  <a:lnTo>
                    <a:pt x="7469312" y="1668810"/>
                  </a:lnTo>
                  <a:lnTo>
                    <a:pt x="7468644" y="1668810"/>
                  </a:lnTo>
                  <a:lnTo>
                    <a:pt x="7467976" y="1668810"/>
                  </a:lnTo>
                  <a:lnTo>
                    <a:pt x="7467308" y="1668810"/>
                  </a:lnTo>
                  <a:lnTo>
                    <a:pt x="7466640" y="1668810"/>
                  </a:lnTo>
                  <a:lnTo>
                    <a:pt x="7465972" y="1668810"/>
                  </a:lnTo>
                  <a:lnTo>
                    <a:pt x="7465304" y="1668810"/>
                  </a:lnTo>
                  <a:lnTo>
                    <a:pt x="7464636" y="1668810"/>
                  </a:lnTo>
                  <a:lnTo>
                    <a:pt x="7463968" y="1668810"/>
                  </a:lnTo>
                  <a:lnTo>
                    <a:pt x="7463300" y="1668810"/>
                  </a:lnTo>
                  <a:lnTo>
                    <a:pt x="7462632" y="1668810"/>
                  </a:lnTo>
                  <a:lnTo>
                    <a:pt x="7461964" y="1668810"/>
                  </a:lnTo>
                  <a:lnTo>
                    <a:pt x="7461296" y="1668810"/>
                  </a:lnTo>
                  <a:lnTo>
                    <a:pt x="7460628" y="1668810"/>
                  </a:lnTo>
                  <a:lnTo>
                    <a:pt x="7459960" y="1668810"/>
                  </a:lnTo>
                  <a:lnTo>
                    <a:pt x="7459292" y="1668810"/>
                  </a:lnTo>
                  <a:lnTo>
                    <a:pt x="7458624" y="1668810"/>
                  </a:lnTo>
                  <a:lnTo>
                    <a:pt x="7457956" y="1668810"/>
                  </a:lnTo>
                  <a:lnTo>
                    <a:pt x="7457288" y="1668810"/>
                  </a:lnTo>
                  <a:lnTo>
                    <a:pt x="7456620" y="1668810"/>
                  </a:lnTo>
                  <a:lnTo>
                    <a:pt x="7455951" y="1668810"/>
                  </a:lnTo>
                  <a:lnTo>
                    <a:pt x="7455283" y="1668810"/>
                  </a:lnTo>
                  <a:lnTo>
                    <a:pt x="7454615" y="1668810"/>
                  </a:lnTo>
                  <a:lnTo>
                    <a:pt x="7453947" y="1668810"/>
                  </a:lnTo>
                  <a:lnTo>
                    <a:pt x="7453279" y="1668810"/>
                  </a:lnTo>
                  <a:lnTo>
                    <a:pt x="7452611" y="1668810"/>
                  </a:lnTo>
                  <a:lnTo>
                    <a:pt x="7451943" y="1668810"/>
                  </a:lnTo>
                  <a:lnTo>
                    <a:pt x="7451275" y="1668810"/>
                  </a:lnTo>
                  <a:lnTo>
                    <a:pt x="7450607" y="1668810"/>
                  </a:lnTo>
                  <a:lnTo>
                    <a:pt x="7449939" y="1668810"/>
                  </a:lnTo>
                  <a:lnTo>
                    <a:pt x="7449271" y="1668810"/>
                  </a:lnTo>
                  <a:lnTo>
                    <a:pt x="7448603" y="1668810"/>
                  </a:lnTo>
                  <a:lnTo>
                    <a:pt x="7447935" y="1668810"/>
                  </a:lnTo>
                  <a:lnTo>
                    <a:pt x="7447267" y="1668810"/>
                  </a:lnTo>
                  <a:lnTo>
                    <a:pt x="7446599" y="1668810"/>
                  </a:lnTo>
                  <a:lnTo>
                    <a:pt x="7445931" y="1668810"/>
                  </a:lnTo>
                  <a:lnTo>
                    <a:pt x="7445263" y="1668810"/>
                  </a:lnTo>
                  <a:lnTo>
                    <a:pt x="7444595" y="1668810"/>
                  </a:lnTo>
                  <a:lnTo>
                    <a:pt x="7443927" y="1668810"/>
                  </a:lnTo>
                  <a:lnTo>
                    <a:pt x="7443259" y="1668810"/>
                  </a:lnTo>
                  <a:lnTo>
                    <a:pt x="7442591" y="1668810"/>
                  </a:lnTo>
                  <a:lnTo>
                    <a:pt x="7441923" y="1668810"/>
                  </a:lnTo>
                  <a:lnTo>
                    <a:pt x="7441255" y="1668810"/>
                  </a:lnTo>
                  <a:lnTo>
                    <a:pt x="7440587" y="1668810"/>
                  </a:lnTo>
                  <a:lnTo>
                    <a:pt x="7439919" y="1668810"/>
                  </a:lnTo>
                  <a:lnTo>
                    <a:pt x="7439251" y="1668810"/>
                  </a:lnTo>
                  <a:lnTo>
                    <a:pt x="7438583" y="1668810"/>
                  </a:lnTo>
                  <a:lnTo>
                    <a:pt x="7437915" y="1668810"/>
                  </a:lnTo>
                  <a:lnTo>
                    <a:pt x="7437247" y="1668810"/>
                  </a:lnTo>
                  <a:lnTo>
                    <a:pt x="7436579" y="1668810"/>
                  </a:lnTo>
                  <a:lnTo>
                    <a:pt x="7435911" y="1668810"/>
                  </a:lnTo>
                  <a:lnTo>
                    <a:pt x="7435243" y="1668810"/>
                  </a:lnTo>
                  <a:lnTo>
                    <a:pt x="7434575" y="1668810"/>
                  </a:lnTo>
                  <a:lnTo>
                    <a:pt x="7433907" y="1668810"/>
                  </a:lnTo>
                  <a:lnTo>
                    <a:pt x="7433239" y="1668810"/>
                  </a:lnTo>
                  <a:lnTo>
                    <a:pt x="7432571" y="1668810"/>
                  </a:lnTo>
                  <a:lnTo>
                    <a:pt x="7431903" y="1668810"/>
                  </a:lnTo>
                  <a:lnTo>
                    <a:pt x="7431234" y="1668810"/>
                  </a:lnTo>
                  <a:lnTo>
                    <a:pt x="7430566" y="1668810"/>
                  </a:lnTo>
                  <a:lnTo>
                    <a:pt x="7429898" y="1668810"/>
                  </a:lnTo>
                  <a:lnTo>
                    <a:pt x="7429230" y="1668810"/>
                  </a:lnTo>
                  <a:lnTo>
                    <a:pt x="7428562" y="1668810"/>
                  </a:lnTo>
                  <a:lnTo>
                    <a:pt x="7427894" y="1668810"/>
                  </a:lnTo>
                  <a:lnTo>
                    <a:pt x="7427226" y="1668810"/>
                  </a:lnTo>
                  <a:lnTo>
                    <a:pt x="7426558" y="1668810"/>
                  </a:lnTo>
                  <a:lnTo>
                    <a:pt x="7425890" y="1668810"/>
                  </a:lnTo>
                  <a:lnTo>
                    <a:pt x="7425222" y="1668810"/>
                  </a:lnTo>
                  <a:lnTo>
                    <a:pt x="7424554" y="1668810"/>
                  </a:lnTo>
                  <a:lnTo>
                    <a:pt x="7423886" y="1668810"/>
                  </a:lnTo>
                  <a:lnTo>
                    <a:pt x="7423218" y="1668810"/>
                  </a:lnTo>
                  <a:lnTo>
                    <a:pt x="7422550" y="1668810"/>
                  </a:lnTo>
                  <a:lnTo>
                    <a:pt x="7421882" y="1668810"/>
                  </a:lnTo>
                  <a:lnTo>
                    <a:pt x="7421214" y="1668810"/>
                  </a:lnTo>
                  <a:lnTo>
                    <a:pt x="7420546" y="1668810"/>
                  </a:lnTo>
                  <a:lnTo>
                    <a:pt x="7419878" y="1668810"/>
                  </a:lnTo>
                  <a:lnTo>
                    <a:pt x="7419210" y="1668810"/>
                  </a:lnTo>
                  <a:lnTo>
                    <a:pt x="7418542" y="1668810"/>
                  </a:lnTo>
                  <a:lnTo>
                    <a:pt x="7417874" y="1668810"/>
                  </a:lnTo>
                  <a:lnTo>
                    <a:pt x="7417206" y="1668810"/>
                  </a:lnTo>
                  <a:lnTo>
                    <a:pt x="7416538" y="1668810"/>
                  </a:lnTo>
                  <a:lnTo>
                    <a:pt x="7415870" y="1668810"/>
                  </a:lnTo>
                  <a:lnTo>
                    <a:pt x="7415202" y="1668810"/>
                  </a:lnTo>
                  <a:lnTo>
                    <a:pt x="7414534" y="1668810"/>
                  </a:lnTo>
                  <a:lnTo>
                    <a:pt x="7413866" y="1668810"/>
                  </a:lnTo>
                  <a:lnTo>
                    <a:pt x="7413198" y="1668810"/>
                  </a:lnTo>
                  <a:lnTo>
                    <a:pt x="7412530" y="1668810"/>
                  </a:lnTo>
                  <a:lnTo>
                    <a:pt x="7411862" y="1668810"/>
                  </a:lnTo>
                  <a:lnTo>
                    <a:pt x="7411194" y="1668810"/>
                  </a:lnTo>
                  <a:lnTo>
                    <a:pt x="7410526" y="1668810"/>
                  </a:lnTo>
                  <a:lnTo>
                    <a:pt x="7409858" y="1668810"/>
                  </a:lnTo>
                  <a:lnTo>
                    <a:pt x="7409190" y="1668810"/>
                  </a:lnTo>
                  <a:lnTo>
                    <a:pt x="7408522" y="1668810"/>
                  </a:lnTo>
                  <a:lnTo>
                    <a:pt x="7407854" y="1668810"/>
                  </a:lnTo>
                  <a:lnTo>
                    <a:pt x="7407185" y="1668810"/>
                  </a:lnTo>
                  <a:lnTo>
                    <a:pt x="7406517" y="1668810"/>
                  </a:lnTo>
                  <a:lnTo>
                    <a:pt x="7405849" y="1668810"/>
                  </a:lnTo>
                  <a:lnTo>
                    <a:pt x="7405181" y="1668810"/>
                  </a:lnTo>
                  <a:lnTo>
                    <a:pt x="7404513" y="1668810"/>
                  </a:lnTo>
                  <a:lnTo>
                    <a:pt x="7403845" y="1668810"/>
                  </a:lnTo>
                  <a:lnTo>
                    <a:pt x="7403177" y="1668810"/>
                  </a:lnTo>
                  <a:lnTo>
                    <a:pt x="7402509" y="1668810"/>
                  </a:lnTo>
                  <a:lnTo>
                    <a:pt x="7401841" y="1668810"/>
                  </a:lnTo>
                  <a:lnTo>
                    <a:pt x="7401173" y="1668810"/>
                  </a:lnTo>
                  <a:lnTo>
                    <a:pt x="7400505" y="1668810"/>
                  </a:lnTo>
                  <a:lnTo>
                    <a:pt x="7399837" y="1668810"/>
                  </a:lnTo>
                  <a:lnTo>
                    <a:pt x="7399169" y="1668810"/>
                  </a:lnTo>
                  <a:lnTo>
                    <a:pt x="7398501" y="1668810"/>
                  </a:lnTo>
                  <a:lnTo>
                    <a:pt x="7397833" y="1668810"/>
                  </a:lnTo>
                  <a:lnTo>
                    <a:pt x="7397165" y="1668810"/>
                  </a:lnTo>
                  <a:lnTo>
                    <a:pt x="7396497" y="1668810"/>
                  </a:lnTo>
                  <a:lnTo>
                    <a:pt x="7395829" y="1668810"/>
                  </a:lnTo>
                  <a:lnTo>
                    <a:pt x="7395161" y="1668810"/>
                  </a:lnTo>
                  <a:lnTo>
                    <a:pt x="7394493" y="1668810"/>
                  </a:lnTo>
                  <a:lnTo>
                    <a:pt x="7393825" y="1668810"/>
                  </a:lnTo>
                  <a:lnTo>
                    <a:pt x="7393157" y="1668810"/>
                  </a:lnTo>
                  <a:lnTo>
                    <a:pt x="7392489" y="1668810"/>
                  </a:lnTo>
                  <a:lnTo>
                    <a:pt x="7391821" y="1668810"/>
                  </a:lnTo>
                  <a:lnTo>
                    <a:pt x="7391153" y="1668810"/>
                  </a:lnTo>
                  <a:lnTo>
                    <a:pt x="7390485" y="1668810"/>
                  </a:lnTo>
                  <a:lnTo>
                    <a:pt x="7389817" y="1668810"/>
                  </a:lnTo>
                  <a:lnTo>
                    <a:pt x="7389149" y="1668810"/>
                  </a:lnTo>
                  <a:lnTo>
                    <a:pt x="7388481" y="1668810"/>
                  </a:lnTo>
                  <a:lnTo>
                    <a:pt x="7387813" y="1668810"/>
                  </a:lnTo>
                  <a:lnTo>
                    <a:pt x="7387145" y="1668810"/>
                  </a:lnTo>
                  <a:lnTo>
                    <a:pt x="7386477" y="1668810"/>
                  </a:lnTo>
                  <a:lnTo>
                    <a:pt x="7385809" y="1668810"/>
                  </a:lnTo>
                  <a:lnTo>
                    <a:pt x="7385141" y="1668810"/>
                  </a:lnTo>
                  <a:lnTo>
                    <a:pt x="7384473" y="1668810"/>
                  </a:lnTo>
                  <a:lnTo>
                    <a:pt x="7383805" y="1668810"/>
                  </a:lnTo>
                  <a:lnTo>
                    <a:pt x="7383137" y="1668810"/>
                  </a:lnTo>
                  <a:lnTo>
                    <a:pt x="7382468" y="1668810"/>
                  </a:lnTo>
                  <a:lnTo>
                    <a:pt x="7381800" y="1668810"/>
                  </a:lnTo>
                  <a:lnTo>
                    <a:pt x="7381132" y="1668810"/>
                  </a:lnTo>
                  <a:lnTo>
                    <a:pt x="7380464" y="1668810"/>
                  </a:lnTo>
                  <a:lnTo>
                    <a:pt x="7379796" y="1668810"/>
                  </a:lnTo>
                  <a:lnTo>
                    <a:pt x="7379128" y="1668810"/>
                  </a:lnTo>
                  <a:lnTo>
                    <a:pt x="7378460" y="1668810"/>
                  </a:lnTo>
                  <a:lnTo>
                    <a:pt x="7377792" y="1668810"/>
                  </a:lnTo>
                  <a:lnTo>
                    <a:pt x="7377124" y="1668810"/>
                  </a:lnTo>
                  <a:lnTo>
                    <a:pt x="7376456" y="1668810"/>
                  </a:lnTo>
                  <a:lnTo>
                    <a:pt x="7375788" y="1668810"/>
                  </a:lnTo>
                  <a:lnTo>
                    <a:pt x="7375120" y="1668810"/>
                  </a:lnTo>
                  <a:lnTo>
                    <a:pt x="7374452" y="1668810"/>
                  </a:lnTo>
                  <a:lnTo>
                    <a:pt x="7373784" y="1668810"/>
                  </a:lnTo>
                  <a:lnTo>
                    <a:pt x="7373116" y="1668810"/>
                  </a:lnTo>
                  <a:lnTo>
                    <a:pt x="7372448" y="1668810"/>
                  </a:lnTo>
                  <a:lnTo>
                    <a:pt x="7371780" y="1668810"/>
                  </a:lnTo>
                  <a:lnTo>
                    <a:pt x="7371112" y="1668810"/>
                  </a:lnTo>
                  <a:lnTo>
                    <a:pt x="7370444" y="1668810"/>
                  </a:lnTo>
                  <a:lnTo>
                    <a:pt x="7369776" y="1668810"/>
                  </a:lnTo>
                  <a:lnTo>
                    <a:pt x="7369108" y="1668810"/>
                  </a:lnTo>
                  <a:lnTo>
                    <a:pt x="7368440" y="1668810"/>
                  </a:lnTo>
                  <a:lnTo>
                    <a:pt x="7367772" y="1668810"/>
                  </a:lnTo>
                  <a:lnTo>
                    <a:pt x="7367104" y="1668810"/>
                  </a:lnTo>
                  <a:lnTo>
                    <a:pt x="7366436" y="1668810"/>
                  </a:lnTo>
                  <a:lnTo>
                    <a:pt x="7365768" y="1668810"/>
                  </a:lnTo>
                  <a:lnTo>
                    <a:pt x="7365100" y="1668810"/>
                  </a:lnTo>
                  <a:lnTo>
                    <a:pt x="7364432" y="1668810"/>
                  </a:lnTo>
                  <a:lnTo>
                    <a:pt x="7363764" y="1668810"/>
                  </a:lnTo>
                  <a:lnTo>
                    <a:pt x="7363096" y="1668810"/>
                  </a:lnTo>
                  <a:lnTo>
                    <a:pt x="7362428" y="1668810"/>
                  </a:lnTo>
                  <a:lnTo>
                    <a:pt x="7361760" y="1668810"/>
                  </a:lnTo>
                  <a:lnTo>
                    <a:pt x="7361092" y="1668810"/>
                  </a:lnTo>
                  <a:lnTo>
                    <a:pt x="7360424" y="1668810"/>
                  </a:lnTo>
                  <a:lnTo>
                    <a:pt x="7359756" y="1668810"/>
                  </a:lnTo>
                  <a:lnTo>
                    <a:pt x="7359088" y="1668810"/>
                  </a:lnTo>
                  <a:lnTo>
                    <a:pt x="7358420" y="1668810"/>
                  </a:lnTo>
                  <a:lnTo>
                    <a:pt x="7357751" y="1668810"/>
                  </a:lnTo>
                  <a:lnTo>
                    <a:pt x="7357083" y="1668810"/>
                  </a:lnTo>
                  <a:lnTo>
                    <a:pt x="7356415" y="1668810"/>
                  </a:lnTo>
                  <a:lnTo>
                    <a:pt x="7355747" y="1668810"/>
                  </a:lnTo>
                  <a:lnTo>
                    <a:pt x="7355079" y="1668810"/>
                  </a:lnTo>
                  <a:lnTo>
                    <a:pt x="7354411" y="1668810"/>
                  </a:lnTo>
                  <a:lnTo>
                    <a:pt x="7353743" y="1668810"/>
                  </a:lnTo>
                  <a:lnTo>
                    <a:pt x="7353075" y="1668810"/>
                  </a:lnTo>
                  <a:lnTo>
                    <a:pt x="7352407" y="1668810"/>
                  </a:lnTo>
                  <a:lnTo>
                    <a:pt x="7351739" y="1668810"/>
                  </a:lnTo>
                  <a:lnTo>
                    <a:pt x="7351071" y="1668810"/>
                  </a:lnTo>
                  <a:lnTo>
                    <a:pt x="7350403" y="1668810"/>
                  </a:lnTo>
                  <a:lnTo>
                    <a:pt x="7349735" y="1668810"/>
                  </a:lnTo>
                  <a:lnTo>
                    <a:pt x="7349067" y="1668810"/>
                  </a:lnTo>
                  <a:lnTo>
                    <a:pt x="7348399" y="1668810"/>
                  </a:lnTo>
                  <a:lnTo>
                    <a:pt x="7347731" y="1668810"/>
                  </a:lnTo>
                  <a:lnTo>
                    <a:pt x="7347063" y="1668810"/>
                  </a:lnTo>
                  <a:lnTo>
                    <a:pt x="7346395" y="1668810"/>
                  </a:lnTo>
                  <a:lnTo>
                    <a:pt x="7345727" y="1668810"/>
                  </a:lnTo>
                  <a:lnTo>
                    <a:pt x="7345059" y="1668810"/>
                  </a:lnTo>
                  <a:lnTo>
                    <a:pt x="7344391" y="1668810"/>
                  </a:lnTo>
                  <a:lnTo>
                    <a:pt x="7343723" y="1668810"/>
                  </a:lnTo>
                  <a:lnTo>
                    <a:pt x="7343055" y="1668810"/>
                  </a:lnTo>
                  <a:lnTo>
                    <a:pt x="7342387" y="1668810"/>
                  </a:lnTo>
                  <a:lnTo>
                    <a:pt x="7341719" y="1668810"/>
                  </a:lnTo>
                  <a:lnTo>
                    <a:pt x="7341051" y="1668810"/>
                  </a:lnTo>
                  <a:lnTo>
                    <a:pt x="7340383" y="1668810"/>
                  </a:lnTo>
                  <a:lnTo>
                    <a:pt x="7339715" y="1668810"/>
                  </a:lnTo>
                  <a:lnTo>
                    <a:pt x="7339047" y="1668810"/>
                  </a:lnTo>
                  <a:lnTo>
                    <a:pt x="7338379" y="1668810"/>
                  </a:lnTo>
                  <a:lnTo>
                    <a:pt x="7337711" y="1668810"/>
                  </a:lnTo>
                  <a:lnTo>
                    <a:pt x="7337043" y="1668810"/>
                  </a:lnTo>
                  <a:lnTo>
                    <a:pt x="7336375" y="1668810"/>
                  </a:lnTo>
                  <a:lnTo>
                    <a:pt x="7335707" y="1668810"/>
                  </a:lnTo>
                  <a:lnTo>
                    <a:pt x="7335039" y="1668810"/>
                  </a:lnTo>
                  <a:lnTo>
                    <a:pt x="7334371" y="1668810"/>
                  </a:lnTo>
                  <a:lnTo>
                    <a:pt x="7333703" y="1668810"/>
                  </a:lnTo>
                  <a:lnTo>
                    <a:pt x="7333034" y="1668810"/>
                  </a:lnTo>
                  <a:lnTo>
                    <a:pt x="7332366" y="1668810"/>
                  </a:lnTo>
                  <a:lnTo>
                    <a:pt x="7331698" y="1668810"/>
                  </a:lnTo>
                  <a:lnTo>
                    <a:pt x="7331030" y="1668810"/>
                  </a:lnTo>
                  <a:lnTo>
                    <a:pt x="7330362" y="1668810"/>
                  </a:lnTo>
                  <a:lnTo>
                    <a:pt x="7329694" y="1668810"/>
                  </a:lnTo>
                  <a:lnTo>
                    <a:pt x="7329026" y="1668810"/>
                  </a:lnTo>
                  <a:lnTo>
                    <a:pt x="7328358" y="1668810"/>
                  </a:lnTo>
                  <a:lnTo>
                    <a:pt x="7327690" y="1668810"/>
                  </a:lnTo>
                  <a:lnTo>
                    <a:pt x="7327022" y="1668810"/>
                  </a:lnTo>
                  <a:lnTo>
                    <a:pt x="7326354" y="1668810"/>
                  </a:lnTo>
                  <a:lnTo>
                    <a:pt x="7325686" y="1668810"/>
                  </a:lnTo>
                  <a:lnTo>
                    <a:pt x="7325018" y="1668810"/>
                  </a:lnTo>
                  <a:lnTo>
                    <a:pt x="7324350" y="1668810"/>
                  </a:lnTo>
                  <a:lnTo>
                    <a:pt x="7323682" y="1668810"/>
                  </a:lnTo>
                  <a:lnTo>
                    <a:pt x="7323014" y="1668810"/>
                  </a:lnTo>
                  <a:lnTo>
                    <a:pt x="7322346" y="1668810"/>
                  </a:lnTo>
                  <a:lnTo>
                    <a:pt x="7321678" y="1668810"/>
                  </a:lnTo>
                  <a:lnTo>
                    <a:pt x="7321010" y="1668810"/>
                  </a:lnTo>
                  <a:lnTo>
                    <a:pt x="7320342" y="1668810"/>
                  </a:lnTo>
                  <a:lnTo>
                    <a:pt x="7319674" y="1668810"/>
                  </a:lnTo>
                  <a:lnTo>
                    <a:pt x="7319006" y="1668810"/>
                  </a:lnTo>
                  <a:lnTo>
                    <a:pt x="7318338" y="1668810"/>
                  </a:lnTo>
                  <a:lnTo>
                    <a:pt x="7317670" y="1668810"/>
                  </a:lnTo>
                  <a:lnTo>
                    <a:pt x="7317002" y="1668810"/>
                  </a:lnTo>
                  <a:lnTo>
                    <a:pt x="7316334" y="1668810"/>
                  </a:lnTo>
                  <a:lnTo>
                    <a:pt x="7315666" y="1668810"/>
                  </a:lnTo>
                  <a:lnTo>
                    <a:pt x="7314998" y="1668810"/>
                  </a:lnTo>
                  <a:lnTo>
                    <a:pt x="7314330" y="1668810"/>
                  </a:lnTo>
                  <a:lnTo>
                    <a:pt x="7313662" y="1668810"/>
                  </a:lnTo>
                  <a:lnTo>
                    <a:pt x="7312994" y="1668810"/>
                  </a:lnTo>
                  <a:lnTo>
                    <a:pt x="7312326" y="1668810"/>
                  </a:lnTo>
                  <a:lnTo>
                    <a:pt x="7311658" y="1668810"/>
                  </a:lnTo>
                  <a:lnTo>
                    <a:pt x="7310990" y="1668810"/>
                  </a:lnTo>
                  <a:lnTo>
                    <a:pt x="7310322" y="1668810"/>
                  </a:lnTo>
                  <a:lnTo>
                    <a:pt x="7309654" y="1668810"/>
                  </a:lnTo>
                  <a:lnTo>
                    <a:pt x="7308985" y="1668810"/>
                  </a:lnTo>
                  <a:lnTo>
                    <a:pt x="7308317" y="1668810"/>
                  </a:lnTo>
                  <a:lnTo>
                    <a:pt x="7307649" y="1668810"/>
                  </a:lnTo>
                  <a:lnTo>
                    <a:pt x="7306981" y="1668810"/>
                  </a:lnTo>
                  <a:lnTo>
                    <a:pt x="7306313" y="1668810"/>
                  </a:lnTo>
                  <a:lnTo>
                    <a:pt x="7305645" y="1668810"/>
                  </a:lnTo>
                  <a:lnTo>
                    <a:pt x="7304977" y="1668810"/>
                  </a:lnTo>
                  <a:lnTo>
                    <a:pt x="7304309" y="1668810"/>
                  </a:lnTo>
                  <a:lnTo>
                    <a:pt x="7303641" y="1668810"/>
                  </a:lnTo>
                  <a:lnTo>
                    <a:pt x="7302973" y="1668810"/>
                  </a:lnTo>
                  <a:lnTo>
                    <a:pt x="7302305" y="1668810"/>
                  </a:lnTo>
                  <a:lnTo>
                    <a:pt x="7301637" y="1668810"/>
                  </a:lnTo>
                  <a:lnTo>
                    <a:pt x="7300969" y="1668810"/>
                  </a:lnTo>
                  <a:lnTo>
                    <a:pt x="7300301" y="1668810"/>
                  </a:lnTo>
                  <a:lnTo>
                    <a:pt x="7299633" y="1668810"/>
                  </a:lnTo>
                  <a:lnTo>
                    <a:pt x="7298965" y="1668810"/>
                  </a:lnTo>
                  <a:lnTo>
                    <a:pt x="7298297" y="1668810"/>
                  </a:lnTo>
                  <a:lnTo>
                    <a:pt x="7297629" y="1668810"/>
                  </a:lnTo>
                  <a:lnTo>
                    <a:pt x="7296961" y="1668810"/>
                  </a:lnTo>
                  <a:lnTo>
                    <a:pt x="7296293" y="1668810"/>
                  </a:lnTo>
                  <a:lnTo>
                    <a:pt x="7295625" y="1668810"/>
                  </a:lnTo>
                  <a:lnTo>
                    <a:pt x="7294957" y="1668810"/>
                  </a:lnTo>
                  <a:lnTo>
                    <a:pt x="7294289" y="1668810"/>
                  </a:lnTo>
                  <a:lnTo>
                    <a:pt x="7293621" y="1668810"/>
                  </a:lnTo>
                  <a:lnTo>
                    <a:pt x="7292953" y="1668810"/>
                  </a:lnTo>
                  <a:lnTo>
                    <a:pt x="7292285" y="1668810"/>
                  </a:lnTo>
                  <a:lnTo>
                    <a:pt x="7291617" y="1668810"/>
                  </a:lnTo>
                  <a:lnTo>
                    <a:pt x="7290949" y="1668810"/>
                  </a:lnTo>
                  <a:lnTo>
                    <a:pt x="7290281" y="1668810"/>
                  </a:lnTo>
                  <a:lnTo>
                    <a:pt x="7289613" y="1668810"/>
                  </a:lnTo>
                  <a:lnTo>
                    <a:pt x="7288945" y="1668810"/>
                  </a:lnTo>
                  <a:lnTo>
                    <a:pt x="7288277" y="1668810"/>
                  </a:lnTo>
                  <a:lnTo>
                    <a:pt x="7287609" y="1668810"/>
                  </a:lnTo>
                  <a:lnTo>
                    <a:pt x="7286941" y="1668810"/>
                  </a:lnTo>
                  <a:lnTo>
                    <a:pt x="7286273" y="1668810"/>
                  </a:lnTo>
                  <a:lnTo>
                    <a:pt x="7285605" y="1668810"/>
                  </a:lnTo>
                  <a:lnTo>
                    <a:pt x="7284937" y="1668810"/>
                  </a:lnTo>
                  <a:lnTo>
                    <a:pt x="7284268" y="1668810"/>
                  </a:lnTo>
                  <a:lnTo>
                    <a:pt x="7283600" y="1668810"/>
                  </a:lnTo>
                  <a:lnTo>
                    <a:pt x="7282932" y="1668810"/>
                  </a:lnTo>
                  <a:lnTo>
                    <a:pt x="7282264" y="1668810"/>
                  </a:lnTo>
                  <a:lnTo>
                    <a:pt x="7281596" y="1668810"/>
                  </a:lnTo>
                  <a:lnTo>
                    <a:pt x="7280928" y="1668810"/>
                  </a:lnTo>
                  <a:lnTo>
                    <a:pt x="7280260" y="1668810"/>
                  </a:lnTo>
                  <a:lnTo>
                    <a:pt x="7279592" y="1668810"/>
                  </a:lnTo>
                  <a:lnTo>
                    <a:pt x="7278924" y="1668810"/>
                  </a:lnTo>
                  <a:lnTo>
                    <a:pt x="7278256" y="1668810"/>
                  </a:lnTo>
                  <a:lnTo>
                    <a:pt x="7277588" y="1668810"/>
                  </a:lnTo>
                  <a:lnTo>
                    <a:pt x="7276920" y="1668810"/>
                  </a:lnTo>
                  <a:lnTo>
                    <a:pt x="7276252" y="1668810"/>
                  </a:lnTo>
                  <a:lnTo>
                    <a:pt x="7275584" y="1668810"/>
                  </a:lnTo>
                  <a:lnTo>
                    <a:pt x="7274916" y="1668810"/>
                  </a:lnTo>
                  <a:lnTo>
                    <a:pt x="7274248" y="1668810"/>
                  </a:lnTo>
                  <a:lnTo>
                    <a:pt x="7273580" y="1668810"/>
                  </a:lnTo>
                  <a:lnTo>
                    <a:pt x="7272912" y="1668810"/>
                  </a:lnTo>
                  <a:lnTo>
                    <a:pt x="7272244" y="1668810"/>
                  </a:lnTo>
                  <a:lnTo>
                    <a:pt x="7271576" y="1668810"/>
                  </a:lnTo>
                  <a:lnTo>
                    <a:pt x="7270908" y="1668810"/>
                  </a:lnTo>
                  <a:lnTo>
                    <a:pt x="7270240" y="1668810"/>
                  </a:lnTo>
                  <a:lnTo>
                    <a:pt x="7269572" y="1668810"/>
                  </a:lnTo>
                  <a:lnTo>
                    <a:pt x="7268904" y="1668810"/>
                  </a:lnTo>
                  <a:lnTo>
                    <a:pt x="7268236" y="1668810"/>
                  </a:lnTo>
                  <a:lnTo>
                    <a:pt x="7267568" y="1668810"/>
                  </a:lnTo>
                  <a:lnTo>
                    <a:pt x="7266900" y="1668810"/>
                  </a:lnTo>
                  <a:lnTo>
                    <a:pt x="7266232" y="1668810"/>
                  </a:lnTo>
                  <a:lnTo>
                    <a:pt x="7265564" y="1668810"/>
                  </a:lnTo>
                  <a:lnTo>
                    <a:pt x="7264896" y="1668810"/>
                  </a:lnTo>
                  <a:lnTo>
                    <a:pt x="7264228" y="1668810"/>
                  </a:lnTo>
                  <a:lnTo>
                    <a:pt x="7263560" y="1668810"/>
                  </a:lnTo>
                  <a:lnTo>
                    <a:pt x="7262892" y="1668810"/>
                  </a:lnTo>
                  <a:lnTo>
                    <a:pt x="7262224" y="1668810"/>
                  </a:lnTo>
                  <a:lnTo>
                    <a:pt x="7261556" y="1668810"/>
                  </a:lnTo>
                  <a:lnTo>
                    <a:pt x="7260888" y="1668810"/>
                  </a:lnTo>
                  <a:lnTo>
                    <a:pt x="7260220" y="1668810"/>
                  </a:lnTo>
                  <a:lnTo>
                    <a:pt x="7259551" y="1668810"/>
                  </a:lnTo>
                  <a:lnTo>
                    <a:pt x="7258883" y="1668810"/>
                  </a:lnTo>
                  <a:lnTo>
                    <a:pt x="7258215" y="1668810"/>
                  </a:lnTo>
                  <a:lnTo>
                    <a:pt x="7257547" y="1668810"/>
                  </a:lnTo>
                  <a:lnTo>
                    <a:pt x="7256879" y="1668810"/>
                  </a:lnTo>
                  <a:lnTo>
                    <a:pt x="7256211" y="1668810"/>
                  </a:lnTo>
                  <a:lnTo>
                    <a:pt x="7255543" y="1668810"/>
                  </a:lnTo>
                  <a:lnTo>
                    <a:pt x="7254875" y="1668810"/>
                  </a:lnTo>
                  <a:lnTo>
                    <a:pt x="7254207" y="1668810"/>
                  </a:lnTo>
                  <a:lnTo>
                    <a:pt x="7253539" y="1668810"/>
                  </a:lnTo>
                  <a:lnTo>
                    <a:pt x="7252871" y="1668810"/>
                  </a:lnTo>
                  <a:lnTo>
                    <a:pt x="7252203" y="1668810"/>
                  </a:lnTo>
                  <a:lnTo>
                    <a:pt x="7251535" y="1668810"/>
                  </a:lnTo>
                  <a:lnTo>
                    <a:pt x="7250867" y="1668810"/>
                  </a:lnTo>
                  <a:lnTo>
                    <a:pt x="7250199" y="1668810"/>
                  </a:lnTo>
                  <a:lnTo>
                    <a:pt x="7249531" y="1668810"/>
                  </a:lnTo>
                  <a:lnTo>
                    <a:pt x="7248863" y="1668810"/>
                  </a:lnTo>
                  <a:lnTo>
                    <a:pt x="7248195" y="1668810"/>
                  </a:lnTo>
                  <a:lnTo>
                    <a:pt x="7247527" y="1668810"/>
                  </a:lnTo>
                  <a:lnTo>
                    <a:pt x="7246859" y="1668810"/>
                  </a:lnTo>
                  <a:lnTo>
                    <a:pt x="7246191" y="1668810"/>
                  </a:lnTo>
                  <a:lnTo>
                    <a:pt x="7245523" y="1668810"/>
                  </a:lnTo>
                  <a:lnTo>
                    <a:pt x="7244855" y="1668810"/>
                  </a:lnTo>
                  <a:lnTo>
                    <a:pt x="7244187" y="1668810"/>
                  </a:lnTo>
                  <a:lnTo>
                    <a:pt x="7243519" y="1668810"/>
                  </a:lnTo>
                  <a:lnTo>
                    <a:pt x="7242851" y="1668810"/>
                  </a:lnTo>
                  <a:lnTo>
                    <a:pt x="7242183" y="1668810"/>
                  </a:lnTo>
                  <a:lnTo>
                    <a:pt x="7241515" y="1668810"/>
                  </a:lnTo>
                  <a:lnTo>
                    <a:pt x="7240847" y="1668810"/>
                  </a:lnTo>
                  <a:lnTo>
                    <a:pt x="7240179" y="1668810"/>
                  </a:lnTo>
                  <a:lnTo>
                    <a:pt x="7239511" y="1668810"/>
                  </a:lnTo>
                  <a:lnTo>
                    <a:pt x="7238843" y="1668810"/>
                  </a:lnTo>
                  <a:lnTo>
                    <a:pt x="7238175" y="1668810"/>
                  </a:lnTo>
                  <a:lnTo>
                    <a:pt x="7237507" y="1668810"/>
                  </a:lnTo>
                  <a:lnTo>
                    <a:pt x="7236839" y="1668810"/>
                  </a:lnTo>
                  <a:lnTo>
                    <a:pt x="7236171" y="1668810"/>
                  </a:lnTo>
                  <a:lnTo>
                    <a:pt x="7235503" y="1668810"/>
                  </a:lnTo>
                  <a:lnTo>
                    <a:pt x="7234834" y="1668810"/>
                  </a:lnTo>
                  <a:lnTo>
                    <a:pt x="7234166" y="1668810"/>
                  </a:lnTo>
                  <a:lnTo>
                    <a:pt x="7233498" y="1668810"/>
                  </a:lnTo>
                  <a:lnTo>
                    <a:pt x="7232830" y="1668810"/>
                  </a:lnTo>
                  <a:lnTo>
                    <a:pt x="7232162" y="1668810"/>
                  </a:lnTo>
                  <a:lnTo>
                    <a:pt x="7231494" y="1668810"/>
                  </a:lnTo>
                  <a:lnTo>
                    <a:pt x="7230826" y="1668810"/>
                  </a:lnTo>
                  <a:lnTo>
                    <a:pt x="7230158" y="1668810"/>
                  </a:lnTo>
                  <a:lnTo>
                    <a:pt x="7229490" y="1668810"/>
                  </a:lnTo>
                  <a:lnTo>
                    <a:pt x="7228822" y="1668810"/>
                  </a:lnTo>
                  <a:lnTo>
                    <a:pt x="7228154" y="1668810"/>
                  </a:lnTo>
                  <a:lnTo>
                    <a:pt x="7227486" y="1668810"/>
                  </a:lnTo>
                  <a:lnTo>
                    <a:pt x="7226818" y="1668810"/>
                  </a:lnTo>
                  <a:lnTo>
                    <a:pt x="7226150" y="1668810"/>
                  </a:lnTo>
                  <a:lnTo>
                    <a:pt x="7225482" y="1668810"/>
                  </a:lnTo>
                  <a:lnTo>
                    <a:pt x="7224814" y="1668810"/>
                  </a:lnTo>
                  <a:lnTo>
                    <a:pt x="7224146" y="1668810"/>
                  </a:lnTo>
                  <a:lnTo>
                    <a:pt x="7223478" y="1668810"/>
                  </a:lnTo>
                  <a:lnTo>
                    <a:pt x="7222810" y="1668810"/>
                  </a:lnTo>
                  <a:lnTo>
                    <a:pt x="7222142" y="1668810"/>
                  </a:lnTo>
                  <a:lnTo>
                    <a:pt x="7221474" y="1668810"/>
                  </a:lnTo>
                  <a:lnTo>
                    <a:pt x="7220806" y="1668810"/>
                  </a:lnTo>
                  <a:lnTo>
                    <a:pt x="7220138" y="1668810"/>
                  </a:lnTo>
                  <a:lnTo>
                    <a:pt x="7219470" y="1668810"/>
                  </a:lnTo>
                  <a:lnTo>
                    <a:pt x="7218802" y="1668810"/>
                  </a:lnTo>
                  <a:lnTo>
                    <a:pt x="7218134" y="1668810"/>
                  </a:lnTo>
                  <a:lnTo>
                    <a:pt x="7217466" y="1668810"/>
                  </a:lnTo>
                  <a:lnTo>
                    <a:pt x="7216798" y="1668810"/>
                  </a:lnTo>
                  <a:lnTo>
                    <a:pt x="7216130" y="1668810"/>
                  </a:lnTo>
                  <a:lnTo>
                    <a:pt x="7215462" y="1668810"/>
                  </a:lnTo>
                  <a:lnTo>
                    <a:pt x="7214794" y="1668810"/>
                  </a:lnTo>
                  <a:lnTo>
                    <a:pt x="7214126" y="1668810"/>
                  </a:lnTo>
                  <a:lnTo>
                    <a:pt x="7213458" y="1668810"/>
                  </a:lnTo>
                  <a:lnTo>
                    <a:pt x="7212790" y="1668810"/>
                  </a:lnTo>
                  <a:lnTo>
                    <a:pt x="7212122" y="1668810"/>
                  </a:lnTo>
                  <a:lnTo>
                    <a:pt x="7211454" y="1668810"/>
                  </a:lnTo>
                  <a:lnTo>
                    <a:pt x="7210785" y="1668810"/>
                  </a:lnTo>
                  <a:lnTo>
                    <a:pt x="7210117" y="1668810"/>
                  </a:lnTo>
                  <a:lnTo>
                    <a:pt x="7209449" y="1668810"/>
                  </a:lnTo>
                  <a:lnTo>
                    <a:pt x="7208781" y="1668810"/>
                  </a:lnTo>
                  <a:lnTo>
                    <a:pt x="7208113" y="1668810"/>
                  </a:lnTo>
                  <a:lnTo>
                    <a:pt x="7207445" y="1668810"/>
                  </a:lnTo>
                  <a:lnTo>
                    <a:pt x="7206777" y="1668810"/>
                  </a:lnTo>
                  <a:lnTo>
                    <a:pt x="7206109" y="1668810"/>
                  </a:lnTo>
                  <a:lnTo>
                    <a:pt x="7205441" y="1668810"/>
                  </a:lnTo>
                  <a:lnTo>
                    <a:pt x="7204773" y="1668810"/>
                  </a:lnTo>
                  <a:lnTo>
                    <a:pt x="7204105" y="1668810"/>
                  </a:lnTo>
                  <a:lnTo>
                    <a:pt x="7203437" y="1668810"/>
                  </a:lnTo>
                  <a:lnTo>
                    <a:pt x="7202769" y="1668810"/>
                  </a:lnTo>
                  <a:lnTo>
                    <a:pt x="7202101" y="1668810"/>
                  </a:lnTo>
                  <a:lnTo>
                    <a:pt x="7201433" y="1668810"/>
                  </a:lnTo>
                  <a:lnTo>
                    <a:pt x="7200765" y="1668810"/>
                  </a:lnTo>
                  <a:lnTo>
                    <a:pt x="7200097" y="1668810"/>
                  </a:lnTo>
                  <a:lnTo>
                    <a:pt x="7199429" y="1668810"/>
                  </a:lnTo>
                  <a:lnTo>
                    <a:pt x="7198761" y="1668810"/>
                  </a:lnTo>
                  <a:lnTo>
                    <a:pt x="7198093" y="1668810"/>
                  </a:lnTo>
                  <a:lnTo>
                    <a:pt x="7197425" y="1668810"/>
                  </a:lnTo>
                  <a:lnTo>
                    <a:pt x="7196757" y="1668810"/>
                  </a:lnTo>
                  <a:lnTo>
                    <a:pt x="7196089" y="1668810"/>
                  </a:lnTo>
                  <a:lnTo>
                    <a:pt x="7195421" y="1668810"/>
                  </a:lnTo>
                  <a:lnTo>
                    <a:pt x="7194753" y="1668810"/>
                  </a:lnTo>
                  <a:lnTo>
                    <a:pt x="7194085" y="1668810"/>
                  </a:lnTo>
                  <a:lnTo>
                    <a:pt x="7193417" y="1668810"/>
                  </a:lnTo>
                  <a:lnTo>
                    <a:pt x="7192749" y="1668810"/>
                  </a:lnTo>
                  <a:lnTo>
                    <a:pt x="7192081" y="1668810"/>
                  </a:lnTo>
                  <a:lnTo>
                    <a:pt x="7191413" y="1668810"/>
                  </a:lnTo>
                  <a:lnTo>
                    <a:pt x="7190745" y="1668810"/>
                  </a:lnTo>
                  <a:lnTo>
                    <a:pt x="7190077" y="1668810"/>
                  </a:lnTo>
                  <a:lnTo>
                    <a:pt x="7189409" y="1668810"/>
                  </a:lnTo>
                  <a:lnTo>
                    <a:pt x="7188741" y="1668810"/>
                  </a:lnTo>
                  <a:lnTo>
                    <a:pt x="7188073" y="1668810"/>
                  </a:lnTo>
                  <a:lnTo>
                    <a:pt x="7187405" y="1668810"/>
                  </a:lnTo>
                  <a:lnTo>
                    <a:pt x="7186737" y="1668810"/>
                  </a:lnTo>
                  <a:lnTo>
                    <a:pt x="7186068" y="1668810"/>
                  </a:lnTo>
                  <a:lnTo>
                    <a:pt x="7185400" y="1668810"/>
                  </a:lnTo>
                  <a:lnTo>
                    <a:pt x="7184732" y="1668810"/>
                  </a:lnTo>
                  <a:lnTo>
                    <a:pt x="7184064" y="1668810"/>
                  </a:lnTo>
                  <a:lnTo>
                    <a:pt x="7183396" y="1668810"/>
                  </a:lnTo>
                  <a:lnTo>
                    <a:pt x="7182728" y="1668810"/>
                  </a:lnTo>
                  <a:lnTo>
                    <a:pt x="7182060" y="1668810"/>
                  </a:lnTo>
                  <a:lnTo>
                    <a:pt x="7181392" y="1668810"/>
                  </a:lnTo>
                  <a:lnTo>
                    <a:pt x="7180724" y="1668810"/>
                  </a:lnTo>
                  <a:lnTo>
                    <a:pt x="7180056" y="1668810"/>
                  </a:lnTo>
                  <a:lnTo>
                    <a:pt x="7179388" y="1668810"/>
                  </a:lnTo>
                  <a:lnTo>
                    <a:pt x="7178720" y="1668810"/>
                  </a:lnTo>
                  <a:lnTo>
                    <a:pt x="7178052" y="1668810"/>
                  </a:lnTo>
                  <a:lnTo>
                    <a:pt x="7177384" y="1668810"/>
                  </a:lnTo>
                  <a:lnTo>
                    <a:pt x="7176716" y="1668810"/>
                  </a:lnTo>
                  <a:lnTo>
                    <a:pt x="7176048" y="1668810"/>
                  </a:lnTo>
                  <a:lnTo>
                    <a:pt x="7175380" y="1668810"/>
                  </a:lnTo>
                  <a:lnTo>
                    <a:pt x="7174712" y="1668810"/>
                  </a:lnTo>
                  <a:lnTo>
                    <a:pt x="7174044" y="1668810"/>
                  </a:lnTo>
                  <a:lnTo>
                    <a:pt x="7173376" y="1668810"/>
                  </a:lnTo>
                  <a:lnTo>
                    <a:pt x="7172708" y="1668810"/>
                  </a:lnTo>
                  <a:lnTo>
                    <a:pt x="7172040" y="1668810"/>
                  </a:lnTo>
                  <a:lnTo>
                    <a:pt x="7171372" y="1668810"/>
                  </a:lnTo>
                  <a:lnTo>
                    <a:pt x="7170704" y="1668810"/>
                  </a:lnTo>
                  <a:lnTo>
                    <a:pt x="7170036" y="1668810"/>
                  </a:lnTo>
                  <a:lnTo>
                    <a:pt x="7169368" y="1668810"/>
                  </a:lnTo>
                  <a:lnTo>
                    <a:pt x="7168700" y="1668810"/>
                  </a:lnTo>
                  <a:lnTo>
                    <a:pt x="7168032" y="1668810"/>
                  </a:lnTo>
                  <a:lnTo>
                    <a:pt x="7167364" y="1668810"/>
                  </a:lnTo>
                  <a:lnTo>
                    <a:pt x="7166696" y="1668810"/>
                  </a:lnTo>
                  <a:lnTo>
                    <a:pt x="7166028" y="1668810"/>
                  </a:lnTo>
                  <a:lnTo>
                    <a:pt x="7165360" y="1668810"/>
                  </a:lnTo>
                  <a:lnTo>
                    <a:pt x="7164692" y="1668810"/>
                  </a:lnTo>
                  <a:lnTo>
                    <a:pt x="7164024" y="1668810"/>
                  </a:lnTo>
                  <a:lnTo>
                    <a:pt x="7163356" y="1668810"/>
                  </a:lnTo>
                  <a:lnTo>
                    <a:pt x="7162688" y="1668810"/>
                  </a:lnTo>
                  <a:lnTo>
                    <a:pt x="7162020" y="1668810"/>
                  </a:lnTo>
                  <a:lnTo>
                    <a:pt x="7161351" y="1668810"/>
                  </a:lnTo>
                  <a:lnTo>
                    <a:pt x="7160683" y="1668810"/>
                  </a:lnTo>
                  <a:lnTo>
                    <a:pt x="7160015" y="1668810"/>
                  </a:lnTo>
                  <a:lnTo>
                    <a:pt x="7159347" y="1668810"/>
                  </a:lnTo>
                  <a:lnTo>
                    <a:pt x="7158679" y="1668810"/>
                  </a:lnTo>
                  <a:lnTo>
                    <a:pt x="7158011" y="1668810"/>
                  </a:lnTo>
                  <a:lnTo>
                    <a:pt x="7157343" y="1668810"/>
                  </a:lnTo>
                  <a:lnTo>
                    <a:pt x="7156675" y="1668810"/>
                  </a:lnTo>
                  <a:lnTo>
                    <a:pt x="7156007" y="1668810"/>
                  </a:lnTo>
                  <a:lnTo>
                    <a:pt x="7155339" y="1668810"/>
                  </a:lnTo>
                  <a:lnTo>
                    <a:pt x="7154671" y="1668810"/>
                  </a:lnTo>
                  <a:lnTo>
                    <a:pt x="7154003" y="1668810"/>
                  </a:lnTo>
                  <a:lnTo>
                    <a:pt x="7153335" y="1668810"/>
                  </a:lnTo>
                  <a:lnTo>
                    <a:pt x="7152667" y="1668810"/>
                  </a:lnTo>
                  <a:lnTo>
                    <a:pt x="7151999" y="1668810"/>
                  </a:lnTo>
                  <a:lnTo>
                    <a:pt x="7151331" y="1668810"/>
                  </a:lnTo>
                  <a:lnTo>
                    <a:pt x="7150663" y="1668810"/>
                  </a:lnTo>
                  <a:lnTo>
                    <a:pt x="7149995" y="1668810"/>
                  </a:lnTo>
                  <a:lnTo>
                    <a:pt x="7149327" y="1668810"/>
                  </a:lnTo>
                  <a:lnTo>
                    <a:pt x="7148659" y="1668810"/>
                  </a:lnTo>
                  <a:lnTo>
                    <a:pt x="7147991" y="1668810"/>
                  </a:lnTo>
                  <a:lnTo>
                    <a:pt x="7147323" y="1668810"/>
                  </a:lnTo>
                  <a:lnTo>
                    <a:pt x="7146655" y="1668810"/>
                  </a:lnTo>
                  <a:lnTo>
                    <a:pt x="7145987" y="1668810"/>
                  </a:lnTo>
                  <a:lnTo>
                    <a:pt x="7145319" y="1668810"/>
                  </a:lnTo>
                  <a:lnTo>
                    <a:pt x="7144651" y="1668810"/>
                  </a:lnTo>
                  <a:lnTo>
                    <a:pt x="7143983" y="1668810"/>
                  </a:lnTo>
                  <a:lnTo>
                    <a:pt x="7143315" y="1668810"/>
                  </a:lnTo>
                  <a:lnTo>
                    <a:pt x="7142647" y="1668810"/>
                  </a:lnTo>
                  <a:lnTo>
                    <a:pt x="7141979" y="1668810"/>
                  </a:lnTo>
                  <a:lnTo>
                    <a:pt x="7141311" y="1668810"/>
                  </a:lnTo>
                  <a:lnTo>
                    <a:pt x="7140643" y="1668810"/>
                  </a:lnTo>
                  <a:lnTo>
                    <a:pt x="7139975" y="1668810"/>
                  </a:lnTo>
                  <a:lnTo>
                    <a:pt x="7139307" y="1668810"/>
                  </a:lnTo>
                  <a:lnTo>
                    <a:pt x="7138639" y="1668810"/>
                  </a:lnTo>
                  <a:lnTo>
                    <a:pt x="7137971" y="1668810"/>
                  </a:lnTo>
                  <a:lnTo>
                    <a:pt x="7137303" y="1668810"/>
                  </a:lnTo>
                  <a:lnTo>
                    <a:pt x="7136634" y="1668810"/>
                  </a:lnTo>
                  <a:lnTo>
                    <a:pt x="7135966" y="1668810"/>
                  </a:lnTo>
                  <a:lnTo>
                    <a:pt x="7135298" y="1668810"/>
                  </a:lnTo>
                  <a:lnTo>
                    <a:pt x="7134630" y="1668810"/>
                  </a:lnTo>
                  <a:lnTo>
                    <a:pt x="7133962" y="1668810"/>
                  </a:lnTo>
                  <a:lnTo>
                    <a:pt x="7133294" y="1668810"/>
                  </a:lnTo>
                  <a:lnTo>
                    <a:pt x="7132626" y="1668810"/>
                  </a:lnTo>
                  <a:lnTo>
                    <a:pt x="7131958" y="1668810"/>
                  </a:lnTo>
                  <a:lnTo>
                    <a:pt x="7131290" y="1668810"/>
                  </a:lnTo>
                  <a:lnTo>
                    <a:pt x="7130622" y="1668810"/>
                  </a:lnTo>
                  <a:lnTo>
                    <a:pt x="7129954" y="1668810"/>
                  </a:lnTo>
                  <a:lnTo>
                    <a:pt x="7129286" y="1668810"/>
                  </a:lnTo>
                  <a:lnTo>
                    <a:pt x="7128618" y="1668810"/>
                  </a:lnTo>
                  <a:lnTo>
                    <a:pt x="7127950" y="1668810"/>
                  </a:lnTo>
                  <a:lnTo>
                    <a:pt x="7127282" y="1668810"/>
                  </a:lnTo>
                  <a:lnTo>
                    <a:pt x="7126614" y="1668810"/>
                  </a:lnTo>
                  <a:lnTo>
                    <a:pt x="7125946" y="1668810"/>
                  </a:lnTo>
                  <a:lnTo>
                    <a:pt x="7125278" y="1668810"/>
                  </a:lnTo>
                  <a:lnTo>
                    <a:pt x="7124610" y="1668810"/>
                  </a:lnTo>
                  <a:lnTo>
                    <a:pt x="7123942" y="1668810"/>
                  </a:lnTo>
                  <a:lnTo>
                    <a:pt x="7123274" y="1668810"/>
                  </a:lnTo>
                  <a:lnTo>
                    <a:pt x="7122606" y="1668810"/>
                  </a:lnTo>
                  <a:lnTo>
                    <a:pt x="7121938" y="1668810"/>
                  </a:lnTo>
                  <a:lnTo>
                    <a:pt x="7121270" y="1668810"/>
                  </a:lnTo>
                  <a:lnTo>
                    <a:pt x="7120602" y="1668810"/>
                  </a:lnTo>
                  <a:lnTo>
                    <a:pt x="7119934" y="1668810"/>
                  </a:lnTo>
                  <a:lnTo>
                    <a:pt x="7119266" y="1668810"/>
                  </a:lnTo>
                  <a:lnTo>
                    <a:pt x="7118598" y="1668810"/>
                  </a:lnTo>
                  <a:lnTo>
                    <a:pt x="7117930" y="1668810"/>
                  </a:lnTo>
                  <a:lnTo>
                    <a:pt x="7117262" y="1668810"/>
                  </a:lnTo>
                  <a:lnTo>
                    <a:pt x="7116594" y="1668810"/>
                  </a:lnTo>
                  <a:lnTo>
                    <a:pt x="7115926" y="1668810"/>
                  </a:lnTo>
                  <a:lnTo>
                    <a:pt x="7115258" y="1668810"/>
                  </a:lnTo>
                  <a:lnTo>
                    <a:pt x="7114590" y="1668810"/>
                  </a:lnTo>
                  <a:lnTo>
                    <a:pt x="7113922" y="1668810"/>
                  </a:lnTo>
                  <a:lnTo>
                    <a:pt x="7113254" y="1668810"/>
                  </a:lnTo>
                  <a:lnTo>
                    <a:pt x="7112585" y="1668810"/>
                  </a:lnTo>
                  <a:lnTo>
                    <a:pt x="7111917" y="1668810"/>
                  </a:lnTo>
                  <a:lnTo>
                    <a:pt x="7111249" y="1668810"/>
                  </a:lnTo>
                  <a:lnTo>
                    <a:pt x="7110581" y="1668810"/>
                  </a:lnTo>
                  <a:lnTo>
                    <a:pt x="7109913" y="1668810"/>
                  </a:lnTo>
                  <a:lnTo>
                    <a:pt x="7109245" y="1668810"/>
                  </a:lnTo>
                  <a:lnTo>
                    <a:pt x="7108577" y="1668810"/>
                  </a:lnTo>
                  <a:lnTo>
                    <a:pt x="7107909" y="1668810"/>
                  </a:lnTo>
                  <a:lnTo>
                    <a:pt x="7107241" y="1668810"/>
                  </a:lnTo>
                  <a:lnTo>
                    <a:pt x="7106573" y="1668810"/>
                  </a:lnTo>
                  <a:lnTo>
                    <a:pt x="7105905" y="1668810"/>
                  </a:lnTo>
                  <a:lnTo>
                    <a:pt x="7105237" y="1668810"/>
                  </a:lnTo>
                  <a:lnTo>
                    <a:pt x="7104569" y="1668810"/>
                  </a:lnTo>
                  <a:lnTo>
                    <a:pt x="7103901" y="1668810"/>
                  </a:lnTo>
                  <a:lnTo>
                    <a:pt x="7103233" y="1668810"/>
                  </a:lnTo>
                  <a:lnTo>
                    <a:pt x="7102565" y="1668810"/>
                  </a:lnTo>
                  <a:lnTo>
                    <a:pt x="7101897" y="1668810"/>
                  </a:lnTo>
                  <a:lnTo>
                    <a:pt x="7101229" y="1668810"/>
                  </a:lnTo>
                  <a:lnTo>
                    <a:pt x="7100561" y="1668810"/>
                  </a:lnTo>
                  <a:lnTo>
                    <a:pt x="7099893" y="1668810"/>
                  </a:lnTo>
                  <a:lnTo>
                    <a:pt x="7099225" y="1668810"/>
                  </a:lnTo>
                  <a:lnTo>
                    <a:pt x="7098557" y="1668810"/>
                  </a:lnTo>
                  <a:lnTo>
                    <a:pt x="7097889" y="1668810"/>
                  </a:lnTo>
                  <a:lnTo>
                    <a:pt x="7097221" y="1668810"/>
                  </a:lnTo>
                  <a:lnTo>
                    <a:pt x="7096553" y="1668810"/>
                  </a:lnTo>
                  <a:lnTo>
                    <a:pt x="7095885" y="1668810"/>
                  </a:lnTo>
                  <a:lnTo>
                    <a:pt x="7095217" y="1668810"/>
                  </a:lnTo>
                  <a:lnTo>
                    <a:pt x="7094549" y="1668810"/>
                  </a:lnTo>
                  <a:lnTo>
                    <a:pt x="7093881" y="1668810"/>
                  </a:lnTo>
                  <a:lnTo>
                    <a:pt x="7093213" y="1668810"/>
                  </a:lnTo>
                  <a:lnTo>
                    <a:pt x="7092545" y="1668810"/>
                  </a:lnTo>
                  <a:lnTo>
                    <a:pt x="7091877" y="1668810"/>
                  </a:lnTo>
                  <a:lnTo>
                    <a:pt x="7091209" y="1668810"/>
                  </a:lnTo>
                  <a:lnTo>
                    <a:pt x="7090541" y="1668810"/>
                  </a:lnTo>
                  <a:lnTo>
                    <a:pt x="7089873" y="1668810"/>
                  </a:lnTo>
                  <a:lnTo>
                    <a:pt x="7089205" y="1668810"/>
                  </a:lnTo>
                  <a:lnTo>
                    <a:pt x="7088537" y="1668810"/>
                  </a:lnTo>
                  <a:lnTo>
                    <a:pt x="7087868" y="1668810"/>
                  </a:lnTo>
                  <a:lnTo>
                    <a:pt x="7087200" y="1668810"/>
                  </a:lnTo>
                  <a:lnTo>
                    <a:pt x="7086532" y="1668810"/>
                  </a:lnTo>
                  <a:lnTo>
                    <a:pt x="7085864" y="1668810"/>
                  </a:lnTo>
                  <a:lnTo>
                    <a:pt x="7085196" y="1668810"/>
                  </a:lnTo>
                  <a:lnTo>
                    <a:pt x="7084528" y="1668810"/>
                  </a:lnTo>
                  <a:lnTo>
                    <a:pt x="7083860" y="1668810"/>
                  </a:lnTo>
                  <a:lnTo>
                    <a:pt x="7083192" y="1668810"/>
                  </a:lnTo>
                  <a:lnTo>
                    <a:pt x="7082524" y="1668810"/>
                  </a:lnTo>
                  <a:lnTo>
                    <a:pt x="7081856" y="1668810"/>
                  </a:lnTo>
                  <a:lnTo>
                    <a:pt x="7081188" y="1668810"/>
                  </a:lnTo>
                  <a:lnTo>
                    <a:pt x="7080520" y="1668810"/>
                  </a:lnTo>
                  <a:lnTo>
                    <a:pt x="7079852" y="1668810"/>
                  </a:lnTo>
                  <a:lnTo>
                    <a:pt x="7079184" y="1668810"/>
                  </a:lnTo>
                  <a:lnTo>
                    <a:pt x="7078516" y="1668810"/>
                  </a:lnTo>
                  <a:lnTo>
                    <a:pt x="7077848" y="1668810"/>
                  </a:lnTo>
                  <a:lnTo>
                    <a:pt x="7077180" y="1668810"/>
                  </a:lnTo>
                  <a:lnTo>
                    <a:pt x="7076512" y="1668810"/>
                  </a:lnTo>
                  <a:lnTo>
                    <a:pt x="7075844" y="1668810"/>
                  </a:lnTo>
                  <a:lnTo>
                    <a:pt x="7075176" y="1668810"/>
                  </a:lnTo>
                  <a:lnTo>
                    <a:pt x="7074508" y="1668810"/>
                  </a:lnTo>
                  <a:lnTo>
                    <a:pt x="7073840" y="1668810"/>
                  </a:lnTo>
                  <a:lnTo>
                    <a:pt x="7073172" y="1668810"/>
                  </a:lnTo>
                  <a:lnTo>
                    <a:pt x="7072504" y="1668810"/>
                  </a:lnTo>
                  <a:lnTo>
                    <a:pt x="7071836" y="1668810"/>
                  </a:lnTo>
                  <a:lnTo>
                    <a:pt x="7071168" y="1668810"/>
                  </a:lnTo>
                  <a:lnTo>
                    <a:pt x="7070500" y="1668810"/>
                  </a:lnTo>
                  <a:lnTo>
                    <a:pt x="7069832" y="1668810"/>
                  </a:lnTo>
                  <a:lnTo>
                    <a:pt x="7069164" y="1668810"/>
                  </a:lnTo>
                  <a:lnTo>
                    <a:pt x="7068496" y="1668810"/>
                  </a:lnTo>
                  <a:lnTo>
                    <a:pt x="7067828" y="1668810"/>
                  </a:lnTo>
                  <a:lnTo>
                    <a:pt x="7067160" y="1668810"/>
                  </a:lnTo>
                  <a:lnTo>
                    <a:pt x="7066492" y="1668810"/>
                  </a:lnTo>
                  <a:lnTo>
                    <a:pt x="7065824" y="1668810"/>
                  </a:lnTo>
                  <a:lnTo>
                    <a:pt x="7065156" y="1668810"/>
                  </a:lnTo>
                  <a:lnTo>
                    <a:pt x="7064488" y="1668810"/>
                  </a:lnTo>
                  <a:lnTo>
                    <a:pt x="7063820" y="1668810"/>
                  </a:lnTo>
                  <a:lnTo>
                    <a:pt x="7063151" y="1668810"/>
                  </a:lnTo>
                  <a:lnTo>
                    <a:pt x="7062483" y="1668810"/>
                  </a:lnTo>
                  <a:lnTo>
                    <a:pt x="7061815" y="1668810"/>
                  </a:lnTo>
                  <a:lnTo>
                    <a:pt x="7061147" y="1668810"/>
                  </a:lnTo>
                  <a:lnTo>
                    <a:pt x="7060479" y="1668810"/>
                  </a:lnTo>
                  <a:lnTo>
                    <a:pt x="7059811" y="1668810"/>
                  </a:lnTo>
                  <a:lnTo>
                    <a:pt x="7059143" y="1668810"/>
                  </a:lnTo>
                  <a:lnTo>
                    <a:pt x="7058475" y="1668810"/>
                  </a:lnTo>
                  <a:lnTo>
                    <a:pt x="7057807" y="1668810"/>
                  </a:lnTo>
                  <a:lnTo>
                    <a:pt x="7057139" y="1668810"/>
                  </a:lnTo>
                  <a:lnTo>
                    <a:pt x="7056471" y="1668810"/>
                  </a:lnTo>
                  <a:lnTo>
                    <a:pt x="7055803" y="1668810"/>
                  </a:lnTo>
                  <a:lnTo>
                    <a:pt x="7055135" y="1668810"/>
                  </a:lnTo>
                  <a:lnTo>
                    <a:pt x="7054467" y="1668810"/>
                  </a:lnTo>
                  <a:lnTo>
                    <a:pt x="7053799" y="1668810"/>
                  </a:lnTo>
                  <a:lnTo>
                    <a:pt x="7053131" y="1668810"/>
                  </a:lnTo>
                  <a:lnTo>
                    <a:pt x="7052463" y="1668810"/>
                  </a:lnTo>
                  <a:lnTo>
                    <a:pt x="7051795" y="1668810"/>
                  </a:lnTo>
                  <a:lnTo>
                    <a:pt x="7051127" y="1668810"/>
                  </a:lnTo>
                  <a:lnTo>
                    <a:pt x="7050459" y="1668810"/>
                  </a:lnTo>
                  <a:lnTo>
                    <a:pt x="7049791" y="1668810"/>
                  </a:lnTo>
                  <a:lnTo>
                    <a:pt x="7049123" y="1668810"/>
                  </a:lnTo>
                  <a:lnTo>
                    <a:pt x="7048455" y="1668810"/>
                  </a:lnTo>
                  <a:lnTo>
                    <a:pt x="7047787" y="1668810"/>
                  </a:lnTo>
                  <a:lnTo>
                    <a:pt x="7047119" y="1668810"/>
                  </a:lnTo>
                  <a:lnTo>
                    <a:pt x="7046451" y="1668810"/>
                  </a:lnTo>
                  <a:lnTo>
                    <a:pt x="7045783" y="1668810"/>
                  </a:lnTo>
                  <a:lnTo>
                    <a:pt x="7045115" y="1668810"/>
                  </a:lnTo>
                  <a:lnTo>
                    <a:pt x="7044447" y="1668810"/>
                  </a:lnTo>
                  <a:lnTo>
                    <a:pt x="7043779" y="1668810"/>
                  </a:lnTo>
                  <a:lnTo>
                    <a:pt x="7043111" y="1668810"/>
                  </a:lnTo>
                  <a:lnTo>
                    <a:pt x="7042443" y="1668810"/>
                  </a:lnTo>
                  <a:lnTo>
                    <a:pt x="7041775" y="1668810"/>
                  </a:lnTo>
                  <a:lnTo>
                    <a:pt x="7041107" y="1668810"/>
                  </a:lnTo>
                  <a:lnTo>
                    <a:pt x="7040439" y="1668810"/>
                  </a:lnTo>
                  <a:lnTo>
                    <a:pt x="7039771" y="1668810"/>
                  </a:lnTo>
                  <a:lnTo>
                    <a:pt x="7039102" y="1668810"/>
                  </a:lnTo>
                  <a:lnTo>
                    <a:pt x="7038434" y="1668810"/>
                  </a:lnTo>
                  <a:lnTo>
                    <a:pt x="7037766" y="1668810"/>
                  </a:lnTo>
                  <a:lnTo>
                    <a:pt x="7037098" y="1668810"/>
                  </a:lnTo>
                  <a:lnTo>
                    <a:pt x="7036430" y="1668810"/>
                  </a:lnTo>
                  <a:lnTo>
                    <a:pt x="7035762" y="1668810"/>
                  </a:lnTo>
                  <a:lnTo>
                    <a:pt x="7035094" y="1668810"/>
                  </a:lnTo>
                  <a:lnTo>
                    <a:pt x="7034426" y="1668810"/>
                  </a:lnTo>
                  <a:lnTo>
                    <a:pt x="7033758" y="1668810"/>
                  </a:lnTo>
                  <a:lnTo>
                    <a:pt x="7033090" y="1668810"/>
                  </a:lnTo>
                  <a:lnTo>
                    <a:pt x="7032422" y="1668810"/>
                  </a:lnTo>
                  <a:lnTo>
                    <a:pt x="7031754" y="1668810"/>
                  </a:lnTo>
                  <a:lnTo>
                    <a:pt x="7031086" y="1668810"/>
                  </a:lnTo>
                  <a:lnTo>
                    <a:pt x="7030418" y="1668810"/>
                  </a:lnTo>
                  <a:lnTo>
                    <a:pt x="7029750" y="1668810"/>
                  </a:lnTo>
                  <a:lnTo>
                    <a:pt x="7029082" y="1668810"/>
                  </a:lnTo>
                  <a:lnTo>
                    <a:pt x="7028414" y="1668810"/>
                  </a:lnTo>
                  <a:lnTo>
                    <a:pt x="7027746" y="1668810"/>
                  </a:lnTo>
                  <a:lnTo>
                    <a:pt x="7027078" y="1668810"/>
                  </a:lnTo>
                  <a:lnTo>
                    <a:pt x="7026410" y="1668810"/>
                  </a:lnTo>
                  <a:lnTo>
                    <a:pt x="7025742" y="1668810"/>
                  </a:lnTo>
                  <a:lnTo>
                    <a:pt x="7025074" y="1668810"/>
                  </a:lnTo>
                  <a:lnTo>
                    <a:pt x="7024406" y="1668810"/>
                  </a:lnTo>
                  <a:lnTo>
                    <a:pt x="7023738" y="1668810"/>
                  </a:lnTo>
                  <a:lnTo>
                    <a:pt x="7023070" y="1668810"/>
                  </a:lnTo>
                  <a:lnTo>
                    <a:pt x="7022402" y="1668810"/>
                  </a:lnTo>
                  <a:lnTo>
                    <a:pt x="7021734" y="1668810"/>
                  </a:lnTo>
                  <a:lnTo>
                    <a:pt x="7021066" y="1668810"/>
                  </a:lnTo>
                  <a:lnTo>
                    <a:pt x="7020398" y="1668810"/>
                  </a:lnTo>
                  <a:lnTo>
                    <a:pt x="7019730" y="1668810"/>
                  </a:lnTo>
                  <a:lnTo>
                    <a:pt x="7019062" y="1668810"/>
                  </a:lnTo>
                  <a:lnTo>
                    <a:pt x="7018394" y="1668810"/>
                  </a:lnTo>
                  <a:lnTo>
                    <a:pt x="7017726" y="1668810"/>
                  </a:lnTo>
                  <a:lnTo>
                    <a:pt x="7017058" y="1668810"/>
                  </a:lnTo>
                  <a:lnTo>
                    <a:pt x="7016390" y="1668810"/>
                  </a:lnTo>
                  <a:lnTo>
                    <a:pt x="7015722" y="1668810"/>
                  </a:lnTo>
                  <a:lnTo>
                    <a:pt x="7015054" y="1668810"/>
                  </a:lnTo>
                  <a:lnTo>
                    <a:pt x="7014385" y="1668810"/>
                  </a:lnTo>
                  <a:lnTo>
                    <a:pt x="7013717" y="1668810"/>
                  </a:lnTo>
                  <a:lnTo>
                    <a:pt x="7013049" y="1668810"/>
                  </a:lnTo>
                  <a:lnTo>
                    <a:pt x="7012381" y="1668810"/>
                  </a:lnTo>
                  <a:lnTo>
                    <a:pt x="7011713" y="1668810"/>
                  </a:lnTo>
                  <a:lnTo>
                    <a:pt x="7011045" y="1668810"/>
                  </a:lnTo>
                  <a:lnTo>
                    <a:pt x="7010377" y="1668810"/>
                  </a:lnTo>
                  <a:lnTo>
                    <a:pt x="7009709" y="1668810"/>
                  </a:lnTo>
                  <a:lnTo>
                    <a:pt x="7009041" y="1668810"/>
                  </a:lnTo>
                  <a:lnTo>
                    <a:pt x="7008373" y="1668810"/>
                  </a:lnTo>
                  <a:lnTo>
                    <a:pt x="7007705" y="1668810"/>
                  </a:lnTo>
                  <a:lnTo>
                    <a:pt x="7007037" y="1668810"/>
                  </a:lnTo>
                  <a:lnTo>
                    <a:pt x="7006369" y="1668810"/>
                  </a:lnTo>
                  <a:lnTo>
                    <a:pt x="7005701" y="1668810"/>
                  </a:lnTo>
                  <a:lnTo>
                    <a:pt x="7005033" y="1668810"/>
                  </a:lnTo>
                  <a:lnTo>
                    <a:pt x="7004365" y="1668810"/>
                  </a:lnTo>
                  <a:lnTo>
                    <a:pt x="7003697" y="1668810"/>
                  </a:lnTo>
                  <a:lnTo>
                    <a:pt x="7003029" y="1668810"/>
                  </a:lnTo>
                  <a:lnTo>
                    <a:pt x="7002361" y="1668810"/>
                  </a:lnTo>
                  <a:lnTo>
                    <a:pt x="7001693" y="1668810"/>
                  </a:lnTo>
                  <a:lnTo>
                    <a:pt x="7001025" y="1668810"/>
                  </a:lnTo>
                  <a:lnTo>
                    <a:pt x="7000357" y="1668810"/>
                  </a:lnTo>
                  <a:lnTo>
                    <a:pt x="6999689" y="1668810"/>
                  </a:lnTo>
                  <a:lnTo>
                    <a:pt x="6999021" y="1668810"/>
                  </a:lnTo>
                  <a:lnTo>
                    <a:pt x="6998353" y="1668810"/>
                  </a:lnTo>
                  <a:lnTo>
                    <a:pt x="6997685" y="1668810"/>
                  </a:lnTo>
                  <a:lnTo>
                    <a:pt x="6997017" y="1668810"/>
                  </a:lnTo>
                  <a:lnTo>
                    <a:pt x="6996349" y="1668810"/>
                  </a:lnTo>
                  <a:lnTo>
                    <a:pt x="6995681" y="1668810"/>
                  </a:lnTo>
                  <a:lnTo>
                    <a:pt x="6995013" y="1668810"/>
                  </a:lnTo>
                  <a:lnTo>
                    <a:pt x="6994345" y="1668810"/>
                  </a:lnTo>
                  <a:lnTo>
                    <a:pt x="6993677" y="1668810"/>
                  </a:lnTo>
                  <a:lnTo>
                    <a:pt x="6993009" y="1668810"/>
                  </a:lnTo>
                  <a:lnTo>
                    <a:pt x="6992341" y="1668810"/>
                  </a:lnTo>
                  <a:lnTo>
                    <a:pt x="6991673" y="1668810"/>
                  </a:lnTo>
                  <a:lnTo>
                    <a:pt x="6991005" y="1668810"/>
                  </a:lnTo>
                  <a:lnTo>
                    <a:pt x="6990337" y="1668810"/>
                  </a:lnTo>
                  <a:lnTo>
                    <a:pt x="6989668" y="1668810"/>
                  </a:lnTo>
                  <a:lnTo>
                    <a:pt x="6989000" y="1668810"/>
                  </a:lnTo>
                  <a:lnTo>
                    <a:pt x="6988332" y="1668810"/>
                  </a:lnTo>
                  <a:lnTo>
                    <a:pt x="6987664" y="1668810"/>
                  </a:lnTo>
                  <a:lnTo>
                    <a:pt x="6986996" y="1668810"/>
                  </a:lnTo>
                  <a:lnTo>
                    <a:pt x="6986328" y="1668810"/>
                  </a:lnTo>
                  <a:lnTo>
                    <a:pt x="6985660" y="1668810"/>
                  </a:lnTo>
                  <a:lnTo>
                    <a:pt x="6984992" y="1668810"/>
                  </a:lnTo>
                  <a:lnTo>
                    <a:pt x="6984324" y="1668810"/>
                  </a:lnTo>
                  <a:lnTo>
                    <a:pt x="6983656" y="1668810"/>
                  </a:lnTo>
                  <a:lnTo>
                    <a:pt x="6982988" y="1668810"/>
                  </a:lnTo>
                  <a:lnTo>
                    <a:pt x="6982320" y="1668810"/>
                  </a:lnTo>
                  <a:lnTo>
                    <a:pt x="6981652" y="1668810"/>
                  </a:lnTo>
                  <a:lnTo>
                    <a:pt x="6980984" y="1668810"/>
                  </a:lnTo>
                  <a:lnTo>
                    <a:pt x="6980316" y="1668810"/>
                  </a:lnTo>
                  <a:lnTo>
                    <a:pt x="6979648" y="1668810"/>
                  </a:lnTo>
                  <a:lnTo>
                    <a:pt x="6978980" y="1668810"/>
                  </a:lnTo>
                  <a:lnTo>
                    <a:pt x="6978312" y="1668810"/>
                  </a:lnTo>
                  <a:lnTo>
                    <a:pt x="6977644" y="1668810"/>
                  </a:lnTo>
                  <a:lnTo>
                    <a:pt x="6976976" y="1668810"/>
                  </a:lnTo>
                  <a:lnTo>
                    <a:pt x="6976308" y="1668810"/>
                  </a:lnTo>
                  <a:lnTo>
                    <a:pt x="6975640" y="1668810"/>
                  </a:lnTo>
                  <a:lnTo>
                    <a:pt x="6974972" y="1668810"/>
                  </a:lnTo>
                  <a:lnTo>
                    <a:pt x="6974304" y="1668810"/>
                  </a:lnTo>
                  <a:lnTo>
                    <a:pt x="6973636" y="1668810"/>
                  </a:lnTo>
                  <a:lnTo>
                    <a:pt x="6972968" y="1668810"/>
                  </a:lnTo>
                  <a:lnTo>
                    <a:pt x="6972300" y="1668810"/>
                  </a:lnTo>
                  <a:lnTo>
                    <a:pt x="6971632" y="1668810"/>
                  </a:lnTo>
                  <a:lnTo>
                    <a:pt x="6970964" y="1668810"/>
                  </a:lnTo>
                  <a:lnTo>
                    <a:pt x="6970296" y="1668810"/>
                  </a:lnTo>
                  <a:lnTo>
                    <a:pt x="6969628" y="1668810"/>
                  </a:lnTo>
                  <a:lnTo>
                    <a:pt x="6968960" y="1668810"/>
                  </a:lnTo>
                  <a:lnTo>
                    <a:pt x="6968292" y="1668810"/>
                  </a:lnTo>
                  <a:lnTo>
                    <a:pt x="6967624" y="1668810"/>
                  </a:lnTo>
                  <a:lnTo>
                    <a:pt x="6966956" y="1668810"/>
                  </a:lnTo>
                  <a:lnTo>
                    <a:pt x="6966288" y="1668810"/>
                  </a:lnTo>
                  <a:lnTo>
                    <a:pt x="6965620" y="1668810"/>
                  </a:lnTo>
                  <a:lnTo>
                    <a:pt x="6964951" y="1668810"/>
                  </a:lnTo>
                  <a:lnTo>
                    <a:pt x="6964283" y="1668810"/>
                  </a:lnTo>
                  <a:lnTo>
                    <a:pt x="6963615" y="1668810"/>
                  </a:lnTo>
                  <a:lnTo>
                    <a:pt x="6962947" y="1668810"/>
                  </a:lnTo>
                  <a:lnTo>
                    <a:pt x="6962279" y="1668810"/>
                  </a:lnTo>
                  <a:lnTo>
                    <a:pt x="6961611" y="1668810"/>
                  </a:lnTo>
                  <a:lnTo>
                    <a:pt x="6960943" y="1668810"/>
                  </a:lnTo>
                  <a:lnTo>
                    <a:pt x="6960275" y="1668810"/>
                  </a:lnTo>
                  <a:lnTo>
                    <a:pt x="6959607" y="1668810"/>
                  </a:lnTo>
                  <a:lnTo>
                    <a:pt x="6958939" y="1668810"/>
                  </a:lnTo>
                  <a:lnTo>
                    <a:pt x="6958271" y="1668810"/>
                  </a:lnTo>
                  <a:lnTo>
                    <a:pt x="6957603" y="1668810"/>
                  </a:lnTo>
                  <a:lnTo>
                    <a:pt x="6956935" y="1668810"/>
                  </a:lnTo>
                  <a:lnTo>
                    <a:pt x="6956267" y="1668810"/>
                  </a:lnTo>
                  <a:lnTo>
                    <a:pt x="6955599" y="1668810"/>
                  </a:lnTo>
                  <a:lnTo>
                    <a:pt x="6954931" y="1668810"/>
                  </a:lnTo>
                  <a:lnTo>
                    <a:pt x="6954263" y="1668810"/>
                  </a:lnTo>
                  <a:lnTo>
                    <a:pt x="6953595" y="1668810"/>
                  </a:lnTo>
                  <a:lnTo>
                    <a:pt x="6952927" y="1668810"/>
                  </a:lnTo>
                  <a:lnTo>
                    <a:pt x="6952259" y="1668810"/>
                  </a:lnTo>
                  <a:lnTo>
                    <a:pt x="6951591" y="1668810"/>
                  </a:lnTo>
                  <a:lnTo>
                    <a:pt x="6950923" y="1668810"/>
                  </a:lnTo>
                  <a:lnTo>
                    <a:pt x="6950255" y="1668810"/>
                  </a:lnTo>
                  <a:lnTo>
                    <a:pt x="6949587" y="1668810"/>
                  </a:lnTo>
                  <a:lnTo>
                    <a:pt x="6948919" y="1668810"/>
                  </a:lnTo>
                  <a:lnTo>
                    <a:pt x="6948251" y="1668810"/>
                  </a:lnTo>
                  <a:lnTo>
                    <a:pt x="6947583" y="1668810"/>
                  </a:lnTo>
                  <a:lnTo>
                    <a:pt x="6946915" y="1668810"/>
                  </a:lnTo>
                  <a:lnTo>
                    <a:pt x="6946247" y="1668810"/>
                  </a:lnTo>
                  <a:lnTo>
                    <a:pt x="6945579" y="1668810"/>
                  </a:lnTo>
                  <a:lnTo>
                    <a:pt x="6944911" y="1668810"/>
                  </a:lnTo>
                  <a:lnTo>
                    <a:pt x="6944243" y="1668810"/>
                  </a:lnTo>
                  <a:lnTo>
                    <a:pt x="6943575" y="1668810"/>
                  </a:lnTo>
                  <a:lnTo>
                    <a:pt x="6942907" y="1668810"/>
                  </a:lnTo>
                  <a:lnTo>
                    <a:pt x="6942239" y="1668810"/>
                  </a:lnTo>
                  <a:lnTo>
                    <a:pt x="6941571" y="1668810"/>
                  </a:lnTo>
                  <a:lnTo>
                    <a:pt x="6940902" y="1668810"/>
                  </a:lnTo>
                  <a:lnTo>
                    <a:pt x="6940234" y="1668810"/>
                  </a:lnTo>
                  <a:lnTo>
                    <a:pt x="6939566" y="1668810"/>
                  </a:lnTo>
                  <a:lnTo>
                    <a:pt x="6938898" y="1668810"/>
                  </a:lnTo>
                  <a:lnTo>
                    <a:pt x="6938230" y="1668810"/>
                  </a:lnTo>
                  <a:lnTo>
                    <a:pt x="6937562" y="1668810"/>
                  </a:lnTo>
                  <a:lnTo>
                    <a:pt x="6936894" y="1668810"/>
                  </a:lnTo>
                  <a:lnTo>
                    <a:pt x="6936226" y="1668810"/>
                  </a:lnTo>
                  <a:lnTo>
                    <a:pt x="6935558" y="1668810"/>
                  </a:lnTo>
                  <a:lnTo>
                    <a:pt x="6934890" y="1668810"/>
                  </a:lnTo>
                  <a:lnTo>
                    <a:pt x="6934222" y="1668810"/>
                  </a:lnTo>
                  <a:lnTo>
                    <a:pt x="6933554" y="1668810"/>
                  </a:lnTo>
                  <a:lnTo>
                    <a:pt x="6932886" y="1668810"/>
                  </a:lnTo>
                  <a:lnTo>
                    <a:pt x="6932218" y="1668810"/>
                  </a:lnTo>
                  <a:lnTo>
                    <a:pt x="6931550" y="1668810"/>
                  </a:lnTo>
                  <a:lnTo>
                    <a:pt x="6930882" y="1668810"/>
                  </a:lnTo>
                  <a:lnTo>
                    <a:pt x="6930214" y="1668810"/>
                  </a:lnTo>
                  <a:lnTo>
                    <a:pt x="6929546" y="1668810"/>
                  </a:lnTo>
                  <a:lnTo>
                    <a:pt x="6928878" y="1668810"/>
                  </a:lnTo>
                  <a:lnTo>
                    <a:pt x="6928210" y="1668810"/>
                  </a:lnTo>
                  <a:lnTo>
                    <a:pt x="6927542" y="1668810"/>
                  </a:lnTo>
                  <a:lnTo>
                    <a:pt x="6926874" y="1668810"/>
                  </a:lnTo>
                  <a:lnTo>
                    <a:pt x="6926206" y="1668810"/>
                  </a:lnTo>
                  <a:lnTo>
                    <a:pt x="6925538" y="1668810"/>
                  </a:lnTo>
                  <a:lnTo>
                    <a:pt x="6924870" y="1668810"/>
                  </a:lnTo>
                  <a:lnTo>
                    <a:pt x="6924202" y="1668810"/>
                  </a:lnTo>
                  <a:lnTo>
                    <a:pt x="6923534" y="1668810"/>
                  </a:lnTo>
                  <a:lnTo>
                    <a:pt x="6922866" y="1668810"/>
                  </a:lnTo>
                  <a:lnTo>
                    <a:pt x="6922198" y="1668810"/>
                  </a:lnTo>
                  <a:lnTo>
                    <a:pt x="6921530" y="1668810"/>
                  </a:lnTo>
                  <a:lnTo>
                    <a:pt x="6920862" y="1668810"/>
                  </a:lnTo>
                  <a:lnTo>
                    <a:pt x="6920194" y="1668810"/>
                  </a:lnTo>
                  <a:lnTo>
                    <a:pt x="6919526" y="1668810"/>
                  </a:lnTo>
                  <a:lnTo>
                    <a:pt x="6918858" y="1668810"/>
                  </a:lnTo>
                  <a:lnTo>
                    <a:pt x="6918190" y="1668810"/>
                  </a:lnTo>
                  <a:lnTo>
                    <a:pt x="6917522" y="1668810"/>
                  </a:lnTo>
                  <a:lnTo>
                    <a:pt x="6916854" y="1668810"/>
                  </a:lnTo>
                  <a:lnTo>
                    <a:pt x="6916185" y="1668810"/>
                  </a:lnTo>
                  <a:lnTo>
                    <a:pt x="6915517" y="1668810"/>
                  </a:lnTo>
                  <a:lnTo>
                    <a:pt x="6914849" y="1668810"/>
                  </a:lnTo>
                  <a:lnTo>
                    <a:pt x="6914181" y="1668810"/>
                  </a:lnTo>
                  <a:lnTo>
                    <a:pt x="6913513" y="1668810"/>
                  </a:lnTo>
                  <a:lnTo>
                    <a:pt x="6912845" y="1668810"/>
                  </a:lnTo>
                  <a:lnTo>
                    <a:pt x="6912177" y="1668810"/>
                  </a:lnTo>
                  <a:lnTo>
                    <a:pt x="6911509" y="1668810"/>
                  </a:lnTo>
                  <a:lnTo>
                    <a:pt x="6910841" y="1668810"/>
                  </a:lnTo>
                  <a:lnTo>
                    <a:pt x="6910173" y="1668810"/>
                  </a:lnTo>
                  <a:lnTo>
                    <a:pt x="6909505" y="1668810"/>
                  </a:lnTo>
                  <a:lnTo>
                    <a:pt x="6908837" y="1668810"/>
                  </a:lnTo>
                  <a:lnTo>
                    <a:pt x="6908169" y="1668810"/>
                  </a:lnTo>
                  <a:lnTo>
                    <a:pt x="6907501" y="1668810"/>
                  </a:lnTo>
                  <a:lnTo>
                    <a:pt x="6906833" y="1668810"/>
                  </a:lnTo>
                  <a:lnTo>
                    <a:pt x="6906165" y="1668810"/>
                  </a:lnTo>
                  <a:lnTo>
                    <a:pt x="6905497" y="1668810"/>
                  </a:lnTo>
                  <a:lnTo>
                    <a:pt x="6904829" y="1668810"/>
                  </a:lnTo>
                  <a:lnTo>
                    <a:pt x="6904161" y="1668810"/>
                  </a:lnTo>
                  <a:lnTo>
                    <a:pt x="6903493" y="1668810"/>
                  </a:lnTo>
                  <a:lnTo>
                    <a:pt x="6902825" y="1668810"/>
                  </a:lnTo>
                  <a:lnTo>
                    <a:pt x="6902157" y="1668810"/>
                  </a:lnTo>
                  <a:lnTo>
                    <a:pt x="6901489" y="1668810"/>
                  </a:lnTo>
                  <a:lnTo>
                    <a:pt x="6900821" y="1668810"/>
                  </a:lnTo>
                  <a:lnTo>
                    <a:pt x="6900153" y="1668810"/>
                  </a:lnTo>
                  <a:lnTo>
                    <a:pt x="6899485" y="1668810"/>
                  </a:lnTo>
                  <a:lnTo>
                    <a:pt x="6898817" y="1668810"/>
                  </a:lnTo>
                  <a:lnTo>
                    <a:pt x="6898149" y="1668810"/>
                  </a:lnTo>
                  <a:lnTo>
                    <a:pt x="6897481" y="1668810"/>
                  </a:lnTo>
                  <a:lnTo>
                    <a:pt x="6896813" y="1668810"/>
                  </a:lnTo>
                  <a:lnTo>
                    <a:pt x="6896145" y="1668810"/>
                  </a:lnTo>
                  <a:lnTo>
                    <a:pt x="6895477" y="1668810"/>
                  </a:lnTo>
                  <a:lnTo>
                    <a:pt x="6894809" y="1668810"/>
                  </a:lnTo>
                  <a:lnTo>
                    <a:pt x="6894141" y="1668810"/>
                  </a:lnTo>
                  <a:lnTo>
                    <a:pt x="6893473" y="1668810"/>
                  </a:lnTo>
                  <a:lnTo>
                    <a:pt x="6892805" y="1668810"/>
                  </a:lnTo>
                  <a:lnTo>
                    <a:pt x="6892137" y="1668810"/>
                  </a:lnTo>
                  <a:lnTo>
                    <a:pt x="6891468" y="1668810"/>
                  </a:lnTo>
                  <a:lnTo>
                    <a:pt x="6890800" y="1668810"/>
                  </a:lnTo>
                  <a:lnTo>
                    <a:pt x="6890132" y="1668810"/>
                  </a:lnTo>
                  <a:lnTo>
                    <a:pt x="6889464" y="1668810"/>
                  </a:lnTo>
                  <a:lnTo>
                    <a:pt x="6888796" y="1668810"/>
                  </a:lnTo>
                  <a:lnTo>
                    <a:pt x="6888128" y="1668810"/>
                  </a:lnTo>
                  <a:lnTo>
                    <a:pt x="6887460" y="1668810"/>
                  </a:lnTo>
                  <a:lnTo>
                    <a:pt x="6886792" y="1668810"/>
                  </a:lnTo>
                  <a:lnTo>
                    <a:pt x="6886124" y="1668810"/>
                  </a:lnTo>
                  <a:lnTo>
                    <a:pt x="6885456" y="1668810"/>
                  </a:lnTo>
                  <a:lnTo>
                    <a:pt x="6884788" y="1668810"/>
                  </a:lnTo>
                  <a:lnTo>
                    <a:pt x="6884120" y="1668810"/>
                  </a:lnTo>
                  <a:lnTo>
                    <a:pt x="6883452" y="1668810"/>
                  </a:lnTo>
                  <a:lnTo>
                    <a:pt x="6882784" y="1668810"/>
                  </a:lnTo>
                  <a:lnTo>
                    <a:pt x="6882116" y="1668810"/>
                  </a:lnTo>
                  <a:lnTo>
                    <a:pt x="6881448" y="1668810"/>
                  </a:lnTo>
                  <a:lnTo>
                    <a:pt x="6880780" y="1668810"/>
                  </a:lnTo>
                  <a:lnTo>
                    <a:pt x="6880112" y="1668810"/>
                  </a:lnTo>
                  <a:lnTo>
                    <a:pt x="6879444" y="1668810"/>
                  </a:lnTo>
                  <a:lnTo>
                    <a:pt x="6878776" y="1668810"/>
                  </a:lnTo>
                  <a:lnTo>
                    <a:pt x="6878108" y="1668810"/>
                  </a:lnTo>
                  <a:lnTo>
                    <a:pt x="6877440" y="1668810"/>
                  </a:lnTo>
                  <a:lnTo>
                    <a:pt x="6876772" y="1668810"/>
                  </a:lnTo>
                  <a:lnTo>
                    <a:pt x="6876104" y="1668810"/>
                  </a:lnTo>
                  <a:lnTo>
                    <a:pt x="6875436" y="1668810"/>
                  </a:lnTo>
                  <a:lnTo>
                    <a:pt x="6874768" y="1668810"/>
                  </a:lnTo>
                  <a:lnTo>
                    <a:pt x="6874100" y="1668810"/>
                  </a:lnTo>
                  <a:lnTo>
                    <a:pt x="6873432" y="1668810"/>
                  </a:lnTo>
                  <a:lnTo>
                    <a:pt x="6872764" y="1668810"/>
                  </a:lnTo>
                  <a:lnTo>
                    <a:pt x="6872096" y="1668810"/>
                  </a:lnTo>
                  <a:lnTo>
                    <a:pt x="6871428" y="1668810"/>
                  </a:lnTo>
                  <a:lnTo>
                    <a:pt x="6870760" y="1668810"/>
                  </a:lnTo>
                  <a:lnTo>
                    <a:pt x="6870092" y="1668810"/>
                  </a:lnTo>
                  <a:lnTo>
                    <a:pt x="6869424" y="1668810"/>
                  </a:lnTo>
                  <a:lnTo>
                    <a:pt x="6868756" y="1668810"/>
                  </a:lnTo>
                  <a:lnTo>
                    <a:pt x="6868088" y="1668810"/>
                  </a:lnTo>
                  <a:lnTo>
                    <a:pt x="6867420" y="1668810"/>
                  </a:lnTo>
                  <a:lnTo>
                    <a:pt x="6866751" y="1668810"/>
                  </a:lnTo>
                  <a:lnTo>
                    <a:pt x="6866083" y="1668810"/>
                  </a:lnTo>
                  <a:lnTo>
                    <a:pt x="6865415" y="1668810"/>
                  </a:lnTo>
                  <a:lnTo>
                    <a:pt x="6864747" y="1668810"/>
                  </a:lnTo>
                  <a:lnTo>
                    <a:pt x="6864079" y="1668810"/>
                  </a:lnTo>
                  <a:lnTo>
                    <a:pt x="6863411" y="1668810"/>
                  </a:lnTo>
                  <a:lnTo>
                    <a:pt x="6862743" y="1668810"/>
                  </a:lnTo>
                  <a:lnTo>
                    <a:pt x="6862075" y="1668810"/>
                  </a:lnTo>
                  <a:lnTo>
                    <a:pt x="6861407" y="1668810"/>
                  </a:lnTo>
                  <a:lnTo>
                    <a:pt x="6860739" y="1668810"/>
                  </a:lnTo>
                  <a:lnTo>
                    <a:pt x="6860071" y="1668810"/>
                  </a:lnTo>
                  <a:lnTo>
                    <a:pt x="6859403" y="1668810"/>
                  </a:lnTo>
                  <a:lnTo>
                    <a:pt x="6858735" y="1668810"/>
                  </a:lnTo>
                  <a:lnTo>
                    <a:pt x="6858067" y="1668810"/>
                  </a:lnTo>
                  <a:lnTo>
                    <a:pt x="6857399" y="1668810"/>
                  </a:lnTo>
                  <a:lnTo>
                    <a:pt x="6856731" y="1668810"/>
                  </a:lnTo>
                  <a:lnTo>
                    <a:pt x="6856063" y="1668810"/>
                  </a:lnTo>
                  <a:lnTo>
                    <a:pt x="6855395" y="1668810"/>
                  </a:lnTo>
                  <a:lnTo>
                    <a:pt x="6854727" y="1668810"/>
                  </a:lnTo>
                  <a:lnTo>
                    <a:pt x="6854059" y="1668810"/>
                  </a:lnTo>
                  <a:lnTo>
                    <a:pt x="6853391" y="1668810"/>
                  </a:lnTo>
                  <a:lnTo>
                    <a:pt x="6852723" y="1668810"/>
                  </a:lnTo>
                  <a:lnTo>
                    <a:pt x="6852055" y="1668810"/>
                  </a:lnTo>
                  <a:lnTo>
                    <a:pt x="6851387" y="1668810"/>
                  </a:lnTo>
                  <a:lnTo>
                    <a:pt x="6850719" y="1668810"/>
                  </a:lnTo>
                  <a:lnTo>
                    <a:pt x="6850051" y="1668810"/>
                  </a:lnTo>
                  <a:lnTo>
                    <a:pt x="6849383" y="1668810"/>
                  </a:lnTo>
                  <a:lnTo>
                    <a:pt x="6848715" y="1668810"/>
                  </a:lnTo>
                  <a:lnTo>
                    <a:pt x="6848047" y="1668810"/>
                  </a:lnTo>
                  <a:lnTo>
                    <a:pt x="6847379" y="1668810"/>
                  </a:lnTo>
                  <a:lnTo>
                    <a:pt x="6846711" y="1668810"/>
                  </a:lnTo>
                  <a:lnTo>
                    <a:pt x="6846043" y="1668810"/>
                  </a:lnTo>
                  <a:lnTo>
                    <a:pt x="6845375" y="1668810"/>
                  </a:lnTo>
                  <a:lnTo>
                    <a:pt x="6844707" y="1668810"/>
                  </a:lnTo>
                  <a:lnTo>
                    <a:pt x="6844039" y="1668810"/>
                  </a:lnTo>
                  <a:lnTo>
                    <a:pt x="6843371" y="1668810"/>
                  </a:lnTo>
                  <a:lnTo>
                    <a:pt x="6842702" y="1668810"/>
                  </a:lnTo>
                  <a:lnTo>
                    <a:pt x="6842034" y="1668810"/>
                  </a:lnTo>
                  <a:lnTo>
                    <a:pt x="6841366" y="1668810"/>
                  </a:lnTo>
                  <a:lnTo>
                    <a:pt x="6840698" y="1668810"/>
                  </a:lnTo>
                  <a:lnTo>
                    <a:pt x="6840030" y="1668810"/>
                  </a:lnTo>
                  <a:lnTo>
                    <a:pt x="6839362" y="1668810"/>
                  </a:lnTo>
                  <a:lnTo>
                    <a:pt x="6838694" y="1668810"/>
                  </a:lnTo>
                  <a:lnTo>
                    <a:pt x="6838026" y="1668810"/>
                  </a:lnTo>
                  <a:lnTo>
                    <a:pt x="6837358" y="1668810"/>
                  </a:lnTo>
                  <a:lnTo>
                    <a:pt x="6836690" y="1668810"/>
                  </a:lnTo>
                  <a:lnTo>
                    <a:pt x="6836022" y="1668810"/>
                  </a:lnTo>
                  <a:lnTo>
                    <a:pt x="6835354" y="1668810"/>
                  </a:lnTo>
                  <a:lnTo>
                    <a:pt x="6834686" y="1668810"/>
                  </a:lnTo>
                  <a:lnTo>
                    <a:pt x="6834018" y="1668810"/>
                  </a:lnTo>
                  <a:lnTo>
                    <a:pt x="6833350" y="1668810"/>
                  </a:lnTo>
                  <a:lnTo>
                    <a:pt x="6832682" y="1668810"/>
                  </a:lnTo>
                  <a:lnTo>
                    <a:pt x="6832014" y="1668810"/>
                  </a:lnTo>
                  <a:lnTo>
                    <a:pt x="6831346" y="1668810"/>
                  </a:lnTo>
                  <a:lnTo>
                    <a:pt x="6830678" y="1668810"/>
                  </a:lnTo>
                  <a:lnTo>
                    <a:pt x="6830010" y="1668810"/>
                  </a:lnTo>
                  <a:lnTo>
                    <a:pt x="6829342" y="1668810"/>
                  </a:lnTo>
                  <a:lnTo>
                    <a:pt x="6828674" y="1668810"/>
                  </a:lnTo>
                  <a:lnTo>
                    <a:pt x="6828006" y="1668810"/>
                  </a:lnTo>
                  <a:lnTo>
                    <a:pt x="6827338" y="1668810"/>
                  </a:lnTo>
                  <a:lnTo>
                    <a:pt x="6826670" y="1668810"/>
                  </a:lnTo>
                  <a:lnTo>
                    <a:pt x="6826002" y="1668810"/>
                  </a:lnTo>
                  <a:lnTo>
                    <a:pt x="6825334" y="1668810"/>
                  </a:lnTo>
                  <a:lnTo>
                    <a:pt x="6824666" y="1668810"/>
                  </a:lnTo>
                  <a:lnTo>
                    <a:pt x="6823998" y="1668810"/>
                  </a:lnTo>
                  <a:lnTo>
                    <a:pt x="6823330" y="1668810"/>
                  </a:lnTo>
                  <a:lnTo>
                    <a:pt x="6822662" y="1668810"/>
                  </a:lnTo>
                  <a:lnTo>
                    <a:pt x="6821994" y="1668810"/>
                  </a:lnTo>
                  <a:lnTo>
                    <a:pt x="6821326" y="1668810"/>
                  </a:lnTo>
                  <a:lnTo>
                    <a:pt x="6820658" y="1668810"/>
                  </a:lnTo>
                  <a:lnTo>
                    <a:pt x="6819990" y="1668810"/>
                  </a:lnTo>
                  <a:lnTo>
                    <a:pt x="6819322" y="1668810"/>
                  </a:lnTo>
                  <a:lnTo>
                    <a:pt x="6818654" y="1668810"/>
                  </a:lnTo>
                  <a:lnTo>
                    <a:pt x="6817985" y="1668810"/>
                  </a:lnTo>
                  <a:lnTo>
                    <a:pt x="6817317" y="1668810"/>
                  </a:lnTo>
                  <a:lnTo>
                    <a:pt x="6816649" y="1668810"/>
                  </a:lnTo>
                  <a:lnTo>
                    <a:pt x="6815981" y="1668810"/>
                  </a:lnTo>
                  <a:lnTo>
                    <a:pt x="6815313" y="1668810"/>
                  </a:lnTo>
                  <a:lnTo>
                    <a:pt x="6814645" y="1668810"/>
                  </a:lnTo>
                  <a:lnTo>
                    <a:pt x="6813977" y="1668810"/>
                  </a:lnTo>
                  <a:lnTo>
                    <a:pt x="6813309" y="1668810"/>
                  </a:lnTo>
                  <a:lnTo>
                    <a:pt x="6812641" y="1668810"/>
                  </a:lnTo>
                  <a:lnTo>
                    <a:pt x="6811973" y="1668810"/>
                  </a:lnTo>
                  <a:lnTo>
                    <a:pt x="6811305" y="1668810"/>
                  </a:lnTo>
                  <a:lnTo>
                    <a:pt x="6810637" y="1668810"/>
                  </a:lnTo>
                  <a:lnTo>
                    <a:pt x="6809969" y="1668810"/>
                  </a:lnTo>
                  <a:lnTo>
                    <a:pt x="6809301" y="1668810"/>
                  </a:lnTo>
                  <a:lnTo>
                    <a:pt x="6808633" y="1668810"/>
                  </a:lnTo>
                  <a:lnTo>
                    <a:pt x="6807965" y="1668810"/>
                  </a:lnTo>
                  <a:lnTo>
                    <a:pt x="6807297" y="1668810"/>
                  </a:lnTo>
                  <a:lnTo>
                    <a:pt x="6806629" y="1668810"/>
                  </a:lnTo>
                  <a:lnTo>
                    <a:pt x="6805961" y="1668810"/>
                  </a:lnTo>
                  <a:lnTo>
                    <a:pt x="6805293" y="1668810"/>
                  </a:lnTo>
                  <a:lnTo>
                    <a:pt x="6804625" y="1668810"/>
                  </a:lnTo>
                  <a:lnTo>
                    <a:pt x="6803957" y="1668810"/>
                  </a:lnTo>
                  <a:lnTo>
                    <a:pt x="6803289" y="1668810"/>
                  </a:lnTo>
                  <a:lnTo>
                    <a:pt x="6802621" y="1668810"/>
                  </a:lnTo>
                  <a:lnTo>
                    <a:pt x="6801953" y="1668810"/>
                  </a:lnTo>
                  <a:lnTo>
                    <a:pt x="6801285" y="1668810"/>
                  </a:lnTo>
                  <a:lnTo>
                    <a:pt x="6800617" y="1668810"/>
                  </a:lnTo>
                  <a:lnTo>
                    <a:pt x="6799949" y="1668810"/>
                  </a:lnTo>
                  <a:lnTo>
                    <a:pt x="6799281" y="1668810"/>
                  </a:lnTo>
                  <a:lnTo>
                    <a:pt x="6798613" y="1668810"/>
                  </a:lnTo>
                  <a:lnTo>
                    <a:pt x="6797945" y="1668810"/>
                  </a:lnTo>
                  <a:lnTo>
                    <a:pt x="6797277" y="1668810"/>
                  </a:lnTo>
                  <a:lnTo>
                    <a:pt x="6796609" y="1668810"/>
                  </a:lnTo>
                  <a:lnTo>
                    <a:pt x="6795941" y="1668810"/>
                  </a:lnTo>
                  <a:lnTo>
                    <a:pt x="6795273" y="1668810"/>
                  </a:lnTo>
                  <a:lnTo>
                    <a:pt x="6794605" y="1668810"/>
                  </a:lnTo>
                  <a:lnTo>
                    <a:pt x="6793937" y="1668810"/>
                  </a:lnTo>
                  <a:lnTo>
                    <a:pt x="6793268" y="1668810"/>
                  </a:lnTo>
                  <a:lnTo>
                    <a:pt x="6792600" y="1668810"/>
                  </a:lnTo>
                  <a:lnTo>
                    <a:pt x="6791932" y="1668810"/>
                  </a:lnTo>
                  <a:lnTo>
                    <a:pt x="6791264" y="1668810"/>
                  </a:lnTo>
                  <a:lnTo>
                    <a:pt x="6790596" y="1668810"/>
                  </a:lnTo>
                  <a:lnTo>
                    <a:pt x="6789928" y="1668810"/>
                  </a:lnTo>
                  <a:lnTo>
                    <a:pt x="6789260" y="1668810"/>
                  </a:lnTo>
                  <a:lnTo>
                    <a:pt x="6788592" y="1668810"/>
                  </a:lnTo>
                  <a:lnTo>
                    <a:pt x="6787924" y="1668810"/>
                  </a:lnTo>
                  <a:lnTo>
                    <a:pt x="6787256" y="1668810"/>
                  </a:lnTo>
                  <a:lnTo>
                    <a:pt x="6786588" y="1668810"/>
                  </a:lnTo>
                  <a:lnTo>
                    <a:pt x="6785920" y="1668810"/>
                  </a:lnTo>
                  <a:lnTo>
                    <a:pt x="6785252" y="1668810"/>
                  </a:lnTo>
                  <a:lnTo>
                    <a:pt x="6784584" y="1668810"/>
                  </a:lnTo>
                  <a:lnTo>
                    <a:pt x="6783916" y="1668810"/>
                  </a:lnTo>
                  <a:lnTo>
                    <a:pt x="6783248" y="1668810"/>
                  </a:lnTo>
                  <a:lnTo>
                    <a:pt x="6782580" y="1668810"/>
                  </a:lnTo>
                  <a:lnTo>
                    <a:pt x="6781912" y="1668810"/>
                  </a:lnTo>
                  <a:lnTo>
                    <a:pt x="6781244" y="1668810"/>
                  </a:lnTo>
                  <a:lnTo>
                    <a:pt x="6780576" y="1668810"/>
                  </a:lnTo>
                  <a:lnTo>
                    <a:pt x="6779908" y="1668810"/>
                  </a:lnTo>
                  <a:lnTo>
                    <a:pt x="6779240" y="1668810"/>
                  </a:lnTo>
                  <a:lnTo>
                    <a:pt x="6778572" y="1668810"/>
                  </a:lnTo>
                  <a:lnTo>
                    <a:pt x="6777904" y="1668810"/>
                  </a:lnTo>
                  <a:lnTo>
                    <a:pt x="6777236" y="1668810"/>
                  </a:lnTo>
                  <a:lnTo>
                    <a:pt x="6776568" y="1668810"/>
                  </a:lnTo>
                  <a:lnTo>
                    <a:pt x="6775900" y="1668810"/>
                  </a:lnTo>
                  <a:lnTo>
                    <a:pt x="6775232" y="1668810"/>
                  </a:lnTo>
                  <a:lnTo>
                    <a:pt x="6774564" y="1668810"/>
                  </a:lnTo>
                  <a:lnTo>
                    <a:pt x="6773896" y="1668810"/>
                  </a:lnTo>
                  <a:lnTo>
                    <a:pt x="6773228" y="1668810"/>
                  </a:lnTo>
                  <a:lnTo>
                    <a:pt x="6772560" y="1668810"/>
                  </a:lnTo>
                  <a:lnTo>
                    <a:pt x="6771892" y="1668810"/>
                  </a:lnTo>
                  <a:lnTo>
                    <a:pt x="6771224" y="1668810"/>
                  </a:lnTo>
                  <a:lnTo>
                    <a:pt x="6770556" y="1668810"/>
                  </a:lnTo>
                  <a:lnTo>
                    <a:pt x="6769888" y="1668810"/>
                  </a:lnTo>
                  <a:lnTo>
                    <a:pt x="6769220" y="1668810"/>
                  </a:lnTo>
                  <a:lnTo>
                    <a:pt x="6768551" y="1668810"/>
                  </a:lnTo>
                  <a:lnTo>
                    <a:pt x="6767883" y="1668810"/>
                  </a:lnTo>
                  <a:lnTo>
                    <a:pt x="6767215" y="1668810"/>
                  </a:lnTo>
                  <a:lnTo>
                    <a:pt x="6766547" y="1668810"/>
                  </a:lnTo>
                  <a:lnTo>
                    <a:pt x="6765879" y="1668810"/>
                  </a:lnTo>
                  <a:lnTo>
                    <a:pt x="6765211" y="1668810"/>
                  </a:lnTo>
                  <a:lnTo>
                    <a:pt x="6764543" y="1668810"/>
                  </a:lnTo>
                  <a:lnTo>
                    <a:pt x="6763875" y="1668810"/>
                  </a:lnTo>
                  <a:lnTo>
                    <a:pt x="6763207" y="1668810"/>
                  </a:lnTo>
                  <a:lnTo>
                    <a:pt x="6762539" y="1668810"/>
                  </a:lnTo>
                  <a:lnTo>
                    <a:pt x="6761871" y="1668810"/>
                  </a:lnTo>
                  <a:lnTo>
                    <a:pt x="6761203" y="1668810"/>
                  </a:lnTo>
                  <a:lnTo>
                    <a:pt x="6760535" y="1668810"/>
                  </a:lnTo>
                  <a:lnTo>
                    <a:pt x="6759867" y="1668810"/>
                  </a:lnTo>
                  <a:lnTo>
                    <a:pt x="6759199" y="1668810"/>
                  </a:lnTo>
                  <a:lnTo>
                    <a:pt x="6758531" y="1668810"/>
                  </a:lnTo>
                  <a:lnTo>
                    <a:pt x="6757863" y="1668810"/>
                  </a:lnTo>
                  <a:lnTo>
                    <a:pt x="6757195" y="1668810"/>
                  </a:lnTo>
                  <a:lnTo>
                    <a:pt x="6756527" y="1668810"/>
                  </a:lnTo>
                  <a:lnTo>
                    <a:pt x="6755859" y="1668810"/>
                  </a:lnTo>
                  <a:lnTo>
                    <a:pt x="6755191" y="1668810"/>
                  </a:lnTo>
                  <a:lnTo>
                    <a:pt x="6754523" y="1668810"/>
                  </a:lnTo>
                  <a:lnTo>
                    <a:pt x="6753855" y="1668810"/>
                  </a:lnTo>
                  <a:lnTo>
                    <a:pt x="6753187" y="1668810"/>
                  </a:lnTo>
                  <a:lnTo>
                    <a:pt x="6752519" y="1668810"/>
                  </a:lnTo>
                  <a:lnTo>
                    <a:pt x="6751851" y="1668810"/>
                  </a:lnTo>
                  <a:lnTo>
                    <a:pt x="6751183" y="1668810"/>
                  </a:lnTo>
                  <a:lnTo>
                    <a:pt x="6750515" y="1668810"/>
                  </a:lnTo>
                  <a:lnTo>
                    <a:pt x="6749847" y="1668810"/>
                  </a:lnTo>
                  <a:lnTo>
                    <a:pt x="6749179" y="1668810"/>
                  </a:lnTo>
                  <a:lnTo>
                    <a:pt x="6748511" y="1668810"/>
                  </a:lnTo>
                  <a:lnTo>
                    <a:pt x="6747843" y="1668810"/>
                  </a:lnTo>
                  <a:lnTo>
                    <a:pt x="6747175" y="1668810"/>
                  </a:lnTo>
                  <a:lnTo>
                    <a:pt x="6746507" y="1668810"/>
                  </a:lnTo>
                  <a:lnTo>
                    <a:pt x="6745839" y="1668810"/>
                  </a:lnTo>
                  <a:lnTo>
                    <a:pt x="6745171" y="1668810"/>
                  </a:lnTo>
                  <a:lnTo>
                    <a:pt x="6744502" y="1668810"/>
                  </a:lnTo>
                  <a:lnTo>
                    <a:pt x="6743834" y="1668810"/>
                  </a:lnTo>
                  <a:lnTo>
                    <a:pt x="6743166" y="1668810"/>
                  </a:lnTo>
                  <a:lnTo>
                    <a:pt x="6742498" y="1668810"/>
                  </a:lnTo>
                  <a:lnTo>
                    <a:pt x="6741830" y="1668810"/>
                  </a:lnTo>
                  <a:lnTo>
                    <a:pt x="6741162" y="1668810"/>
                  </a:lnTo>
                  <a:lnTo>
                    <a:pt x="6740494" y="1668810"/>
                  </a:lnTo>
                  <a:lnTo>
                    <a:pt x="6739826" y="1668810"/>
                  </a:lnTo>
                  <a:lnTo>
                    <a:pt x="6739158" y="1668810"/>
                  </a:lnTo>
                  <a:lnTo>
                    <a:pt x="6738490" y="1668810"/>
                  </a:lnTo>
                  <a:lnTo>
                    <a:pt x="6737822" y="1668810"/>
                  </a:lnTo>
                  <a:lnTo>
                    <a:pt x="6737154" y="1668810"/>
                  </a:lnTo>
                  <a:lnTo>
                    <a:pt x="6736486" y="1668810"/>
                  </a:lnTo>
                  <a:lnTo>
                    <a:pt x="6735818" y="1668810"/>
                  </a:lnTo>
                  <a:lnTo>
                    <a:pt x="6735150" y="1668810"/>
                  </a:lnTo>
                  <a:lnTo>
                    <a:pt x="6734482" y="1668810"/>
                  </a:lnTo>
                  <a:lnTo>
                    <a:pt x="6733814" y="1668810"/>
                  </a:lnTo>
                  <a:lnTo>
                    <a:pt x="6733146" y="1668810"/>
                  </a:lnTo>
                  <a:lnTo>
                    <a:pt x="6732478" y="1668810"/>
                  </a:lnTo>
                  <a:lnTo>
                    <a:pt x="6731810" y="1668810"/>
                  </a:lnTo>
                  <a:lnTo>
                    <a:pt x="6731142" y="1668810"/>
                  </a:lnTo>
                  <a:lnTo>
                    <a:pt x="6730474" y="1668810"/>
                  </a:lnTo>
                  <a:lnTo>
                    <a:pt x="6729806" y="1668810"/>
                  </a:lnTo>
                  <a:lnTo>
                    <a:pt x="6729138" y="1668810"/>
                  </a:lnTo>
                  <a:lnTo>
                    <a:pt x="6728470" y="1668810"/>
                  </a:lnTo>
                  <a:lnTo>
                    <a:pt x="6727802" y="1668810"/>
                  </a:lnTo>
                  <a:lnTo>
                    <a:pt x="6727134" y="1668810"/>
                  </a:lnTo>
                  <a:lnTo>
                    <a:pt x="6726466" y="1668810"/>
                  </a:lnTo>
                  <a:lnTo>
                    <a:pt x="6725798" y="1668810"/>
                  </a:lnTo>
                  <a:lnTo>
                    <a:pt x="6725130" y="1668810"/>
                  </a:lnTo>
                  <a:lnTo>
                    <a:pt x="6724462" y="1668810"/>
                  </a:lnTo>
                  <a:lnTo>
                    <a:pt x="6723794" y="1668810"/>
                  </a:lnTo>
                  <a:lnTo>
                    <a:pt x="6723126" y="1668810"/>
                  </a:lnTo>
                  <a:lnTo>
                    <a:pt x="6722458" y="1668810"/>
                  </a:lnTo>
                  <a:lnTo>
                    <a:pt x="6721790" y="1668810"/>
                  </a:lnTo>
                  <a:lnTo>
                    <a:pt x="6721122" y="1668810"/>
                  </a:lnTo>
                  <a:lnTo>
                    <a:pt x="6720454" y="1668810"/>
                  </a:lnTo>
                  <a:lnTo>
                    <a:pt x="6719785" y="1668810"/>
                  </a:lnTo>
                  <a:lnTo>
                    <a:pt x="6719117" y="1668810"/>
                  </a:lnTo>
                  <a:lnTo>
                    <a:pt x="6718449" y="1668810"/>
                  </a:lnTo>
                  <a:lnTo>
                    <a:pt x="6717781" y="1668810"/>
                  </a:lnTo>
                  <a:lnTo>
                    <a:pt x="6717113" y="1668810"/>
                  </a:lnTo>
                  <a:lnTo>
                    <a:pt x="6716445" y="1668810"/>
                  </a:lnTo>
                  <a:lnTo>
                    <a:pt x="6715777" y="1668810"/>
                  </a:lnTo>
                  <a:lnTo>
                    <a:pt x="6715109" y="1668810"/>
                  </a:lnTo>
                  <a:lnTo>
                    <a:pt x="6714441" y="1668810"/>
                  </a:lnTo>
                  <a:lnTo>
                    <a:pt x="6713773" y="1668810"/>
                  </a:lnTo>
                  <a:lnTo>
                    <a:pt x="6713105" y="1668810"/>
                  </a:lnTo>
                  <a:lnTo>
                    <a:pt x="6712437" y="1668810"/>
                  </a:lnTo>
                  <a:lnTo>
                    <a:pt x="6711769" y="1668810"/>
                  </a:lnTo>
                  <a:lnTo>
                    <a:pt x="6711101" y="1668810"/>
                  </a:lnTo>
                  <a:lnTo>
                    <a:pt x="6710433" y="1668810"/>
                  </a:lnTo>
                  <a:lnTo>
                    <a:pt x="6709765" y="1668810"/>
                  </a:lnTo>
                  <a:lnTo>
                    <a:pt x="6709097" y="1668810"/>
                  </a:lnTo>
                  <a:lnTo>
                    <a:pt x="6708429" y="1668810"/>
                  </a:lnTo>
                  <a:lnTo>
                    <a:pt x="6707761" y="1668810"/>
                  </a:lnTo>
                  <a:lnTo>
                    <a:pt x="6707093" y="1668810"/>
                  </a:lnTo>
                  <a:lnTo>
                    <a:pt x="6706425" y="1668810"/>
                  </a:lnTo>
                  <a:lnTo>
                    <a:pt x="6705757" y="1668810"/>
                  </a:lnTo>
                  <a:lnTo>
                    <a:pt x="6705089" y="1668810"/>
                  </a:lnTo>
                  <a:lnTo>
                    <a:pt x="6704421" y="1668810"/>
                  </a:lnTo>
                  <a:lnTo>
                    <a:pt x="6703753" y="1668810"/>
                  </a:lnTo>
                  <a:lnTo>
                    <a:pt x="6703085" y="1668810"/>
                  </a:lnTo>
                  <a:lnTo>
                    <a:pt x="6702417" y="1668810"/>
                  </a:lnTo>
                  <a:lnTo>
                    <a:pt x="6701749" y="1668810"/>
                  </a:lnTo>
                  <a:lnTo>
                    <a:pt x="6701081" y="1668810"/>
                  </a:lnTo>
                  <a:lnTo>
                    <a:pt x="6700413" y="1668810"/>
                  </a:lnTo>
                  <a:lnTo>
                    <a:pt x="6699745" y="1668810"/>
                  </a:lnTo>
                  <a:lnTo>
                    <a:pt x="6699077" y="1668810"/>
                  </a:lnTo>
                  <a:lnTo>
                    <a:pt x="6698409" y="1668810"/>
                  </a:lnTo>
                  <a:lnTo>
                    <a:pt x="6697741" y="1668810"/>
                  </a:lnTo>
                  <a:lnTo>
                    <a:pt x="6697073" y="1668810"/>
                  </a:lnTo>
                  <a:lnTo>
                    <a:pt x="6696405" y="1668810"/>
                  </a:lnTo>
                  <a:lnTo>
                    <a:pt x="6695737" y="1668810"/>
                  </a:lnTo>
                  <a:lnTo>
                    <a:pt x="6695068" y="1668810"/>
                  </a:lnTo>
                  <a:lnTo>
                    <a:pt x="6694400" y="1668810"/>
                  </a:lnTo>
                  <a:lnTo>
                    <a:pt x="6693732" y="1668810"/>
                  </a:lnTo>
                  <a:lnTo>
                    <a:pt x="6693064" y="1668810"/>
                  </a:lnTo>
                  <a:lnTo>
                    <a:pt x="6692396" y="1668810"/>
                  </a:lnTo>
                  <a:lnTo>
                    <a:pt x="6691728" y="1668810"/>
                  </a:lnTo>
                  <a:lnTo>
                    <a:pt x="6691060" y="1668810"/>
                  </a:lnTo>
                  <a:lnTo>
                    <a:pt x="6690392" y="1668810"/>
                  </a:lnTo>
                  <a:lnTo>
                    <a:pt x="6689724" y="1668810"/>
                  </a:lnTo>
                  <a:lnTo>
                    <a:pt x="6689056" y="1668810"/>
                  </a:lnTo>
                  <a:lnTo>
                    <a:pt x="6688388" y="1668810"/>
                  </a:lnTo>
                  <a:lnTo>
                    <a:pt x="6687720" y="1668810"/>
                  </a:lnTo>
                  <a:lnTo>
                    <a:pt x="6687052" y="1668810"/>
                  </a:lnTo>
                  <a:lnTo>
                    <a:pt x="6686384" y="1668810"/>
                  </a:lnTo>
                  <a:lnTo>
                    <a:pt x="6685716" y="1668810"/>
                  </a:lnTo>
                  <a:lnTo>
                    <a:pt x="6685048" y="1668810"/>
                  </a:lnTo>
                  <a:lnTo>
                    <a:pt x="6684380" y="1668810"/>
                  </a:lnTo>
                  <a:lnTo>
                    <a:pt x="6683712" y="1668810"/>
                  </a:lnTo>
                  <a:lnTo>
                    <a:pt x="6683044" y="1668810"/>
                  </a:lnTo>
                  <a:lnTo>
                    <a:pt x="6682376" y="1668810"/>
                  </a:lnTo>
                  <a:lnTo>
                    <a:pt x="6681708" y="1668810"/>
                  </a:lnTo>
                  <a:lnTo>
                    <a:pt x="6681040" y="1668810"/>
                  </a:lnTo>
                  <a:lnTo>
                    <a:pt x="6680372" y="1668810"/>
                  </a:lnTo>
                  <a:lnTo>
                    <a:pt x="6679704" y="1668810"/>
                  </a:lnTo>
                  <a:lnTo>
                    <a:pt x="6679036" y="1668810"/>
                  </a:lnTo>
                  <a:lnTo>
                    <a:pt x="6678368" y="1668810"/>
                  </a:lnTo>
                  <a:lnTo>
                    <a:pt x="6677700" y="1668810"/>
                  </a:lnTo>
                  <a:lnTo>
                    <a:pt x="6677032" y="1668810"/>
                  </a:lnTo>
                  <a:lnTo>
                    <a:pt x="6676364" y="1668810"/>
                  </a:lnTo>
                  <a:lnTo>
                    <a:pt x="6675696" y="1668810"/>
                  </a:lnTo>
                  <a:lnTo>
                    <a:pt x="6675028" y="1668810"/>
                  </a:lnTo>
                  <a:lnTo>
                    <a:pt x="6674360" y="1668810"/>
                  </a:lnTo>
                  <a:lnTo>
                    <a:pt x="6673692" y="1668810"/>
                  </a:lnTo>
                  <a:lnTo>
                    <a:pt x="6673024" y="1668810"/>
                  </a:lnTo>
                  <a:lnTo>
                    <a:pt x="6672356" y="1668810"/>
                  </a:lnTo>
                  <a:lnTo>
                    <a:pt x="6671688" y="1668810"/>
                  </a:lnTo>
                  <a:lnTo>
                    <a:pt x="6671020" y="1668810"/>
                  </a:lnTo>
                  <a:lnTo>
                    <a:pt x="6670351" y="1668810"/>
                  </a:lnTo>
                  <a:lnTo>
                    <a:pt x="6669683" y="1668810"/>
                  </a:lnTo>
                  <a:lnTo>
                    <a:pt x="6669015" y="1668810"/>
                  </a:lnTo>
                  <a:lnTo>
                    <a:pt x="6668347" y="1668810"/>
                  </a:lnTo>
                  <a:lnTo>
                    <a:pt x="6667679" y="1668810"/>
                  </a:lnTo>
                  <a:lnTo>
                    <a:pt x="6667011" y="1668810"/>
                  </a:lnTo>
                  <a:lnTo>
                    <a:pt x="6666343" y="1668810"/>
                  </a:lnTo>
                  <a:lnTo>
                    <a:pt x="6665675" y="1668810"/>
                  </a:lnTo>
                  <a:lnTo>
                    <a:pt x="6665007" y="1668810"/>
                  </a:lnTo>
                  <a:lnTo>
                    <a:pt x="6664339" y="1668810"/>
                  </a:lnTo>
                  <a:lnTo>
                    <a:pt x="6663671" y="1668810"/>
                  </a:lnTo>
                  <a:lnTo>
                    <a:pt x="6663003" y="1668810"/>
                  </a:lnTo>
                  <a:lnTo>
                    <a:pt x="6662335" y="1668810"/>
                  </a:lnTo>
                  <a:lnTo>
                    <a:pt x="6661667" y="1668810"/>
                  </a:lnTo>
                  <a:lnTo>
                    <a:pt x="6660999" y="1668810"/>
                  </a:lnTo>
                  <a:lnTo>
                    <a:pt x="6660331" y="1668810"/>
                  </a:lnTo>
                  <a:lnTo>
                    <a:pt x="6659663" y="1668810"/>
                  </a:lnTo>
                  <a:lnTo>
                    <a:pt x="6658995" y="1668810"/>
                  </a:lnTo>
                  <a:lnTo>
                    <a:pt x="6658327" y="1668810"/>
                  </a:lnTo>
                  <a:lnTo>
                    <a:pt x="6657659" y="1668810"/>
                  </a:lnTo>
                  <a:lnTo>
                    <a:pt x="6656991" y="1668810"/>
                  </a:lnTo>
                  <a:lnTo>
                    <a:pt x="6656323" y="1668810"/>
                  </a:lnTo>
                  <a:lnTo>
                    <a:pt x="6655655" y="1668810"/>
                  </a:lnTo>
                  <a:lnTo>
                    <a:pt x="6654987" y="1668810"/>
                  </a:lnTo>
                  <a:lnTo>
                    <a:pt x="6654319" y="1668810"/>
                  </a:lnTo>
                  <a:lnTo>
                    <a:pt x="6653651" y="1668810"/>
                  </a:lnTo>
                  <a:lnTo>
                    <a:pt x="6652983" y="1668810"/>
                  </a:lnTo>
                  <a:lnTo>
                    <a:pt x="6652315" y="1668810"/>
                  </a:lnTo>
                  <a:lnTo>
                    <a:pt x="6651647" y="1668810"/>
                  </a:lnTo>
                  <a:lnTo>
                    <a:pt x="6650979" y="1668810"/>
                  </a:lnTo>
                  <a:lnTo>
                    <a:pt x="6650311" y="1668810"/>
                  </a:lnTo>
                  <a:lnTo>
                    <a:pt x="6649643" y="1668810"/>
                  </a:lnTo>
                  <a:lnTo>
                    <a:pt x="6648975" y="1668810"/>
                  </a:lnTo>
                  <a:lnTo>
                    <a:pt x="6648307" y="1668810"/>
                  </a:lnTo>
                  <a:lnTo>
                    <a:pt x="6647639" y="1668810"/>
                  </a:lnTo>
                  <a:lnTo>
                    <a:pt x="6646971" y="1668810"/>
                  </a:lnTo>
                  <a:lnTo>
                    <a:pt x="6646302" y="1668810"/>
                  </a:lnTo>
                  <a:lnTo>
                    <a:pt x="6645634" y="1668810"/>
                  </a:lnTo>
                  <a:lnTo>
                    <a:pt x="6644966" y="1668810"/>
                  </a:lnTo>
                  <a:lnTo>
                    <a:pt x="6644298" y="1668810"/>
                  </a:lnTo>
                  <a:lnTo>
                    <a:pt x="6643630" y="1668810"/>
                  </a:lnTo>
                  <a:lnTo>
                    <a:pt x="6642962" y="1668810"/>
                  </a:lnTo>
                  <a:lnTo>
                    <a:pt x="6642294" y="1668810"/>
                  </a:lnTo>
                  <a:lnTo>
                    <a:pt x="6641626" y="1668810"/>
                  </a:lnTo>
                  <a:lnTo>
                    <a:pt x="6640958" y="1668810"/>
                  </a:lnTo>
                  <a:lnTo>
                    <a:pt x="6640290" y="1668810"/>
                  </a:lnTo>
                  <a:lnTo>
                    <a:pt x="6639622" y="1668810"/>
                  </a:lnTo>
                  <a:lnTo>
                    <a:pt x="6638954" y="1668810"/>
                  </a:lnTo>
                  <a:lnTo>
                    <a:pt x="6638286" y="1668810"/>
                  </a:lnTo>
                  <a:lnTo>
                    <a:pt x="6637618" y="1668810"/>
                  </a:lnTo>
                  <a:lnTo>
                    <a:pt x="6636950" y="1668810"/>
                  </a:lnTo>
                  <a:lnTo>
                    <a:pt x="6636282" y="1668810"/>
                  </a:lnTo>
                  <a:lnTo>
                    <a:pt x="6635614" y="1668810"/>
                  </a:lnTo>
                  <a:lnTo>
                    <a:pt x="6634946" y="1668810"/>
                  </a:lnTo>
                  <a:lnTo>
                    <a:pt x="6634278" y="1668810"/>
                  </a:lnTo>
                  <a:lnTo>
                    <a:pt x="6633610" y="1668810"/>
                  </a:lnTo>
                  <a:lnTo>
                    <a:pt x="6632942" y="1668810"/>
                  </a:lnTo>
                  <a:lnTo>
                    <a:pt x="6632274" y="1668810"/>
                  </a:lnTo>
                  <a:lnTo>
                    <a:pt x="6631606" y="1668810"/>
                  </a:lnTo>
                  <a:lnTo>
                    <a:pt x="6630938" y="1668810"/>
                  </a:lnTo>
                  <a:lnTo>
                    <a:pt x="6630270" y="1668810"/>
                  </a:lnTo>
                  <a:lnTo>
                    <a:pt x="6629602" y="1668810"/>
                  </a:lnTo>
                  <a:lnTo>
                    <a:pt x="6628934" y="1668810"/>
                  </a:lnTo>
                  <a:lnTo>
                    <a:pt x="6628266" y="1668810"/>
                  </a:lnTo>
                  <a:lnTo>
                    <a:pt x="6627598" y="1668810"/>
                  </a:lnTo>
                  <a:lnTo>
                    <a:pt x="6626930" y="1668810"/>
                  </a:lnTo>
                  <a:lnTo>
                    <a:pt x="6626262" y="1668810"/>
                  </a:lnTo>
                  <a:lnTo>
                    <a:pt x="6625594" y="1668810"/>
                  </a:lnTo>
                  <a:lnTo>
                    <a:pt x="6624926" y="1668810"/>
                  </a:lnTo>
                  <a:lnTo>
                    <a:pt x="6624258" y="1668810"/>
                  </a:lnTo>
                  <a:lnTo>
                    <a:pt x="6623590" y="1668810"/>
                  </a:lnTo>
                  <a:lnTo>
                    <a:pt x="6622922" y="1668810"/>
                  </a:lnTo>
                  <a:lnTo>
                    <a:pt x="6622254" y="1668810"/>
                  </a:lnTo>
                  <a:lnTo>
                    <a:pt x="6621585" y="1668810"/>
                  </a:lnTo>
                  <a:lnTo>
                    <a:pt x="6620917" y="1668810"/>
                  </a:lnTo>
                  <a:lnTo>
                    <a:pt x="6620249" y="1668810"/>
                  </a:lnTo>
                  <a:lnTo>
                    <a:pt x="6619581" y="1668810"/>
                  </a:lnTo>
                  <a:lnTo>
                    <a:pt x="6618913" y="1668810"/>
                  </a:lnTo>
                  <a:lnTo>
                    <a:pt x="6618245" y="1668810"/>
                  </a:lnTo>
                  <a:lnTo>
                    <a:pt x="6617577" y="1668810"/>
                  </a:lnTo>
                  <a:lnTo>
                    <a:pt x="6616909" y="1668810"/>
                  </a:lnTo>
                  <a:lnTo>
                    <a:pt x="6616241" y="1668810"/>
                  </a:lnTo>
                  <a:lnTo>
                    <a:pt x="6615573" y="1668810"/>
                  </a:lnTo>
                  <a:lnTo>
                    <a:pt x="6614905" y="1668810"/>
                  </a:lnTo>
                  <a:lnTo>
                    <a:pt x="6614237" y="1668810"/>
                  </a:lnTo>
                  <a:lnTo>
                    <a:pt x="6613569" y="1668810"/>
                  </a:lnTo>
                  <a:lnTo>
                    <a:pt x="6612901" y="1668810"/>
                  </a:lnTo>
                  <a:lnTo>
                    <a:pt x="6612233" y="1668810"/>
                  </a:lnTo>
                  <a:lnTo>
                    <a:pt x="6611565" y="1668810"/>
                  </a:lnTo>
                  <a:lnTo>
                    <a:pt x="6610897" y="1668810"/>
                  </a:lnTo>
                  <a:lnTo>
                    <a:pt x="6610229" y="1668810"/>
                  </a:lnTo>
                  <a:lnTo>
                    <a:pt x="6609561" y="1668810"/>
                  </a:lnTo>
                  <a:lnTo>
                    <a:pt x="6608893" y="1668810"/>
                  </a:lnTo>
                  <a:lnTo>
                    <a:pt x="6608225" y="1668810"/>
                  </a:lnTo>
                  <a:lnTo>
                    <a:pt x="6607557" y="1668810"/>
                  </a:lnTo>
                  <a:lnTo>
                    <a:pt x="6606889" y="1668810"/>
                  </a:lnTo>
                  <a:lnTo>
                    <a:pt x="6606221" y="1668810"/>
                  </a:lnTo>
                  <a:lnTo>
                    <a:pt x="6605553" y="1668810"/>
                  </a:lnTo>
                  <a:lnTo>
                    <a:pt x="6604885" y="1668810"/>
                  </a:lnTo>
                  <a:lnTo>
                    <a:pt x="6604217" y="1668810"/>
                  </a:lnTo>
                  <a:lnTo>
                    <a:pt x="6603549" y="1668810"/>
                  </a:lnTo>
                  <a:lnTo>
                    <a:pt x="6602881" y="1668810"/>
                  </a:lnTo>
                  <a:lnTo>
                    <a:pt x="6602213" y="1668810"/>
                  </a:lnTo>
                  <a:lnTo>
                    <a:pt x="6601545" y="1668810"/>
                  </a:lnTo>
                  <a:lnTo>
                    <a:pt x="6600877" y="1668810"/>
                  </a:lnTo>
                  <a:lnTo>
                    <a:pt x="6600209" y="1668810"/>
                  </a:lnTo>
                  <a:lnTo>
                    <a:pt x="6599541" y="1668810"/>
                  </a:lnTo>
                  <a:lnTo>
                    <a:pt x="6598873" y="1668810"/>
                  </a:lnTo>
                  <a:lnTo>
                    <a:pt x="6598205" y="1668810"/>
                  </a:lnTo>
                  <a:lnTo>
                    <a:pt x="6597537" y="1668810"/>
                  </a:lnTo>
                  <a:lnTo>
                    <a:pt x="6596868" y="1668810"/>
                  </a:lnTo>
                  <a:lnTo>
                    <a:pt x="6596200" y="1668810"/>
                  </a:lnTo>
                  <a:lnTo>
                    <a:pt x="6595532" y="1668810"/>
                  </a:lnTo>
                  <a:lnTo>
                    <a:pt x="6594864" y="1668810"/>
                  </a:lnTo>
                  <a:lnTo>
                    <a:pt x="6594196" y="1668810"/>
                  </a:lnTo>
                  <a:lnTo>
                    <a:pt x="6593528" y="1668810"/>
                  </a:lnTo>
                  <a:lnTo>
                    <a:pt x="6592860" y="1668810"/>
                  </a:lnTo>
                  <a:lnTo>
                    <a:pt x="6592192" y="1668810"/>
                  </a:lnTo>
                  <a:lnTo>
                    <a:pt x="6591524" y="1668810"/>
                  </a:lnTo>
                  <a:lnTo>
                    <a:pt x="6590856" y="1668810"/>
                  </a:lnTo>
                  <a:lnTo>
                    <a:pt x="6590188" y="1668810"/>
                  </a:lnTo>
                  <a:lnTo>
                    <a:pt x="6589520" y="1668810"/>
                  </a:lnTo>
                  <a:lnTo>
                    <a:pt x="6588852" y="1668810"/>
                  </a:lnTo>
                  <a:lnTo>
                    <a:pt x="6588184" y="1668810"/>
                  </a:lnTo>
                  <a:lnTo>
                    <a:pt x="6587516" y="1668810"/>
                  </a:lnTo>
                  <a:lnTo>
                    <a:pt x="6586848" y="1668810"/>
                  </a:lnTo>
                  <a:lnTo>
                    <a:pt x="6586180" y="1668810"/>
                  </a:lnTo>
                  <a:lnTo>
                    <a:pt x="6585512" y="1668810"/>
                  </a:lnTo>
                  <a:lnTo>
                    <a:pt x="6584844" y="1668810"/>
                  </a:lnTo>
                  <a:lnTo>
                    <a:pt x="6584176" y="1668810"/>
                  </a:lnTo>
                  <a:lnTo>
                    <a:pt x="6583508" y="1668810"/>
                  </a:lnTo>
                  <a:lnTo>
                    <a:pt x="6582840" y="1668810"/>
                  </a:lnTo>
                  <a:lnTo>
                    <a:pt x="6582172" y="1668810"/>
                  </a:lnTo>
                  <a:lnTo>
                    <a:pt x="6581504" y="1668810"/>
                  </a:lnTo>
                  <a:lnTo>
                    <a:pt x="6580836" y="1668810"/>
                  </a:lnTo>
                  <a:lnTo>
                    <a:pt x="6580168" y="1668810"/>
                  </a:lnTo>
                  <a:lnTo>
                    <a:pt x="6579500" y="1668810"/>
                  </a:lnTo>
                  <a:lnTo>
                    <a:pt x="6578832" y="1668810"/>
                  </a:lnTo>
                  <a:lnTo>
                    <a:pt x="6578164" y="1668810"/>
                  </a:lnTo>
                  <a:lnTo>
                    <a:pt x="6577496" y="1668810"/>
                  </a:lnTo>
                  <a:lnTo>
                    <a:pt x="6576828" y="1668810"/>
                  </a:lnTo>
                  <a:lnTo>
                    <a:pt x="6576160" y="1668810"/>
                  </a:lnTo>
                  <a:lnTo>
                    <a:pt x="6575492" y="1668810"/>
                  </a:lnTo>
                  <a:lnTo>
                    <a:pt x="6574824" y="1668810"/>
                  </a:lnTo>
                  <a:lnTo>
                    <a:pt x="6574156" y="1668810"/>
                  </a:lnTo>
                  <a:lnTo>
                    <a:pt x="6573488" y="1668810"/>
                  </a:lnTo>
                  <a:lnTo>
                    <a:pt x="6572820" y="1668810"/>
                  </a:lnTo>
                  <a:lnTo>
                    <a:pt x="6572151" y="1668810"/>
                  </a:lnTo>
                  <a:lnTo>
                    <a:pt x="6571483" y="1668810"/>
                  </a:lnTo>
                  <a:lnTo>
                    <a:pt x="6570815" y="1668810"/>
                  </a:lnTo>
                  <a:lnTo>
                    <a:pt x="6570147" y="1668810"/>
                  </a:lnTo>
                  <a:lnTo>
                    <a:pt x="6569479" y="1668810"/>
                  </a:lnTo>
                  <a:lnTo>
                    <a:pt x="6568811" y="1668810"/>
                  </a:lnTo>
                  <a:lnTo>
                    <a:pt x="6568143" y="1668810"/>
                  </a:lnTo>
                  <a:lnTo>
                    <a:pt x="6567475" y="1668810"/>
                  </a:lnTo>
                  <a:lnTo>
                    <a:pt x="6566807" y="1668810"/>
                  </a:lnTo>
                  <a:lnTo>
                    <a:pt x="6566139" y="1668810"/>
                  </a:lnTo>
                  <a:lnTo>
                    <a:pt x="6565471" y="1668810"/>
                  </a:lnTo>
                  <a:lnTo>
                    <a:pt x="6564803" y="1668810"/>
                  </a:lnTo>
                  <a:lnTo>
                    <a:pt x="6564135" y="1668810"/>
                  </a:lnTo>
                  <a:lnTo>
                    <a:pt x="6563467" y="1668810"/>
                  </a:lnTo>
                  <a:lnTo>
                    <a:pt x="6562799" y="1668810"/>
                  </a:lnTo>
                  <a:lnTo>
                    <a:pt x="6562131" y="1668810"/>
                  </a:lnTo>
                  <a:lnTo>
                    <a:pt x="6561463" y="1668810"/>
                  </a:lnTo>
                  <a:lnTo>
                    <a:pt x="6560795" y="1668810"/>
                  </a:lnTo>
                  <a:lnTo>
                    <a:pt x="6560127" y="1668810"/>
                  </a:lnTo>
                  <a:lnTo>
                    <a:pt x="6559459" y="1668810"/>
                  </a:lnTo>
                  <a:lnTo>
                    <a:pt x="6558791" y="1668810"/>
                  </a:lnTo>
                  <a:lnTo>
                    <a:pt x="6558123" y="1668810"/>
                  </a:lnTo>
                  <a:lnTo>
                    <a:pt x="6557455" y="1668810"/>
                  </a:lnTo>
                  <a:lnTo>
                    <a:pt x="6556787" y="1668810"/>
                  </a:lnTo>
                  <a:lnTo>
                    <a:pt x="6556119" y="1668810"/>
                  </a:lnTo>
                  <a:lnTo>
                    <a:pt x="6555451" y="1668810"/>
                  </a:lnTo>
                  <a:lnTo>
                    <a:pt x="6554783" y="1668810"/>
                  </a:lnTo>
                  <a:lnTo>
                    <a:pt x="6554115" y="1668810"/>
                  </a:lnTo>
                  <a:lnTo>
                    <a:pt x="6553447" y="1668810"/>
                  </a:lnTo>
                  <a:lnTo>
                    <a:pt x="6552779" y="1668810"/>
                  </a:lnTo>
                  <a:lnTo>
                    <a:pt x="6552111" y="1668810"/>
                  </a:lnTo>
                  <a:lnTo>
                    <a:pt x="6551443" y="1668810"/>
                  </a:lnTo>
                  <a:lnTo>
                    <a:pt x="6550775" y="1668810"/>
                  </a:lnTo>
                  <a:lnTo>
                    <a:pt x="6550107" y="1668810"/>
                  </a:lnTo>
                  <a:lnTo>
                    <a:pt x="6549439" y="1668810"/>
                  </a:lnTo>
                  <a:lnTo>
                    <a:pt x="6548771" y="1668810"/>
                  </a:lnTo>
                  <a:lnTo>
                    <a:pt x="6548102" y="1668810"/>
                  </a:lnTo>
                  <a:lnTo>
                    <a:pt x="6547434" y="1668810"/>
                  </a:lnTo>
                  <a:lnTo>
                    <a:pt x="6546766" y="1668810"/>
                  </a:lnTo>
                  <a:lnTo>
                    <a:pt x="6546098" y="1668810"/>
                  </a:lnTo>
                  <a:lnTo>
                    <a:pt x="6545430" y="1668810"/>
                  </a:lnTo>
                  <a:lnTo>
                    <a:pt x="6544762" y="1668810"/>
                  </a:lnTo>
                  <a:lnTo>
                    <a:pt x="6544094" y="1668810"/>
                  </a:lnTo>
                  <a:lnTo>
                    <a:pt x="6543426" y="1668810"/>
                  </a:lnTo>
                  <a:lnTo>
                    <a:pt x="6542758" y="1668810"/>
                  </a:lnTo>
                  <a:lnTo>
                    <a:pt x="6542090" y="1668810"/>
                  </a:lnTo>
                  <a:lnTo>
                    <a:pt x="6541422" y="1668810"/>
                  </a:lnTo>
                  <a:lnTo>
                    <a:pt x="6540754" y="1668810"/>
                  </a:lnTo>
                  <a:lnTo>
                    <a:pt x="6540086" y="1668810"/>
                  </a:lnTo>
                  <a:lnTo>
                    <a:pt x="6539418" y="1668810"/>
                  </a:lnTo>
                  <a:lnTo>
                    <a:pt x="6538750" y="1668810"/>
                  </a:lnTo>
                  <a:lnTo>
                    <a:pt x="6538082" y="1668810"/>
                  </a:lnTo>
                  <a:lnTo>
                    <a:pt x="6537414" y="1668810"/>
                  </a:lnTo>
                  <a:lnTo>
                    <a:pt x="6536746" y="1668810"/>
                  </a:lnTo>
                  <a:lnTo>
                    <a:pt x="6536078" y="1668810"/>
                  </a:lnTo>
                  <a:lnTo>
                    <a:pt x="6535410" y="1668810"/>
                  </a:lnTo>
                  <a:lnTo>
                    <a:pt x="6534742" y="1668810"/>
                  </a:lnTo>
                  <a:lnTo>
                    <a:pt x="6534074" y="1668810"/>
                  </a:lnTo>
                  <a:lnTo>
                    <a:pt x="6533406" y="1668810"/>
                  </a:lnTo>
                  <a:lnTo>
                    <a:pt x="6532738" y="1668810"/>
                  </a:lnTo>
                  <a:lnTo>
                    <a:pt x="6532070" y="1668810"/>
                  </a:lnTo>
                  <a:lnTo>
                    <a:pt x="6531402" y="1668810"/>
                  </a:lnTo>
                  <a:lnTo>
                    <a:pt x="6530734" y="1668810"/>
                  </a:lnTo>
                  <a:lnTo>
                    <a:pt x="6530066" y="1668810"/>
                  </a:lnTo>
                  <a:lnTo>
                    <a:pt x="6529398" y="1668810"/>
                  </a:lnTo>
                  <a:lnTo>
                    <a:pt x="6528730" y="1668810"/>
                  </a:lnTo>
                  <a:lnTo>
                    <a:pt x="6528062" y="1668810"/>
                  </a:lnTo>
                  <a:lnTo>
                    <a:pt x="6527394" y="1668810"/>
                  </a:lnTo>
                  <a:lnTo>
                    <a:pt x="6526726" y="1668810"/>
                  </a:lnTo>
                  <a:lnTo>
                    <a:pt x="6526058" y="1668810"/>
                  </a:lnTo>
                  <a:lnTo>
                    <a:pt x="6525390" y="1668810"/>
                  </a:lnTo>
                  <a:lnTo>
                    <a:pt x="6524722" y="1668810"/>
                  </a:lnTo>
                  <a:lnTo>
                    <a:pt x="6524054" y="1668810"/>
                  </a:lnTo>
                  <a:lnTo>
                    <a:pt x="6523385" y="1668810"/>
                  </a:lnTo>
                  <a:lnTo>
                    <a:pt x="6522717" y="1668810"/>
                  </a:lnTo>
                  <a:lnTo>
                    <a:pt x="6522049" y="1668810"/>
                  </a:lnTo>
                  <a:lnTo>
                    <a:pt x="6521381" y="1668810"/>
                  </a:lnTo>
                  <a:lnTo>
                    <a:pt x="6520713" y="1668810"/>
                  </a:lnTo>
                  <a:lnTo>
                    <a:pt x="6520045" y="1668810"/>
                  </a:lnTo>
                  <a:lnTo>
                    <a:pt x="6519377" y="1668810"/>
                  </a:lnTo>
                  <a:lnTo>
                    <a:pt x="6518709" y="1668810"/>
                  </a:lnTo>
                  <a:lnTo>
                    <a:pt x="6518041" y="1668810"/>
                  </a:lnTo>
                  <a:lnTo>
                    <a:pt x="6517373" y="1668810"/>
                  </a:lnTo>
                  <a:lnTo>
                    <a:pt x="6516705" y="1668810"/>
                  </a:lnTo>
                  <a:lnTo>
                    <a:pt x="6516037" y="1668810"/>
                  </a:lnTo>
                  <a:lnTo>
                    <a:pt x="6515369" y="1668810"/>
                  </a:lnTo>
                  <a:lnTo>
                    <a:pt x="6514701" y="1668810"/>
                  </a:lnTo>
                  <a:lnTo>
                    <a:pt x="6514033" y="1668810"/>
                  </a:lnTo>
                  <a:lnTo>
                    <a:pt x="6513365" y="1668810"/>
                  </a:lnTo>
                  <a:lnTo>
                    <a:pt x="6512697" y="1668810"/>
                  </a:lnTo>
                  <a:lnTo>
                    <a:pt x="6512029" y="1668810"/>
                  </a:lnTo>
                  <a:lnTo>
                    <a:pt x="6511361" y="1668810"/>
                  </a:lnTo>
                  <a:lnTo>
                    <a:pt x="6510693" y="1668810"/>
                  </a:lnTo>
                  <a:lnTo>
                    <a:pt x="6510025" y="1668810"/>
                  </a:lnTo>
                  <a:lnTo>
                    <a:pt x="6509357" y="1668810"/>
                  </a:lnTo>
                  <a:lnTo>
                    <a:pt x="6508689" y="1668810"/>
                  </a:lnTo>
                  <a:lnTo>
                    <a:pt x="6508021" y="1668810"/>
                  </a:lnTo>
                  <a:lnTo>
                    <a:pt x="6507353" y="1668810"/>
                  </a:lnTo>
                  <a:lnTo>
                    <a:pt x="6506685" y="1668810"/>
                  </a:lnTo>
                  <a:lnTo>
                    <a:pt x="6506017" y="1668810"/>
                  </a:lnTo>
                  <a:lnTo>
                    <a:pt x="6505349" y="1668810"/>
                  </a:lnTo>
                  <a:lnTo>
                    <a:pt x="6504681" y="1668810"/>
                  </a:lnTo>
                  <a:lnTo>
                    <a:pt x="6504013" y="1668810"/>
                  </a:lnTo>
                  <a:lnTo>
                    <a:pt x="6503345" y="1668810"/>
                  </a:lnTo>
                  <a:lnTo>
                    <a:pt x="6502677" y="1668810"/>
                  </a:lnTo>
                  <a:lnTo>
                    <a:pt x="6502009" y="1668810"/>
                  </a:lnTo>
                  <a:lnTo>
                    <a:pt x="6501341" y="1668810"/>
                  </a:lnTo>
                  <a:lnTo>
                    <a:pt x="6500673" y="1668810"/>
                  </a:lnTo>
                  <a:lnTo>
                    <a:pt x="6500005" y="1668810"/>
                  </a:lnTo>
                  <a:lnTo>
                    <a:pt x="6499337" y="1668810"/>
                  </a:lnTo>
                  <a:lnTo>
                    <a:pt x="6498668" y="1668810"/>
                  </a:lnTo>
                  <a:lnTo>
                    <a:pt x="6498000" y="1668810"/>
                  </a:lnTo>
                  <a:lnTo>
                    <a:pt x="6497332" y="1668810"/>
                  </a:lnTo>
                  <a:lnTo>
                    <a:pt x="6496664" y="1668810"/>
                  </a:lnTo>
                  <a:lnTo>
                    <a:pt x="6495996" y="1668810"/>
                  </a:lnTo>
                  <a:lnTo>
                    <a:pt x="6495328" y="1668810"/>
                  </a:lnTo>
                  <a:lnTo>
                    <a:pt x="6494660" y="1668810"/>
                  </a:lnTo>
                  <a:lnTo>
                    <a:pt x="6493992" y="1668810"/>
                  </a:lnTo>
                  <a:lnTo>
                    <a:pt x="6493324" y="1668810"/>
                  </a:lnTo>
                  <a:lnTo>
                    <a:pt x="6492656" y="1668810"/>
                  </a:lnTo>
                  <a:lnTo>
                    <a:pt x="6491988" y="1668810"/>
                  </a:lnTo>
                  <a:lnTo>
                    <a:pt x="6491320" y="1668810"/>
                  </a:lnTo>
                  <a:lnTo>
                    <a:pt x="6490652" y="1668810"/>
                  </a:lnTo>
                  <a:lnTo>
                    <a:pt x="6489984" y="1668810"/>
                  </a:lnTo>
                  <a:lnTo>
                    <a:pt x="6489316" y="1668810"/>
                  </a:lnTo>
                  <a:lnTo>
                    <a:pt x="6488648" y="1668810"/>
                  </a:lnTo>
                  <a:lnTo>
                    <a:pt x="6487980" y="1668810"/>
                  </a:lnTo>
                  <a:lnTo>
                    <a:pt x="6487312" y="1668810"/>
                  </a:lnTo>
                  <a:lnTo>
                    <a:pt x="6486644" y="1668810"/>
                  </a:lnTo>
                  <a:lnTo>
                    <a:pt x="6485976" y="1668810"/>
                  </a:lnTo>
                  <a:lnTo>
                    <a:pt x="6485308" y="1668810"/>
                  </a:lnTo>
                  <a:lnTo>
                    <a:pt x="6484640" y="1668810"/>
                  </a:lnTo>
                  <a:lnTo>
                    <a:pt x="6483972" y="1668810"/>
                  </a:lnTo>
                  <a:lnTo>
                    <a:pt x="6483304" y="1668810"/>
                  </a:lnTo>
                  <a:lnTo>
                    <a:pt x="6482636" y="1668810"/>
                  </a:lnTo>
                  <a:lnTo>
                    <a:pt x="6481968" y="1668810"/>
                  </a:lnTo>
                  <a:lnTo>
                    <a:pt x="6481300" y="1668810"/>
                  </a:lnTo>
                  <a:lnTo>
                    <a:pt x="6480632" y="1668810"/>
                  </a:lnTo>
                  <a:lnTo>
                    <a:pt x="6479964" y="1668810"/>
                  </a:lnTo>
                  <a:lnTo>
                    <a:pt x="6479296" y="1668810"/>
                  </a:lnTo>
                  <a:lnTo>
                    <a:pt x="6478628" y="1668810"/>
                  </a:lnTo>
                  <a:lnTo>
                    <a:pt x="6477960" y="1668810"/>
                  </a:lnTo>
                  <a:lnTo>
                    <a:pt x="6477292" y="1668810"/>
                  </a:lnTo>
                  <a:lnTo>
                    <a:pt x="6476624" y="1668810"/>
                  </a:lnTo>
                  <a:lnTo>
                    <a:pt x="6475956" y="1668810"/>
                  </a:lnTo>
                  <a:lnTo>
                    <a:pt x="6475288" y="1668810"/>
                  </a:lnTo>
                  <a:lnTo>
                    <a:pt x="6474620" y="1668810"/>
                  </a:lnTo>
                  <a:lnTo>
                    <a:pt x="6473951" y="1668810"/>
                  </a:lnTo>
                  <a:lnTo>
                    <a:pt x="6473283" y="1668810"/>
                  </a:lnTo>
                  <a:lnTo>
                    <a:pt x="6472615" y="1668810"/>
                  </a:lnTo>
                  <a:lnTo>
                    <a:pt x="6471947" y="1668810"/>
                  </a:lnTo>
                  <a:lnTo>
                    <a:pt x="6471279" y="1668810"/>
                  </a:lnTo>
                  <a:lnTo>
                    <a:pt x="6470611" y="1668810"/>
                  </a:lnTo>
                  <a:lnTo>
                    <a:pt x="6469943" y="1668810"/>
                  </a:lnTo>
                  <a:lnTo>
                    <a:pt x="6469275" y="1668810"/>
                  </a:lnTo>
                  <a:lnTo>
                    <a:pt x="6468607" y="1668810"/>
                  </a:lnTo>
                  <a:lnTo>
                    <a:pt x="6467939" y="1668810"/>
                  </a:lnTo>
                  <a:lnTo>
                    <a:pt x="6467271" y="1668810"/>
                  </a:lnTo>
                  <a:lnTo>
                    <a:pt x="6466603" y="1668810"/>
                  </a:lnTo>
                  <a:lnTo>
                    <a:pt x="6465935" y="1668810"/>
                  </a:lnTo>
                  <a:lnTo>
                    <a:pt x="6465267" y="1668810"/>
                  </a:lnTo>
                  <a:lnTo>
                    <a:pt x="6464599" y="1668810"/>
                  </a:lnTo>
                  <a:lnTo>
                    <a:pt x="6463931" y="1668810"/>
                  </a:lnTo>
                  <a:lnTo>
                    <a:pt x="6463263" y="1668810"/>
                  </a:lnTo>
                  <a:lnTo>
                    <a:pt x="6462595" y="1668810"/>
                  </a:lnTo>
                  <a:lnTo>
                    <a:pt x="6461927" y="1668810"/>
                  </a:lnTo>
                  <a:lnTo>
                    <a:pt x="6461259" y="1668810"/>
                  </a:lnTo>
                  <a:lnTo>
                    <a:pt x="6460591" y="1668810"/>
                  </a:lnTo>
                  <a:lnTo>
                    <a:pt x="6459923" y="1668810"/>
                  </a:lnTo>
                  <a:lnTo>
                    <a:pt x="6459255" y="1668810"/>
                  </a:lnTo>
                  <a:lnTo>
                    <a:pt x="6458587" y="1668810"/>
                  </a:lnTo>
                  <a:lnTo>
                    <a:pt x="6457919" y="1668810"/>
                  </a:lnTo>
                  <a:lnTo>
                    <a:pt x="6457251" y="1668810"/>
                  </a:lnTo>
                  <a:lnTo>
                    <a:pt x="6456583" y="1668810"/>
                  </a:lnTo>
                  <a:lnTo>
                    <a:pt x="6455915" y="1668810"/>
                  </a:lnTo>
                  <a:lnTo>
                    <a:pt x="6455247" y="1668810"/>
                  </a:lnTo>
                  <a:lnTo>
                    <a:pt x="6454579" y="1668810"/>
                  </a:lnTo>
                  <a:lnTo>
                    <a:pt x="6453911" y="1668810"/>
                  </a:lnTo>
                  <a:lnTo>
                    <a:pt x="6453243" y="1668810"/>
                  </a:lnTo>
                  <a:lnTo>
                    <a:pt x="6452575" y="1668810"/>
                  </a:lnTo>
                  <a:lnTo>
                    <a:pt x="6451907" y="1668810"/>
                  </a:lnTo>
                  <a:lnTo>
                    <a:pt x="6451239" y="1668810"/>
                  </a:lnTo>
                  <a:lnTo>
                    <a:pt x="6450571" y="1668810"/>
                  </a:lnTo>
                  <a:lnTo>
                    <a:pt x="6449902" y="1668810"/>
                  </a:lnTo>
                  <a:lnTo>
                    <a:pt x="6449234" y="1668810"/>
                  </a:lnTo>
                  <a:lnTo>
                    <a:pt x="6448566" y="1668810"/>
                  </a:lnTo>
                  <a:lnTo>
                    <a:pt x="6447898" y="1668810"/>
                  </a:lnTo>
                  <a:lnTo>
                    <a:pt x="6447230" y="1668810"/>
                  </a:lnTo>
                  <a:lnTo>
                    <a:pt x="6446562" y="1668810"/>
                  </a:lnTo>
                  <a:lnTo>
                    <a:pt x="6445894" y="1668810"/>
                  </a:lnTo>
                  <a:lnTo>
                    <a:pt x="6445226" y="1668810"/>
                  </a:lnTo>
                  <a:lnTo>
                    <a:pt x="6444558" y="1668810"/>
                  </a:lnTo>
                  <a:lnTo>
                    <a:pt x="6443890" y="1668810"/>
                  </a:lnTo>
                  <a:lnTo>
                    <a:pt x="6443222" y="1668810"/>
                  </a:lnTo>
                  <a:lnTo>
                    <a:pt x="6442554" y="1668810"/>
                  </a:lnTo>
                  <a:lnTo>
                    <a:pt x="6441886" y="1668810"/>
                  </a:lnTo>
                  <a:lnTo>
                    <a:pt x="6441218" y="1668810"/>
                  </a:lnTo>
                  <a:lnTo>
                    <a:pt x="6440550" y="1668810"/>
                  </a:lnTo>
                  <a:lnTo>
                    <a:pt x="6439882" y="1668810"/>
                  </a:lnTo>
                  <a:lnTo>
                    <a:pt x="6439214" y="1668810"/>
                  </a:lnTo>
                  <a:lnTo>
                    <a:pt x="6438546" y="1668810"/>
                  </a:lnTo>
                  <a:lnTo>
                    <a:pt x="6437878" y="1668810"/>
                  </a:lnTo>
                  <a:lnTo>
                    <a:pt x="6437210" y="1668810"/>
                  </a:lnTo>
                  <a:lnTo>
                    <a:pt x="6436542" y="1668810"/>
                  </a:lnTo>
                  <a:lnTo>
                    <a:pt x="6435874" y="1668810"/>
                  </a:lnTo>
                  <a:lnTo>
                    <a:pt x="6435206" y="1668810"/>
                  </a:lnTo>
                  <a:lnTo>
                    <a:pt x="6434538" y="1668810"/>
                  </a:lnTo>
                  <a:lnTo>
                    <a:pt x="6433870" y="1668810"/>
                  </a:lnTo>
                  <a:lnTo>
                    <a:pt x="6433202" y="1668810"/>
                  </a:lnTo>
                  <a:lnTo>
                    <a:pt x="6432534" y="1668810"/>
                  </a:lnTo>
                  <a:lnTo>
                    <a:pt x="6431866" y="1668810"/>
                  </a:lnTo>
                  <a:lnTo>
                    <a:pt x="6431198" y="1668810"/>
                  </a:lnTo>
                  <a:lnTo>
                    <a:pt x="6430530" y="1668810"/>
                  </a:lnTo>
                  <a:lnTo>
                    <a:pt x="6429862" y="1668810"/>
                  </a:lnTo>
                  <a:lnTo>
                    <a:pt x="6429194" y="1668810"/>
                  </a:lnTo>
                  <a:lnTo>
                    <a:pt x="6428526" y="1668810"/>
                  </a:lnTo>
                  <a:lnTo>
                    <a:pt x="6427858" y="1668810"/>
                  </a:lnTo>
                  <a:lnTo>
                    <a:pt x="6427190" y="1668810"/>
                  </a:lnTo>
                  <a:lnTo>
                    <a:pt x="6426522" y="1668810"/>
                  </a:lnTo>
                  <a:lnTo>
                    <a:pt x="6425854" y="1668810"/>
                  </a:lnTo>
                  <a:lnTo>
                    <a:pt x="6425185" y="1668810"/>
                  </a:lnTo>
                  <a:lnTo>
                    <a:pt x="6424517" y="1668810"/>
                  </a:lnTo>
                  <a:lnTo>
                    <a:pt x="6423849" y="1668810"/>
                  </a:lnTo>
                  <a:lnTo>
                    <a:pt x="6423181" y="1668810"/>
                  </a:lnTo>
                  <a:lnTo>
                    <a:pt x="6422513" y="1668810"/>
                  </a:lnTo>
                  <a:lnTo>
                    <a:pt x="6421845" y="1668810"/>
                  </a:lnTo>
                  <a:lnTo>
                    <a:pt x="6421177" y="1668810"/>
                  </a:lnTo>
                  <a:lnTo>
                    <a:pt x="6420509" y="1668810"/>
                  </a:lnTo>
                  <a:lnTo>
                    <a:pt x="6419841" y="1668810"/>
                  </a:lnTo>
                  <a:lnTo>
                    <a:pt x="6419173" y="1668810"/>
                  </a:lnTo>
                  <a:lnTo>
                    <a:pt x="6418505" y="1668810"/>
                  </a:lnTo>
                  <a:lnTo>
                    <a:pt x="6417837" y="1668810"/>
                  </a:lnTo>
                  <a:lnTo>
                    <a:pt x="6417169" y="1668810"/>
                  </a:lnTo>
                  <a:lnTo>
                    <a:pt x="6416501" y="1668810"/>
                  </a:lnTo>
                  <a:lnTo>
                    <a:pt x="6415833" y="1668810"/>
                  </a:lnTo>
                  <a:lnTo>
                    <a:pt x="6415165" y="1668810"/>
                  </a:lnTo>
                  <a:lnTo>
                    <a:pt x="6414497" y="1668810"/>
                  </a:lnTo>
                  <a:lnTo>
                    <a:pt x="6413829" y="1668810"/>
                  </a:lnTo>
                  <a:lnTo>
                    <a:pt x="6413161" y="1668810"/>
                  </a:lnTo>
                  <a:lnTo>
                    <a:pt x="6412493" y="1668810"/>
                  </a:lnTo>
                  <a:lnTo>
                    <a:pt x="6411825" y="1668810"/>
                  </a:lnTo>
                  <a:lnTo>
                    <a:pt x="6411157" y="1668810"/>
                  </a:lnTo>
                  <a:lnTo>
                    <a:pt x="6410489" y="1668810"/>
                  </a:lnTo>
                  <a:lnTo>
                    <a:pt x="6409821" y="1668810"/>
                  </a:lnTo>
                  <a:lnTo>
                    <a:pt x="6409153" y="1668810"/>
                  </a:lnTo>
                  <a:lnTo>
                    <a:pt x="6408485" y="1668810"/>
                  </a:lnTo>
                  <a:lnTo>
                    <a:pt x="6407817" y="1668810"/>
                  </a:lnTo>
                  <a:lnTo>
                    <a:pt x="6407149" y="1668810"/>
                  </a:lnTo>
                  <a:lnTo>
                    <a:pt x="6406481" y="1668810"/>
                  </a:lnTo>
                  <a:lnTo>
                    <a:pt x="6405813" y="1668810"/>
                  </a:lnTo>
                  <a:lnTo>
                    <a:pt x="6405145" y="1668810"/>
                  </a:lnTo>
                  <a:lnTo>
                    <a:pt x="6404477" y="1668810"/>
                  </a:lnTo>
                  <a:lnTo>
                    <a:pt x="6403809" y="1668810"/>
                  </a:lnTo>
                  <a:lnTo>
                    <a:pt x="6403141" y="1668810"/>
                  </a:lnTo>
                  <a:lnTo>
                    <a:pt x="6402473" y="1668810"/>
                  </a:lnTo>
                  <a:lnTo>
                    <a:pt x="6401805" y="1668810"/>
                  </a:lnTo>
                  <a:lnTo>
                    <a:pt x="6401137" y="1668810"/>
                  </a:lnTo>
                  <a:lnTo>
                    <a:pt x="6400468" y="1668810"/>
                  </a:lnTo>
                  <a:lnTo>
                    <a:pt x="6399800" y="1668810"/>
                  </a:lnTo>
                  <a:lnTo>
                    <a:pt x="6399132" y="1668810"/>
                  </a:lnTo>
                  <a:lnTo>
                    <a:pt x="6398464" y="1668810"/>
                  </a:lnTo>
                  <a:lnTo>
                    <a:pt x="6397796" y="1668810"/>
                  </a:lnTo>
                  <a:lnTo>
                    <a:pt x="6397128" y="1668810"/>
                  </a:lnTo>
                  <a:lnTo>
                    <a:pt x="6396460" y="1668810"/>
                  </a:lnTo>
                  <a:lnTo>
                    <a:pt x="6395792" y="1668810"/>
                  </a:lnTo>
                  <a:lnTo>
                    <a:pt x="6395124" y="1668810"/>
                  </a:lnTo>
                  <a:lnTo>
                    <a:pt x="6394456" y="1668810"/>
                  </a:lnTo>
                  <a:lnTo>
                    <a:pt x="6393788" y="1668810"/>
                  </a:lnTo>
                  <a:lnTo>
                    <a:pt x="6393120" y="1668810"/>
                  </a:lnTo>
                  <a:lnTo>
                    <a:pt x="6392452" y="1668810"/>
                  </a:lnTo>
                  <a:lnTo>
                    <a:pt x="6391784" y="1668810"/>
                  </a:lnTo>
                  <a:lnTo>
                    <a:pt x="6391116" y="1668810"/>
                  </a:lnTo>
                  <a:lnTo>
                    <a:pt x="6390448" y="1668810"/>
                  </a:lnTo>
                  <a:lnTo>
                    <a:pt x="6389780" y="1668810"/>
                  </a:lnTo>
                  <a:lnTo>
                    <a:pt x="6389112" y="1668810"/>
                  </a:lnTo>
                  <a:lnTo>
                    <a:pt x="6388444" y="1668810"/>
                  </a:lnTo>
                  <a:lnTo>
                    <a:pt x="6387776" y="1668810"/>
                  </a:lnTo>
                  <a:lnTo>
                    <a:pt x="6387108" y="1668810"/>
                  </a:lnTo>
                  <a:lnTo>
                    <a:pt x="6386440" y="1668810"/>
                  </a:lnTo>
                  <a:lnTo>
                    <a:pt x="6385772" y="1668810"/>
                  </a:lnTo>
                  <a:lnTo>
                    <a:pt x="6385104" y="1668810"/>
                  </a:lnTo>
                  <a:lnTo>
                    <a:pt x="6384436" y="1668810"/>
                  </a:lnTo>
                  <a:lnTo>
                    <a:pt x="6383768" y="1668810"/>
                  </a:lnTo>
                  <a:lnTo>
                    <a:pt x="6383100" y="1668810"/>
                  </a:lnTo>
                  <a:lnTo>
                    <a:pt x="6382432" y="1668810"/>
                  </a:lnTo>
                  <a:lnTo>
                    <a:pt x="6381764" y="1668810"/>
                  </a:lnTo>
                  <a:lnTo>
                    <a:pt x="6381096" y="1668810"/>
                  </a:lnTo>
                  <a:lnTo>
                    <a:pt x="6380428" y="1668810"/>
                  </a:lnTo>
                  <a:lnTo>
                    <a:pt x="6379760" y="1668810"/>
                  </a:lnTo>
                  <a:lnTo>
                    <a:pt x="6379092" y="1668810"/>
                  </a:lnTo>
                  <a:lnTo>
                    <a:pt x="6378424" y="1668810"/>
                  </a:lnTo>
                  <a:lnTo>
                    <a:pt x="6377756" y="1668810"/>
                  </a:lnTo>
                  <a:lnTo>
                    <a:pt x="6377088" y="1668810"/>
                  </a:lnTo>
                  <a:lnTo>
                    <a:pt x="6376419" y="1668810"/>
                  </a:lnTo>
                  <a:lnTo>
                    <a:pt x="6375751" y="1668810"/>
                  </a:lnTo>
                  <a:lnTo>
                    <a:pt x="6375083" y="1668810"/>
                  </a:lnTo>
                  <a:lnTo>
                    <a:pt x="6374415" y="1668810"/>
                  </a:lnTo>
                  <a:lnTo>
                    <a:pt x="6373747" y="1668810"/>
                  </a:lnTo>
                  <a:lnTo>
                    <a:pt x="6373079" y="1668810"/>
                  </a:lnTo>
                  <a:lnTo>
                    <a:pt x="6372411" y="1668810"/>
                  </a:lnTo>
                  <a:lnTo>
                    <a:pt x="6371743" y="1668810"/>
                  </a:lnTo>
                  <a:lnTo>
                    <a:pt x="6371075" y="1668810"/>
                  </a:lnTo>
                  <a:lnTo>
                    <a:pt x="6370407" y="1668810"/>
                  </a:lnTo>
                  <a:lnTo>
                    <a:pt x="6369739" y="1668810"/>
                  </a:lnTo>
                  <a:lnTo>
                    <a:pt x="6369071" y="1668810"/>
                  </a:lnTo>
                  <a:lnTo>
                    <a:pt x="6368403" y="1668810"/>
                  </a:lnTo>
                  <a:lnTo>
                    <a:pt x="6367735" y="1668810"/>
                  </a:lnTo>
                  <a:lnTo>
                    <a:pt x="6367067" y="1668810"/>
                  </a:lnTo>
                  <a:lnTo>
                    <a:pt x="6366399" y="1668810"/>
                  </a:lnTo>
                  <a:lnTo>
                    <a:pt x="6365731" y="1668810"/>
                  </a:lnTo>
                  <a:lnTo>
                    <a:pt x="6365063" y="1668810"/>
                  </a:lnTo>
                  <a:lnTo>
                    <a:pt x="6364395" y="1668810"/>
                  </a:lnTo>
                  <a:lnTo>
                    <a:pt x="6363727" y="1668810"/>
                  </a:lnTo>
                  <a:lnTo>
                    <a:pt x="6363059" y="1668810"/>
                  </a:lnTo>
                  <a:lnTo>
                    <a:pt x="6362391" y="1668810"/>
                  </a:lnTo>
                  <a:lnTo>
                    <a:pt x="6361723" y="1668810"/>
                  </a:lnTo>
                  <a:lnTo>
                    <a:pt x="6361055" y="1668810"/>
                  </a:lnTo>
                  <a:lnTo>
                    <a:pt x="6360387" y="1668810"/>
                  </a:lnTo>
                  <a:lnTo>
                    <a:pt x="6359719" y="1668810"/>
                  </a:lnTo>
                  <a:lnTo>
                    <a:pt x="6359051" y="1668810"/>
                  </a:lnTo>
                  <a:lnTo>
                    <a:pt x="6358383" y="1668810"/>
                  </a:lnTo>
                  <a:lnTo>
                    <a:pt x="6357715" y="1668810"/>
                  </a:lnTo>
                  <a:lnTo>
                    <a:pt x="6357047" y="1668810"/>
                  </a:lnTo>
                  <a:lnTo>
                    <a:pt x="6356379" y="1668810"/>
                  </a:lnTo>
                  <a:lnTo>
                    <a:pt x="6355711" y="1668810"/>
                  </a:lnTo>
                  <a:lnTo>
                    <a:pt x="6355043" y="1668810"/>
                  </a:lnTo>
                  <a:lnTo>
                    <a:pt x="6354375" y="1668810"/>
                  </a:lnTo>
                  <a:lnTo>
                    <a:pt x="6353707" y="1668810"/>
                  </a:lnTo>
                  <a:lnTo>
                    <a:pt x="6353039" y="1668810"/>
                  </a:lnTo>
                  <a:lnTo>
                    <a:pt x="6352371" y="1668810"/>
                  </a:lnTo>
                  <a:lnTo>
                    <a:pt x="6351702" y="1668810"/>
                  </a:lnTo>
                  <a:lnTo>
                    <a:pt x="6351034" y="1668810"/>
                  </a:lnTo>
                  <a:lnTo>
                    <a:pt x="6350366" y="1668810"/>
                  </a:lnTo>
                  <a:lnTo>
                    <a:pt x="6349698" y="1668810"/>
                  </a:lnTo>
                  <a:lnTo>
                    <a:pt x="6349030" y="1668810"/>
                  </a:lnTo>
                  <a:lnTo>
                    <a:pt x="6348362" y="1668810"/>
                  </a:lnTo>
                  <a:lnTo>
                    <a:pt x="6347694" y="1668810"/>
                  </a:lnTo>
                  <a:lnTo>
                    <a:pt x="6347026" y="1668810"/>
                  </a:lnTo>
                  <a:lnTo>
                    <a:pt x="6346358" y="1668810"/>
                  </a:lnTo>
                  <a:lnTo>
                    <a:pt x="6345690" y="1668810"/>
                  </a:lnTo>
                  <a:lnTo>
                    <a:pt x="6345022" y="1668810"/>
                  </a:lnTo>
                  <a:lnTo>
                    <a:pt x="6344354" y="1668810"/>
                  </a:lnTo>
                  <a:lnTo>
                    <a:pt x="6343686" y="1668810"/>
                  </a:lnTo>
                  <a:lnTo>
                    <a:pt x="6343018" y="1668810"/>
                  </a:lnTo>
                  <a:lnTo>
                    <a:pt x="6342350" y="1668810"/>
                  </a:lnTo>
                  <a:lnTo>
                    <a:pt x="6341682" y="1668810"/>
                  </a:lnTo>
                  <a:lnTo>
                    <a:pt x="6341014" y="1668810"/>
                  </a:lnTo>
                  <a:lnTo>
                    <a:pt x="6340346" y="1668810"/>
                  </a:lnTo>
                  <a:lnTo>
                    <a:pt x="6339678" y="1668810"/>
                  </a:lnTo>
                  <a:lnTo>
                    <a:pt x="6339010" y="1668810"/>
                  </a:lnTo>
                  <a:lnTo>
                    <a:pt x="6338342" y="1668810"/>
                  </a:lnTo>
                  <a:lnTo>
                    <a:pt x="6337674" y="1668810"/>
                  </a:lnTo>
                  <a:lnTo>
                    <a:pt x="6337006" y="1668810"/>
                  </a:lnTo>
                  <a:lnTo>
                    <a:pt x="6336338" y="1668810"/>
                  </a:lnTo>
                  <a:lnTo>
                    <a:pt x="6335670" y="1668810"/>
                  </a:lnTo>
                  <a:lnTo>
                    <a:pt x="6335002" y="1668810"/>
                  </a:lnTo>
                  <a:lnTo>
                    <a:pt x="6334334" y="1668810"/>
                  </a:lnTo>
                  <a:lnTo>
                    <a:pt x="6333666" y="1668810"/>
                  </a:lnTo>
                  <a:lnTo>
                    <a:pt x="6332998" y="1668810"/>
                  </a:lnTo>
                  <a:lnTo>
                    <a:pt x="6332330" y="1668810"/>
                  </a:lnTo>
                  <a:lnTo>
                    <a:pt x="6331662" y="1668810"/>
                  </a:lnTo>
                  <a:lnTo>
                    <a:pt x="6330994" y="1668810"/>
                  </a:lnTo>
                  <a:lnTo>
                    <a:pt x="6330326" y="1668810"/>
                  </a:lnTo>
                  <a:lnTo>
                    <a:pt x="6329658" y="1668810"/>
                  </a:lnTo>
                  <a:lnTo>
                    <a:pt x="6328990" y="1668810"/>
                  </a:lnTo>
                  <a:lnTo>
                    <a:pt x="6328322" y="1668810"/>
                  </a:lnTo>
                  <a:lnTo>
                    <a:pt x="6327654" y="1668810"/>
                  </a:lnTo>
                  <a:lnTo>
                    <a:pt x="6326985" y="1668810"/>
                  </a:lnTo>
                  <a:lnTo>
                    <a:pt x="6326317" y="1668810"/>
                  </a:lnTo>
                  <a:lnTo>
                    <a:pt x="6325649" y="1668810"/>
                  </a:lnTo>
                  <a:lnTo>
                    <a:pt x="6324981" y="1668810"/>
                  </a:lnTo>
                  <a:lnTo>
                    <a:pt x="6324313" y="1668810"/>
                  </a:lnTo>
                  <a:lnTo>
                    <a:pt x="6323645" y="1668810"/>
                  </a:lnTo>
                  <a:lnTo>
                    <a:pt x="6322977" y="1668810"/>
                  </a:lnTo>
                  <a:lnTo>
                    <a:pt x="6322309" y="1668810"/>
                  </a:lnTo>
                  <a:lnTo>
                    <a:pt x="6321641" y="1668810"/>
                  </a:lnTo>
                  <a:lnTo>
                    <a:pt x="6320973" y="1668810"/>
                  </a:lnTo>
                  <a:lnTo>
                    <a:pt x="6320305" y="1668810"/>
                  </a:lnTo>
                  <a:lnTo>
                    <a:pt x="6319637" y="1668810"/>
                  </a:lnTo>
                  <a:lnTo>
                    <a:pt x="6318969" y="1668810"/>
                  </a:lnTo>
                  <a:lnTo>
                    <a:pt x="6318301" y="1668810"/>
                  </a:lnTo>
                  <a:lnTo>
                    <a:pt x="6317633" y="1668810"/>
                  </a:lnTo>
                  <a:lnTo>
                    <a:pt x="6316965" y="1668810"/>
                  </a:lnTo>
                  <a:lnTo>
                    <a:pt x="6316297" y="1668810"/>
                  </a:lnTo>
                  <a:lnTo>
                    <a:pt x="6315629" y="1668810"/>
                  </a:lnTo>
                  <a:lnTo>
                    <a:pt x="6314961" y="1668810"/>
                  </a:lnTo>
                  <a:lnTo>
                    <a:pt x="6314293" y="1668810"/>
                  </a:lnTo>
                  <a:lnTo>
                    <a:pt x="6313625" y="1668810"/>
                  </a:lnTo>
                  <a:lnTo>
                    <a:pt x="6312957" y="1668810"/>
                  </a:lnTo>
                  <a:lnTo>
                    <a:pt x="6312289" y="1668810"/>
                  </a:lnTo>
                  <a:lnTo>
                    <a:pt x="6311621" y="1668810"/>
                  </a:lnTo>
                  <a:lnTo>
                    <a:pt x="6310953" y="1668810"/>
                  </a:lnTo>
                  <a:lnTo>
                    <a:pt x="6310285" y="1668810"/>
                  </a:lnTo>
                  <a:lnTo>
                    <a:pt x="6309617" y="1668810"/>
                  </a:lnTo>
                  <a:lnTo>
                    <a:pt x="6308949" y="1668810"/>
                  </a:lnTo>
                  <a:lnTo>
                    <a:pt x="6308281" y="1668810"/>
                  </a:lnTo>
                  <a:lnTo>
                    <a:pt x="6307613" y="1668810"/>
                  </a:lnTo>
                  <a:lnTo>
                    <a:pt x="6306945" y="1668810"/>
                  </a:lnTo>
                  <a:lnTo>
                    <a:pt x="6306277" y="1668810"/>
                  </a:lnTo>
                  <a:lnTo>
                    <a:pt x="6305609" y="1668810"/>
                  </a:lnTo>
                  <a:lnTo>
                    <a:pt x="6304941" y="1668810"/>
                  </a:lnTo>
                  <a:lnTo>
                    <a:pt x="6304273" y="1668810"/>
                  </a:lnTo>
                  <a:lnTo>
                    <a:pt x="6303605" y="1668810"/>
                  </a:lnTo>
                  <a:lnTo>
                    <a:pt x="6302937" y="1668810"/>
                  </a:lnTo>
                  <a:lnTo>
                    <a:pt x="6302268" y="1668810"/>
                  </a:lnTo>
                  <a:lnTo>
                    <a:pt x="6301600" y="1668810"/>
                  </a:lnTo>
                  <a:lnTo>
                    <a:pt x="6300932" y="1668810"/>
                  </a:lnTo>
                  <a:lnTo>
                    <a:pt x="6300264" y="1668810"/>
                  </a:lnTo>
                  <a:lnTo>
                    <a:pt x="6299596" y="1668810"/>
                  </a:lnTo>
                  <a:lnTo>
                    <a:pt x="6298928" y="1668810"/>
                  </a:lnTo>
                  <a:lnTo>
                    <a:pt x="6298260" y="1668810"/>
                  </a:lnTo>
                  <a:lnTo>
                    <a:pt x="6297592" y="1668810"/>
                  </a:lnTo>
                  <a:lnTo>
                    <a:pt x="6296924" y="1668810"/>
                  </a:lnTo>
                  <a:lnTo>
                    <a:pt x="6296256" y="1668810"/>
                  </a:lnTo>
                  <a:lnTo>
                    <a:pt x="6295588" y="1668810"/>
                  </a:lnTo>
                  <a:lnTo>
                    <a:pt x="6294920" y="1668810"/>
                  </a:lnTo>
                  <a:lnTo>
                    <a:pt x="6294252" y="1668810"/>
                  </a:lnTo>
                  <a:lnTo>
                    <a:pt x="6293584" y="1668810"/>
                  </a:lnTo>
                  <a:lnTo>
                    <a:pt x="6292916" y="1668810"/>
                  </a:lnTo>
                  <a:lnTo>
                    <a:pt x="6292248" y="1668810"/>
                  </a:lnTo>
                  <a:lnTo>
                    <a:pt x="6291580" y="1668810"/>
                  </a:lnTo>
                  <a:lnTo>
                    <a:pt x="6290912" y="1668810"/>
                  </a:lnTo>
                  <a:lnTo>
                    <a:pt x="6290244" y="1668810"/>
                  </a:lnTo>
                  <a:lnTo>
                    <a:pt x="6289576" y="1668810"/>
                  </a:lnTo>
                  <a:lnTo>
                    <a:pt x="6288908" y="1668810"/>
                  </a:lnTo>
                  <a:lnTo>
                    <a:pt x="6288240" y="1668810"/>
                  </a:lnTo>
                  <a:lnTo>
                    <a:pt x="6287572" y="1668810"/>
                  </a:lnTo>
                  <a:lnTo>
                    <a:pt x="6286904" y="1668810"/>
                  </a:lnTo>
                  <a:lnTo>
                    <a:pt x="6286236" y="1668810"/>
                  </a:lnTo>
                  <a:lnTo>
                    <a:pt x="6285568" y="1668810"/>
                  </a:lnTo>
                  <a:lnTo>
                    <a:pt x="6284900" y="1668810"/>
                  </a:lnTo>
                  <a:lnTo>
                    <a:pt x="6284232" y="1668810"/>
                  </a:lnTo>
                  <a:lnTo>
                    <a:pt x="6283564" y="1668810"/>
                  </a:lnTo>
                  <a:lnTo>
                    <a:pt x="6282896" y="1668810"/>
                  </a:lnTo>
                  <a:lnTo>
                    <a:pt x="6282228" y="1668810"/>
                  </a:lnTo>
                  <a:lnTo>
                    <a:pt x="6281560" y="1668810"/>
                  </a:lnTo>
                  <a:lnTo>
                    <a:pt x="6280892" y="1668810"/>
                  </a:lnTo>
                  <a:lnTo>
                    <a:pt x="6280224" y="1668810"/>
                  </a:lnTo>
                  <a:lnTo>
                    <a:pt x="6279556" y="1668810"/>
                  </a:lnTo>
                  <a:lnTo>
                    <a:pt x="6278888" y="1668810"/>
                  </a:lnTo>
                  <a:lnTo>
                    <a:pt x="6278219" y="1668810"/>
                  </a:lnTo>
                  <a:lnTo>
                    <a:pt x="6277551" y="1668810"/>
                  </a:lnTo>
                  <a:lnTo>
                    <a:pt x="6276883" y="1668810"/>
                  </a:lnTo>
                  <a:lnTo>
                    <a:pt x="6276215" y="1668810"/>
                  </a:lnTo>
                  <a:lnTo>
                    <a:pt x="6275547" y="1668810"/>
                  </a:lnTo>
                  <a:lnTo>
                    <a:pt x="6274879" y="1668810"/>
                  </a:lnTo>
                  <a:lnTo>
                    <a:pt x="6274211" y="1668810"/>
                  </a:lnTo>
                  <a:lnTo>
                    <a:pt x="6273543" y="1668810"/>
                  </a:lnTo>
                  <a:lnTo>
                    <a:pt x="6272875" y="1668810"/>
                  </a:lnTo>
                  <a:lnTo>
                    <a:pt x="6272207" y="1668810"/>
                  </a:lnTo>
                  <a:lnTo>
                    <a:pt x="6271539" y="1668810"/>
                  </a:lnTo>
                  <a:lnTo>
                    <a:pt x="6270871" y="1668810"/>
                  </a:lnTo>
                  <a:lnTo>
                    <a:pt x="6270203" y="1668810"/>
                  </a:lnTo>
                  <a:lnTo>
                    <a:pt x="6269535" y="1668810"/>
                  </a:lnTo>
                  <a:lnTo>
                    <a:pt x="6268867" y="1668810"/>
                  </a:lnTo>
                  <a:lnTo>
                    <a:pt x="6268199" y="1668810"/>
                  </a:lnTo>
                  <a:lnTo>
                    <a:pt x="6267531" y="1668810"/>
                  </a:lnTo>
                  <a:lnTo>
                    <a:pt x="6266863" y="1668810"/>
                  </a:lnTo>
                  <a:lnTo>
                    <a:pt x="6266195" y="1668810"/>
                  </a:lnTo>
                  <a:lnTo>
                    <a:pt x="6265527" y="1668810"/>
                  </a:lnTo>
                  <a:lnTo>
                    <a:pt x="6264859" y="1668810"/>
                  </a:lnTo>
                  <a:lnTo>
                    <a:pt x="6264191" y="1668810"/>
                  </a:lnTo>
                  <a:lnTo>
                    <a:pt x="6263523" y="1668810"/>
                  </a:lnTo>
                  <a:lnTo>
                    <a:pt x="6262855" y="1668810"/>
                  </a:lnTo>
                  <a:lnTo>
                    <a:pt x="6262187" y="1668810"/>
                  </a:lnTo>
                  <a:lnTo>
                    <a:pt x="6261519" y="1668810"/>
                  </a:lnTo>
                  <a:lnTo>
                    <a:pt x="6260851" y="1668810"/>
                  </a:lnTo>
                  <a:lnTo>
                    <a:pt x="6260183" y="1668810"/>
                  </a:lnTo>
                  <a:lnTo>
                    <a:pt x="6259515" y="1668810"/>
                  </a:lnTo>
                  <a:lnTo>
                    <a:pt x="6258847" y="1668810"/>
                  </a:lnTo>
                  <a:lnTo>
                    <a:pt x="6258179" y="1668810"/>
                  </a:lnTo>
                  <a:lnTo>
                    <a:pt x="6257511" y="1668810"/>
                  </a:lnTo>
                  <a:lnTo>
                    <a:pt x="6256843" y="1668810"/>
                  </a:lnTo>
                  <a:lnTo>
                    <a:pt x="6256175" y="1668810"/>
                  </a:lnTo>
                  <a:lnTo>
                    <a:pt x="6255507" y="1668810"/>
                  </a:lnTo>
                  <a:lnTo>
                    <a:pt x="6254839" y="1668810"/>
                  </a:lnTo>
                  <a:lnTo>
                    <a:pt x="6254171" y="1668810"/>
                  </a:lnTo>
                  <a:lnTo>
                    <a:pt x="6253502" y="1668810"/>
                  </a:lnTo>
                  <a:lnTo>
                    <a:pt x="6252834" y="1668810"/>
                  </a:lnTo>
                  <a:lnTo>
                    <a:pt x="6252166" y="1668810"/>
                  </a:lnTo>
                  <a:lnTo>
                    <a:pt x="6251498" y="1668810"/>
                  </a:lnTo>
                  <a:lnTo>
                    <a:pt x="6250830" y="1668810"/>
                  </a:lnTo>
                  <a:lnTo>
                    <a:pt x="6250162" y="1668810"/>
                  </a:lnTo>
                  <a:lnTo>
                    <a:pt x="6249494" y="1668810"/>
                  </a:lnTo>
                  <a:lnTo>
                    <a:pt x="6248826" y="1668810"/>
                  </a:lnTo>
                  <a:lnTo>
                    <a:pt x="6248158" y="1668810"/>
                  </a:lnTo>
                  <a:lnTo>
                    <a:pt x="6247490" y="1668810"/>
                  </a:lnTo>
                  <a:lnTo>
                    <a:pt x="6246822" y="1668810"/>
                  </a:lnTo>
                  <a:lnTo>
                    <a:pt x="6246154" y="1668810"/>
                  </a:lnTo>
                  <a:lnTo>
                    <a:pt x="6245486" y="1668810"/>
                  </a:lnTo>
                  <a:lnTo>
                    <a:pt x="6244818" y="1668810"/>
                  </a:lnTo>
                  <a:lnTo>
                    <a:pt x="6244150" y="1668810"/>
                  </a:lnTo>
                  <a:lnTo>
                    <a:pt x="6243482" y="1668810"/>
                  </a:lnTo>
                  <a:lnTo>
                    <a:pt x="6242814" y="1668810"/>
                  </a:lnTo>
                  <a:lnTo>
                    <a:pt x="6242146" y="1668810"/>
                  </a:lnTo>
                  <a:lnTo>
                    <a:pt x="6241478" y="1668810"/>
                  </a:lnTo>
                  <a:lnTo>
                    <a:pt x="6240810" y="1668810"/>
                  </a:lnTo>
                  <a:lnTo>
                    <a:pt x="6240142" y="1668810"/>
                  </a:lnTo>
                  <a:lnTo>
                    <a:pt x="6239474" y="1668810"/>
                  </a:lnTo>
                  <a:lnTo>
                    <a:pt x="6238806" y="1668810"/>
                  </a:lnTo>
                  <a:lnTo>
                    <a:pt x="6238138" y="1668810"/>
                  </a:lnTo>
                  <a:lnTo>
                    <a:pt x="6237470" y="1668810"/>
                  </a:lnTo>
                  <a:lnTo>
                    <a:pt x="6236802" y="1668810"/>
                  </a:lnTo>
                  <a:lnTo>
                    <a:pt x="6236134" y="1668810"/>
                  </a:lnTo>
                  <a:lnTo>
                    <a:pt x="6235466" y="1668810"/>
                  </a:lnTo>
                  <a:lnTo>
                    <a:pt x="6234798" y="1668810"/>
                  </a:lnTo>
                  <a:lnTo>
                    <a:pt x="6234130" y="1668810"/>
                  </a:lnTo>
                  <a:lnTo>
                    <a:pt x="6233462" y="1668810"/>
                  </a:lnTo>
                  <a:lnTo>
                    <a:pt x="6232794" y="1668810"/>
                  </a:lnTo>
                  <a:lnTo>
                    <a:pt x="6232126" y="1668810"/>
                  </a:lnTo>
                  <a:lnTo>
                    <a:pt x="6231458" y="1668810"/>
                  </a:lnTo>
                  <a:lnTo>
                    <a:pt x="6230790" y="1668810"/>
                  </a:lnTo>
                  <a:lnTo>
                    <a:pt x="6230122" y="1668810"/>
                  </a:lnTo>
                  <a:lnTo>
                    <a:pt x="6229454" y="1668810"/>
                  </a:lnTo>
                  <a:lnTo>
                    <a:pt x="6228785" y="1668810"/>
                  </a:lnTo>
                  <a:lnTo>
                    <a:pt x="6228117" y="1668810"/>
                  </a:lnTo>
                  <a:lnTo>
                    <a:pt x="6227449" y="1668810"/>
                  </a:lnTo>
                  <a:lnTo>
                    <a:pt x="6226781" y="1668810"/>
                  </a:lnTo>
                  <a:lnTo>
                    <a:pt x="6226113" y="1668810"/>
                  </a:lnTo>
                  <a:lnTo>
                    <a:pt x="6225445" y="1668810"/>
                  </a:lnTo>
                  <a:lnTo>
                    <a:pt x="6224777" y="1668810"/>
                  </a:lnTo>
                  <a:lnTo>
                    <a:pt x="6224109" y="1668810"/>
                  </a:lnTo>
                  <a:lnTo>
                    <a:pt x="6223441" y="1668810"/>
                  </a:lnTo>
                  <a:lnTo>
                    <a:pt x="6222773" y="1668810"/>
                  </a:lnTo>
                  <a:lnTo>
                    <a:pt x="6222105" y="1668810"/>
                  </a:lnTo>
                  <a:lnTo>
                    <a:pt x="6221437" y="1668810"/>
                  </a:lnTo>
                  <a:lnTo>
                    <a:pt x="6220769" y="1668810"/>
                  </a:lnTo>
                  <a:lnTo>
                    <a:pt x="6220101" y="1668810"/>
                  </a:lnTo>
                  <a:lnTo>
                    <a:pt x="6219433" y="1668810"/>
                  </a:lnTo>
                  <a:lnTo>
                    <a:pt x="6218765" y="1668810"/>
                  </a:lnTo>
                  <a:lnTo>
                    <a:pt x="6218097" y="1668810"/>
                  </a:lnTo>
                  <a:lnTo>
                    <a:pt x="6217429" y="1668810"/>
                  </a:lnTo>
                  <a:lnTo>
                    <a:pt x="6216761" y="1668810"/>
                  </a:lnTo>
                  <a:lnTo>
                    <a:pt x="6216093" y="1668810"/>
                  </a:lnTo>
                  <a:lnTo>
                    <a:pt x="6215425" y="1668810"/>
                  </a:lnTo>
                  <a:lnTo>
                    <a:pt x="6214757" y="1668810"/>
                  </a:lnTo>
                  <a:lnTo>
                    <a:pt x="6214089" y="1668810"/>
                  </a:lnTo>
                  <a:lnTo>
                    <a:pt x="6213421" y="1668810"/>
                  </a:lnTo>
                  <a:lnTo>
                    <a:pt x="6212753" y="1668810"/>
                  </a:lnTo>
                  <a:lnTo>
                    <a:pt x="6212085" y="1668810"/>
                  </a:lnTo>
                  <a:lnTo>
                    <a:pt x="6211417" y="1668810"/>
                  </a:lnTo>
                  <a:lnTo>
                    <a:pt x="6210749" y="1668810"/>
                  </a:lnTo>
                  <a:lnTo>
                    <a:pt x="6210081" y="1668810"/>
                  </a:lnTo>
                  <a:lnTo>
                    <a:pt x="6209413" y="1668810"/>
                  </a:lnTo>
                  <a:lnTo>
                    <a:pt x="6208745" y="1668810"/>
                  </a:lnTo>
                  <a:lnTo>
                    <a:pt x="6208077" y="1668810"/>
                  </a:lnTo>
                  <a:lnTo>
                    <a:pt x="6207409" y="1668810"/>
                  </a:lnTo>
                  <a:lnTo>
                    <a:pt x="6206741" y="1668810"/>
                  </a:lnTo>
                  <a:lnTo>
                    <a:pt x="6206073" y="1668810"/>
                  </a:lnTo>
                  <a:lnTo>
                    <a:pt x="6205405" y="1668810"/>
                  </a:lnTo>
                  <a:lnTo>
                    <a:pt x="6204737" y="1668810"/>
                  </a:lnTo>
                  <a:lnTo>
                    <a:pt x="6204068" y="1668810"/>
                  </a:lnTo>
                  <a:lnTo>
                    <a:pt x="6203400" y="1668810"/>
                  </a:lnTo>
                  <a:lnTo>
                    <a:pt x="6202732" y="1668810"/>
                  </a:lnTo>
                  <a:lnTo>
                    <a:pt x="6202064" y="1668810"/>
                  </a:lnTo>
                  <a:lnTo>
                    <a:pt x="6201396" y="1668810"/>
                  </a:lnTo>
                  <a:lnTo>
                    <a:pt x="6200728" y="1668810"/>
                  </a:lnTo>
                  <a:lnTo>
                    <a:pt x="6200060" y="1668810"/>
                  </a:lnTo>
                  <a:lnTo>
                    <a:pt x="6199392" y="1668810"/>
                  </a:lnTo>
                  <a:lnTo>
                    <a:pt x="6198724" y="1668810"/>
                  </a:lnTo>
                  <a:lnTo>
                    <a:pt x="6198056" y="1668810"/>
                  </a:lnTo>
                  <a:lnTo>
                    <a:pt x="6197388" y="1668810"/>
                  </a:lnTo>
                  <a:lnTo>
                    <a:pt x="6196720" y="1668810"/>
                  </a:lnTo>
                  <a:lnTo>
                    <a:pt x="6196052" y="1668810"/>
                  </a:lnTo>
                  <a:lnTo>
                    <a:pt x="6195384" y="1668810"/>
                  </a:lnTo>
                  <a:lnTo>
                    <a:pt x="6194716" y="1668810"/>
                  </a:lnTo>
                  <a:lnTo>
                    <a:pt x="6194048" y="1668810"/>
                  </a:lnTo>
                  <a:lnTo>
                    <a:pt x="6193380" y="1668810"/>
                  </a:lnTo>
                  <a:lnTo>
                    <a:pt x="6192712" y="1668810"/>
                  </a:lnTo>
                  <a:lnTo>
                    <a:pt x="6192044" y="1668810"/>
                  </a:lnTo>
                  <a:lnTo>
                    <a:pt x="6191376" y="1668810"/>
                  </a:lnTo>
                  <a:lnTo>
                    <a:pt x="6190708" y="1668810"/>
                  </a:lnTo>
                  <a:lnTo>
                    <a:pt x="6190040" y="1668810"/>
                  </a:lnTo>
                  <a:lnTo>
                    <a:pt x="6189372" y="1668810"/>
                  </a:lnTo>
                  <a:lnTo>
                    <a:pt x="6188704" y="1668810"/>
                  </a:lnTo>
                  <a:lnTo>
                    <a:pt x="6188036" y="1668810"/>
                  </a:lnTo>
                  <a:lnTo>
                    <a:pt x="6187368" y="1668810"/>
                  </a:lnTo>
                  <a:lnTo>
                    <a:pt x="6186700" y="1668810"/>
                  </a:lnTo>
                  <a:lnTo>
                    <a:pt x="6186032" y="1668810"/>
                  </a:lnTo>
                  <a:lnTo>
                    <a:pt x="6185364" y="1668810"/>
                  </a:lnTo>
                  <a:lnTo>
                    <a:pt x="6184696" y="1668810"/>
                  </a:lnTo>
                  <a:lnTo>
                    <a:pt x="6184028" y="1668810"/>
                  </a:lnTo>
                  <a:lnTo>
                    <a:pt x="6183360" y="1668810"/>
                  </a:lnTo>
                  <a:lnTo>
                    <a:pt x="6182692" y="1668810"/>
                  </a:lnTo>
                  <a:lnTo>
                    <a:pt x="6182024" y="1668810"/>
                  </a:lnTo>
                  <a:lnTo>
                    <a:pt x="6181356" y="1668810"/>
                  </a:lnTo>
                  <a:lnTo>
                    <a:pt x="6180688" y="1668810"/>
                  </a:lnTo>
                  <a:lnTo>
                    <a:pt x="6180019" y="1668810"/>
                  </a:lnTo>
                  <a:lnTo>
                    <a:pt x="6179351" y="1668810"/>
                  </a:lnTo>
                  <a:lnTo>
                    <a:pt x="6178683" y="1668810"/>
                  </a:lnTo>
                  <a:lnTo>
                    <a:pt x="6178015" y="1668810"/>
                  </a:lnTo>
                  <a:lnTo>
                    <a:pt x="6177347" y="1668810"/>
                  </a:lnTo>
                  <a:lnTo>
                    <a:pt x="6176679" y="1668810"/>
                  </a:lnTo>
                  <a:lnTo>
                    <a:pt x="6176011" y="1668810"/>
                  </a:lnTo>
                  <a:lnTo>
                    <a:pt x="6175343" y="1668810"/>
                  </a:lnTo>
                  <a:lnTo>
                    <a:pt x="6174675" y="1668810"/>
                  </a:lnTo>
                  <a:lnTo>
                    <a:pt x="6174007" y="1668810"/>
                  </a:lnTo>
                  <a:lnTo>
                    <a:pt x="6173339" y="1668810"/>
                  </a:lnTo>
                  <a:lnTo>
                    <a:pt x="6172671" y="1668810"/>
                  </a:lnTo>
                  <a:lnTo>
                    <a:pt x="6172003" y="1668810"/>
                  </a:lnTo>
                  <a:lnTo>
                    <a:pt x="6171335" y="1668810"/>
                  </a:lnTo>
                  <a:lnTo>
                    <a:pt x="6170667" y="1668810"/>
                  </a:lnTo>
                  <a:lnTo>
                    <a:pt x="6169999" y="1668810"/>
                  </a:lnTo>
                  <a:lnTo>
                    <a:pt x="6169331" y="1668810"/>
                  </a:lnTo>
                  <a:lnTo>
                    <a:pt x="6168663" y="1668810"/>
                  </a:lnTo>
                  <a:lnTo>
                    <a:pt x="6167995" y="1668810"/>
                  </a:lnTo>
                  <a:lnTo>
                    <a:pt x="6167327" y="1668810"/>
                  </a:lnTo>
                  <a:lnTo>
                    <a:pt x="6166659" y="1668810"/>
                  </a:lnTo>
                  <a:lnTo>
                    <a:pt x="6165991" y="1668810"/>
                  </a:lnTo>
                  <a:lnTo>
                    <a:pt x="6165323" y="1668810"/>
                  </a:lnTo>
                  <a:lnTo>
                    <a:pt x="6164655" y="1668810"/>
                  </a:lnTo>
                  <a:lnTo>
                    <a:pt x="6163987" y="1668810"/>
                  </a:lnTo>
                  <a:lnTo>
                    <a:pt x="6163319" y="1668810"/>
                  </a:lnTo>
                  <a:lnTo>
                    <a:pt x="6162651" y="1668810"/>
                  </a:lnTo>
                  <a:lnTo>
                    <a:pt x="6161983" y="1668810"/>
                  </a:lnTo>
                  <a:lnTo>
                    <a:pt x="6161315" y="1668810"/>
                  </a:lnTo>
                  <a:lnTo>
                    <a:pt x="6160647" y="1668810"/>
                  </a:lnTo>
                  <a:lnTo>
                    <a:pt x="6159979" y="1668810"/>
                  </a:lnTo>
                  <a:lnTo>
                    <a:pt x="6159311" y="1668810"/>
                  </a:lnTo>
                  <a:lnTo>
                    <a:pt x="6158643" y="1668810"/>
                  </a:lnTo>
                  <a:lnTo>
                    <a:pt x="6157975" y="1668810"/>
                  </a:lnTo>
                  <a:lnTo>
                    <a:pt x="6157307" y="1668810"/>
                  </a:lnTo>
                  <a:lnTo>
                    <a:pt x="6156639" y="1668810"/>
                  </a:lnTo>
                  <a:lnTo>
                    <a:pt x="6155971" y="1668810"/>
                  </a:lnTo>
                  <a:lnTo>
                    <a:pt x="6155302" y="1668810"/>
                  </a:lnTo>
                  <a:lnTo>
                    <a:pt x="6154634" y="1668810"/>
                  </a:lnTo>
                  <a:lnTo>
                    <a:pt x="6153966" y="1668810"/>
                  </a:lnTo>
                  <a:lnTo>
                    <a:pt x="6153298" y="1668810"/>
                  </a:lnTo>
                  <a:lnTo>
                    <a:pt x="6152630" y="1668810"/>
                  </a:lnTo>
                  <a:lnTo>
                    <a:pt x="6151962" y="1668810"/>
                  </a:lnTo>
                  <a:lnTo>
                    <a:pt x="6151294" y="1668810"/>
                  </a:lnTo>
                  <a:lnTo>
                    <a:pt x="6150626" y="1668810"/>
                  </a:lnTo>
                  <a:lnTo>
                    <a:pt x="6149958" y="1668810"/>
                  </a:lnTo>
                  <a:lnTo>
                    <a:pt x="6149290" y="1668810"/>
                  </a:lnTo>
                  <a:lnTo>
                    <a:pt x="6148622" y="1668810"/>
                  </a:lnTo>
                  <a:lnTo>
                    <a:pt x="6147954" y="1668810"/>
                  </a:lnTo>
                  <a:lnTo>
                    <a:pt x="6147286" y="1668810"/>
                  </a:lnTo>
                  <a:lnTo>
                    <a:pt x="6146618" y="1668810"/>
                  </a:lnTo>
                  <a:lnTo>
                    <a:pt x="6145950" y="1668810"/>
                  </a:lnTo>
                  <a:lnTo>
                    <a:pt x="6145282" y="1668810"/>
                  </a:lnTo>
                  <a:lnTo>
                    <a:pt x="6144614" y="1668810"/>
                  </a:lnTo>
                  <a:lnTo>
                    <a:pt x="6143946" y="1668810"/>
                  </a:lnTo>
                  <a:lnTo>
                    <a:pt x="6143278" y="1668810"/>
                  </a:lnTo>
                  <a:lnTo>
                    <a:pt x="6142610" y="1668810"/>
                  </a:lnTo>
                  <a:lnTo>
                    <a:pt x="6141942" y="1668810"/>
                  </a:lnTo>
                  <a:lnTo>
                    <a:pt x="6141274" y="1668810"/>
                  </a:lnTo>
                  <a:lnTo>
                    <a:pt x="6140606" y="1668810"/>
                  </a:lnTo>
                  <a:lnTo>
                    <a:pt x="6139938" y="1668810"/>
                  </a:lnTo>
                  <a:lnTo>
                    <a:pt x="6139270" y="1668810"/>
                  </a:lnTo>
                  <a:lnTo>
                    <a:pt x="6138602" y="1668810"/>
                  </a:lnTo>
                  <a:lnTo>
                    <a:pt x="6137934" y="1668810"/>
                  </a:lnTo>
                  <a:lnTo>
                    <a:pt x="6137266" y="1668810"/>
                  </a:lnTo>
                  <a:lnTo>
                    <a:pt x="6136598" y="1668810"/>
                  </a:lnTo>
                  <a:lnTo>
                    <a:pt x="6135930" y="1668810"/>
                  </a:lnTo>
                  <a:lnTo>
                    <a:pt x="6135262" y="1668810"/>
                  </a:lnTo>
                  <a:lnTo>
                    <a:pt x="6134594" y="1668810"/>
                  </a:lnTo>
                  <a:lnTo>
                    <a:pt x="6133926" y="1668810"/>
                  </a:lnTo>
                  <a:lnTo>
                    <a:pt x="6133258" y="1668810"/>
                  </a:lnTo>
                  <a:lnTo>
                    <a:pt x="6132590" y="1668810"/>
                  </a:lnTo>
                  <a:lnTo>
                    <a:pt x="6131922" y="1668810"/>
                  </a:lnTo>
                  <a:lnTo>
                    <a:pt x="6131254" y="1668810"/>
                  </a:lnTo>
                  <a:lnTo>
                    <a:pt x="6130585" y="1668810"/>
                  </a:lnTo>
                  <a:lnTo>
                    <a:pt x="6129917" y="1668810"/>
                  </a:lnTo>
                  <a:lnTo>
                    <a:pt x="6129249" y="1668810"/>
                  </a:lnTo>
                  <a:lnTo>
                    <a:pt x="6128581" y="1668810"/>
                  </a:lnTo>
                  <a:lnTo>
                    <a:pt x="6127913" y="1668810"/>
                  </a:lnTo>
                  <a:lnTo>
                    <a:pt x="6127245" y="1668810"/>
                  </a:lnTo>
                  <a:lnTo>
                    <a:pt x="6126577" y="1668810"/>
                  </a:lnTo>
                  <a:lnTo>
                    <a:pt x="6125909" y="1668810"/>
                  </a:lnTo>
                  <a:lnTo>
                    <a:pt x="6125241" y="1668810"/>
                  </a:lnTo>
                  <a:lnTo>
                    <a:pt x="6124573" y="1668810"/>
                  </a:lnTo>
                  <a:lnTo>
                    <a:pt x="6123905" y="1668810"/>
                  </a:lnTo>
                  <a:lnTo>
                    <a:pt x="6123237" y="1668810"/>
                  </a:lnTo>
                  <a:lnTo>
                    <a:pt x="6122569" y="1668810"/>
                  </a:lnTo>
                  <a:lnTo>
                    <a:pt x="6121901" y="1668810"/>
                  </a:lnTo>
                  <a:lnTo>
                    <a:pt x="6121233" y="1668810"/>
                  </a:lnTo>
                  <a:lnTo>
                    <a:pt x="6120565" y="1668810"/>
                  </a:lnTo>
                  <a:lnTo>
                    <a:pt x="6119897" y="1668810"/>
                  </a:lnTo>
                  <a:lnTo>
                    <a:pt x="6119229" y="1668810"/>
                  </a:lnTo>
                  <a:lnTo>
                    <a:pt x="6118561" y="1668810"/>
                  </a:lnTo>
                  <a:lnTo>
                    <a:pt x="6117893" y="1668810"/>
                  </a:lnTo>
                  <a:lnTo>
                    <a:pt x="6117225" y="1668810"/>
                  </a:lnTo>
                  <a:lnTo>
                    <a:pt x="6116557" y="1668810"/>
                  </a:lnTo>
                  <a:lnTo>
                    <a:pt x="6115889" y="1668810"/>
                  </a:lnTo>
                  <a:lnTo>
                    <a:pt x="6115221" y="1668810"/>
                  </a:lnTo>
                  <a:lnTo>
                    <a:pt x="6114553" y="1668810"/>
                  </a:lnTo>
                  <a:lnTo>
                    <a:pt x="6113885" y="1668810"/>
                  </a:lnTo>
                  <a:lnTo>
                    <a:pt x="6113217" y="1668810"/>
                  </a:lnTo>
                  <a:lnTo>
                    <a:pt x="6112549" y="1668810"/>
                  </a:lnTo>
                  <a:lnTo>
                    <a:pt x="6111881" y="1668810"/>
                  </a:lnTo>
                  <a:lnTo>
                    <a:pt x="6111213" y="1668810"/>
                  </a:lnTo>
                  <a:lnTo>
                    <a:pt x="6110545" y="1668810"/>
                  </a:lnTo>
                  <a:lnTo>
                    <a:pt x="6109877" y="1668810"/>
                  </a:lnTo>
                  <a:lnTo>
                    <a:pt x="6109209" y="1668810"/>
                  </a:lnTo>
                  <a:lnTo>
                    <a:pt x="6108541" y="1668810"/>
                  </a:lnTo>
                  <a:lnTo>
                    <a:pt x="6107873" y="1668810"/>
                  </a:lnTo>
                  <a:lnTo>
                    <a:pt x="6107205" y="1668810"/>
                  </a:lnTo>
                  <a:lnTo>
                    <a:pt x="6106537" y="1668810"/>
                  </a:lnTo>
                  <a:lnTo>
                    <a:pt x="6105868" y="1668810"/>
                  </a:lnTo>
                  <a:lnTo>
                    <a:pt x="6105200" y="1668810"/>
                  </a:lnTo>
                  <a:lnTo>
                    <a:pt x="6104532" y="1668810"/>
                  </a:lnTo>
                  <a:lnTo>
                    <a:pt x="6103864" y="1668810"/>
                  </a:lnTo>
                  <a:lnTo>
                    <a:pt x="6103196" y="1668810"/>
                  </a:lnTo>
                  <a:lnTo>
                    <a:pt x="6102528" y="1668810"/>
                  </a:lnTo>
                  <a:lnTo>
                    <a:pt x="6101860" y="1668810"/>
                  </a:lnTo>
                  <a:lnTo>
                    <a:pt x="6101192" y="1668810"/>
                  </a:lnTo>
                  <a:lnTo>
                    <a:pt x="6100524" y="1668810"/>
                  </a:lnTo>
                  <a:lnTo>
                    <a:pt x="6099856" y="1668810"/>
                  </a:lnTo>
                  <a:lnTo>
                    <a:pt x="6099188" y="1668810"/>
                  </a:lnTo>
                  <a:lnTo>
                    <a:pt x="6098520" y="1668810"/>
                  </a:lnTo>
                  <a:lnTo>
                    <a:pt x="6097852" y="1668810"/>
                  </a:lnTo>
                  <a:lnTo>
                    <a:pt x="6097184" y="1668810"/>
                  </a:lnTo>
                  <a:lnTo>
                    <a:pt x="6096516" y="1668810"/>
                  </a:lnTo>
                  <a:lnTo>
                    <a:pt x="6095848" y="1668810"/>
                  </a:lnTo>
                  <a:lnTo>
                    <a:pt x="6095180" y="1668810"/>
                  </a:lnTo>
                  <a:lnTo>
                    <a:pt x="6094512" y="1668810"/>
                  </a:lnTo>
                  <a:lnTo>
                    <a:pt x="6093844" y="1668810"/>
                  </a:lnTo>
                  <a:lnTo>
                    <a:pt x="6093176" y="1668810"/>
                  </a:lnTo>
                  <a:lnTo>
                    <a:pt x="6092508" y="1668810"/>
                  </a:lnTo>
                  <a:lnTo>
                    <a:pt x="6091840" y="1668810"/>
                  </a:lnTo>
                  <a:lnTo>
                    <a:pt x="6091172" y="1668810"/>
                  </a:lnTo>
                  <a:lnTo>
                    <a:pt x="6090504" y="1668810"/>
                  </a:lnTo>
                  <a:lnTo>
                    <a:pt x="6089836" y="1668810"/>
                  </a:lnTo>
                  <a:lnTo>
                    <a:pt x="6089168" y="1668810"/>
                  </a:lnTo>
                  <a:lnTo>
                    <a:pt x="6088500" y="1668810"/>
                  </a:lnTo>
                  <a:lnTo>
                    <a:pt x="6087832" y="1668810"/>
                  </a:lnTo>
                  <a:lnTo>
                    <a:pt x="6087164" y="1668810"/>
                  </a:lnTo>
                  <a:lnTo>
                    <a:pt x="6086496" y="1668810"/>
                  </a:lnTo>
                  <a:lnTo>
                    <a:pt x="6085828" y="1668810"/>
                  </a:lnTo>
                  <a:lnTo>
                    <a:pt x="6085160" y="1668810"/>
                  </a:lnTo>
                  <a:lnTo>
                    <a:pt x="6084492" y="1668810"/>
                  </a:lnTo>
                  <a:lnTo>
                    <a:pt x="6083824" y="1668810"/>
                  </a:lnTo>
                  <a:lnTo>
                    <a:pt x="6083156" y="1668810"/>
                  </a:lnTo>
                  <a:lnTo>
                    <a:pt x="6082488" y="1668810"/>
                  </a:lnTo>
                  <a:lnTo>
                    <a:pt x="6081819" y="1668810"/>
                  </a:lnTo>
                  <a:lnTo>
                    <a:pt x="6081151" y="1668810"/>
                  </a:lnTo>
                  <a:lnTo>
                    <a:pt x="6080483" y="1668810"/>
                  </a:lnTo>
                  <a:lnTo>
                    <a:pt x="6079815" y="1668810"/>
                  </a:lnTo>
                  <a:lnTo>
                    <a:pt x="6079147" y="1668810"/>
                  </a:lnTo>
                  <a:lnTo>
                    <a:pt x="6078479" y="1668810"/>
                  </a:lnTo>
                  <a:lnTo>
                    <a:pt x="6077811" y="1668810"/>
                  </a:lnTo>
                  <a:lnTo>
                    <a:pt x="6077143" y="1668810"/>
                  </a:lnTo>
                  <a:lnTo>
                    <a:pt x="6076475" y="1668810"/>
                  </a:lnTo>
                  <a:lnTo>
                    <a:pt x="6075807" y="1668810"/>
                  </a:lnTo>
                  <a:lnTo>
                    <a:pt x="6075139" y="1668810"/>
                  </a:lnTo>
                  <a:lnTo>
                    <a:pt x="6074471" y="1668810"/>
                  </a:lnTo>
                  <a:lnTo>
                    <a:pt x="6073803" y="1668810"/>
                  </a:lnTo>
                  <a:lnTo>
                    <a:pt x="6073135" y="1668810"/>
                  </a:lnTo>
                  <a:lnTo>
                    <a:pt x="6072467" y="1668810"/>
                  </a:lnTo>
                  <a:lnTo>
                    <a:pt x="6071799" y="1668810"/>
                  </a:lnTo>
                  <a:lnTo>
                    <a:pt x="6071131" y="1668810"/>
                  </a:lnTo>
                  <a:lnTo>
                    <a:pt x="6070463" y="1668810"/>
                  </a:lnTo>
                  <a:lnTo>
                    <a:pt x="6069795" y="1668810"/>
                  </a:lnTo>
                  <a:lnTo>
                    <a:pt x="6069127" y="1668810"/>
                  </a:lnTo>
                  <a:lnTo>
                    <a:pt x="6068459" y="1668810"/>
                  </a:lnTo>
                  <a:lnTo>
                    <a:pt x="6067791" y="1668810"/>
                  </a:lnTo>
                  <a:lnTo>
                    <a:pt x="6067123" y="1668810"/>
                  </a:lnTo>
                  <a:lnTo>
                    <a:pt x="6066455" y="1668810"/>
                  </a:lnTo>
                  <a:lnTo>
                    <a:pt x="6065787" y="1668810"/>
                  </a:lnTo>
                  <a:lnTo>
                    <a:pt x="6065119" y="1668810"/>
                  </a:lnTo>
                  <a:lnTo>
                    <a:pt x="6064451" y="1668810"/>
                  </a:lnTo>
                  <a:lnTo>
                    <a:pt x="6063783" y="1668810"/>
                  </a:lnTo>
                  <a:lnTo>
                    <a:pt x="6063115" y="1668810"/>
                  </a:lnTo>
                  <a:lnTo>
                    <a:pt x="6062447" y="1668810"/>
                  </a:lnTo>
                  <a:lnTo>
                    <a:pt x="6061779" y="1668810"/>
                  </a:lnTo>
                  <a:lnTo>
                    <a:pt x="6061111" y="1668810"/>
                  </a:lnTo>
                  <a:lnTo>
                    <a:pt x="6060443" y="1668810"/>
                  </a:lnTo>
                  <a:lnTo>
                    <a:pt x="6059775" y="1668810"/>
                  </a:lnTo>
                  <a:lnTo>
                    <a:pt x="6059107" y="1668810"/>
                  </a:lnTo>
                  <a:lnTo>
                    <a:pt x="6058439" y="1668810"/>
                  </a:lnTo>
                  <a:lnTo>
                    <a:pt x="6057771" y="1668810"/>
                  </a:lnTo>
                  <a:lnTo>
                    <a:pt x="6057102" y="1668810"/>
                  </a:lnTo>
                  <a:lnTo>
                    <a:pt x="6056434" y="1668810"/>
                  </a:lnTo>
                  <a:lnTo>
                    <a:pt x="6055766" y="1668810"/>
                  </a:lnTo>
                  <a:lnTo>
                    <a:pt x="6055098" y="1668810"/>
                  </a:lnTo>
                  <a:lnTo>
                    <a:pt x="6054430" y="1668810"/>
                  </a:lnTo>
                  <a:lnTo>
                    <a:pt x="6053762" y="1668810"/>
                  </a:lnTo>
                  <a:lnTo>
                    <a:pt x="6053094" y="1668810"/>
                  </a:lnTo>
                  <a:lnTo>
                    <a:pt x="6052426" y="1668810"/>
                  </a:lnTo>
                  <a:lnTo>
                    <a:pt x="6051758" y="1668810"/>
                  </a:lnTo>
                  <a:lnTo>
                    <a:pt x="6051090" y="1668810"/>
                  </a:lnTo>
                  <a:lnTo>
                    <a:pt x="6050422" y="1668810"/>
                  </a:lnTo>
                  <a:lnTo>
                    <a:pt x="6049754" y="1668810"/>
                  </a:lnTo>
                  <a:lnTo>
                    <a:pt x="6049086" y="1668810"/>
                  </a:lnTo>
                  <a:lnTo>
                    <a:pt x="6048418" y="1668810"/>
                  </a:lnTo>
                  <a:lnTo>
                    <a:pt x="6047750" y="1668810"/>
                  </a:lnTo>
                  <a:lnTo>
                    <a:pt x="6047082" y="1668810"/>
                  </a:lnTo>
                  <a:lnTo>
                    <a:pt x="6046414" y="1668810"/>
                  </a:lnTo>
                  <a:lnTo>
                    <a:pt x="6045746" y="1668810"/>
                  </a:lnTo>
                  <a:lnTo>
                    <a:pt x="6045078" y="1668810"/>
                  </a:lnTo>
                  <a:lnTo>
                    <a:pt x="6044410" y="1668810"/>
                  </a:lnTo>
                  <a:lnTo>
                    <a:pt x="6043742" y="1668810"/>
                  </a:lnTo>
                  <a:lnTo>
                    <a:pt x="6043074" y="1668810"/>
                  </a:lnTo>
                  <a:lnTo>
                    <a:pt x="6042406" y="1668810"/>
                  </a:lnTo>
                  <a:lnTo>
                    <a:pt x="6041738" y="1668810"/>
                  </a:lnTo>
                  <a:lnTo>
                    <a:pt x="6041070" y="1668810"/>
                  </a:lnTo>
                  <a:lnTo>
                    <a:pt x="6040402" y="1668810"/>
                  </a:lnTo>
                  <a:lnTo>
                    <a:pt x="6039734" y="1668810"/>
                  </a:lnTo>
                  <a:lnTo>
                    <a:pt x="6039066" y="1668810"/>
                  </a:lnTo>
                  <a:lnTo>
                    <a:pt x="6038398" y="1668810"/>
                  </a:lnTo>
                  <a:lnTo>
                    <a:pt x="6037730" y="1668810"/>
                  </a:lnTo>
                  <a:lnTo>
                    <a:pt x="6037062" y="1668810"/>
                  </a:lnTo>
                  <a:lnTo>
                    <a:pt x="6036394" y="1668810"/>
                  </a:lnTo>
                  <a:lnTo>
                    <a:pt x="6035726" y="1668810"/>
                  </a:lnTo>
                  <a:lnTo>
                    <a:pt x="6035058" y="1668810"/>
                  </a:lnTo>
                  <a:lnTo>
                    <a:pt x="6034390" y="1668810"/>
                  </a:lnTo>
                  <a:lnTo>
                    <a:pt x="6033722" y="1668810"/>
                  </a:lnTo>
                  <a:lnTo>
                    <a:pt x="6033054" y="1668810"/>
                  </a:lnTo>
                  <a:lnTo>
                    <a:pt x="6032385" y="1668810"/>
                  </a:lnTo>
                  <a:lnTo>
                    <a:pt x="6031717" y="1668810"/>
                  </a:lnTo>
                  <a:lnTo>
                    <a:pt x="6031049" y="1668810"/>
                  </a:lnTo>
                  <a:lnTo>
                    <a:pt x="6030381" y="1668810"/>
                  </a:lnTo>
                  <a:lnTo>
                    <a:pt x="6029713" y="1668810"/>
                  </a:lnTo>
                  <a:lnTo>
                    <a:pt x="6029045" y="1668810"/>
                  </a:lnTo>
                  <a:lnTo>
                    <a:pt x="6028377" y="1668810"/>
                  </a:lnTo>
                  <a:lnTo>
                    <a:pt x="6027709" y="1668810"/>
                  </a:lnTo>
                  <a:lnTo>
                    <a:pt x="6027041" y="1668810"/>
                  </a:lnTo>
                  <a:lnTo>
                    <a:pt x="6026373" y="1668810"/>
                  </a:lnTo>
                  <a:lnTo>
                    <a:pt x="6025705" y="1668810"/>
                  </a:lnTo>
                  <a:lnTo>
                    <a:pt x="6025037" y="1668810"/>
                  </a:lnTo>
                  <a:lnTo>
                    <a:pt x="6024369" y="1668810"/>
                  </a:lnTo>
                  <a:lnTo>
                    <a:pt x="6023701" y="1668810"/>
                  </a:lnTo>
                  <a:lnTo>
                    <a:pt x="6023033" y="1668810"/>
                  </a:lnTo>
                  <a:lnTo>
                    <a:pt x="6022365" y="1668810"/>
                  </a:lnTo>
                  <a:lnTo>
                    <a:pt x="6021697" y="1668810"/>
                  </a:lnTo>
                  <a:lnTo>
                    <a:pt x="6021029" y="1668810"/>
                  </a:lnTo>
                  <a:lnTo>
                    <a:pt x="6020361" y="1668810"/>
                  </a:lnTo>
                  <a:lnTo>
                    <a:pt x="6019693" y="1668810"/>
                  </a:lnTo>
                  <a:lnTo>
                    <a:pt x="6019025" y="1668810"/>
                  </a:lnTo>
                  <a:lnTo>
                    <a:pt x="6018357" y="1668810"/>
                  </a:lnTo>
                  <a:lnTo>
                    <a:pt x="6017689" y="1668810"/>
                  </a:lnTo>
                  <a:lnTo>
                    <a:pt x="6017021" y="1668810"/>
                  </a:lnTo>
                  <a:lnTo>
                    <a:pt x="6016353" y="1668810"/>
                  </a:lnTo>
                  <a:lnTo>
                    <a:pt x="6015685" y="1668810"/>
                  </a:lnTo>
                  <a:lnTo>
                    <a:pt x="6015017" y="1668810"/>
                  </a:lnTo>
                  <a:lnTo>
                    <a:pt x="6014349" y="1668810"/>
                  </a:lnTo>
                  <a:lnTo>
                    <a:pt x="6013681" y="1668810"/>
                  </a:lnTo>
                  <a:lnTo>
                    <a:pt x="6013013" y="1668810"/>
                  </a:lnTo>
                  <a:lnTo>
                    <a:pt x="6012345" y="1668810"/>
                  </a:lnTo>
                  <a:lnTo>
                    <a:pt x="6011677" y="1668810"/>
                  </a:lnTo>
                  <a:lnTo>
                    <a:pt x="6011009" y="1668810"/>
                  </a:lnTo>
                  <a:lnTo>
                    <a:pt x="6010341" y="1668810"/>
                  </a:lnTo>
                  <a:lnTo>
                    <a:pt x="6009673" y="1668810"/>
                  </a:lnTo>
                  <a:lnTo>
                    <a:pt x="6009005" y="1668810"/>
                  </a:lnTo>
                  <a:lnTo>
                    <a:pt x="6008337" y="1668810"/>
                  </a:lnTo>
                  <a:lnTo>
                    <a:pt x="6007668" y="1668810"/>
                  </a:lnTo>
                  <a:lnTo>
                    <a:pt x="6007000" y="1668810"/>
                  </a:lnTo>
                  <a:lnTo>
                    <a:pt x="6006332" y="1668810"/>
                  </a:lnTo>
                  <a:lnTo>
                    <a:pt x="6005664" y="1668810"/>
                  </a:lnTo>
                  <a:lnTo>
                    <a:pt x="6004996" y="1668810"/>
                  </a:lnTo>
                  <a:lnTo>
                    <a:pt x="6004328" y="1668810"/>
                  </a:lnTo>
                  <a:lnTo>
                    <a:pt x="6003660" y="1668810"/>
                  </a:lnTo>
                  <a:lnTo>
                    <a:pt x="6002992" y="1668810"/>
                  </a:lnTo>
                  <a:lnTo>
                    <a:pt x="6002324" y="1668810"/>
                  </a:lnTo>
                  <a:lnTo>
                    <a:pt x="6001656" y="1668810"/>
                  </a:lnTo>
                  <a:lnTo>
                    <a:pt x="6000988" y="1668810"/>
                  </a:lnTo>
                  <a:lnTo>
                    <a:pt x="6000320" y="1668810"/>
                  </a:lnTo>
                  <a:lnTo>
                    <a:pt x="5999652" y="1668810"/>
                  </a:lnTo>
                  <a:lnTo>
                    <a:pt x="5998984" y="1668810"/>
                  </a:lnTo>
                  <a:lnTo>
                    <a:pt x="5998316" y="1668810"/>
                  </a:lnTo>
                  <a:lnTo>
                    <a:pt x="5997648" y="1668810"/>
                  </a:lnTo>
                  <a:lnTo>
                    <a:pt x="5996980" y="1668810"/>
                  </a:lnTo>
                  <a:lnTo>
                    <a:pt x="5996312" y="1668810"/>
                  </a:lnTo>
                  <a:lnTo>
                    <a:pt x="5995644" y="1668810"/>
                  </a:lnTo>
                  <a:lnTo>
                    <a:pt x="5994976" y="1668810"/>
                  </a:lnTo>
                  <a:lnTo>
                    <a:pt x="5994308" y="1668810"/>
                  </a:lnTo>
                  <a:lnTo>
                    <a:pt x="5993640" y="1668810"/>
                  </a:lnTo>
                  <a:lnTo>
                    <a:pt x="5992972" y="1668810"/>
                  </a:lnTo>
                  <a:lnTo>
                    <a:pt x="5992304" y="1668810"/>
                  </a:lnTo>
                  <a:lnTo>
                    <a:pt x="5991636" y="1668810"/>
                  </a:lnTo>
                  <a:lnTo>
                    <a:pt x="5990968" y="1668810"/>
                  </a:lnTo>
                  <a:lnTo>
                    <a:pt x="5990300" y="1668810"/>
                  </a:lnTo>
                  <a:lnTo>
                    <a:pt x="5989632" y="1668810"/>
                  </a:lnTo>
                  <a:lnTo>
                    <a:pt x="5988964" y="1668810"/>
                  </a:lnTo>
                  <a:lnTo>
                    <a:pt x="5988296" y="1668810"/>
                  </a:lnTo>
                  <a:lnTo>
                    <a:pt x="5987628" y="1668810"/>
                  </a:lnTo>
                  <a:lnTo>
                    <a:pt x="5986960" y="1668810"/>
                  </a:lnTo>
                  <a:lnTo>
                    <a:pt x="5986292" y="1668810"/>
                  </a:lnTo>
                  <a:lnTo>
                    <a:pt x="5985624" y="1668810"/>
                  </a:lnTo>
                  <a:lnTo>
                    <a:pt x="5984956" y="1668810"/>
                  </a:lnTo>
                  <a:lnTo>
                    <a:pt x="5984288" y="1668810"/>
                  </a:lnTo>
                  <a:lnTo>
                    <a:pt x="5983619" y="1668810"/>
                  </a:lnTo>
                  <a:lnTo>
                    <a:pt x="5982951" y="1668810"/>
                  </a:lnTo>
                  <a:lnTo>
                    <a:pt x="5982283" y="1668810"/>
                  </a:lnTo>
                  <a:lnTo>
                    <a:pt x="5981615" y="1668810"/>
                  </a:lnTo>
                  <a:lnTo>
                    <a:pt x="5980947" y="1668810"/>
                  </a:lnTo>
                  <a:lnTo>
                    <a:pt x="5980279" y="1668810"/>
                  </a:lnTo>
                  <a:lnTo>
                    <a:pt x="5979611" y="1668810"/>
                  </a:lnTo>
                  <a:lnTo>
                    <a:pt x="5978943" y="1668810"/>
                  </a:lnTo>
                  <a:lnTo>
                    <a:pt x="5978275" y="1668810"/>
                  </a:lnTo>
                  <a:lnTo>
                    <a:pt x="5977607" y="1668810"/>
                  </a:lnTo>
                  <a:lnTo>
                    <a:pt x="5976939" y="1668810"/>
                  </a:lnTo>
                  <a:lnTo>
                    <a:pt x="5976271" y="1668810"/>
                  </a:lnTo>
                  <a:lnTo>
                    <a:pt x="5975603" y="1668810"/>
                  </a:lnTo>
                  <a:lnTo>
                    <a:pt x="5974935" y="1668810"/>
                  </a:lnTo>
                  <a:lnTo>
                    <a:pt x="5974267" y="1668810"/>
                  </a:lnTo>
                  <a:lnTo>
                    <a:pt x="5973599" y="1668810"/>
                  </a:lnTo>
                  <a:lnTo>
                    <a:pt x="5972931" y="1668810"/>
                  </a:lnTo>
                  <a:lnTo>
                    <a:pt x="5972263" y="1668810"/>
                  </a:lnTo>
                  <a:lnTo>
                    <a:pt x="5971595" y="1668810"/>
                  </a:lnTo>
                  <a:lnTo>
                    <a:pt x="5970927" y="1668810"/>
                  </a:lnTo>
                  <a:lnTo>
                    <a:pt x="5970259" y="1668810"/>
                  </a:lnTo>
                  <a:lnTo>
                    <a:pt x="5969591" y="1668810"/>
                  </a:lnTo>
                  <a:lnTo>
                    <a:pt x="5968923" y="1668810"/>
                  </a:lnTo>
                  <a:lnTo>
                    <a:pt x="5968255" y="1668810"/>
                  </a:lnTo>
                  <a:lnTo>
                    <a:pt x="5967587" y="1668810"/>
                  </a:lnTo>
                  <a:lnTo>
                    <a:pt x="5966919" y="1668810"/>
                  </a:lnTo>
                  <a:lnTo>
                    <a:pt x="5966251" y="1668810"/>
                  </a:lnTo>
                  <a:lnTo>
                    <a:pt x="5965583" y="1668810"/>
                  </a:lnTo>
                  <a:lnTo>
                    <a:pt x="5964915" y="1668810"/>
                  </a:lnTo>
                  <a:lnTo>
                    <a:pt x="5964247" y="1668810"/>
                  </a:lnTo>
                  <a:lnTo>
                    <a:pt x="5963579" y="1668810"/>
                  </a:lnTo>
                  <a:lnTo>
                    <a:pt x="5962911" y="1668810"/>
                  </a:lnTo>
                  <a:lnTo>
                    <a:pt x="5962243" y="1668810"/>
                  </a:lnTo>
                  <a:lnTo>
                    <a:pt x="5961575" y="1668810"/>
                  </a:lnTo>
                  <a:lnTo>
                    <a:pt x="5960907" y="1668810"/>
                  </a:lnTo>
                  <a:lnTo>
                    <a:pt x="5960239" y="1668810"/>
                  </a:lnTo>
                  <a:lnTo>
                    <a:pt x="5959571" y="1668810"/>
                  </a:lnTo>
                  <a:lnTo>
                    <a:pt x="5958902" y="1668810"/>
                  </a:lnTo>
                  <a:lnTo>
                    <a:pt x="5958234" y="1668810"/>
                  </a:lnTo>
                  <a:lnTo>
                    <a:pt x="5957566" y="1668810"/>
                  </a:lnTo>
                  <a:lnTo>
                    <a:pt x="5956898" y="1668810"/>
                  </a:lnTo>
                  <a:lnTo>
                    <a:pt x="5956230" y="1668810"/>
                  </a:lnTo>
                  <a:lnTo>
                    <a:pt x="5955562" y="1668810"/>
                  </a:lnTo>
                  <a:lnTo>
                    <a:pt x="5954894" y="1668810"/>
                  </a:lnTo>
                  <a:lnTo>
                    <a:pt x="5954226" y="1668810"/>
                  </a:lnTo>
                  <a:lnTo>
                    <a:pt x="5953558" y="1668810"/>
                  </a:lnTo>
                  <a:lnTo>
                    <a:pt x="5952890" y="1668810"/>
                  </a:lnTo>
                  <a:lnTo>
                    <a:pt x="5952222" y="1668810"/>
                  </a:lnTo>
                  <a:lnTo>
                    <a:pt x="5951554" y="1668810"/>
                  </a:lnTo>
                  <a:lnTo>
                    <a:pt x="5950886" y="1668810"/>
                  </a:lnTo>
                  <a:lnTo>
                    <a:pt x="5950218" y="1668810"/>
                  </a:lnTo>
                  <a:lnTo>
                    <a:pt x="5949550" y="1668810"/>
                  </a:lnTo>
                  <a:lnTo>
                    <a:pt x="5948882" y="1668810"/>
                  </a:lnTo>
                  <a:lnTo>
                    <a:pt x="5948214" y="1668810"/>
                  </a:lnTo>
                  <a:lnTo>
                    <a:pt x="5947546" y="1668810"/>
                  </a:lnTo>
                  <a:lnTo>
                    <a:pt x="5946878" y="1668810"/>
                  </a:lnTo>
                  <a:lnTo>
                    <a:pt x="5946210" y="1668810"/>
                  </a:lnTo>
                  <a:lnTo>
                    <a:pt x="5945542" y="1668810"/>
                  </a:lnTo>
                  <a:lnTo>
                    <a:pt x="5944874" y="1668810"/>
                  </a:lnTo>
                  <a:lnTo>
                    <a:pt x="5944206" y="1668810"/>
                  </a:lnTo>
                  <a:lnTo>
                    <a:pt x="5943538" y="1668810"/>
                  </a:lnTo>
                  <a:lnTo>
                    <a:pt x="5942870" y="1668810"/>
                  </a:lnTo>
                  <a:lnTo>
                    <a:pt x="5942202" y="1668810"/>
                  </a:lnTo>
                  <a:lnTo>
                    <a:pt x="5941534" y="1668810"/>
                  </a:lnTo>
                  <a:lnTo>
                    <a:pt x="5940866" y="1668810"/>
                  </a:lnTo>
                  <a:lnTo>
                    <a:pt x="5940198" y="1668810"/>
                  </a:lnTo>
                  <a:lnTo>
                    <a:pt x="5939530" y="1668810"/>
                  </a:lnTo>
                  <a:lnTo>
                    <a:pt x="5938862" y="1668810"/>
                  </a:lnTo>
                  <a:lnTo>
                    <a:pt x="5938194" y="1668810"/>
                  </a:lnTo>
                  <a:lnTo>
                    <a:pt x="5937526" y="1668810"/>
                  </a:lnTo>
                  <a:lnTo>
                    <a:pt x="5936858" y="1668810"/>
                  </a:lnTo>
                  <a:lnTo>
                    <a:pt x="5936190" y="1668810"/>
                  </a:lnTo>
                  <a:lnTo>
                    <a:pt x="5935522" y="1668810"/>
                  </a:lnTo>
                  <a:lnTo>
                    <a:pt x="5934854" y="1668810"/>
                  </a:lnTo>
                  <a:lnTo>
                    <a:pt x="5934185" y="1668810"/>
                  </a:lnTo>
                  <a:lnTo>
                    <a:pt x="5933517" y="1668810"/>
                  </a:lnTo>
                  <a:lnTo>
                    <a:pt x="5932849" y="1668810"/>
                  </a:lnTo>
                  <a:lnTo>
                    <a:pt x="5932181" y="1668810"/>
                  </a:lnTo>
                  <a:lnTo>
                    <a:pt x="5931513" y="1668810"/>
                  </a:lnTo>
                  <a:lnTo>
                    <a:pt x="5930845" y="1668810"/>
                  </a:lnTo>
                  <a:lnTo>
                    <a:pt x="5930177" y="1668810"/>
                  </a:lnTo>
                  <a:lnTo>
                    <a:pt x="5929509" y="1668810"/>
                  </a:lnTo>
                  <a:lnTo>
                    <a:pt x="5928841" y="1668810"/>
                  </a:lnTo>
                  <a:lnTo>
                    <a:pt x="5928173" y="1668810"/>
                  </a:lnTo>
                  <a:lnTo>
                    <a:pt x="5927505" y="1668810"/>
                  </a:lnTo>
                  <a:lnTo>
                    <a:pt x="5926837" y="1668810"/>
                  </a:lnTo>
                  <a:lnTo>
                    <a:pt x="5926169" y="1668810"/>
                  </a:lnTo>
                  <a:lnTo>
                    <a:pt x="5925501" y="1668810"/>
                  </a:lnTo>
                  <a:lnTo>
                    <a:pt x="5924833" y="1668810"/>
                  </a:lnTo>
                  <a:lnTo>
                    <a:pt x="5924165" y="1668810"/>
                  </a:lnTo>
                  <a:lnTo>
                    <a:pt x="5923497" y="1668810"/>
                  </a:lnTo>
                  <a:lnTo>
                    <a:pt x="5922829" y="1668810"/>
                  </a:lnTo>
                  <a:lnTo>
                    <a:pt x="5922161" y="1668810"/>
                  </a:lnTo>
                  <a:lnTo>
                    <a:pt x="5921493" y="1668810"/>
                  </a:lnTo>
                  <a:lnTo>
                    <a:pt x="5920825" y="1668810"/>
                  </a:lnTo>
                  <a:lnTo>
                    <a:pt x="5920157" y="1668810"/>
                  </a:lnTo>
                  <a:lnTo>
                    <a:pt x="5919489" y="1668810"/>
                  </a:lnTo>
                  <a:lnTo>
                    <a:pt x="5918821" y="1668810"/>
                  </a:lnTo>
                  <a:lnTo>
                    <a:pt x="5918153" y="1668810"/>
                  </a:lnTo>
                  <a:lnTo>
                    <a:pt x="5917485" y="1668810"/>
                  </a:lnTo>
                  <a:lnTo>
                    <a:pt x="5916817" y="1668810"/>
                  </a:lnTo>
                  <a:lnTo>
                    <a:pt x="5916149" y="1668810"/>
                  </a:lnTo>
                  <a:lnTo>
                    <a:pt x="5915481" y="1668810"/>
                  </a:lnTo>
                  <a:lnTo>
                    <a:pt x="5914813" y="1668810"/>
                  </a:lnTo>
                  <a:lnTo>
                    <a:pt x="5914145" y="1668810"/>
                  </a:lnTo>
                  <a:lnTo>
                    <a:pt x="5913477" y="1668810"/>
                  </a:lnTo>
                  <a:lnTo>
                    <a:pt x="5912809" y="1668810"/>
                  </a:lnTo>
                  <a:lnTo>
                    <a:pt x="5912141" y="1668810"/>
                  </a:lnTo>
                  <a:lnTo>
                    <a:pt x="5911473" y="1668810"/>
                  </a:lnTo>
                  <a:lnTo>
                    <a:pt x="5910805" y="1668810"/>
                  </a:lnTo>
                  <a:lnTo>
                    <a:pt x="5910137" y="1668810"/>
                  </a:lnTo>
                  <a:lnTo>
                    <a:pt x="5909468" y="1668810"/>
                  </a:lnTo>
                  <a:lnTo>
                    <a:pt x="5908800" y="1668810"/>
                  </a:lnTo>
                  <a:lnTo>
                    <a:pt x="5908132" y="1668810"/>
                  </a:lnTo>
                  <a:lnTo>
                    <a:pt x="5907464" y="1668810"/>
                  </a:lnTo>
                  <a:lnTo>
                    <a:pt x="5906796" y="1668810"/>
                  </a:lnTo>
                  <a:lnTo>
                    <a:pt x="5906128" y="1668810"/>
                  </a:lnTo>
                  <a:lnTo>
                    <a:pt x="5905460" y="1668810"/>
                  </a:lnTo>
                  <a:lnTo>
                    <a:pt x="5904792" y="1668810"/>
                  </a:lnTo>
                  <a:lnTo>
                    <a:pt x="5904124" y="1668810"/>
                  </a:lnTo>
                  <a:lnTo>
                    <a:pt x="5903456" y="1668810"/>
                  </a:lnTo>
                  <a:lnTo>
                    <a:pt x="5902788" y="1668810"/>
                  </a:lnTo>
                  <a:lnTo>
                    <a:pt x="5902120" y="1668810"/>
                  </a:lnTo>
                  <a:lnTo>
                    <a:pt x="5901452" y="1668810"/>
                  </a:lnTo>
                  <a:lnTo>
                    <a:pt x="5900784" y="1668810"/>
                  </a:lnTo>
                  <a:lnTo>
                    <a:pt x="5900116" y="1668810"/>
                  </a:lnTo>
                  <a:lnTo>
                    <a:pt x="5899448" y="1668810"/>
                  </a:lnTo>
                  <a:lnTo>
                    <a:pt x="5898780" y="1668810"/>
                  </a:lnTo>
                  <a:lnTo>
                    <a:pt x="5898112" y="1668810"/>
                  </a:lnTo>
                  <a:lnTo>
                    <a:pt x="5897444" y="1668810"/>
                  </a:lnTo>
                  <a:lnTo>
                    <a:pt x="5896776" y="1668810"/>
                  </a:lnTo>
                  <a:lnTo>
                    <a:pt x="5896108" y="1668810"/>
                  </a:lnTo>
                  <a:lnTo>
                    <a:pt x="5895440" y="1668810"/>
                  </a:lnTo>
                  <a:lnTo>
                    <a:pt x="5894772" y="1668810"/>
                  </a:lnTo>
                  <a:lnTo>
                    <a:pt x="5894104" y="1668810"/>
                  </a:lnTo>
                  <a:lnTo>
                    <a:pt x="5893436" y="1668810"/>
                  </a:lnTo>
                  <a:lnTo>
                    <a:pt x="5892768" y="1668810"/>
                  </a:lnTo>
                  <a:lnTo>
                    <a:pt x="5892100" y="1668810"/>
                  </a:lnTo>
                  <a:lnTo>
                    <a:pt x="5891432" y="1668810"/>
                  </a:lnTo>
                  <a:lnTo>
                    <a:pt x="5890764" y="1668810"/>
                  </a:lnTo>
                  <a:lnTo>
                    <a:pt x="5890096" y="1668810"/>
                  </a:lnTo>
                  <a:lnTo>
                    <a:pt x="5889428" y="1668810"/>
                  </a:lnTo>
                  <a:lnTo>
                    <a:pt x="5888760" y="1668810"/>
                  </a:lnTo>
                  <a:lnTo>
                    <a:pt x="5888092" y="1668810"/>
                  </a:lnTo>
                  <a:lnTo>
                    <a:pt x="5887424" y="1668810"/>
                  </a:lnTo>
                  <a:lnTo>
                    <a:pt x="5886756" y="1668810"/>
                  </a:lnTo>
                  <a:lnTo>
                    <a:pt x="5886088" y="1668810"/>
                  </a:lnTo>
                  <a:lnTo>
                    <a:pt x="5885419" y="1668810"/>
                  </a:lnTo>
                  <a:lnTo>
                    <a:pt x="5884751" y="1668810"/>
                  </a:lnTo>
                  <a:lnTo>
                    <a:pt x="5884083" y="1668810"/>
                  </a:lnTo>
                  <a:lnTo>
                    <a:pt x="5883415" y="1668810"/>
                  </a:lnTo>
                  <a:lnTo>
                    <a:pt x="5882747" y="1668810"/>
                  </a:lnTo>
                  <a:lnTo>
                    <a:pt x="5882079" y="1668810"/>
                  </a:lnTo>
                  <a:lnTo>
                    <a:pt x="5881411" y="1668810"/>
                  </a:lnTo>
                  <a:lnTo>
                    <a:pt x="5880743" y="1668810"/>
                  </a:lnTo>
                  <a:lnTo>
                    <a:pt x="5880075" y="1668810"/>
                  </a:lnTo>
                  <a:lnTo>
                    <a:pt x="5879407" y="1668810"/>
                  </a:lnTo>
                  <a:lnTo>
                    <a:pt x="5878739" y="1668810"/>
                  </a:lnTo>
                  <a:lnTo>
                    <a:pt x="5878071" y="1668810"/>
                  </a:lnTo>
                  <a:lnTo>
                    <a:pt x="5877403" y="1668810"/>
                  </a:lnTo>
                  <a:lnTo>
                    <a:pt x="5876735" y="1668810"/>
                  </a:lnTo>
                  <a:lnTo>
                    <a:pt x="5876067" y="1668810"/>
                  </a:lnTo>
                  <a:lnTo>
                    <a:pt x="5875399" y="1668810"/>
                  </a:lnTo>
                  <a:lnTo>
                    <a:pt x="5874731" y="1668810"/>
                  </a:lnTo>
                  <a:lnTo>
                    <a:pt x="5874063" y="1668810"/>
                  </a:lnTo>
                  <a:lnTo>
                    <a:pt x="5873395" y="1668810"/>
                  </a:lnTo>
                  <a:lnTo>
                    <a:pt x="5872727" y="1668810"/>
                  </a:lnTo>
                  <a:lnTo>
                    <a:pt x="5872059" y="1668810"/>
                  </a:lnTo>
                  <a:lnTo>
                    <a:pt x="5871391" y="1668810"/>
                  </a:lnTo>
                  <a:lnTo>
                    <a:pt x="5870723" y="1668810"/>
                  </a:lnTo>
                  <a:lnTo>
                    <a:pt x="5870055" y="1668810"/>
                  </a:lnTo>
                  <a:lnTo>
                    <a:pt x="5869387" y="1668810"/>
                  </a:lnTo>
                  <a:lnTo>
                    <a:pt x="5868719" y="1668810"/>
                  </a:lnTo>
                  <a:lnTo>
                    <a:pt x="5868051" y="1668810"/>
                  </a:lnTo>
                  <a:lnTo>
                    <a:pt x="5867383" y="1668810"/>
                  </a:lnTo>
                  <a:lnTo>
                    <a:pt x="5866715" y="1668810"/>
                  </a:lnTo>
                  <a:lnTo>
                    <a:pt x="5866047" y="1668810"/>
                  </a:lnTo>
                  <a:lnTo>
                    <a:pt x="5865379" y="1668810"/>
                  </a:lnTo>
                  <a:lnTo>
                    <a:pt x="5864711" y="1668810"/>
                  </a:lnTo>
                  <a:lnTo>
                    <a:pt x="5864043" y="1668810"/>
                  </a:lnTo>
                  <a:lnTo>
                    <a:pt x="5863375" y="1668810"/>
                  </a:lnTo>
                  <a:lnTo>
                    <a:pt x="5862707" y="1668810"/>
                  </a:lnTo>
                  <a:lnTo>
                    <a:pt x="5862039" y="1668810"/>
                  </a:lnTo>
                  <a:lnTo>
                    <a:pt x="5861371" y="1668810"/>
                  </a:lnTo>
                  <a:lnTo>
                    <a:pt x="5860702" y="1668810"/>
                  </a:lnTo>
                  <a:lnTo>
                    <a:pt x="5860034" y="1668810"/>
                  </a:lnTo>
                  <a:lnTo>
                    <a:pt x="5859366" y="1668810"/>
                  </a:lnTo>
                  <a:lnTo>
                    <a:pt x="5858698" y="1668810"/>
                  </a:lnTo>
                  <a:lnTo>
                    <a:pt x="5858030" y="1668810"/>
                  </a:lnTo>
                  <a:lnTo>
                    <a:pt x="5857362" y="1668810"/>
                  </a:lnTo>
                  <a:lnTo>
                    <a:pt x="5856694" y="1668810"/>
                  </a:lnTo>
                  <a:lnTo>
                    <a:pt x="5856026" y="1668810"/>
                  </a:lnTo>
                  <a:lnTo>
                    <a:pt x="5855358" y="1668810"/>
                  </a:lnTo>
                  <a:lnTo>
                    <a:pt x="5854690" y="1668810"/>
                  </a:lnTo>
                  <a:lnTo>
                    <a:pt x="5854022" y="1668810"/>
                  </a:lnTo>
                  <a:lnTo>
                    <a:pt x="5853354" y="1668810"/>
                  </a:lnTo>
                  <a:lnTo>
                    <a:pt x="5852686" y="1668810"/>
                  </a:lnTo>
                  <a:lnTo>
                    <a:pt x="5852018" y="1668810"/>
                  </a:lnTo>
                  <a:lnTo>
                    <a:pt x="5851350" y="1668810"/>
                  </a:lnTo>
                  <a:lnTo>
                    <a:pt x="5850682" y="1668810"/>
                  </a:lnTo>
                  <a:lnTo>
                    <a:pt x="5850014" y="1668810"/>
                  </a:lnTo>
                  <a:lnTo>
                    <a:pt x="5849346" y="1668810"/>
                  </a:lnTo>
                  <a:lnTo>
                    <a:pt x="5848678" y="1668810"/>
                  </a:lnTo>
                  <a:lnTo>
                    <a:pt x="5848010" y="1668810"/>
                  </a:lnTo>
                  <a:lnTo>
                    <a:pt x="5847342" y="1668810"/>
                  </a:lnTo>
                  <a:lnTo>
                    <a:pt x="5846674" y="1668810"/>
                  </a:lnTo>
                  <a:lnTo>
                    <a:pt x="5846006" y="1668810"/>
                  </a:lnTo>
                  <a:lnTo>
                    <a:pt x="5845338" y="1668810"/>
                  </a:lnTo>
                  <a:lnTo>
                    <a:pt x="5844670" y="1668810"/>
                  </a:lnTo>
                  <a:lnTo>
                    <a:pt x="5844002" y="1668810"/>
                  </a:lnTo>
                  <a:lnTo>
                    <a:pt x="5843334" y="1668810"/>
                  </a:lnTo>
                  <a:lnTo>
                    <a:pt x="5842666" y="1668810"/>
                  </a:lnTo>
                  <a:lnTo>
                    <a:pt x="5841998" y="1668810"/>
                  </a:lnTo>
                  <a:lnTo>
                    <a:pt x="5841330" y="1668810"/>
                  </a:lnTo>
                  <a:lnTo>
                    <a:pt x="5840662" y="1668810"/>
                  </a:lnTo>
                  <a:lnTo>
                    <a:pt x="5839994" y="1668810"/>
                  </a:lnTo>
                  <a:lnTo>
                    <a:pt x="5839326" y="1668810"/>
                  </a:lnTo>
                  <a:lnTo>
                    <a:pt x="5838658" y="1668810"/>
                  </a:lnTo>
                  <a:lnTo>
                    <a:pt x="5837990" y="1668810"/>
                  </a:lnTo>
                  <a:lnTo>
                    <a:pt x="5837322" y="1668810"/>
                  </a:lnTo>
                  <a:lnTo>
                    <a:pt x="5836654" y="1668810"/>
                  </a:lnTo>
                  <a:lnTo>
                    <a:pt x="5835985" y="1668810"/>
                  </a:lnTo>
                  <a:lnTo>
                    <a:pt x="5835317" y="1668810"/>
                  </a:lnTo>
                  <a:lnTo>
                    <a:pt x="5834649" y="1668810"/>
                  </a:lnTo>
                  <a:lnTo>
                    <a:pt x="5833981" y="1668810"/>
                  </a:lnTo>
                  <a:lnTo>
                    <a:pt x="5833313" y="1668810"/>
                  </a:lnTo>
                  <a:lnTo>
                    <a:pt x="5832645" y="1668810"/>
                  </a:lnTo>
                  <a:lnTo>
                    <a:pt x="5831977" y="1668810"/>
                  </a:lnTo>
                  <a:lnTo>
                    <a:pt x="5831309" y="1668810"/>
                  </a:lnTo>
                  <a:lnTo>
                    <a:pt x="5830641" y="1668810"/>
                  </a:lnTo>
                  <a:lnTo>
                    <a:pt x="5829973" y="1668810"/>
                  </a:lnTo>
                  <a:lnTo>
                    <a:pt x="5829305" y="1668810"/>
                  </a:lnTo>
                  <a:lnTo>
                    <a:pt x="5828637" y="1668810"/>
                  </a:lnTo>
                  <a:lnTo>
                    <a:pt x="5827969" y="1668810"/>
                  </a:lnTo>
                  <a:lnTo>
                    <a:pt x="5827301" y="1668810"/>
                  </a:lnTo>
                  <a:lnTo>
                    <a:pt x="5826633" y="1668810"/>
                  </a:lnTo>
                  <a:lnTo>
                    <a:pt x="5825965" y="1668810"/>
                  </a:lnTo>
                  <a:lnTo>
                    <a:pt x="5825297" y="1668810"/>
                  </a:lnTo>
                  <a:lnTo>
                    <a:pt x="5824629" y="1668810"/>
                  </a:lnTo>
                  <a:lnTo>
                    <a:pt x="5823961" y="1668810"/>
                  </a:lnTo>
                  <a:lnTo>
                    <a:pt x="5823293" y="1668810"/>
                  </a:lnTo>
                  <a:lnTo>
                    <a:pt x="5822625" y="1668810"/>
                  </a:lnTo>
                  <a:lnTo>
                    <a:pt x="5821957" y="1668810"/>
                  </a:lnTo>
                  <a:lnTo>
                    <a:pt x="5821289" y="1668810"/>
                  </a:lnTo>
                  <a:lnTo>
                    <a:pt x="5820621" y="1668810"/>
                  </a:lnTo>
                  <a:lnTo>
                    <a:pt x="5819953" y="1668810"/>
                  </a:lnTo>
                  <a:lnTo>
                    <a:pt x="5819285" y="1668810"/>
                  </a:lnTo>
                  <a:lnTo>
                    <a:pt x="5818617" y="1668810"/>
                  </a:lnTo>
                  <a:lnTo>
                    <a:pt x="5817949" y="1668810"/>
                  </a:lnTo>
                  <a:lnTo>
                    <a:pt x="5817281" y="1668810"/>
                  </a:lnTo>
                  <a:lnTo>
                    <a:pt x="5816613" y="1668810"/>
                  </a:lnTo>
                  <a:lnTo>
                    <a:pt x="5815945" y="1668810"/>
                  </a:lnTo>
                  <a:lnTo>
                    <a:pt x="5815277" y="1668810"/>
                  </a:lnTo>
                  <a:lnTo>
                    <a:pt x="5814609" y="1668810"/>
                  </a:lnTo>
                  <a:lnTo>
                    <a:pt x="5813941" y="1668810"/>
                  </a:lnTo>
                  <a:lnTo>
                    <a:pt x="5813273" y="1668810"/>
                  </a:lnTo>
                  <a:lnTo>
                    <a:pt x="5812605" y="1668810"/>
                  </a:lnTo>
                  <a:lnTo>
                    <a:pt x="5811937" y="1668810"/>
                  </a:lnTo>
                  <a:lnTo>
                    <a:pt x="5811268" y="1668810"/>
                  </a:lnTo>
                  <a:lnTo>
                    <a:pt x="5810600" y="1668810"/>
                  </a:lnTo>
                  <a:lnTo>
                    <a:pt x="5809932" y="1668810"/>
                  </a:lnTo>
                  <a:lnTo>
                    <a:pt x="5809264" y="1668810"/>
                  </a:lnTo>
                  <a:lnTo>
                    <a:pt x="5808596" y="1668810"/>
                  </a:lnTo>
                  <a:lnTo>
                    <a:pt x="5807928" y="1668810"/>
                  </a:lnTo>
                  <a:lnTo>
                    <a:pt x="5807260" y="1668810"/>
                  </a:lnTo>
                  <a:lnTo>
                    <a:pt x="5806592" y="1668810"/>
                  </a:lnTo>
                  <a:lnTo>
                    <a:pt x="5805924" y="1668810"/>
                  </a:lnTo>
                  <a:lnTo>
                    <a:pt x="5805256" y="1668810"/>
                  </a:lnTo>
                  <a:lnTo>
                    <a:pt x="5804588" y="1668810"/>
                  </a:lnTo>
                  <a:lnTo>
                    <a:pt x="5803920" y="1668810"/>
                  </a:lnTo>
                  <a:lnTo>
                    <a:pt x="5803252" y="1668810"/>
                  </a:lnTo>
                  <a:lnTo>
                    <a:pt x="5802584" y="1668810"/>
                  </a:lnTo>
                  <a:lnTo>
                    <a:pt x="5801916" y="1668810"/>
                  </a:lnTo>
                  <a:lnTo>
                    <a:pt x="5801248" y="1668810"/>
                  </a:lnTo>
                  <a:lnTo>
                    <a:pt x="5800580" y="1668810"/>
                  </a:lnTo>
                  <a:lnTo>
                    <a:pt x="5799912" y="1668810"/>
                  </a:lnTo>
                  <a:lnTo>
                    <a:pt x="5799244" y="1668810"/>
                  </a:lnTo>
                  <a:lnTo>
                    <a:pt x="5798576" y="1668810"/>
                  </a:lnTo>
                  <a:lnTo>
                    <a:pt x="5797908" y="1668810"/>
                  </a:lnTo>
                  <a:lnTo>
                    <a:pt x="5797240" y="1668810"/>
                  </a:lnTo>
                  <a:lnTo>
                    <a:pt x="5796572" y="1668810"/>
                  </a:lnTo>
                  <a:lnTo>
                    <a:pt x="5795904" y="1668810"/>
                  </a:lnTo>
                  <a:lnTo>
                    <a:pt x="5795236" y="1668810"/>
                  </a:lnTo>
                  <a:lnTo>
                    <a:pt x="5794568" y="1668810"/>
                  </a:lnTo>
                  <a:lnTo>
                    <a:pt x="5793900" y="1668810"/>
                  </a:lnTo>
                  <a:lnTo>
                    <a:pt x="5793232" y="1668810"/>
                  </a:lnTo>
                  <a:lnTo>
                    <a:pt x="5792564" y="1668810"/>
                  </a:lnTo>
                  <a:lnTo>
                    <a:pt x="5791896" y="1668810"/>
                  </a:lnTo>
                  <a:lnTo>
                    <a:pt x="5791228" y="1668810"/>
                  </a:lnTo>
                  <a:lnTo>
                    <a:pt x="5790560" y="1668810"/>
                  </a:lnTo>
                  <a:lnTo>
                    <a:pt x="5789892" y="1668810"/>
                  </a:lnTo>
                  <a:lnTo>
                    <a:pt x="5789224" y="1668810"/>
                  </a:lnTo>
                  <a:lnTo>
                    <a:pt x="5788556" y="1668810"/>
                  </a:lnTo>
                  <a:lnTo>
                    <a:pt x="5787888" y="1668810"/>
                  </a:lnTo>
                  <a:lnTo>
                    <a:pt x="5787219" y="1668810"/>
                  </a:lnTo>
                  <a:lnTo>
                    <a:pt x="5786551" y="1668810"/>
                  </a:lnTo>
                  <a:lnTo>
                    <a:pt x="5785883" y="1668810"/>
                  </a:lnTo>
                  <a:lnTo>
                    <a:pt x="5785215" y="1668810"/>
                  </a:lnTo>
                  <a:lnTo>
                    <a:pt x="5784547" y="1668810"/>
                  </a:lnTo>
                  <a:lnTo>
                    <a:pt x="5783879" y="1668810"/>
                  </a:lnTo>
                  <a:lnTo>
                    <a:pt x="5783211" y="1668810"/>
                  </a:lnTo>
                  <a:lnTo>
                    <a:pt x="5782543" y="1668810"/>
                  </a:lnTo>
                  <a:lnTo>
                    <a:pt x="5781875" y="1668810"/>
                  </a:lnTo>
                  <a:lnTo>
                    <a:pt x="5781207" y="1668810"/>
                  </a:lnTo>
                  <a:lnTo>
                    <a:pt x="5780539" y="1668810"/>
                  </a:lnTo>
                  <a:lnTo>
                    <a:pt x="5779871" y="1668810"/>
                  </a:lnTo>
                  <a:lnTo>
                    <a:pt x="5779203" y="1668810"/>
                  </a:lnTo>
                  <a:lnTo>
                    <a:pt x="5778535" y="1668810"/>
                  </a:lnTo>
                  <a:lnTo>
                    <a:pt x="5777867" y="1668810"/>
                  </a:lnTo>
                  <a:lnTo>
                    <a:pt x="5777199" y="1668810"/>
                  </a:lnTo>
                  <a:lnTo>
                    <a:pt x="5776531" y="1668810"/>
                  </a:lnTo>
                  <a:lnTo>
                    <a:pt x="5775863" y="1668810"/>
                  </a:lnTo>
                  <a:lnTo>
                    <a:pt x="5775195" y="1668810"/>
                  </a:lnTo>
                  <a:lnTo>
                    <a:pt x="5774527" y="1668810"/>
                  </a:lnTo>
                  <a:lnTo>
                    <a:pt x="5773859" y="1668810"/>
                  </a:lnTo>
                  <a:lnTo>
                    <a:pt x="5773191" y="1668810"/>
                  </a:lnTo>
                  <a:lnTo>
                    <a:pt x="5772523" y="1668810"/>
                  </a:lnTo>
                  <a:lnTo>
                    <a:pt x="5771855" y="1668810"/>
                  </a:lnTo>
                  <a:lnTo>
                    <a:pt x="5771187" y="1668810"/>
                  </a:lnTo>
                  <a:lnTo>
                    <a:pt x="5770519" y="1668810"/>
                  </a:lnTo>
                  <a:lnTo>
                    <a:pt x="5769851" y="1668810"/>
                  </a:lnTo>
                  <a:lnTo>
                    <a:pt x="5769183" y="1668810"/>
                  </a:lnTo>
                  <a:lnTo>
                    <a:pt x="5768515" y="1668810"/>
                  </a:lnTo>
                  <a:lnTo>
                    <a:pt x="5767847" y="1668810"/>
                  </a:lnTo>
                  <a:lnTo>
                    <a:pt x="5767179" y="1668810"/>
                  </a:lnTo>
                  <a:lnTo>
                    <a:pt x="5766511" y="1668810"/>
                  </a:lnTo>
                  <a:lnTo>
                    <a:pt x="5765843" y="1668810"/>
                  </a:lnTo>
                  <a:lnTo>
                    <a:pt x="5765175" y="1668810"/>
                  </a:lnTo>
                  <a:lnTo>
                    <a:pt x="5764507" y="1668810"/>
                  </a:lnTo>
                  <a:lnTo>
                    <a:pt x="5763839" y="1668810"/>
                  </a:lnTo>
                  <a:lnTo>
                    <a:pt x="5763171" y="1668810"/>
                  </a:lnTo>
                  <a:lnTo>
                    <a:pt x="5762502" y="1668810"/>
                  </a:lnTo>
                  <a:lnTo>
                    <a:pt x="5761834" y="1668810"/>
                  </a:lnTo>
                  <a:lnTo>
                    <a:pt x="5761166" y="1668810"/>
                  </a:lnTo>
                  <a:lnTo>
                    <a:pt x="5760498" y="1668810"/>
                  </a:lnTo>
                  <a:lnTo>
                    <a:pt x="5759830" y="1668810"/>
                  </a:lnTo>
                  <a:lnTo>
                    <a:pt x="5759162" y="1668810"/>
                  </a:lnTo>
                  <a:lnTo>
                    <a:pt x="5758494" y="1668810"/>
                  </a:lnTo>
                  <a:lnTo>
                    <a:pt x="5757826" y="1668810"/>
                  </a:lnTo>
                  <a:lnTo>
                    <a:pt x="5757158" y="1668810"/>
                  </a:lnTo>
                  <a:lnTo>
                    <a:pt x="5756490" y="1668810"/>
                  </a:lnTo>
                  <a:lnTo>
                    <a:pt x="5755822" y="1668810"/>
                  </a:lnTo>
                  <a:lnTo>
                    <a:pt x="5755154" y="1668810"/>
                  </a:lnTo>
                  <a:lnTo>
                    <a:pt x="5754486" y="1668810"/>
                  </a:lnTo>
                  <a:lnTo>
                    <a:pt x="5753818" y="1668810"/>
                  </a:lnTo>
                  <a:lnTo>
                    <a:pt x="5753150" y="1668810"/>
                  </a:lnTo>
                  <a:lnTo>
                    <a:pt x="5752482" y="1668810"/>
                  </a:lnTo>
                  <a:lnTo>
                    <a:pt x="5751814" y="1668810"/>
                  </a:lnTo>
                  <a:lnTo>
                    <a:pt x="5751146" y="1668810"/>
                  </a:lnTo>
                  <a:lnTo>
                    <a:pt x="5750478" y="1668810"/>
                  </a:lnTo>
                  <a:lnTo>
                    <a:pt x="5749810" y="1668810"/>
                  </a:lnTo>
                  <a:lnTo>
                    <a:pt x="5749142" y="1668810"/>
                  </a:lnTo>
                  <a:lnTo>
                    <a:pt x="5748474" y="1668810"/>
                  </a:lnTo>
                  <a:lnTo>
                    <a:pt x="5747806" y="1668810"/>
                  </a:lnTo>
                  <a:lnTo>
                    <a:pt x="5747138" y="1668810"/>
                  </a:lnTo>
                  <a:lnTo>
                    <a:pt x="5746470" y="1668810"/>
                  </a:lnTo>
                  <a:lnTo>
                    <a:pt x="5745802" y="1668810"/>
                  </a:lnTo>
                  <a:lnTo>
                    <a:pt x="5745134" y="1668810"/>
                  </a:lnTo>
                  <a:lnTo>
                    <a:pt x="5744466" y="1668810"/>
                  </a:lnTo>
                  <a:lnTo>
                    <a:pt x="5743798" y="1668810"/>
                  </a:lnTo>
                  <a:lnTo>
                    <a:pt x="5743130" y="1668810"/>
                  </a:lnTo>
                  <a:lnTo>
                    <a:pt x="5742462" y="1668810"/>
                  </a:lnTo>
                  <a:lnTo>
                    <a:pt x="5741794" y="1668810"/>
                  </a:lnTo>
                  <a:lnTo>
                    <a:pt x="5741126" y="1668810"/>
                  </a:lnTo>
                  <a:lnTo>
                    <a:pt x="5740458" y="1668810"/>
                  </a:lnTo>
                  <a:lnTo>
                    <a:pt x="5739790" y="1668810"/>
                  </a:lnTo>
                  <a:lnTo>
                    <a:pt x="5739122" y="1668810"/>
                  </a:lnTo>
                  <a:lnTo>
                    <a:pt x="5738454" y="1668810"/>
                  </a:lnTo>
                  <a:lnTo>
                    <a:pt x="5737785" y="1668810"/>
                  </a:lnTo>
                  <a:lnTo>
                    <a:pt x="5737117" y="1668810"/>
                  </a:lnTo>
                  <a:lnTo>
                    <a:pt x="5736449" y="1668810"/>
                  </a:lnTo>
                  <a:lnTo>
                    <a:pt x="5735781" y="1668810"/>
                  </a:lnTo>
                  <a:lnTo>
                    <a:pt x="5735113" y="1668810"/>
                  </a:lnTo>
                  <a:lnTo>
                    <a:pt x="5734445" y="1668810"/>
                  </a:lnTo>
                  <a:lnTo>
                    <a:pt x="5733777" y="1668810"/>
                  </a:lnTo>
                  <a:lnTo>
                    <a:pt x="5733109" y="1668810"/>
                  </a:lnTo>
                  <a:lnTo>
                    <a:pt x="5732441" y="1668810"/>
                  </a:lnTo>
                  <a:lnTo>
                    <a:pt x="5731773" y="1668810"/>
                  </a:lnTo>
                  <a:lnTo>
                    <a:pt x="5731105" y="1668810"/>
                  </a:lnTo>
                  <a:lnTo>
                    <a:pt x="5730437" y="1668810"/>
                  </a:lnTo>
                  <a:lnTo>
                    <a:pt x="5729769" y="1668810"/>
                  </a:lnTo>
                  <a:lnTo>
                    <a:pt x="5729101" y="1668810"/>
                  </a:lnTo>
                  <a:lnTo>
                    <a:pt x="5728433" y="1668810"/>
                  </a:lnTo>
                  <a:lnTo>
                    <a:pt x="5727765" y="1668810"/>
                  </a:lnTo>
                  <a:lnTo>
                    <a:pt x="5727097" y="1668810"/>
                  </a:lnTo>
                  <a:lnTo>
                    <a:pt x="5726429" y="1668810"/>
                  </a:lnTo>
                  <a:lnTo>
                    <a:pt x="5725761" y="1668810"/>
                  </a:lnTo>
                  <a:lnTo>
                    <a:pt x="5725093" y="1668810"/>
                  </a:lnTo>
                  <a:lnTo>
                    <a:pt x="5724425" y="1668810"/>
                  </a:lnTo>
                  <a:lnTo>
                    <a:pt x="5723757" y="1668810"/>
                  </a:lnTo>
                  <a:lnTo>
                    <a:pt x="5723089" y="1668810"/>
                  </a:lnTo>
                  <a:lnTo>
                    <a:pt x="5722421" y="1668810"/>
                  </a:lnTo>
                  <a:lnTo>
                    <a:pt x="5721753" y="1668810"/>
                  </a:lnTo>
                  <a:lnTo>
                    <a:pt x="5721085" y="1668810"/>
                  </a:lnTo>
                  <a:lnTo>
                    <a:pt x="5720417" y="1668810"/>
                  </a:lnTo>
                  <a:lnTo>
                    <a:pt x="5719749" y="1668810"/>
                  </a:lnTo>
                  <a:lnTo>
                    <a:pt x="5719081" y="1668810"/>
                  </a:lnTo>
                  <a:lnTo>
                    <a:pt x="5718413" y="1668810"/>
                  </a:lnTo>
                  <a:lnTo>
                    <a:pt x="5717745" y="1668810"/>
                  </a:lnTo>
                  <a:lnTo>
                    <a:pt x="5717077" y="1668810"/>
                  </a:lnTo>
                  <a:lnTo>
                    <a:pt x="5716409" y="1668810"/>
                  </a:lnTo>
                  <a:lnTo>
                    <a:pt x="5715741" y="1668810"/>
                  </a:lnTo>
                  <a:lnTo>
                    <a:pt x="5715073" y="1668810"/>
                  </a:lnTo>
                  <a:lnTo>
                    <a:pt x="5714405" y="1668810"/>
                  </a:lnTo>
                  <a:lnTo>
                    <a:pt x="5713736" y="1668810"/>
                  </a:lnTo>
                  <a:lnTo>
                    <a:pt x="5713068" y="1668810"/>
                  </a:lnTo>
                  <a:lnTo>
                    <a:pt x="5712400" y="1668810"/>
                  </a:lnTo>
                  <a:lnTo>
                    <a:pt x="5711732" y="1668810"/>
                  </a:lnTo>
                  <a:lnTo>
                    <a:pt x="5711064" y="1668810"/>
                  </a:lnTo>
                  <a:lnTo>
                    <a:pt x="5710396" y="1668810"/>
                  </a:lnTo>
                  <a:lnTo>
                    <a:pt x="5709728" y="1668810"/>
                  </a:lnTo>
                  <a:lnTo>
                    <a:pt x="5709060" y="1668810"/>
                  </a:lnTo>
                  <a:lnTo>
                    <a:pt x="5708392" y="1668810"/>
                  </a:lnTo>
                  <a:lnTo>
                    <a:pt x="5707724" y="1668810"/>
                  </a:lnTo>
                  <a:lnTo>
                    <a:pt x="5707056" y="1668810"/>
                  </a:lnTo>
                  <a:lnTo>
                    <a:pt x="5706388" y="1668810"/>
                  </a:lnTo>
                  <a:lnTo>
                    <a:pt x="5705720" y="1668810"/>
                  </a:lnTo>
                  <a:lnTo>
                    <a:pt x="5705052" y="1668810"/>
                  </a:lnTo>
                  <a:lnTo>
                    <a:pt x="5704384" y="1668810"/>
                  </a:lnTo>
                  <a:lnTo>
                    <a:pt x="5703716" y="1668810"/>
                  </a:lnTo>
                  <a:lnTo>
                    <a:pt x="5703048" y="1668810"/>
                  </a:lnTo>
                  <a:lnTo>
                    <a:pt x="5702380" y="1668810"/>
                  </a:lnTo>
                  <a:lnTo>
                    <a:pt x="5701712" y="1668810"/>
                  </a:lnTo>
                  <a:lnTo>
                    <a:pt x="5701044" y="1668810"/>
                  </a:lnTo>
                  <a:lnTo>
                    <a:pt x="5700376" y="1668810"/>
                  </a:lnTo>
                  <a:lnTo>
                    <a:pt x="5699708" y="1668810"/>
                  </a:lnTo>
                  <a:lnTo>
                    <a:pt x="5699040" y="1668810"/>
                  </a:lnTo>
                  <a:lnTo>
                    <a:pt x="5698372" y="1668810"/>
                  </a:lnTo>
                  <a:lnTo>
                    <a:pt x="5697704" y="1668810"/>
                  </a:lnTo>
                  <a:lnTo>
                    <a:pt x="5697036" y="1668810"/>
                  </a:lnTo>
                  <a:lnTo>
                    <a:pt x="5696368" y="1668810"/>
                  </a:lnTo>
                  <a:lnTo>
                    <a:pt x="5695700" y="1668810"/>
                  </a:lnTo>
                  <a:lnTo>
                    <a:pt x="5695032" y="1668810"/>
                  </a:lnTo>
                  <a:lnTo>
                    <a:pt x="5694364" y="1668810"/>
                  </a:lnTo>
                  <a:lnTo>
                    <a:pt x="5693696" y="1668810"/>
                  </a:lnTo>
                  <a:lnTo>
                    <a:pt x="5693028" y="1668810"/>
                  </a:lnTo>
                  <a:lnTo>
                    <a:pt x="5692360" y="1668810"/>
                  </a:lnTo>
                  <a:lnTo>
                    <a:pt x="5691692" y="1668810"/>
                  </a:lnTo>
                  <a:lnTo>
                    <a:pt x="5691024" y="1668810"/>
                  </a:lnTo>
                  <a:lnTo>
                    <a:pt x="5690356" y="1668810"/>
                  </a:lnTo>
                  <a:lnTo>
                    <a:pt x="5689688" y="1668810"/>
                  </a:lnTo>
                  <a:lnTo>
                    <a:pt x="5689019" y="1668810"/>
                  </a:lnTo>
                  <a:lnTo>
                    <a:pt x="5688351" y="1668810"/>
                  </a:lnTo>
                  <a:lnTo>
                    <a:pt x="5687683" y="1668810"/>
                  </a:lnTo>
                  <a:lnTo>
                    <a:pt x="5687015" y="1668810"/>
                  </a:lnTo>
                  <a:lnTo>
                    <a:pt x="5686347" y="1668810"/>
                  </a:lnTo>
                  <a:lnTo>
                    <a:pt x="5685679" y="1668810"/>
                  </a:lnTo>
                  <a:lnTo>
                    <a:pt x="5685011" y="1668810"/>
                  </a:lnTo>
                  <a:lnTo>
                    <a:pt x="5684343" y="1668810"/>
                  </a:lnTo>
                  <a:lnTo>
                    <a:pt x="5683675" y="1668810"/>
                  </a:lnTo>
                  <a:lnTo>
                    <a:pt x="5683007" y="1668810"/>
                  </a:lnTo>
                  <a:lnTo>
                    <a:pt x="5682339" y="1668810"/>
                  </a:lnTo>
                  <a:lnTo>
                    <a:pt x="5681671" y="1668810"/>
                  </a:lnTo>
                  <a:lnTo>
                    <a:pt x="5681003" y="1668810"/>
                  </a:lnTo>
                  <a:lnTo>
                    <a:pt x="5680335" y="1668810"/>
                  </a:lnTo>
                  <a:lnTo>
                    <a:pt x="5679667" y="1668810"/>
                  </a:lnTo>
                  <a:lnTo>
                    <a:pt x="5678999" y="1668810"/>
                  </a:lnTo>
                  <a:lnTo>
                    <a:pt x="5678331" y="1668810"/>
                  </a:lnTo>
                  <a:lnTo>
                    <a:pt x="5677663" y="1668810"/>
                  </a:lnTo>
                  <a:lnTo>
                    <a:pt x="5676995" y="1668810"/>
                  </a:lnTo>
                  <a:lnTo>
                    <a:pt x="5676327" y="1668810"/>
                  </a:lnTo>
                  <a:lnTo>
                    <a:pt x="5675659" y="1668810"/>
                  </a:lnTo>
                  <a:lnTo>
                    <a:pt x="5674991" y="1668810"/>
                  </a:lnTo>
                  <a:lnTo>
                    <a:pt x="5674323" y="1668810"/>
                  </a:lnTo>
                  <a:lnTo>
                    <a:pt x="5673655" y="1668810"/>
                  </a:lnTo>
                  <a:lnTo>
                    <a:pt x="5672987" y="1668810"/>
                  </a:lnTo>
                  <a:lnTo>
                    <a:pt x="5672319" y="1668810"/>
                  </a:lnTo>
                  <a:lnTo>
                    <a:pt x="5671651" y="1668810"/>
                  </a:lnTo>
                  <a:lnTo>
                    <a:pt x="5670983" y="1668810"/>
                  </a:lnTo>
                  <a:lnTo>
                    <a:pt x="5670315" y="1668810"/>
                  </a:lnTo>
                  <a:lnTo>
                    <a:pt x="5669647" y="1668810"/>
                  </a:lnTo>
                  <a:lnTo>
                    <a:pt x="5668979" y="1668810"/>
                  </a:lnTo>
                  <a:lnTo>
                    <a:pt x="5668311" y="1668810"/>
                  </a:lnTo>
                  <a:lnTo>
                    <a:pt x="5667643" y="1668810"/>
                  </a:lnTo>
                  <a:lnTo>
                    <a:pt x="5666975" y="1668810"/>
                  </a:lnTo>
                  <a:lnTo>
                    <a:pt x="5666307" y="1668810"/>
                  </a:lnTo>
                  <a:lnTo>
                    <a:pt x="5665639" y="1668810"/>
                  </a:lnTo>
                  <a:lnTo>
                    <a:pt x="5664971" y="1668810"/>
                  </a:lnTo>
                  <a:lnTo>
                    <a:pt x="5664302" y="1668810"/>
                  </a:lnTo>
                  <a:lnTo>
                    <a:pt x="5663634" y="1668810"/>
                  </a:lnTo>
                  <a:lnTo>
                    <a:pt x="5662966" y="1668810"/>
                  </a:lnTo>
                  <a:lnTo>
                    <a:pt x="5662298" y="1668810"/>
                  </a:lnTo>
                  <a:lnTo>
                    <a:pt x="5661630" y="1668810"/>
                  </a:lnTo>
                  <a:lnTo>
                    <a:pt x="5660962" y="1668810"/>
                  </a:lnTo>
                  <a:lnTo>
                    <a:pt x="5660294" y="1668810"/>
                  </a:lnTo>
                  <a:lnTo>
                    <a:pt x="5659626" y="1668810"/>
                  </a:lnTo>
                  <a:lnTo>
                    <a:pt x="5658958" y="1668810"/>
                  </a:lnTo>
                  <a:lnTo>
                    <a:pt x="5658290" y="1668810"/>
                  </a:lnTo>
                  <a:lnTo>
                    <a:pt x="5657622" y="1668810"/>
                  </a:lnTo>
                  <a:lnTo>
                    <a:pt x="5656954" y="1668810"/>
                  </a:lnTo>
                  <a:lnTo>
                    <a:pt x="5656286" y="1668810"/>
                  </a:lnTo>
                  <a:lnTo>
                    <a:pt x="5655618" y="1668810"/>
                  </a:lnTo>
                  <a:lnTo>
                    <a:pt x="5654950" y="1668810"/>
                  </a:lnTo>
                  <a:lnTo>
                    <a:pt x="5654282" y="1668810"/>
                  </a:lnTo>
                  <a:lnTo>
                    <a:pt x="5653614" y="1668810"/>
                  </a:lnTo>
                  <a:lnTo>
                    <a:pt x="5652946" y="1668810"/>
                  </a:lnTo>
                  <a:lnTo>
                    <a:pt x="5652278" y="1668810"/>
                  </a:lnTo>
                  <a:lnTo>
                    <a:pt x="5651610" y="1668810"/>
                  </a:lnTo>
                  <a:lnTo>
                    <a:pt x="5650942" y="1668810"/>
                  </a:lnTo>
                  <a:lnTo>
                    <a:pt x="5650274" y="1668810"/>
                  </a:lnTo>
                  <a:lnTo>
                    <a:pt x="5649606" y="1668810"/>
                  </a:lnTo>
                  <a:lnTo>
                    <a:pt x="5648938" y="1668810"/>
                  </a:lnTo>
                  <a:lnTo>
                    <a:pt x="5648270" y="1668810"/>
                  </a:lnTo>
                  <a:lnTo>
                    <a:pt x="5647602" y="1668810"/>
                  </a:lnTo>
                  <a:lnTo>
                    <a:pt x="5646934" y="1668810"/>
                  </a:lnTo>
                  <a:lnTo>
                    <a:pt x="5646266" y="1668810"/>
                  </a:lnTo>
                  <a:lnTo>
                    <a:pt x="5645598" y="1668810"/>
                  </a:lnTo>
                  <a:lnTo>
                    <a:pt x="5644930" y="1668810"/>
                  </a:lnTo>
                  <a:lnTo>
                    <a:pt x="5644262" y="1668810"/>
                  </a:lnTo>
                  <a:lnTo>
                    <a:pt x="5643594" y="1668810"/>
                  </a:lnTo>
                  <a:lnTo>
                    <a:pt x="5642926" y="1668810"/>
                  </a:lnTo>
                  <a:lnTo>
                    <a:pt x="5642258" y="1668810"/>
                  </a:lnTo>
                  <a:lnTo>
                    <a:pt x="5641590" y="1668810"/>
                  </a:lnTo>
                  <a:lnTo>
                    <a:pt x="5640922" y="1668810"/>
                  </a:lnTo>
                  <a:lnTo>
                    <a:pt x="5640254" y="1668810"/>
                  </a:lnTo>
                  <a:lnTo>
                    <a:pt x="5639585" y="1668810"/>
                  </a:lnTo>
                  <a:lnTo>
                    <a:pt x="5638917" y="1668810"/>
                  </a:lnTo>
                  <a:lnTo>
                    <a:pt x="5638249" y="1668810"/>
                  </a:lnTo>
                  <a:lnTo>
                    <a:pt x="5637581" y="1668810"/>
                  </a:lnTo>
                  <a:lnTo>
                    <a:pt x="5636913" y="1668810"/>
                  </a:lnTo>
                  <a:lnTo>
                    <a:pt x="5636245" y="1668810"/>
                  </a:lnTo>
                  <a:lnTo>
                    <a:pt x="5635577" y="1668810"/>
                  </a:lnTo>
                  <a:lnTo>
                    <a:pt x="5634909" y="1668810"/>
                  </a:lnTo>
                  <a:lnTo>
                    <a:pt x="5634241" y="1668810"/>
                  </a:lnTo>
                  <a:lnTo>
                    <a:pt x="5633573" y="1668810"/>
                  </a:lnTo>
                  <a:lnTo>
                    <a:pt x="5632905" y="1668810"/>
                  </a:lnTo>
                  <a:lnTo>
                    <a:pt x="5632237" y="1668810"/>
                  </a:lnTo>
                  <a:lnTo>
                    <a:pt x="5631569" y="1668810"/>
                  </a:lnTo>
                  <a:lnTo>
                    <a:pt x="5630901" y="1668810"/>
                  </a:lnTo>
                  <a:lnTo>
                    <a:pt x="5630233" y="1668810"/>
                  </a:lnTo>
                  <a:lnTo>
                    <a:pt x="5629565" y="1668810"/>
                  </a:lnTo>
                  <a:lnTo>
                    <a:pt x="5628897" y="1668810"/>
                  </a:lnTo>
                  <a:lnTo>
                    <a:pt x="5628229" y="1668810"/>
                  </a:lnTo>
                  <a:lnTo>
                    <a:pt x="5627561" y="1668810"/>
                  </a:lnTo>
                  <a:lnTo>
                    <a:pt x="5626893" y="1668810"/>
                  </a:lnTo>
                  <a:lnTo>
                    <a:pt x="5626225" y="1668810"/>
                  </a:lnTo>
                  <a:lnTo>
                    <a:pt x="5625557" y="1668810"/>
                  </a:lnTo>
                  <a:lnTo>
                    <a:pt x="5624889" y="1668810"/>
                  </a:lnTo>
                  <a:lnTo>
                    <a:pt x="5624221" y="1668810"/>
                  </a:lnTo>
                  <a:lnTo>
                    <a:pt x="5623553" y="1668810"/>
                  </a:lnTo>
                  <a:lnTo>
                    <a:pt x="5622885" y="1668810"/>
                  </a:lnTo>
                  <a:lnTo>
                    <a:pt x="5622217" y="1668810"/>
                  </a:lnTo>
                  <a:lnTo>
                    <a:pt x="5621549" y="1668810"/>
                  </a:lnTo>
                  <a:lnTo>
                    <a:pt x="5620881" y="1668810"/>
                  </a:lnTo>
                  <a:lnTo>
                    <a:pt x="5620213" y="1668810"/>
                  </a:lnTo>
                  <a:lnTo>
                    <a:pt x="5619545" y="1668810"/>
                  </a:lnTo>
                  <a:lnTo>
                    <a:pt x="5618877" y="1668810"/>
                  </a:lnTo>
                  <a:lnTo>
                    <a:pt x="5618209" y="1668810"/>
                  </a:lnTo>
                  <a:lnTo>
                    <a:pt x="5617541" y="1668810"/>
                  </a:lnTo>
                  <a:lnTo>
                    <a:pt x="5616873" y="1668810"/>
                  </a:lnTo>
                  <a:lnTo>
                    <a:pt x="5616205" y="1668810"/>
                  </a:lnTo>
                  <a:lnTo>
                    <a:pt x="5615536" y="1668810"/>
                  </a:lnTo>
                  <a:lnTo>
                    <a:pt x="5614868" y="1668810"/>
                  </a:lnTo>
                  <a:lnTo>
                    <a:pt x="5614200" y="1668810"/>
                  </a:lnTo>
                  <a:lnTo>
                    <a:pt x="5613532" y="1668810"/>
                  </a:lnTo>
                  <a:lnTo>
                    <a:pt x="5612864" y="1668810"/>
                  </a:lnTo>
                  <a:lnTo>
                    <a:pt x="5612196" y="1668810"/>
                  </a:lnTo>
                  <a:lnTo>
                    <a:pt x="5611528" y="1668810"/>
                  </a:lnTo>
                  <a:lnTo>
                    <a:pt x="5610860" y="1668810"/>
                  </a:lnTo>
                  <a:lnTo>
                    <a:pt x="5610192" y="1668810"/>
                  </a:lnTo>
                  <a:lnTo>
                    <a:pt x="5609524" y="1668810"/>
                  </a:lnTo>
                  <a:lnTo>
                    <a:pt x="5608856" y="1668810"/>
                  </a:lnTo>
                  <a:lnTo>
                    <a:pt x="5608188" y="1668810"/>
                  </a:lnTo>
                  <a:lnTo>
                    <a:pt x="5607520" y="1668810"/>
                  </a:lnTo>
                  <a:lnTo>
                    <a:pt x="5606852" y="1668810"/>
                  </a:lnTo>
                  <a:lnTo>
                    <a:pt x="5606184" y="1668810"/>
                  </a:lnTo>
                  <a:lnTo>
                    <a:pt x="5605516" y="1668810"/>
                  </a:lnTo>
                  <a:lnTo>
                    <a:pt x="5604848" y="1668810"/>
                  </a:lnTo>
                  <a:lnTo>
                    <a:pt x="5604180" y="1668810"/>
                  </a:lnTo>
                  <a:lnTo>
                    <a:pt x="5603512" y="1668810"/>
                  </a:lnTo>
                  <a:lnTo>
                    <a:pt x="5602844" y="1668810"/>
                  </a:lnTo>
                  <a:lnTo>
                    <a:pt x="5602176" y="1668810"/>
                  </a:lnTo>
                  <a:lnTo>
                    <a:pt x="5601508" y="1668810"/>
                  </a:lnTo>
                  <a:lnTo>
                    <a:pt x="5600840" y="1668810"/>
                  </a:lnTo>
                  <a:lnTo>
                    <a:pt x="5600172" y="1668810"/>
                  </a:lnTo>
                  <a:lnTo>
                    <a:pt x="5599504" y="1668810"/>
                  </a:lnTo>
                  <a:lnTo>
                    <a:pt x="5598836" y="1668810"/>
                  </a:lnTo>
                  <a:lnTo>
                    <a:pt x="5598168" y="1668810"/>
                  </a:lnTo>
                  <a:lnTo>
                    <a:pt x="5597500" y="1668810"/>
                  </a:lnTo>
                  <a:lnTo>
                    <a:pt x="5596832" y="1668810"/>
                  </a:lnTo>
                  <a:lnTo>
                    <a:pt x="5596164" y="1668810"/>
                  </a:lnTo>
                  <a:lnTo>
                    <a:pt x="5595496" y="1668810"/>
                  </a:lnTo>
                  <a:lnTo>
                    <a:pt x="5594828" y="1668810"/>
                  </a:lnTo>
                  <a:lnTo>
                    <a:pt x="5594160" y="1668810"/>
                  </a:lnTo>
                  <a:lnTo>
                    <a:pt x="5593492" y="1668810"/>
                  </a:lnTo>
                  <a:lnTo>
                    <a:pt x="5592824" y="1668810"/>
                  </a:lnTo>
                  <a:lnTo>
                    <a:pt x="5592156" y="1668810"/>
                  </a:lnTo>
                  <a:lnTo>
                    <a:pt x="5591488" y="1668810"/>
                  </a:lnTo>
                  <a:lnTo>
                    <a:pt x="5590819" y="1668810"/>
                  </a:lnTo>
                  <a:lnTo>
                    <a:pt x="5590151" y="1668810"/>
                  </a:lnTo>
                  <a:lnTo>
                    <a:pt x="5589483" y="1668810"/>
                  </a:lnTo>
                  <a:lnTo>
                    <a:pt x="5588815" y="1668810"/>
                  </a:lnTo>
                  <a:lnTo>
                    <a:pt x="5588147" y="1668810"/>
                  </a:lnTo>
                  <a:lnTo>
                    <a:pt x="5587479" y="1668810"/>
                  </a:lnTo>
                  <a:lnTo>
                    <a:pt x="5586811" y="1668810"/>
                  </a:lnTo>
                  <a:lnTo>
                    <a:pt x="5586143" y="1668810"/>
                  </a:lnTo>
                  <a:lnTo>
                    <a:pt x="5585475" y="1668810"/>
                  </a:lnTo>
                  <a:lnTo>
                    <a:pt x="5584807" y="1668810"/>
                  </a:lnTo>
                  <a:lnTo>
                    <a:pt x="5584139" y="1668810"/>
                  </a:lnTo>
                  <a:lnTo>
                    <a:pt x="5583471" y="1668810"/>
                  </a:lnTo>
                  <a:lnTo>
                    <a:pt x="5582803" y="1668810"/>
                  </a:lnTo>
                  <a:lnTo>
                    <a:pt x="5582135" y="1668810"/>
                  </a:lnTo>
                  <a:lnTo>
                    <a:pt x="5581467" y="1668810"/>
                  </a:lnTo>
                  <a:lnTo>
                    <a:pt x="5580799" y="1668810"/>
                  </a:lnTo>
                  <a:lnTo>
                    <a:pt x="5580131" y="1668810"/>
                  </a:lnTo>
                  <a:lnTo>
                    <a:pt x="5579463" y="1668810"/>
                  </a:lnTo>
                  <a:lnTo>
                    <a:pt x="5578795" y="1668810"/>
                  </a:lnTo>
                  <a:lnTo>
                    <a:pt x="5578127" y="1668810"/>
                  </a:lnTo>
                  <a:lnTo>
                    <a:pt x="5577459" y="1668810"/>
                  </a:lnTo>
                  <a:lnTo>
                    <a:pt x="5576791" y="1668810"/>
                  </a:lnTo>
                  <a:lnTo>
                    <a:pt x="5576123" y="1668810"/>
                  </a:lnTo>
                  <a:lnTo>
                    <a:pt x="5575455" y="1668810"/>
                  </a:lnTo>
                  <a:lnTo>
                    <a:pt x="5574787" y="1668810"/>
                  </a:lnTo>
                  <a:lnTo>
                    <a:pt x="5574119" y="1668810"/>
                  </a:lnTo>
                  <a:lnTo>
                    <a:pt x="5573451" y="1668810"/>
                  </a:lnTo>
                  <a:lnTo>
                    <a:pt x="5572783" y="1668810"/>
                  </a:lnTo>
                  <a:lnTo>
                    <a:pt x="5572115" y="1668810"/>
                  </a:lnTo>
                  <a:lnTo>
                    <a:pt x="5571447" y="1668810"/>
                  </a:lnTo>
                  <a:lnTo>
                    <a:pt x="5570779" y="1668810"/>
                  </a:lnTo>
                  <a:lnTo>
                    <a:pt x="5570111" y="1668810"/>
                  </a:lnTo>
                  <a:lnTo>
                    <a:pt x="5569443" y="1668810"/>
                  </a:lnTo>
                  <a:lnTo>
                    <a:pt x="5568775" y="1668810"/>
                  </a:lnTo>
                  <a:lnTo>
                    <a:pt x="5568107" y="1668810"/>
                  </a:lnTo>
                  <a:lnTo>
                    <a:pt x="5567439" y="1668810"/>
                  </a:lnTo>
                  <a:lnTo>
                    <a:pt x="5566771" y="1668810"/>
                  </a:lnTo>
                  <a:lnTo>
                    <a:pt x="5566102" y="1668810"/>
                  </a:lnTo>
                  <a:lnTo>
                    <a:pt x="5565434" y="1668810"/>
                  </a:lnTo>
                  <a:lnTo>
                    <a:pt x="5564766" y="1668810"/>
                  </a:lnTo>
                  <a:lnTo>
                    <a:pt x="5564098" y="1668810"/>
                  </a:lnTo>
                  <a:lnTo>
                    <a:pt x="5563430" y="1668810"/>
                  </a:lnTo>
                  <a:lnTo>
                    <a:pt x="5562762" y="1668810"/>
                  </a:lnTo>
                  <a:lnTo>
                    <a:pt x="5562094" y="1668810"/>
                  </a:lnTo>
                  <a:lnTo>
                    <a:pt x="5561426" y="1668810"/>
                  </a:lnTo>
                  <a:lnTo>
                    <a:pt x="5560758" y="1668810"/>
                  </a:lnTo>
                  <a:lnTo>
                    <a:pt x="5560090" y="1668810"/>
                  </a:lnTo>
                  <a:lnTo>
                    <a:pt x="5559422" y="1668810"/>
                  </a:lnTo>
                  <a:lnTo>
                    <a:pt x="5558754" y="1668810"/>
                  </a:lnTo>
                  <a:lnTo>
                    <a:pt x="5558086" y="1668810"/>
                  </a:lnTo>
                  <a:lnTo>
                    <a:pt x="5557418" y="1668810"/>
                  </a:lnTo>
                  <a:lnTo>
                    <a:pt x="5556750" y="1668810"/>
                  </a:lnTo>
                  <a:lnTo>
                    <a:pt x="5556082" y="1668810"/>
                  </a:lnTo>
                  <a:lnTo>
                    <a:pt x="5555414" y="1668810"/>
                  </a:lnTo>
                  <a:lnTo>
                    <a:pt x="5554746" y="1668810"/>
                  </a:lnTo>
                  <a:lnTo>
                    <a:pt x="5554078" y="1668810"/>
                  </a:lnTo>
                  <a:lnTo>
                    <a:pt x="5553410" y="1668810"/>
                  </a:lnTo>
                  <a:lnTo>
                    <a:pt x="5552742" y="1668810"/>
                  </a:lnTo>
                  <a:lnTo>
                    <a:pt x="5552074" y="1668810"/>
                  </a:lnTo>
                  <a:lnTo>
                    <a:pt x="5551406" y="1668810"/>
                  </a:lnTo>
                  <a:lnTo>
                    <a:pt x="5550738" y="1668810"/>
                  </a:lnTo>
                  <a:lnTo>
                    <a:pt x="5550070" y="1668810"/>
                  </a:lnTo>
                  <a:lnTo>
                    <a:pt x="5549402" y="1668810"/>
                  </a:lnTo>
                  <a:lnTo>
                    <a:pt x="5548734" y="1668810"/>
                  </a:lnTo>
                  <a:lnTo>
                    <a:pt x="5548066" y="1668810"/>
                  </a:lnTo>
                  <a:lnTo>
                    <a:pt x="5547398" y="1668810"/>
                  </a:lnTo>
                  <a:lnTo>
                    <a:pt x="5546730" y="1668810"/>
                  </a:lnTo>
                  <a:lnTo>
                    <a:pt x="5546062" y="1668810"/>
                  </a:lnTo>
                  <a:lnTo>
                    <a:pt x="5545394" y="1668810"/>
                  </a:lnTo>
                  <a:lnTo>
                    <a:pt x="5544726" y="1668810"/>
                  </a:lnTo>
                  <a:lnTo>
                    <a:pt x="5544058" y="1668810"/>
                  </a:lnTo>
                  <a:lnTo>
                    <a:pt x="5543390" y="1668810"/>
                  </a:lnTo>
                  <a:lnTo>
                    <a:pt x="5542722" y="1668810"/>
                  </a:lnTo>
                  <a:lnTo>
                    <a:pt x="5542054" y="1668810"/>
                  </a:lnTo>
                  <a:lnTo>
                    <a:pt x="5541385" y="1668810"/>
                  </a:lnTo>
                  <a:lnTo>
                    <a:pt x="5540717" y="1668810"/>
                  </a:lnTo>
                  <a:lnTo>
                    <a:pt x="5540049" y="1668810"/>
                  </a:lnTo>
                  <a:lnTo>
                    <a:pt x="5539381" y="1668810"/>
                  </a:lnTo>
                  <a:lnTo>
                    <a:pt x="5538713" y="1668810"/>
                  </a:lnTo>
                  <a:lnTo>
                    <a:pt x="5538045" y="1668810"/>
                  </a:lnTo>
                  <a:lnTo>
                    <a:pt x="5537377" y="1668810"/>
                  </a:lnTo>
                  <a:lnTo>
                    <a:pt x="5536709" y="1668810"/>
                  </a:lnTo>
                  <a:lnTo>
                    <a:pt x="5536041" y="1668810"/>
                  </a:lnTo>
                  <a:lnTo>
                    <a:pt x="5535373" y="1668810"/>
                  </a:lnTo>
                  <a:lnTo>
                    <a:pt x="5534705" y="1668810"/>
                  </a:lnTo>
                  <a:lnTo>
                    <a:pt x="5534037" y="1668810"/>
                  </a:lnTo>
                  <a:lnTo>
                    <a:pt x="5533369" y="1668810"/>
                  </a:lnTo>
                  <a:lnTo>
                    <a:pt x="5532701" y="1668810"/>
                  </a:lnTo>
                  <a:lnTo>
                    <a:pt x="5532033" y="1668810"/>
                  </a:lnTo>
                  <a:lnTo>
                    <a:pt x="5531365" y="1668810"/>
                  </a:lnTo>
                  <a:lnTo>
                    <a:pt x="5530697" y="1668810"/>
                  </a:lnTo>
                  <a:lnTo>
                    <a:pt x="5530029" y="1668810"/>
                  </a:lnTo>
                  <a:lnTo>
                    <a:pt x="5529361" y="1668810"/>
                  </a:lnTo>
                  <a:lnTo>
                    <a:pt x="5528693" y="1668810"/>
                  </a:lnTo>
                  <a:lnTo>
                    <a:pt x="5528025" y="1668810"/>
                  </a:lnTo>
                  <a:lnTo>
                    <a:pt x="5527357" y="1668810"/>
                  </a:lnTo>
                  <a:lnTo>
                    <a:pt x="5526689" y="1668810"/>
                  </a:lnTo>
                  <a:lnTo>
                    <a:pt x="5526021" y="1668810"/>
                  </a:lnTo>
                  <a:lnTo>
                    <a:pt x="5525353" y="1668810"/>
                  </a:lnTo>
                  <a:lnTo>
                    <a:pt x="5524685" y="1668810"/>
                  </a:lnTo>
                  <a:lnTo>
                    <a:pt x="5524017" y="1668810"/>
                  </a:lnTo>
                  <a:lnTo>
                    <a:pt x="5523349" y="1668810"/>
                  </a:lnTo>
                  <a:lnTo>
                    <a:pt x="5522681" y="1668810"/>
                  </a:lnTo>
                  <a:lnTo>
                    <a:pt x="5522013" y="1668810"/>
                  </a:lnTo>
                  <a:lnTo>
                    <a:pt x="5521345" y="1668810"/>
                  </a:lnTo>
                  <a:lnTo>
                    <a:pt x="5520677" y="1668810"/>
                  </a:lnTo>
                  <a:lnTo>
                    <a:pt x="5520009" y="1668810"/>
                  </a:lnTo>
                  <a:lnTo>
                    <a:pt x="5519341" y="1668810"/>
                  </a:lnTo>
                  <a:lnTo>
                    <a:pt x="5518673" y="1668810"/>
                  </a:lnTo>
                  <a:lnTo>
                    <a:pt x="5518005" y="1668810"/>
                  </a:lnTo>
                  <a:lnTo>
                    <a:pt x="5517336" y="1668810"/>
                  </a:lnTo>
                  <a:lnTo>
                    <a:pt x="5516668" y="1668810"/>
                  </a:lnTo>
                  <a:lnTo>
                    <a:pt x="5516000" y="1668810"/>
                  </a:lnTo>
                  <a:lnTo>
                    <a:pt x="5515332" y="1668810"/>
                  </a:lnTo>
                  <a:lnTo>
                    <a:pt x="5514664" y="1668810"/>
                  </a:lnTo>
                  <a:lnTo>
                    <a:pt x="5513996" y="1668810"/>
                  </a:lnTo>
                  <a:lnTo>
                    <a:pt x="5513328" y="1668810"/>
                  </a:lnTo>
                  <a:lnTo>
                    <a:pt x="5512660" y="1668810"/>
                  </a:lnTo>
                  <a:lnTo>
                    <a:pt x="5511992" y="1668810"/>
                  </a:lnTo>
                  <a:lnTo>
                    <a:pt x="5511324" y="1668810"/>
                  </a:lnTo>
                  <a:lnTo>
                    <a:pt x="5510656" y="1668810"/>
                  </a:lnTo>
                  <a:lnTo>
                    <a:pt x="5509988" y="1668810"/>
                  </a:lnTo>
                  <a:lnTo>
                    <a:pt x="5509320" y="1668810"/>
                  </a:lnTo>
                  <a:lnTo>
                    <a:pt x="5508652" y="1668810"/>
                  </a:lnTo>
                  <a:lnTo>
                    <a:pt x="5507984" y="1668810"/>
                  </a:lnTo>
                  <a:lnTo>
                    <a:pt x="5507316" y="1668810"/>
                  </a:lnTo>
                  <a:lnTo>
                    <a:pt x="5506648" y="1668810"/>
                  </a:lnTo>
                  <a:lnTo>
                    <a:pt x="5505980" y="1668810"/>
                  </a:lnTo>
                  <a:lnTo>
                    <a:pt x="5505312" y="1668810"/>
                  </a:lnTo>
                  <a:lnTo>
                    <a:pt x="5504644" y="1668810"/>
                  </a:lnTo>
                  <a:lnTo>
                    <a:pt x="5503976" y="1668810"/>
                  </a:lnTo>
                  <a:lnTo>
                    <a:pt x="5503308" y="1668810"/>
                  </a:lnTo>
                  <a:lnTo>
                    <a:pt x="5502640" y="1668810"/>
                  </a:lnTo>
                  <a:lnTo>
                    <a:pt x="5501972" y="1668810"/>
                  </a:lnTo>
                  <a:lnTo>
                    <a:pt x="5501304" y="1668810"/>
                  </a:lnTo>
                  <a:lnTo>
                    <a:pt x="5500636" y="1668810"/>
                  </a:lnTo>
                  <a:lnTo>
                    <a:pt x="5499968" y="1668810"/>
                  </a:lnTo>
                  <a:lnTo>
                    <a:pt x="5499300" y="1668810"/>
                  </a:lnTo>
                  <a:lnTo>
                    <a:pt x="5498632" y="1668810"/>
                  </a:lnTo>
                  <a:lnTo>
                    <a:pt x="5497964" y="1668810"/>
                  </a:lnTo>
                  <a:lnTo>
                    <a:pt x="5497296" y="1668810"/>
                  </a:lnTo>
                  <a:lnTo>
                    <a:pt x="5496628" y="1668810"/>
                  </a:lnTo>
                  <a:lnTo>
                    <a:pt x="5495960" y="1668810"/>
                  </a:lnTo>
                  <a:lnTo>
                    <a:pt x="5495292" y="1668810"/>
                  </a:lnTo>
                  <a:lnTo>
                    <a:pt x="5494624" y="1668810"/>
                  </a:lnTo>
                  <a:lnTo>
                    <a:pt x="5493956" y="1668810"/>
                  </a:lnTo>
                  <a:lnTo>
                    <a:pt x="5493288" y="1668810"/>
                  </a:lnTo>
                  <a:lnTo>
                    <a:pt x="5492619" y="1668810"/>
                  </a:lnTo>
                  <a:lnTo>
                    <a:pt x="5491951" y="1668810"/>
                  </a:lnTo>
                  <a:lnTo>
                    <a:pt x="5491283" y="1668810"/>
                  </a:lnTo>
                  <a:lnTo>
                    <a:pt x="5490615" y="1668810"/>
                  </a:lnTo>
                  <a:lnTo>
                    <a:pt x="5489947" y="1668810"/>
                  </a:lnTo>
                  <a:lnTo>
                    <a:pt x="5489279" y="1668810"/>
                  </a:lnTo>
                  <a:lnTo>
                    <a:pt x="5488611" y="1668810"/>
                  </a:lnTo>
                  <a:lnTo>
                    <a:pt x="5487943" y="1668810"/>
                  </a:lnTo>
                  <a:lnTo>
                    <a:pt x="5487275" y="1668810"/>
                  </a:lnTo>
                  <a:lnTo>
                    <a:pt x="5486607" y="1668810"/>
                  </a:lnTo>
                  <a:lnTo>
                    <a:pt x="5485939" y="1668810"/>
                  </a:lnTo>
                  <a:lnTo>
                    <a:pt x="5485271" y="1668810"/>
                  </a:lnTo>
                  <a:lnTo>
                    <a:pt x="5484603" y="1668810"/>
                  </a:lnTo>
                  <a:lnTo>
                    <a:pt x="5483935" y="1668810"/>
                  </a:lnTo>
                  <a:lnTo>
                    <a:pt x="5483267" y="1668810"/>
                  </a:lnTo>
                  <a:lnTo>
                    <a:pt x="5482599" y="1668810"/>
                  </a:lnTo>
                  <a:lnTo>
                    <a:pt x="5481931" y="1668810"/>
                  </a:lnTo>
                  <a:lnTo>
                    <a:pt x="5481263" y="1668810"/>
                  </a:lnTo>
                  <a:lnTo>
                    <a:pt x="5480595" y="1668810"/>
                  </a:lnTo>
                  <a:lnTo>
                    <a:pt x="5479927" y="1668810"/>
                  </a:lnTo>
                  <a:lnTo>
                    <a:pt x="5479259" y="1668810"/>
                  </a:lnTo>
                  <a:lnTo>
                    <a:pt x="5478591" y="1668810"/>
                  </a:lnTo>
                  <a:lnTo>
                    <a:pt x="5477923" y="1668810"/>
                  </a:lnTo>
                  <a:lnTo>
                    <a:pt x="5477255" y="1668810"/>
                  </a:lnTo>
                  <a:lnTo>
                    <a:pt x="5476587" y="1668810"/>
                  </a:lnTo>
                  <a:lnTo>
                    <a:pt x="5475919" y="1668810"/>
                  </a:lnTo>
                  <a:lnTo>
                    <a:pt x="5475251" y="1668810"/>
                  </a:lnTo>
                  <a:lnTo>
                    <a:pt x="5474583" y="1668810"/>
                  </a:lnTo>
                  <a:lnTo>
                    <a:pt x="5473915" y="1668810"/>
                  </a:lnTo>
                  <a:lnTo>
                    <a:pt x="5473247" y="1668810"/>
                  </a:lnTo>
                  <a:lnTo>
                    <a:pt x="5472579" y="1668810"/>
                  </a:lnTo>
                  <a:lnTo>
                    <a:pt x="5471911" y="1668810"/>
                  </a:lnTo>
                  <a:lnTo>
                    <a:pt x="5471243" y="1668810"/>
                  </a:lnTo>
                  <a:lnTo>
                    <a:pt x="5470575" y="1668810"/>
                  </a:lnTo>
                  <a:lnTo>
                    <a:pt x="5469907" y="1668810"/>
                  </a:lnTo>
                  <a:lnTo>
                    <a:pt x="5469239" y="1668810"/>
                  </a:lnTo>
                  <a:lnTo>
                    <a:pt x="5468571" y="1668810"/>
                  </a:lnTo>
                  <a:lnTo>
                    <a:pt x="5467902" y="1668810"/>
                  </a:lnTo>
                  <a:lnTo>
                    <a:pt x="5467234" y="1668810"/>
                  </a:lnTo>
                  <a:lnTo>
                    <a:pt x="5466566" y="1668810"/>
                  </a:lnTo>
                  <a:lnTo>
                    <a:pt x="5465898" y="1668810"/>
                  </a:lnTo>
                  <a:lnTo>
                    <a:pt x="5465230" y="1668810"/>
                  </a:lnTo>
                  <a:lnTo>
                    <a:pt x="5464562" y="1668810"/>
                  </a:lnTo>
                  <a:lnTo>
                    <a:pt x="5463894" y="1668810"/>
                  </a:lnTo>
                  <a:lnTo>
                    <a:pt x="5463226" y="1668810"/>
                  </a:lnTo>
                  <a:lnTo>
                    <a:pt x="5462558" y="1668810"/>
                  </a:lnTo>
                  <a:lnTo>
                    <a:pt x="5461890" y="1668810"/>
                  </a:lnTo>
                  <a:lnTo>
                    <a:pt x="5461222" y="1668810"/>
                  </a:lnTo>
                  <a:lnTo>
                    <a:pt x="5460554" y="1668810"/>
                  </a:lnTo>
                  <a:lnTo>
                    <a:pt x="5459886" y="1668810"/>
                  </a:lnTo>
                  <a:lnTo>
                    <a:pt x="5459218" y="1668810"/>
                  </a:lnTo>
                  <a:lnTo>
                    <a:pt x="5458550" y="1668810"/>
                  </a:lnTo>
                  <a:lnTo>
                    <a:pt x="5457882" y="1668810"/>
                  </a:lnTo>
                  <a:lnTo>
                    <a:pt x="5457214" y="1668810"/>
                  </a:lnTo>
                  <a:lnTo>
                    <a:pt x="5456546" y="1668810"/>
                  </a:lnTo>
                  <a:lnTo>
                    <a:pt x="5455878" y="1668810"/>
                  </a:lnTo>
                  <a:lnTo>
                    <a:pt x="5455210" y="1668810"/>
                  </a:lnTo>
                  <a:lnTo>
                    <a:pt x="5454542" y="1668810"/>
                  </a:lnTo>
                  <a:lnTo>
                    <a:pt x="5453874" y="1668810"/>
                  </a:lnTo>
                  <a:lnTo>
                    <a:pt x="5453206" y="1668810"/>
                  </a:lnTo>
                  <a:lnTo>
                    <a:pt x="5452538" y="1668810"/>
                  </a:lnTo>
                  <a:lnTo>
                    <a:pt x="5451870" y="1668810"/>
                  </a:lnTo>
                  <a:lnTo>
                    <a:pt x="5451202" y="1668810"/>
                  </a:lnTo>
                  <a:lnTo>
                    <a:pt x="5450534" y="1668810"/>
                  </a:lnTo>
                  <a:lnTo>
                    <a:pt x="5449866" y="1668810"/>
                  </a:lnTo>
                  <a:lnTo>
                    <a:pt x="5449198" y="1668810"/>
                  </a:lnTo>
                  <a:lnTo>
                    <a:pt x="5448530" y="1668810"/>
                  </a:lnTo>
                  <a:lnTo>
                    <a:pt x="5447862" y="1668810"/>
                  </a:lnTo>
                  <a:lnTo>
                    <a:pt x="5447194" y="1668810"/>
                  </a:lnTo>
                  <a:lnTo>
                    <a:pt x="5446526" y="1668810"/>
                  </a:lnTo>
                  <a:lnTo>
                    <a:pt x="5445858" y="1668810"/>
                  </a:lnTo>
                  <a:lnTo>
                    <a:pt x="5445190" y="1668810"/>
                  </a:lnTo>
                  <a:lnTo>
                    <a:pt x="5444522" y="1668810"/>
                  </a:lnTo>
                  <a:lnTo>
                    <a:pt x="5443854" y="1668810"/>
                  </a:lnTo>
                  <a:lnTo>
                    <a:pt x="5443185" y="1668810"/>
                  </a:lnTo>
                  <a:lnTo>
                    <a:pt x="5442517" y="1668810"/>
                  </a:lnTo>
                  <a:lnTo>
                    <a:pt x="5441849" y="1668810"/>
                  </a:lnTo>
                  <a:lnTo>
                    <a:pt x="5441181" y="1668810"/>
                  </a:lnTo>
                  <a:lnTo>
                    <a:pt x="5440513" y="1668810"/>
                  </a:lnTo>
                  <a:lnTo>
                    <a:pt x="5439845" y="1668810"/>
                  </a:lnTo>
                  <a:lnTo>
                    <a:pt x="5439177" y="1668810"/>
                  </a:lnTo>
                  <a:lnTo>
                    <a:pt x="5438509" y="1668810"/>
                  </a:lnTo>
                  <a:lnTo>
                    <a:pt x="5437841" y="1668810"/>
                  </a:lnTo>
                  <a:lnTo>
                    <a:pt x="5437173" y="1668810"/>
                  </a:lnTo>
                  <a:lnTo>
                    <a:pt x="5436505" y="1668810"/>
                  </a:lnTo>
                  <a:lnTo>
                    <a:pt x="5435837" y="1668810"/>
                  </a:lnTo>
                  <a:lnTo>
                    <a:pt x="5435169" y="1668810"/>
                  </a:lnTo>
                  <a:lnTo>
                    <a:pt x="5434501" y="1668810"/>
                  </a:lnTo>
                  <a:lnTo>
                    <a:pt x="5433833" y="1668810"/>
                  </a:lnTo>
                  <a:lnTo>
                    <a:pt x="5433165" y="1668810"/>
                  </a:lnTo>
                  <a:lnTo>
                    <a:pt x="5432497" y="1668810"/>
                  </a:lnTo>
                  <a:lnTo>
                    <a:pt x="5431829" y="1668810"/>
                  </a:lnTo>
                  <a:lnTo>
                    <a:pt x="5431161" y="1668810"/>
                  </a:lnTo>
                  <a:lnTo>
                    <a:pt x="5430493" y="1668810"/>
                  </a:lnTo>
                  <a:lnTo>
                    <a:pt x="5429825" y="1668810"/>
                  </a:lnTo>
                  <a:lnTo>
                    <a:pt x="5429157" y="1668810"/>
                  </a:lnTo>
                  <a:lnTo>
                    <a:pt x="5428489" y="1668810"/>
                  </a:lnTo>
                  <a:lnTo>
                    <a:pt x="5427821" y="1668810"/>
                  </a:lnTo>
                  <a:lnTo>
                    <a:pt x="5427153" y="1668810"/>
                  </a:lnTo>
                  <a:lnTo>
                    <a:pt x="5426485" y="1668810"/>
                  </a:lnTo>
                  <a:lnTo>
                    <a:pt x="5425817" y="1668810"/>
                  </a:lnTo>
                  <a:lnTo>
                    <a:pt x="5425149" y="1668810"/>
                  </a:lnTo>
                  <a:lnTo>
                    <a:pt x="5424481" y="1668810"/>
                  </a:lnTo>
                  <a:lnTo>
                    <a:pt x="5423813" y="1668810"/>
                  </a:lnTo>
                  <a:lnTo>
                    <a:pt x="5423145" y="1668810"/>
                  </a:lnTo>
                  <a:lnTo>
                    <a:pt x="5422477" y="1668810"/>
                  </a:lnTo>
                  <a:lnTo>
                    <a:pt x="5421809" y="1668810"/>
                  </a:lnTo>
                  <a:lnTo>
                    <a:pt x="5421141" y="1668810"/>
                  </a:lnTo>
                  <a:lnTo>
                    <a:pt x="5420473" y="1668810"/>
                  </a:lnTo>
                  <a:lnTo>
                    <a:pt x="5419805" y="1668810"/>
                  </a:lnTo>
                  <a:lnTo>
                    <a:pt x="5419136" y="1668810"/>
                  </a:lnTo>
                  <a:lnTo>
                    <a:pt x="5418468" y="1668810"/>
                  </a:lnTo>
                  <a:lnTo>
                    <a:pt x="5417800" y="1668810"/>
                  </a:lnTo>
                  <a:lnTo>
                    <a:pt x="5417132" y="1668810"/>
                  </a:lnTo>
                  <a:lnTo>
                    <a:pt x="5416464" y="1668810"/>
                  </a:lnTo>
                  <a:lnTo>
                    <a:pt x="5415796" y="1668810"/>
                  </a:lnTo>
                  <a:lnTo>
                    <a:pt x="5415128" y="1668810"/>
                  </a:lnTo>
                  <a:lnTo>
                    <a:pt x="5414460" y="1668810"/>
                  </a:lnTo>
                  <a:lnTo>
                    <a:pt x="5413792" y="1668810"/>
                  </a:lnTo>
                  <a:lnTo>
                    <a:pt x="5413124" y="1668810"/>
                  </a:lnTo>
                  <a:lnTo>
                    <a:pt x="5412456" y="1668810"/>
                  </a:lnTo>
                  <a:lnTo>
                    <a:pt x="5411788" y="1668810"/>
                  </a:lnTo>
                  <a:lnTo>
                    <a:pt x="5411120" y="1668810"/>
                  </a:lnTo>
                  <a:lnTo>
                    <a:pt x="5410452" y="1668810"/>
                  </a:lnTo>
                  <a:lnTo>
                    <a:pt x="5409784" y="1668810"/>
                  </a:lnTo>
                  <a:lnTo>
                    <a:pt x="5409116" y="1668810"/>
                  </a:lnTo>
                  <a:lnTo>
                    <a:pt x="5408448" y="1668810"/>
                  </a:lnTo>
                  <a:lnTo>
                    <a:pt x="5407780" y="1668810"/>
                  </a:lnTo>
                  <a:lnTo>
                    <a:pt x="5407112" y="1668810"/>
                  </a:lnTo>
                  <a:lnTo>
                    <a:pt x="5406444" y="1668810"/>
                  </a:lnTo>
                  <a:lnTo>
                    <a:pt x="5405776" y="1668810"/>
                  </a:lnTo>
                  <a:lnTo>
                    <a:pt x="5405108" y="1668810"/>
                  </a:lnTo>
                  <a:lnTo>
                    <a:pt x="5404440" y="1668810"/>
                  </a:lnTo>
                  <a:lnTo>
                    <a:pt x="5403772" y="1668810"/>
                  </a:lnTo>
                  <a:lnTo>
                    <a:pt x="5403104" y="1668810"/>
                  </a:lnTo>
                  <a:lnTo>
                    <a:pt x="5402436" y="1668810"/>
                  </a:lnTo>
                  <a:lnTo>
                    <a:pt x="5401768" y="1668810"/>
                  </a:lnTo>
                  <a:lnTo>
                    <a:pt x="5401100" y="1668810"/>
                  </a:lnTo>
                  <a:lnTo>
                    <a:pt x="5400432" y="1668810"/>
                  </a:lnTo>
                  <a:lnTo>
                    <a:pt x="5399764" y="1668810"/>
                  </a:lnTo>
                  <a:lnTo>
                    <a:pt x="5399096" y="1668810"/>
                  </a:lnTo>
                  <a:lnTo>
                    <a:pt x="5398428" y="1668810"/>
                  </a:lnTo>
                  <a:lnTo>
                    <a:pt x="5397760" y="1668810"/>
                  </a:lnTo>
                  <a:lnTo>
                    <a:pt x="5397092" y="1668810"/>
                  </a:lnTo>
                  <a:lnTo>
                    <a:pt x="5396424" y="1668810"/>
                  </a:lnTo>
                  <a:lnTo>
                    <a:pt x="5395756" y="1668810"/>
                  </a:lnTo>
                  <a:lnTo>
                    <a:pt x="5395088" y="1668810"/>
                  </a:lnTo>
                  <a:lnTo>
                    <a:pt x="5394419" y="1668810"/>
                  </a:lnTo>
                  <a:lnTo>
                    <a:pt x="5393751" y="1668810"/>
                  </a:lnTo>
                  <a:lnTo>
                    <a:pt x="5393083" y="1668810"/>
                  </a:lnTo>
                  <a:lnTo>
                    <a:pt x="5392415" y="1668810"/>
                  </a:lnTo>
                  <a:lnTo>
                    <a:pt x="5391747" y="1668810"/>
                  </a:lnTo>
                  <a:lnTo>
                    <a:pt x="5391079" y="1668810"/>
                  </a:lnTo>
                  <a:lnTo>
                    <a:pt x="5390411" y="1668810"/>
                  </a:lnTo>
                  <a:lnTo>
                    <a:pt x="5389743" y="1668810"/>
                  </a:lnTo>
                  <a:lnTo>
                    <a:pt x="5389075" y="1668810"/>
                  </a:lnTo>
                  <a:lnTo>
                    <a:pt x="5388407" y="1668810"/>
                  </a:lnTo>
                  <a:lnTo>
                    <a:pt x="5387739" y="1668810"/>
                  </a:lnTo>
                  <a:lnTo>
                    <a:pt x="5387071" y="1668810"/>
                  </a:lnTo>
                  <a:lnTo>
                    <a:pt x="5386403" y="1668810"/>
                  </a:lnTo>
                  <a:lnTo>
                    <a:pt x="5385735" y="1668810"/>
                  </a:lnTo>
                  <a:lnTo>
                    <a:pt x="5385067" y="1668810"/>
                  </a:lnTo>
                  <a:lnTo>
                    <a:pt x="5384399" y="1668810"/>
                  </a:lnTo>
                  <a:lnTo>
                    <a:pt x="5383731" y="1668810"/>
                  </a:lnTo>
                  <a:lnTo>
                    <a:pt x="5383063" y="1668810"/>
                  </a:lnTo>
                  <a:lnTo>
                    <a:pt x="5382395" y="1668810"/>
                  </a:lnTo>
                  <a:lnTo>
                    <a:pt x="5381727" y="1668810"/>
                  </a:lnTo>
                  <a:lnTo>
                    <a:pt x="5381059" y="1668810"/>
                  </a:lnTo>
                  <a:lnTo>
                    <a:pt x="5380391" y="1668810"/>
                  </a:lnTo>
                  <a:lnTo>
                    <a:pt x="5379723" y="1668810"/>
                  </a:lnTo>
                  <a:lnTo>
                    <a:pt x="5379055" y="1668810"/>
                  </a:lnTo>
                  <a:lnTo>
                    <a:pt x="5378387" y="1668810"/>
                  </a:lnTo>
                  <a:lnTo>
                    <a:pt x="5377719" y="1668810"/>
                  </a:lnTo>
                  <a:lnTo>
                    <a:pt x="5377051" y="1668810"/>
                  </a:lnTo>
                  <a:lnTo>
                    <a:pt x="5376383" y="1668810"/>
                  </a:lnTo>
                  <a:lnTo>
                    <a:pt x="5375715" y="1668810"/>
                  </a:lnTo>
                  <a:lnTo>
                    <a:pt x="5375047" y="1668810"/>
                  </a:lnTo>
                  <a:lnTo>
                    <a:pt x="5374379" y="1668810"/>
                  </a:lnTo>
                  <a:lnTo>
                    <a:pt x="5373711" y="1668810"/>
                  </a:lnTo>
                  <a:lnTo>
                    <a:pt x="5373043" y="1668810"/>
                  </a:lnTo>
                  <a:lnTo>
                    <a:pt x="5372375" y="1668810"/>
                  </a:lnTo>
                  <a:lnTo>
                    <a:pt x="5371707" y="1668810"/>
                  </a:lnTo>
                  <a:lnTo>
                    <a:pt x="5371039" y="1668810"/>
                  </a:lnTo>
                  <a:lnTo>
                    <a:pt x="5370371" y="1668810"/>
                  </a:lnTo>
                  <a:lnTo>
                    <a:pt x="5369702" y="1668810"/>
                  </a:lnTo>
                  <a:lnTo>
                    <a:pt x="5369034" y="1668810"/>
                  </a:lnTo>
                  <a:lnTo>
                    <a:pt x="5368366" y="1668810"/>
                  </a:lnTo>
                  <a:lnTo>
                    <a:pt x="5367698" y="1668810"/>
                  </a:lnTo>
                  <a:lnTo>
                    <a:pt x="5367030" y="1668810"/>
                  </a:lnTo>
                  <a:lnTo>
                    <a:pt x="5366362" y="1668810"/>
                  </a:lnTo>
                  <a:lnTo>
                    <a:pt x="5365694" y="1668810"/>
                  </a:lnTo>
                  <a:lnTo>
                    <a:pt x="5365026" y="1668810"/>
                  </a:lnTo>
                  <a:lnTo>
                    <a:pt x="5364358" y="1668810"/>
                  </a:lnTo>
                  <a:lnTo>
                    <a:pt x="5363690" y="1668810"/>
                  </a:lnTo>
                  <a:lnTo>
                    <a:pt x="5363022" y="1668810"/>
                  </a:lnTo>
                  <a:lnTo>
                    <a:pt x="5362354" y="1668810"/>
                  </a:lnTo>
                  <a:lnTo>
                    <a:pt x="5361686" y="1668810"/>
                  </a:lnTo>
                  <a:lnTo>
                    <a:pt x="5361018" y="1668810"/>
                  </a:lnTo>
                  <a:lnTo>
                    <a:pt x="5360350" y="1668810"/>
                  </a:lnTo>
                  <a:lnTo>
                    <a:pt x="5359682" y="1668810"/>
                  </a:lnTo>
                  <a:lnTo>
                    <a:pt x="5359014" y="1668810"/>
                  </a:lnTo>
                  <a:lnTo>
                    <a:pt x="5358346" y="1668810"/>
                  </a:lnTo>
                  <a:lnTo>
                    <a:pt x="5357678" y="1668810"/>
                  </a:lnTo>
                  <a:lnTo>
                    <a:pt x="5357010" y="1668810"/>
                  </a:lnTo>
                  <a:lnTo>
                    <a:pt x="5356342" y="1668810"/>
                  </a:lnTo>
                  <a:lnTo>
                    <a:pt x="5355674" y="1668810"/>
                  </a:lnTo>
                  <a:lnTo>
                    <a:pt x="5355006" y="1668810"/>
                  </a:lnTo>
                  <a:lnTo>
                    <a:pt x="5354338" y="1668810"/>
                  </a:lnTo>
                  <a:lnTo>
                    <a:pt x="5353670" y="1668810"/>
                  </a:lnTo>
                  <a:lnTo>
                    <a:pt x="5353002" y="1668810"/>
                  </a:lnTo>
                  <a:lnTo>
                    <a:pt x="5352334" y="1668810"/>
                  </a:lnTo>
                  <a:lnTo>
                    <a:pt x="5351666" y="1668810"/>
                  </a:lnTo>
                  <a:lnTo>
                    <a:pt x="5350998" y="1668810"/>
                  </a:lnTo>
                  <a:lnTo>
                    <a:pt x="5350330" y="1668810"/>
                  </a:lnTo>
                  <a:lnTo>
                    <a:pt x="5349662" y="1668810"/>
                  </a:lnTo>
                  <a:lnTo>
                    <a:pt x="5348994" y="1668810"/>
                  </a:lnTo>
                  <a:lnTo>
                    <a:pt x="5348326" y="1668810"/>
                  </a:lnTo>
                  <a:lnTo>
                    <a:pt x="5347658" y="1668810"/>
                  </a:lnTo>
                  <a:lnTo>
                    <a:pt x="5346990" y="1668810"/>
                  </a:lnTo>
                  <a:lnTo>
                    <a:pt x="5346322" y="1668810"/>
                  </a:lnTo>
                  <a:lnTo>
                    <a:pt x="5345654" y="1668810"/>
                  </a:lnTo>
                  <a:lnTo>
                    <a:pt x="5344985" y="1668810"/>
                  </a:lnTo>
                  <a:lnTo>
                    <a:pt x="5344317" y="1668810"/>
                  </a:lnTo>
                  <a:lnTo>
                    <a:pt x="5343649" y="1668810"/>
                  </a:lnTo>
                  <a:lnTo>
                    <a:pt x="5342981" y="1668810"/>
                  </a:lnTo>
                  <a:lnTo>
                    <a:pt x="5342313" y="1668810"/>
                  </a:lnTo>
                  <a:lnTo>
                    <a:pt x="5341645" y="1668810"/>
                  </a:lnTo>
                  <a:lnTo>
                    <a:pt x="5340977" y="1668810"/>
                  </a:lnTo>
                  <a:lnTo>
                    <a:pt x="5340309" y="1668810"/>
                  </a:lnTo>
                  <a:lnTo>
                    <a:pt x="5339641" y="1668810"/>
                  </a:lnTo>
                  <a:lnTo>
                    <a:pt x="5338973" y="1668810"/>
                  </a:lnTo>
                  <a:lnTo>
                    <a:pt x="5338305" y="1668810"/>
                  </a:lnTo>
                  <a:lnTo>
                    <a:pt x="5337637" y="1668810"/>
                  </a:lnTo>
                  <a:lnTo>
                    <a:pt x="5336969" y="1668810"/>
                  </a:lnTo>
                  <a:lnTo>
                    <a:pt x="5336301" y="1668810"/>
                  </a:lnTo>
                  <a:lnTo>
                    <a:pt x="5335633" y="1668810"/>
                  </a:lnTo>
                  <a:lnTo>
                    <a:pt x="5334965" y="1668810"/>
                  </a:lnTo>
                  <a:lnTo>
                    <a:pt x="5334297" y="1668810"/>
                  </a:lnTo>
                  <a:lnTo>
                    <a:pt x="5333629" y="1668810"/>
                  </a:lnTo>
                  <a:lnTo>
                    <a:pt x="5332961" y="1668810"/>
                  </a:lnTo>
                  <a:lnTo>
                    <a:pt x="5332293" y="1668810"/>
                  </a:lnTo>
                  <a:lnTo>
                    <a:pt x="5331625" y="1668810"/>
                  </a:lnTo>
                  <a:lnTo>
                    <a:pt x="5330957" y="1668810"/>
                  </a:lnTo>
                  <a:lnTo>
                    <a:pt x="5330289" y="1668810"/>
                  </a:lnTo>
                  <a:lnTo>
                    <a:pt x="5329621" y="1668810"/>
                  </a:lnTo>
                  <a:lnTo>
                    <a:pt x="5328953" y="1668810"/>
                  </a:lnTo>
                  <a:lnTo>
                    <a:pt x="5328285" y="1668810"/>
                  </a:lnTo>
                  <a:lnTo>
                    <a:pt x="5327617" y="1668810"/>
                  </a:lnTo>
                  <a:lnTo>
                    <a:pt x="5326949" y="1668810"/>
                  </a:lnTo>
                  <a:lnTo>
                    <a:pt x="5326281" y="1668810"/>
                  </a:lnTo>
                  <a:lnTo>
                    <a:pt x="5325613" y="1668810"/>
                  </a:lnTo>
                  <a:lnTo>
                    <a:pt x="5324945" y="1668810"/>
                  </a:lnTo>
                  <a:lnTo>
                    <a:pt x="5324277" y="1668810"/>
                  </a:lnTo>
                  <a:lnTo>
                    <a:pt x="5323609" y="1668810"/>
                  </a:lnTo>
                  <a:lnTo>
                    <a:pt x="5322941" y="1668810"/>
                  </a:lnTo>
                  <a:lnTo>
                    <a:pt x="5322273" y="1668810"/>
                  </a:lnTo>
                  <a:lnTo>
                    <a:pt x="5321605" y="1668810"/>
                  </a:lnTo>
                  <a:lnTo>
                    <a:pt x="5320936" y="1668810"/>
                  </a:lnTo>
                  <a:lnTo>
                    <a:pt x="5320268" y="1668810"/>
                  </a:lnTo>
                  <a:lnTo>
                    <a:pt x="5319600" y="1668810"/>
                  </a:lnTo>
                  <a:lnTo>
                    <a:pt x="5318932" y="1668810"/>
                  </a:lnTo>
                  <a:lnTo>
                    <a:pt x="5318264" y="1668810"/>
                  </a:lnTo>
                  <a:lnTo>
                    <a:pt x="5317596" y="1668810"/>
                  </a:lnTo>
                  <a:lnTo>
                    <a:pt x="5316928" y="1668810"/>
                  </a:lnTo>
                  <a:lnTo>
                    <a:pt x="5316260" y="1668810"/>
                  </a:lnTo>
                  <a:lnTo>
                    <a:pt x="5315592" y="1668810"/>
                  </a:lnTo>
                  <a:lnTo>
                    <a:pt x="5314924" y="1668810"/>
                  </a:lnTo>
                  <a:lnTo>
                    <a:pt x="5314256" y="1668810"/>
                  </a:lnTo>
                  <a:lnTo>
                    <a:pt x="5313588" y="1668810"/>
                  </a:lnTo>
                  <a:lnTo>
                    <a:pt x="5312920" y="1668810"/>
                  </a:lnTo>
                  <a:lnTo>
                    <a:pt x="5312252" y="1668810"/>
                  </a:lnTo>
                  <a:lnTo>
                    <a:pt x="5311584" y="1668810"/>
                  </a:lnTo>
                  <a:lnTo>
                    <a:pt x="5310916" y="1668810"/>
                  </a:lnTo>
                  <a:lnTo>
                    <a:pt x="5310248" y="1668810"/>
                  </a:lnTo>
                  <a:lnTo>
                    <a:pt x="5309580" y="1668810"/>
                  </a:lnTo>
                  <a:lnTo>
                    <a:pt x="5308912" y="1668810"/>
                  </a:lnTo>
                  <a:lnTo>
                    <a:pt x="5308244" y="1668810"/>
                  </a:lnTo>
                  <a:lnTo>
                    <a:pt x="5307576" y="1668810"/>
                  </a:lnTo>
                  <a:lnTo>
                    <a:pt x="5306908" y="1668810"/>
                  </a:lnTo>
                  <a:lnTo>
                    <a:pt x="5306240" y="1668810"/>
                  </a:lnTo>
                  <a:lnTo>
                    <a:pt x="5305572" y="1668810"/>
                  </a:lnTo>
                  <a:lnTo>
                    <a:pt x="5304904" y="1668810"/>
                  </a:lnTo>
                  <a:lnTo>
                    <a:pt x="5304236" y="1668810"/>
                  </a:lnTo>
                  <a:lnTo>
                    <a:pt x="5303568" y="1668810"/>
                  </a:lnTo>
                  <a:lnTo>
                    <a:pt x="5302900" y="1668810"/>
                  </a:lnTo>
                  <a:lnTo>
                    <a:pt x="5302232" y="1668810"/>
                  </a:lnTo>
                  <a:lnTo>
                    <a:pt x="5301564" y="1668810"/>
                  </a:lnTo>
                  <a:lnTo>
                    <a:pt x="5300896" y="1668810"/>
                  </a:lnTo>
                  <a:lnTo>
                    <a:pt x="5300228" y="1668810"/>
                  </a:lnTo>
                  <a:lnTo>
                    <a:pt x="5299560" y="1668810"/>
                  </a:lnTo>
                  <a:lnTo>
                    <a:pt x="5298892" y="1668810"/>
                  </a:lnTo>
                  <a:lnTo>
                    <a:pt x="5298224" y="1668810"/>
                  </a:lnTo>
                  <a:lnTo>
                    <a:pt x="5297556" y="1668810"/>
                  </a:lnTo>
                  <a:lnTo>
                    <a:pt x="5296888" y="1668810"/>
                  </a:lnTo>
                  <a:lnTo>
                    <a:pt x="5296219" y="1668810"/>
                  </a:lnTo>
                  <a:lnTo>
                    <a:pt x="5295551" y="1668810"/>
                  </a:lnTo>
                  <a:lnTo>
                    <a:pt x="5294883" y="1668810"/>
                  </a:lnTo>
                  <a:lnTo>
                    <a:pt x="5294215" y="1668810"/>
                  </a:lnTo>
                  <a:lnTo>
                    <a:pt x="5293547" y="1668810"/>
                  </a:lnTo>
                  <a:lnTo>
                    <a:pt x="5292879" y="1668810"/>
                  </a:lnTo>
                  <a:lnTo>
                    <a:pt x="5292211" y="1668810"/>
                  </a:lnTo>
                  <a:lnTo>
                    <a:pt x="5291543" y="1668810"/>
                  </a:lnTo>
                  <a:lnTo>
                    <a:pt x="5290875" y="1668810"/>
                  </a:lnTo>
                  <a:lnTo>
                    <a:pt x="5290207" y="1668810"/>
                  </a:lnTo>
                  <a:lnTo>
                    <a:pt x="5289539" y="1668810"/>
                  </a:lnTo>
                  <a:lnTo>
                    <a:pt x="5288871" y="1668810"/>
                  </a:lnTo>
                  <a:lnTo>
                    <a:pt x="5288203" y="1668810"/>
                  </a:lnTo>
                  <a:lnTo>
                    <a:pt x="5287535" y="1668810"/>
                  </a:lnTo>
                  <a:lnTo>
                    <a:pt x="5286867" y="1668810"/>
                  </a:lnTo>
                  <a:lnTo>
                    <a:pt x="5286199" y="1668810"/>
                  </a:lnTo>
                  <a:lnTo>
                    <a:pt x="5285531" y="1668810"/>
                  </a:lnTo>
                  <a:lnTo>
                    <a:pt x="5284863" y="1668810"/>
                  </a:lnTo>
                  <a:lnTo>
                    <a:pt x="5284195" y="1668810"/>
                  </a:lnTo>
                  <a:lnTo>
                    <a:pt x="5283527" y="1668810"/>
                  </a:lnTo>
                  <a:lnTo>
                    <a:pt x="5282859" y="1668810"/>
                  </a:lnTo>
                  <a:lnTo>
                    <a:pt x="5282191" y="1668810"/>
                  </a:lnTo>
                  <a:lnTo>
                    <a:pt x="5281523" y="1668810"/>
                  </a:lnTo>
                  <a:lnTo>
                    <a:pt x="5280855" y="1668810"/>
                  </a:lnTo>
                  <a:lnTo>
                    <a:pt x="5280187" y="1668810"/>
                  </a:lnTo>
                  <a:lnTo>
                    <a:pt x="5279519" y="1668810"/>
                  </a:lnTo>
                  <a:lnTo>
                    <a:pt x="5278851" y="1668810"/>
                  </a:lnTo>
                  <a:lnTo>
                    <a:pt x="5278183" y="1668810"/>
                  </a:lnTo>
                  <a:lnTo>
                    <a:pt x="5277515" y="1668810"/>
                  </a:lnTo>
                  <a:lnTo>
                    <a:pt x="5276847" y="1668810"/>
                  </a:lnTo>
                  <a:lnTo>
                    <a:pt x="5276179" y="1668810"/>
                  </a:lnTo>
                  <a:lnTo>
                    <a:pt x="5275511" y="1668810"/>
                  </a:lnTo>
                  <a:lnTo>
                    <a:pt x="5274843" y="1668810"/>
                  </a:lnTo>
                  <a:lnTo>
                    <a:pt x="5274175" y="1668810"/>
                  </a:lnTo>
                  <a:lnTo>
                    <a:pt x="5273507" y="1668810"/>
                  </a:lnTo>
                  <a:lnTo>
                    <a:pt x="5272839" y="1668810"/>
                  </a:lnTo>
                  <a:lnTo>
                    <a:pt x="5272171" y="1668810"/>
                  </a:lnTo>
                  <a:lnTo>
                    <a:pt x="5271502" y="1668810"/>
                  </a:lnTo>
                  <a:lnTo>
                    <a:pt x="5270834" y="1668810"/>
                  </a:lnTo>
                  <a:lnTo>
                    <a:pt x="5270166" y="1668810"/>
                  </a:lnTo>
                  <a:lnTo>
                    <a:pt x="5269498" y="1668810"/>
                  </a:lnTo>
                  <a:lnTo>
                    <a:pt x="5268830" y="1668810"/>
                  </a:lnTo>
                  <a:lnTo>
                    <a:pt x="5268162" y="1668810"/>
                  </a:lnTo>
                  <a:lnTo>
                    <a:pt x="5267494" y="1668810"/>
                  </a:lnTo>
                  <a:lnTo>
                    <a:pt x="5266826" y="1668810"/>
                  </a:lnTo>
                  <a:lnTo>
                    <a:pt x="5266158" y="1668810"/>
                  </a:lnTo>
                  <a:lnTo>
                    <a:pt x="5265490" y="1668810"/>
                  </a:lnTo>
                  <a:lnTo>
                    <a:pt x="5264822" y="1668810"/>
                  </a:lnTo>
                  <a:lnTo>
                    <a:pt x="5264154" y="1668810"/>
                  </a:lnTo>
                  <a:lnTo>
                    <a:pt x="5263486" y="1668810"/>
                  </a:lnTo>
                  <a:lnTo>
                    <a:pt x="5262818" y="1668810"/>
                  </a:lnTo>
                  <a:lnTo>
                    <a:pt x="5262150" y="1668810"/>
                  </a:lnTo>
                  <a:lnTo>
                    <a:pt x="5261482" y="1668810"/>
                  </a:lnTo>
                  <a:lnTo>
                    <a:pt x="5260814" y="1668810"/>
                  </a:lnTo>
                  <a:lnTo>
                    <a:pt x="5260146" y="1668810"/>
                  </a:lnTo>
                  <a:lnTo>
                    <a:pt x="5259478" y="1668810"/>
                  </a:lnTo>
                  <a:lnTo>
                    <a:pt x="5258810" y="1668810"/>
                  </a:lnTo>
                  <a:lnTo>
                    <a:pt x="5258142" y="1668810"/>
                  </a:lnTo>
                  <a:lnTo>
                    <a:pt x="5257474" y="1668810"/>
                  </a:lnTo>
                  <a:lnTo>
                    <a:pt x="5256806" y="1668810"/>
                  </a:lnTo>
                  <a:lnTo>
                    <a:pt x="5256138" y="1668810"/>
                  </a:lnTo>
                  <a:lnTo>
                    <a:pt x="5255470" y="1668810"/>
                  </a:lnTo>
                  <a:lnTo>
                    <a:pt x="5254802" y="1668810"/>
                  </a:lnTo>
                  <a:lnTo>
                    <a:pt x="5254134" y="1668810"/>
                  </a:lnTo>
                  <a:lnTo>
                    <a:pt x="5253466" y="1668810"/>
                  </a:lnTo>
                  <a:lnTo>
                    <a:pt x="5252798" y="1668810"/>
                  </a:lnTo>
                  <a:lnTo>
                    <a:pt x="5252130" y="1668810"/>
                  </a:lnTo>
                  <a:lnTo>
                    <a:pt x="5251462" y="1668810"/>
                  </a:lnTo>
                  <a:lnTo>
                    <a:pt x="5250794" y="1668810"/>
                  </a:lnTo>
                  <a:lnTo>
                    <a:pt x="5250126" y="1668810"/>
                  </a:lnTo>
                  <a:lnTo>
                    <a:pt x="5249458" y="1668810"/>
                  </a:lnTo>
                  <a:lnTo>
                    <a:pt x="5248790" y="1668810"/>
                  </a:lnTo>
                  <a:lnTo>
                    <a:pt x="5248122" y="1668810"/>
                  </a:lnTo>
                  <a:lnTo>
                    <a:pt x="5247454" y="1668810"/>
                  </a:lnTo>
                  <a:lnTo>
                    <a:pt x="5246785" y="1668810"/>
                  </a:lnTo>
                  <a:lnTo>
                    <a:pt x="5246117" y="1668810"/>
                  </a:lnTo>
                  <a:lnTo>
                    <a:pt x="5245449" y="1668810"/>
                  </a:lnTo>
                  <a:lnTo>
                    <a:pt x="5244781" y="1668810"/>
                  </a:lnTo>
                  <a:lnTo>
                    <a:pt x="5244113" y="1668810"/>
                  </a:lnTo>
                  <a:lnTo>
                    <a:pt x="5243445" y="1668810"/>
                  </a:lnTo>
                  <a:lnTo>
                    <a:pt x="5242777" y="1668810"/>
                  </a:lnTo>
                  <a:lnTo>
                    <a:pt x="5242109" y="1668810"/>
                  </a:lnTo>
                  <a:lnTo>
                    <a:pt x="5241441" y="1668810"/>
                  </a:lnTo>
                  <a:lnTo>
                    <a:pt x="5240773" y="1668810"/>
                  </a:lnTo>
                  <a:lnTo>
                    <a:pt x="5240105" y="1668810"/>
                  </a:lnTo>
                  <a:lnTo>
                    <a:pt x="5239437" y="1668810"/>
                  </a:lnTo>
                  <a:lnTo>
                    <a:pt x="5238769" y="1668810"/>
                  </a:lnTo>
                  <a:lnTo>
                    <a:pt x="5238101" y="1668810"/>
                  </a:lnTo>
                  <a:lnTo>
                    <a:pt x="5237433" y="1668810"/>
                  </a:lnTo>
                  <a:lnTo>
                    <a:pt x="5236765" y="1668810"/>
                  </a:lnTo>
                  <a:lnTo>
                    <a:pt x="5236097" y="1668810"/>
                  </a:lnTo>
                  <a:lnTo>
                    <a:pt x="5235429" y="1668810"/>
                  </a:lnTo>
                  <a:lnTo>
                    <a:pt x="5234761" y="1668810"/>
                  </a:lnTo>
                  <a:lnTo>
                    <a:pt x="5234093" y="1668810"/>
                  </a:lnTo>
                  <a:lnTo>
                    <a:pt x="5233425" y="1668810"/>
                  </a:lnTo>
                  <a:lnTo>
                    <a:pt x="5232757" y="1668810"/>
                  </a:lnTo>
                  <a:lnTo>
                    <a:pt x="5232089" y="1668810"/>
                  </a:lnTo>
                  <a:lnTo>
                    <a:pt x="5231421" y="1668810"/>
                  </a:lnTo>
                  <a:lnTo>
                    <a:pt x="5230753" y="1668810"/>
                  </a:lnTo>
                  <a:lnTo>
                    <a:pt x="5230085" y="1668810"/>
                  </a:lnTo>
                  <a:lnTo>
                    <a:pt x="5229417" y="1668810"/>
                  </a:lnTo>
                  <a:lnTo>
                    <a:pt x="5228749" y="1668810"/>
                  </a:lnTo>
                  <a:lnTo>
                    <a:pt x="5228081" y="1668810"/>
                  </a:lnTo>
                  <a:lnTo>
                    <a:pt x="5227413" y="1668810"/>
                  </a:lnTo>
                  <a:lnTo>
                    <a:pt x="5226745" y="1668810"/>
                  </a:lnTo>
                  <a:lnTo>
                    <a:pt x="5226077" y="1668810"/>
                  </a:lnTo>
                  <a:lnTo>
                    <a:pt x="5225409" y="1668810"/>
                  </a:lnTo>
                  <a:lnTo>
                    <a:pt x="5224741" y="1668810"/>
                  </a:lnTo>
                  <a:lnTo>
                    <a:pt x="5224073" y="1668810"/>
                  </a:lnTo>
                  <a:lnTo>
                    <a:pt x="5223405" y="1668810"/>
                  </a:lnTo>
                  <a:lnTo>
                    <a:pt x="5222736" y="1668810"/>
                  </a:lnTo>
                  <a:lnTo>
                    <a:pt x="5222068" y="1668810"/>
                  </a:lnTo>
                  <a:lnTo>
                    <a:pt x="5221400" y="1668810"/>
                  </a:lnTo>
                  <a:lnTo>
                    <a:pt x="5220732" y="1668810"/>
                  </a:lnTo>
                  <a:lnTo>
                    <a:pt x="5220064" y="1668810"/>
                  </a:lnTo>
                  <a:lnTo>
                    <a:pt x="5219396" y="1668810"/>
                  </a:lnTo>
                  <a:lnTo>
                    <a:pt x="5218728" y="1668810"/>
                  </a:lnTo>
                  <a:lnTo>
                    <a:pt x="5218060" y="1668810"/>
                  </a:lnTo>
                  <a:lnTo>
                    <a:pt x="5217392" y="1668810"/>
                  </a:lnTo>
                  <a:lnTo>
                    <a:pt x="5216724" y="1668810"/>
                  </a:lnTo>
                  <a:lnTo>
                    <a:pt x="5216056" y="1668810"/>
                  </a:lnTo>
                  <a:lnTo>
                    <a:pt x="5215388" y="1668810"/>
                  </a:lnTo>
                  <a:lnTo>
                    <a:pt x="5214720" y="1668810"/>
                  </a:lnTo>
                  <a:lnTo>
                    <a:pt x="5214052" y="1668810"/>
                  </a:lnTo>
                  <a:lnTo>
                    <a:pt x="5213384" y="1668810"/>
                  </a:lnTo>
                  <a:lnTo>
                    <a:pt x="5212716" y="1668810"/>
                  </a:lnTo>
                  <a:lnTo>
                    <a:pt x="5212048" y="1668810"/>
                  </a:lnTo>
                  <a:lnTo>
                    <a:pt x="5211380" y="1668810"/>
                  </a:lnTo>
                  <a:lnTo>
                    <a:pt x="5210712" y="1668810"/>
                  </a:lnTo>
                  <a:lnTo>
                    <a:pt x="5210044" y="1668810"/>
                  </a:lnTo>
                  <a:lnTo>
                    <a:pt x="5209376" y="1668810"/>
                  </a:lnTo>
                  <a:lnTo>
                    <a:pt x="5208708" y="1668810"/>
                  </a:lnTo>
                  <a:lnTo>
                    <a:pt x="5208040" y="1668810"/>
                  </a:lnTo>
                  <a:lnTo>
                    <a:pt x="5207372" y="1668810"/>
                  </a:lnTo>
                  <a:lnTo>
                    <a:pt x="5206704" y="1668810"/>
                  </a:lnTo>
                  <a:lnTo>
                    <a:pt x="5206036" y="1668810"/>
                  </a:lnTo>
                  <a:lnTo>
                    <a:pt x="5205368" y="1668810"/>
                  </a:lnTo>
                  <a:lnTo>
                    <a:pt x="5204700" y="1668810"/>
                  </a:lnTo>
                  <a:lnTo>
                    <a:pt x="5204032" y="1668810"/>
                  </a:lnTo>
                  <a:lnTo>
                    <a:pt x="5203364" y="1668810"/>
                  </a:lnTo>
                  <a:lnTo>
                    <a:pt x="5202696" y="1668810"/>
                  </a:lnTo>
                  <a:lnTo>
                    <a:pt x="5202028" y="1668810"/>
                  </a:lnTo>
                  <a:lnTo>
                    <a:pt x="5201360" y="1668810"/>
                  </a:lnTo>
                  <a:lnTo>
                    <a:pt x="5200692" y="1668810"/>
                  </a:lnTo>
                  <a:lnTo>
                    <a:pt x="5200024" y="1668810"/>
                  </a:lnTo>
                  <a:lnTo>
                    <a:pt x="5199356" y="1668810"/>
                  </a:lnTo>
                  <a:lnTo>
                    <a:pt x="5198688" y="1668810"/>
                  </a:lnTo>
                  <a:lnTo>
                    <a:pt x="5198019" y="1668810"/>
                  </a:lnTo>
                  <a:lnTo>
                    <a:pt x="5197351" y="1668810"/>
                  </a:lnTo>
                  <a:lnTo>
                    <a:pt x="5196683" y="1668810"/>
                  </a:lnTo>
                  <a:lnTo>
                    <a:pt x="5196015" y="1668810"/>
                  </a:lnTo>
                  <a:lnTo>
                    <a:pt x="5195347" y="1668810"/>
                  </a:lnTo>
                  <a:lnTo>
                    <a:pt x="5194679" y="1668810"/>
                  </a:lnTo>
                  <a:lnTo>
                    <a:pt x="5194011" y="1668810"/>
                  </a:lnTo>
                  <a:lnTo>
                    <a:pt x="5193343" y="1668810"/>
                  </a:lnTo>
                  <a:lnTo>
                    <a:pt x="5192675" y="1668810"/>
                  </a:lnTo>
                  <a:lnTo>
                    <a:pt x="5192007" y="1668810"/>
                  </a:lnTo>
                  <a:lnTo>
                    <a:pt x="5191339" y="1668810"/>
                  </a:lnTo>
                  <a:lnTo>
                    <a:pt x="5190671" y="1668810"/>
                  </a:lnTo>
                  <a:lnTo>
                    <a:pt x="5190003" y="1668810"/>
                  </a:lnTo>
                  <a:lnTo>
                    <a:pt x="5189335" y="1668810"/>
                  </a:lnTo>
                  <a:lnTo>
                    <a:pt x="5188667" y="1668810"/>
                  </a:lnTo>
                  <a:lnTo>
                    <a:pt x="5187999" y="1668810"/>
                  </a:lnTo>
                  <a:lnTo>
                    <a:pt x="5187331" y="1668810"/>
                  </a:lnTo>
                  <a:lnTo>
                    <a:pt x="5186663" y="1668810"/>
                  </a:lnTo>
                  <a:lnTo>
                    <a:pt x="5185995" y="1668810"/>
                  </a:lnTo>
                  <a:lnTo>
                    <a:pt x="5185327" y="1668810"/>
                  </a:lnTo>
                  <a:lnTo>
                    <a:pt x="5184659" y="1668810"/>
                  </a:lnTo>
                  <a:lnTo>
                    <a:pt x="5183991" y="1668810"/>
                  </a:lnTo>
                  <a:lnTo>
                    <a:pt x="5183323" y="1668810"/>
                  </a:lnTo>
                  <a:lnTo>
                    <a:pt x="5182655" y="1668810"/>
                  </a:lnTo>
                  <a:lnTo>
                    <a:pt x="5181987" y="1668810"/>
                  </a:lnTo>
                  <a:lnTo>
                    <a:pt x="5181319" y="1668810"/>
                  </a:lnTo>
                  <a:lnTo>
                    <a:pt x="5180651" y="1668810"/>
                  </a:lnTo>
                  <a:lnTo>
                    <a:pt x="5179983" y="1668810"/>
                  </a:lnTo>
                  <a:lnTo>
                    <a:pt x="5179315" y="1668810"/>
                  </a:lnTo>
                  <a:lnTo>
                    <a:pt x="5178647" y="1668810"/>
                  </a:lnTo>
                  <a:lnTo>
                    <a:pt x="5177979" y="1668810"/>
                  </a:lnTo>
                  <a:lnTo>
                    <a:pt x="5177311" y="1668810"/>
                  </a:lnTo>
                  <a:lnTo>
                    <a:pt x="5176643" y="1668810"/>
                  </a:lnTo>
                  <a:lnTo>
                    <a:pt x="5175975" y="1668810"/>
                  </a:lnTo>
                  <a:lnTo>
                    <a:pt x="5175307" y="1668810"/>
                  </a:lnTo>
                  <a:lnTo>
                    <a:pt x="5174639" y="1668810"/>
                  </a:lnTo>
                  <a:lnTo>
                    <a:pt x="5173971" y="1668810"/>
                  </a:lnTo>
                  <a:lnTo>
                    <a:pt x="5173302" y="1668810"/>
                  </a:lnTo>
                  <a:lnTo>
                    <a:pt x="5172634" y="1668810"/>
                  </a:lnTo>
                  <a:lnTo>
                    <a:pt x="5171966" y="1668810"/>
                  </a:lnTo>
                  <a:lnTo>
                    <a:pt x="5171298" y="1668810"/>
                  </a:lnTo>
                  <a:lnTo>
                    <a:pt x="5170630" y="1668810"/>
                  </a:lnTo>
                  <a:lnTo>
                    <a:pt x="5169962" y="1668810"/>
                  </a:lnTo>
                  <a:lnTo>
                    <a:pt x="5169294" y="1668810"/>
                  </a:lnTo>
                  <a:lnTo>
                    <a:pt x="5168626" y="1668810"/>
                  </a:lnTo>
                  <a:lnTo>
                    <a:pt x="5167958" y="1668810"/>
                  </a:lnTo>
                  <a:lnTo>
                    <a:pt x="5167290" y="1668810"/>
                  </a:lnTo>
                  <a:lnTo>
                    <a:pt x="5166622" y="1668810"/>
                  </a:lnTo>
                  <a:lnTo>
                    <a:pt x="5165954" y="1668810"/>
                  </a:lnTo>
                  <a:lnTo>
                    <a:pt x="5165286" y="1668810"/>
                  </a:lnTo>
                  <a:lnTo>
                    <a:pt x="5164618" y="1668810"/>
                  </a:lnTo>
                  <a:lnTo>
                    <a:pt x="5163950" y="1668810"/>
                  </a:lnTo>
                  <a:lnTo>
                    <a:pt x="5163282" y="1668810"/>
                  </a:lnTo>
                  <a:lnTo>
                    <a:pt x="5162614" y="1668810"/>
                  </a:lnTo>
                  <a:lnTo>
                    <a:pt x="5161946" y="1668810"/>
                  </a:lnTo>
                  <a:lnTo>
                    <a:pt x="5161278" y="1668810"/>
                  </a:lnTo>
                  <a:lnTo>
                    <a:pt x="5160610" y="1668810"/>
                  </a:lnTo>
                  <a:lnTo>
                    <a:pt x="5159942" y="1668810"/>
                  </a:lnTo>
                  <a:lnTo>
                    <a:pt x="5159274" y="1668810"/>
                  </a:lnTo>
                  <a:lnTo>
                    <a:pt x="5158606" y="1668810"/>
                  </a:lnTo>
                  <a:lnTo>
                    <a:pt x="5157938" y="1668810"/>
                  </a:lnTo>
                  <a:lnTo>
                    <a:pt x="5157270" y="1668810"/>
                  </a:lnTo>
                  <a:lnTo>
                    <a:pt x="5156602" y="1668810"/>
                  </a:lnTo>
                  <a:lnTo>
                    <a:pt x="5155934" y="1668810"/>
                  </a:lnTo>
                  <a:lnTo>
                    <a:pt x="5155266" y="1668810"/>
                  </a:lnTo>
                  <a:lnTo>
                    <a:pt x="5154598" y="1668810"/>
                  </a:lnTo>
                  <a:lnTo>
                    <a:pt x="5153930" y="1668810"/>
                  </a:lnTo>
                  <a:lnTo>
                    <a:pt x="5153262" y="1668810"/>
                  </a:lnTo>
                  <a:lnTo>
                    <a:pt x="5152594" y="1668810"/>
                  </a:lnTo>
                  <a:lnTo>
                    <a:pt x="5151926" y="1668810"/>
                  </a:lnTo>
                  <a:lnTo>
                    <a:pt x="5151258" y="1668810"/>
                  </a:lnTo>
                  <a:lnTo>
                    <a:pt x="5150590" y="1668810"/>
                  </a:lnTo>
                  <a:lnTo>
                    <a:pt x="5149922" y="1668810"/>
                  </a:lnTo>
                  <a:lnTo>
                    <a:pt x="5149254" y="1668810"/>
                  </a:lnTo>
                  <a:lnTo>
                    <a:pt x="5148585" y="1668810"/>
                  </a:lnTo>
                  <a:lnTo>
                    <a:pt x="5147917" y="1668810"/>
                  </a:lnTo>
                  <a:lnTo>
                    <a:pt x="5147249" y="1668810"/>
                  </a:lnTo>
                  <a:lnTo>
                    <a:pt x="5146581" y="1668810"/>
                  </a:lnTo>
                  <a:lnTo>
                    <a:pt x="5145913" y="1668810"/>
                  </a:lnTo>
                  <a:lnTo>
                    <a:pt x="5145245" y="1668810"/>
                  </a:lnTo>
                  <a:lnTo>
                    <a:pt x="5144577" y="1668810"/>
                  </a:lnTo>
                  <a:lnTo>
                    <a:pt x="5143909" y="1668810"/>
                  </a:lnTo>
                  <a:lnTo>
                    <a:pt x="5143241" y="1668810"/>
                  </a:lnTo>
                  <a:lnTo>
                    <a:pt x="5142573" y="1668810"/>
                  </a:lnTo>
                  <a:lnTo>
                    <a:pt x="5141905" y="1668810"/>
                  </a:lnTo>
                  <a:lnTo>
                    <a:pt x="5141237" y="1668810"/>
                  </a:lnTo>
                  <a:lnTo>
                    <a:pt x="5140569" y="1668810"/>
                  </a:lnTo>
                  <a:lnTo>
                    <a:pt x="5139901" y="1668810"/>
                  </a:lnTo>
                  <a:lnTo>
                    <a:pt x="5139233" y="1668810"/>
                  </a:lnTo>
                  <a:lnTo>
                    <a:pt x="5138565" y="1668810"/>
                  </a:lnTo>
                  <a:lnTo>
                    <a:pt x="5137897" y="1668810"/>
                  </a:lnTo>
                  <a:lnTo>
                    <a:pt x="5137229" y="1668810"/>
                  </a:lnTo>
                  <a:lnTo>
                    <a:pt x="5136561" y="1668810"/>
                  </a:lnTo>
                  <a:lnTo>
                    <a:pt x="5135893" y="1668810"/>
                  </a:lnTo>
                  <a:lnTo>
                    <a:pt x="5135225" y="1668810"/>
                  </a:lnTo>
                  <a:lnTo>
                    <a:pt x="5134557" y="1668810"/>
                  </a:lnTo>
                  <a:lnTo>
                    <a:pt x="5133889" y="1668810"/>
                  </a:lnTo>
                  <a:lnTo>
                    <a:pt x="5133221" y="1668810"/>
                  </a:lnTo>
                  <a:lnTo>
                    <a:pt x="5132553" y="1668810"/>
                  </a:lnTo>
                  <a:lnTo>
                    <a:pt x="5131885" y="1668810"/>
                  </a:lnTo>
                  <a:lnTo>
                    <a:pt x="5131217" y="1668810"/>
                  </a:lnTo>
                  <a:lnTo>
                    <a:pt x="5130549" y="1668810"/>
                  </a:lnTo>
                  <a:lnTo>
                    <a:pt x="5129881" y="1668810"/>
                  </a:lnTo>
                  <a:lnTo>
                    <a:pt x="5129213" y="1668810"/>
                  </a:lnTo>
                  <a:lnTo>
                    <a:pt x="5128545" y="1668810"/>
                  </a:lnTo>
                  <a:lnTo>
                    <a:pt x="5127877" y="1668810"/>
                  </a:lnTo>
                  <a:lnTo>
                    <a:pt x="5127209" y="1668810"/>
                  </a:lnTo>
                  <a:lnTo>
                    <a:pt x="5126541" y="1668810"/>
                  </a:lnTo>
                  <a:lnTo>
                    <a:pt x="5125873" y="1668810"/>
                  </a:lnTo>
                  <a:lnTo>
                    <a:pt x="5125205" y="1668810"/>
                  </a:lnTo>
                  <a:lnTo>
                    <a:pt x="5124536" y="1668810"/>
                  </a:lnTo>
                  <a:lnTo>
                    <a:pt x="5123868" y="1668810"/>
                  </a:lnTo>
                  <a:lnTo>
                    <a:pt x="5123200" y="1668810"/>
                  </a:lnTo>
                  <a:lnTo>
                    <a:pt x="5122532" y="1668810"/>
                  </a:lnTo>
                  <a:lnTo>
                    <a:pt x="5121864" y="1668810"/>
                  </a:lnTo>
                  <a:lnTo>
                    <a:pt x="5121196" y="1668810"/>
                  </a:lnTo>
                  <a:lnTo>
                    <a:pt x="5120528" y="1668810"/>
                  </a:lnTo>
                  <a:lnTo>
                    <a:pt x="5119860" y="1668810"/>
                  </a:lnTo>
                  <a:lnTo>
                    <a:pt x="5119192" y="1668810"/>
                  </a:lnTo>
                  <a:lnTo>
                    <a:pt x="5118524" y="1668810"/>
                  </a:lnTo>
                  <a:lnTo>
                    <a:pt x="5117856" y="1668810"/>
                  </a:lnTo>
                  <a:lnTo>
                    <a:pt x="5117188" y="1668810"/>
                  </a:lnTo>
                  <a:lnTo>
                    <a:pt x="5116520" y="1668810"/>
                  </a:lnTo>
                  <a:lnTo>
                    <a:pt x="5115852" y="1668810"/>
                  </a:lnTo>
                  <a:lnTo>
                    <a:pt x="5115184" y="1668810"/>
                  </a:lnTo>
                  <a:lnTo>
                    <a:pt x="5114516" y="1668810"/>
                  </a:lnTo>
                  <a:lnTo>
                    <a:pt x="5113848" y="1668810"/>
                  </a:lnTo>
                  <a:lnTo>
                    <a:pt x="5113180" y="1668810"/>
                  </a:lnTo>
                  <a:lnTo>
                    <a:pt x="5112512" y="1668810"/>
                  </a:lnTo>
                  <a:lnTo>
                    <a:pt x="5111844" y="1668810"/>
                  </a:lnTo>
                  <a:lnTo>
                    <a:pt x="5111176" y="1668810"/>
                  </a:lnTo>
                  <a:lnTo>
                    <a:pt x="5110508" y="1668810"/>
                  </a:lnTo>
                  <a:lnTo>
                    <a:pt x="5109840" y="1668810"/>
                  </a:lnTo>
                  <a:lnTo>
                    <a:pt x="5109172" y="1668810"/>
                  </a:lnTo>
                  <a:lnTo>
                    <a:pt x="5108504" y="1668810"/>
                  </a:lnTo>
                  <a:lnTo>
                    <a:pt x="5107836" y="1668810"/>
                  </a:lnTo>
                  <a:lnTo>
                    <a:pt x="5107168" y="1668810"/>
                  </a:lnTo>
                  <a:lnTo>
                    <a:pt x="5106500" y="1668810"/>
                  </a:lnTo>
                  <a:lnTo>
                    <a:pt x="5105832" y="1668810"/>
                  </a:lnTo>
                  <a:lnTo>
                    <a:pt x="5105164" y="1668810"/>
                  </a:lnTo>
                  <a:lnTo>
                    <a:pt x="5104496" y="1668810"/>
                  </a:lnTo>
                  <a:lnTo>
                    <a:pt x="5103828" y="1668810"/>
                  </a:lnTo>
                  <a:lnTo>
                    <a:pt x="5103160" y="1668810"/>
                  </a:lnTo>
                  <a:lnTo>
                    <a:pt x="5102492" y="1668810"/>
                  </a:lnTo>
                  <a:lnTo>
                    <a:pt x="5101824" y="1668810"/>
                  </a:lnTo>
                  <a:lnTo>
                    <a:pt x="5101156" y="1668810"/>
                  </a:lnTo>
                  <a:lnTo>
                    <a:pt x="5100488" y="1668810"/>
                  </a:lnTo>
                  <a:lnTo>
                    <a:pt x="5099819" y="1668810"/>
                  </a:lnTo>
                  <a:lnTo>
                    <a:pt x="5099151" y="1668810"/>
                  </a:lnTo>
                  <a:lnTo>
                    <a:pt x="5098483" y="1668810"/>
                  </a:lnTo>
                  <a:lnTo>
                    <a:pt x="5097815" y="1668810"/>
                  </a:lnTo>
                  <a:lnTo>
                    <a:pt x="5097147" y="1668810"/>
                  </a:lnTo>
                  <a:lnTo>
                    <a:pt x="5096479" y="1668810"/>
                  </a:lnTo>
                  <a:lnTo>
                    <a:pt x="5095811" y="1668810"/>
                  </a:lnTo>
                  <a:lnTo>
                    <a:pt x="5095143" y="1668810"/>
                  </a:lnTo>
                  <a:lnTo>
                    <a:pt x="5094475" y="1668810"/>
                  </a:lnTo>
                  <a:lnTo>
                    <a:pt x="5093807" y="1668810"/>
                  </a:lnTo>
                  <a:lnTo>
                    <a:pt x="5093139" y="1668810"/>
                  </a:lnTo>
                  <a:lnTo>
                    <a:pt x="5092471" y="1668810"/>
                  </a:lnTo>
                  <a:lnTo>
                    <a:pt x="5091803" y="1668810"/>
                  </a:lnTo>
                  <a:lnTo>
                    <a:pt x="5091135" y="1668810"/>
                  </a:lnTo>
                  <a:lnTo>
                    <a:pt x="5090467" y="1668810"/>
                  </a:lnTo>
                  <a:lnTo>
                    <a:pt x="5089799" y="1668810"/>
                  </a:lnTo>
                  <a:lnTo>
                    <a:pt x="5089131" y="1668810"/>
                  </a:lnTo>
                  <a:lnTo>
                    <a:pt x="5088463" y="1668810"/>
                  </a:lnTo>
                  <a:lnTo>
                    <a:pt x="5087795" y="1668810"/>
                  </a:lnTo>
                  <a:lnTo>
                    <a:pt x="5087127" y="1668810"/>
                  </a:lnTo>
                  <a:lnTo>
                    <a:pt x="5086459" y="1668810"/>
                  </a:lnTo>
                  <a:lnTo>
                    <a:pt x="5085791" y="1668810"/>
                  </a:lnTo>
                  <a:lnTo>
                    <a:pt x="5085123" y="1668810"/>
                  </a:lnTo>
                  <a:lnTo>
                    <a:pt x="5084455" y="1668810"/>
                  </a:lnTo>
                  <a:lnTo>
                    <a:pt x="5083787" y="1668810"/>
                  </a:lnTo>
                  <a:lnTo>
                    <a:pt x="5083119" y="1668810"/>
                  </a:lnTo>
                  <a:lnTo>
                    <a:pt x="5082451" y="1668810"/>
                  </a:lnTo>
                  <a:lnTo>
                    <a:pt x="5081783" y="1668810"/>
                  </a:lnTo>
                  <a:lnTo>
                    <a:pt x="5081115" y="1668810"/>
                  </a:lnTo>
                  <a:lnTo>
                    <a:pt x="5080447" y="1668810"/>
                  </a:lnTo>
                  <a:lnTo>
                    <a:pt x="5079779" y="1668810"/>
                  </a:lnTo>
                  <a:lnTo>
                    <a:pt x="5079111" y="1668810"/>
                  </a:lnTo>
                  <a:lnTo>
                    <a:pt x="5078443" y="1668810"/>
                  </a:lnTo>
                  <a:lnTo>
                    <a:pt x="5077775" y="1668810"/>
                  </a:lnTo>
                  <a:lnTo>
                    <a:pt x="5077107" y="1668810"/>
                  </a:lnTo>
                  <a:lnTo>
                    <a:pt x="5076439" y="1668810"/>
                  </a:lnTo>
                  <a:lnTo>
                    <a:pt x="5075771" y="1668810"/>
                  </a:lnTo>
                  <a:lnTo>
                    <a:pt x="5075102" y="1668810"/>
                  </a:lnTo>
                  <a:lnTo>
                    <a:pt x="5074434" y="1668810"/>
                  </a:lnTo>
                  <a:lnTo>
                    <a:pt x="5073766" y="1668810"/>
                  </a:lnTo>
                  <a:lnTo>
                    <a:pt x="5073098" y="1668810"/>
                  </a:lnTo>
                  <a:lnTo>
                    <a:pt x="5072430" y="1668810"/>
                  </a:lnTo>
                  <a:lnTo>
                    <a:pt x="5071762" y="1668810"/>
                  </a:lnTo>
                  <a:lnTo>
                    <a:pt x="5071094" y="1668810"/>
                  </a:lnTo>
                  <a:lnTo>
                    <a:pt x="5070426" y="1668810"/>
                  </a:lnTo>
                  <a:lnTo>
                    <a:pt x="5069758" y="1668810"/>
                  </a:lnTo>
                  <a:lnTo>
                    <a:pt x="5069090" y="1668810"/>
                  </a:lnTo>
                  <a:lnTo>
                    <a:pt x="5068422" y="1668810"/>
                  </a:lnTo>
                  <a:lnTo>
                    <a:pt x="5067754" y="1668810"/>
                  </a:lnTo>
                  <a:lnTo>
                    <a:pt x="5067086" y="1668810"/>
                  </a:lnTo>
                  <a:lnTo>
                    <a:pt x="5066418" y="1668810"/>
                  </a:lnTo>
                  <a:lnTo>
                    <a:pt x="5065750" y="1668810"/>
                  </a:lnTo>
                  <a:lnTo>
                    <a:pt x="5065082" y="1668810"/>
                  </a:lnTo>
                  <a:lnTo>
                    <a:pt x="5064414" y="1668810"/>
                  </a:lnTo>
                  <a:lnTo>
                    <a:pt x="5063746" y="1668810"/>
                  </a:lnTo>
                  <a:lnTo>
                    <a:pt x="5063078" y="1668810"/>
                  </a:lnTo>
                  <a:lnTo>
                    <a:pt x="5062410" y="1668810"/>
                  </a:lnTo>
                  <a:lnTo>
                    <a:pt x="5061742" y="1668810"/>
                  </a:lnTo>
                  <a:lnTo>
                    <a:pt x="5061074" y="1668810"/>
                  </a:lnTo>
                  <a:lnTo>
                    <a:pt x="5060406" y="1668810"/>
                  </a:lnTo>
                  <a:lnTo>
                    <a:pt x="5059738" y="1668810"/>
                  </a:lnTo>
                  <a:lnTo>
                    <a:pt x="5059070" y="1668810"/>
                  </a:lnTo>
                  <a:lnTo>
                    <a:pt x="5058402" y="1668810"/>
                  </a:lnTo>
                  <a:lnTo>
                    <a:pt x="5057734" y="1668810"/>
                  </a:lnTo>
                  <a:lnTo>
                    <a:pt x="5057066" y="1668810"/>
                  </a:lnTo>
                  <a:lnTo>
                    <a:pt x="5056398" y="1668810"/>
                  </a:lnTo>
                  <a:lnTo>
                    <a:pt x="5055730" y="1668810"/>
                  </a:lnTo>
                  <a:lnTo>
                    <a:pt x="5055062" y="1668810"/>
                  </a:lnTo>
                  <a:lnTo>
                    <a:pt x="5054394" y="1668810"/>
                  </a:lnTo>
                  <a:lnTo>
                    <a:pt x="5053726" y="1668810"/>
                  </a:lnTo>
                  <a:lnTo>
                    <a:pt x="5053058" y="1668810"/>
                  </a:lnTo>
                  <a:lnTo>
                    <a:pt x="5052390" y="1668810"/>
                  </a:lnTo>
                  <a:lnTo>
                    <a:pt x="5051722" y="1668810"/>
                  </a:lnTo>
                  <a:lnTo>
                    <a:pt x="5051053" y="1668810"/>
                  </a:lnTo>
                  <a:lnTo>
                    <a:pt x="5050385" y="1668810"/>
                  </a:lnTo>
                  <a:lnTo>
                    <a:pt x="5049717" y="1668810"/>
                  </a:lnTo>
                  <a:lnTo>
                    <a:pt x="5049049" y="1668810"/>
                  </a:lnTo>
                  <a:lnTo>
                    <a:pt x="5048381" y="1668810"/>
                  </a:lnTo>
                  <a:lnTo>
                    <a:pt x="5047713" y="1668810"/>
                  </a:lnTo>
                  <a:lnTo>
                    <a:pt x="5047045" y="1668810"/>
                  </a:lnTo>
                  <a:lnTo>
                    <a:pt x="5046377" y="1668810"/>
                  </a:lnTo>
                  <a:lnTo>
                    <a:pt x="5045709" y="1668810"/>
                  </a:lnTo>
                  <a:lnTo>
                    <a:pt x="5045041" y="1668810"/>
                  </a:lnTo>
                  <a:lnTo>
                    <a:pt x="5044373" y="1668810"/>
                  </a:lnTo>
                  <a:lnTo>
                    <a:pt x="5043705" y="1668810"/>
                  </a:lnTo>
                  <a:lnTo>
                    <a:pt x="5043037" y="1668810"/>
                  </a:lnTo>
                  <a:lnTo>
                    <a:pt x="5042369" y="1668810"/>
                  </a:lnTo>
                  <a:lnTo>
                    <a:pt x="5041701" y="1668810"/>
                  </a:lnTo>
                  <a:lnTo>
                    <a:pt x="5041033" y="1668810"/>
                  </a:lnTo>
                  <a:lnTo>
                    <a:pt x="5040365" y="1668810"/>
                  </a:lnTo>
                  <a:lnTo>
                    <a:pt x="5039697" y="1668810"/>
                  </a:lnTo>
                  <a:lnTo>
                    <a:pt x="5039029" y="1668810"/>
                  </a:lnTo>
                  <a:lnTo>
                    <a:pt x="5038361" y="1668810"/>
                  </a:lnTo>
                  <a:lnTo>
                    <a:pt x="5037693" y="1668810"/>
                  </a:lnTo>
                  <a:lnTo>
                    <a:pt x="5037025" y="1668810"/>
                  </a:lnTo>
                  <a:lnTo>
                    <a:pt x="5036357" y="1668810"/>
                  </a:lnTo>
                  <a:lnTo>
                    <a:pt x="5035689" y="1668810"/>
                  </a:lnTo>
                  <a:lnTo>
                    <a:pt x="5035021" y="1668810"/>
                  </a:lnTo>
                  <a:lnTo>
                    <a:pt x="5034353" y="1668810"/>
                  </a:lnTo>
                  <a:lnTo>
                    <a:pt x="5033685" y="1668810"/>
                  </a:lnTo>
                  <a:lnTo>
                    <a:pt x="5033017" y="1668810"/>
                  </a:lnTo>
                  <a:lnTo>
                    <a:pt x="5032349" y="1668810"/>
                  </a:lnTo>
                  <a:lnTo>
                    <a:pt x="5031681" y="1668810"/>
                  </a:lnTo>
                  <a:lnTo>
                    <a:pt x="5031013" y="1668810"/>
                  </a:lnTo>
                  <a:lnTo>
                    <a:pt x="5030345" y="1668810"/>
                  </a:lnTo>
                  <a:lnTo>
                    <a:pt x="5029677" y="1668810"/>
                  </a:lnTo>
                  <a:lnTo>
                    <a:pt x="5029009" y="1668810"/>
                  </a:lnTo>
                  <a:lnTo>
                    <a:pt x="5028341" y="1668810"/>
                  </a:lnTo>
                  <a:lnTo>
                    <a:pt x="5027673" y="1668810"/>
                  </a:lnTo>
                  <a:lnTo>
                    <a:pt x="5027005" y="1668810"/>
                  </a:lnTo>
                  <a:lnTo>
                    <a:pt x="5026336" y="1668810"/>
                  </a:lnTo>
                  <a:lnTo>
                    <a:pt x="5025668" y="1668810"/>
                  </a:lnTo>
                  <a:lnTo>
                    <a:pt x="5025000" y="1668810"/>
                  </a:lnTo>
                  <a:lnTo>
                    <a:pt x="5024332" y="1668810"/>
                  </a:lnTo>
                  <a:lnTo>
                    <a:pt x="5023664" y="1668810"/>
                  </a:lnTo>
                  <a:lnTo>
                    <a:pt x="5022996" y="1668810"/>
                  </a:lnTo>
                  <a:lnTo>
                    <a:pt x="5022328" y="1668810"/>
                  </a:lnTo>
                  <a:lnTo>
                    <a:pt x="5021660" y="1668810"/>
                  </a:lnTo>
                  <a:lnTo>
                    <a:pt x="5020992" y="1668810"/>
                  </a:lnTo>
                  <a:lnTo>
                    <a:pt x="5020324" y="1668810"/>
                  </a:lnTo>
                  <a:lnTo>
                    <a:pt x="5019656" y="1668810"/>
                  </a:lnTo>
                  <a:lnTo>
                    <a:pt x="5018988" y="1668810"/>
                  </a:lnTo>
                  <a:lnTo>
                    <a:pt x="5018320" y="1668810"/>
                  </a:lnTo>
                  <a:lnTo>
                    <a:pt x="5017652" y="1668810"/>
                  </a:lnTo>
                  <a:lnTo>
                    <a:pt x="5016984" y="1668810"/>
                  </a:lnTo>
                  <a:lnTo>
                    <a:pt x="5016316" y="1668810"/>
                  </a:lnTo>
                  <a:lnTo>
                    <a:pt x="5015648" y="1668810"/>
                  </a:lnTo>
                  <a:lnTo>
                    <a:pt x="5014980" y="1668810"/>
                  </a:lnTo>
                  <a:lnTo>
                    <a:pt x="5014312" y="1668810"/>
                  </a:lnTo>
                  <a:lnTo>
                    <a:pt x="5013644" y="1668810"/>
                  </a:lnTo>
                  <a:lnTo>
                    <a:pt x="5012976" y="1668810"/>
                  </a:lnTo>
                  <a:lnTo>
                    <a:pt x="5012308" y="1668810"/>
                  </a:lnTo>
                  <a:lnTo>
                    <a:pt x="5011640" y="1668810"/>
                  </a:lnTo>
                  <a:lnTo>
                    <a:pt x="5010972" y="1668810"/>
                  </a:lnTo>
                  <a:lnTo>
                    <a:pt x="5010304" y="1668810"/>
                  </a:lnTo>
                  <a:lnTo>
                    <a:pt x="5009636" y="1668810"/>
                  </a:lnTo>
                  <a:lnTo>
                    <a:pt x="5008968" y="1668810"/>
                  </a:lnTo>
                  <a:lnTo>
                    <a:pt x="5008300" y="1668810"/>
                  </a:lnTo>
                  <a:lnTo>
                    <a:pt x="5007632" y="1668810"/>
                  </a:lnTo>
                  <a:lnTo>
                    <a:pt x="5006964" y="1668810"/>
                  </a:lnTo>
                  <a:lnTo>
                    <a:pt x="5006296" y="1668810"/>
                  </a:lnTo>
                  <a:lnTo>
                    <a:pt x="5005628" y="1668810"/>
                  </a:lnTo>
                  <a:lnTo>
                    <a:pt x="5004960" y="1668810"/>
                  </a:lnTo>
                  <a:lnTo>
                    <a:pt x="5004292" y="1668810"/>
                  </a:lnTo>
                  <a:lnTo>
                    <a:pt x="5003624" y="1668810"/>
                  </a:lnTo>
                  <a:lnTo>
                    <a:pt x="5002956" y="1668810"/>
                  </a:lnTo>
                  <a:lnTo>
                    <a:pt x="5002288" y="1668810"/>
                  </a:lnTo>
                  <a:lnTo>
                    <a:pt x="5001619" y="1668810"/>
                  </a:lnTo>
                  <a:lnTo>
                    <a:pt x="5000951" y="1668810"/>
                  </a:lnTo>
                  <a:lnTo>
                    <a:pt x="5000283" y="1668810"/>
                  </a:lnTo>
                  <a:lnTo>
                    <a:pt x="4999615" y="1668810"/>
                  </a:lnTo>
                  <a:lnTo>
                    <a:pt x="4998947" y="1668810"/>
                  </a:lnTo>
                  <a:lnTo>
                    <a:pt x="4998279" y="1668810"/>
                  </a:lnTo>
                  <a:lnTo>
                    <a:pt x="4997611" y="1668810"/>
                  </a:lnTo>
                  <a:lnTo>
                    <a:pt x="4996943" y="1668810"/>
                  </a:lnTo>
                  <a:lnTo>
                    <a:pt x="4996275" y="1668810"/>
                  </a:lnTo>
                  <a:lnTo>
                    <a:pt x="4995607" y="1668810"/>
                  </a:lnTo>
                  <a:lnTo>
                    <a:pt x="4994939" y="1668810"/>
                  </a:lnTo>
                  <a:lnTo>
                    <a:pt x="4994271" y="1668810"/>
                  </a:lnTo>
                  <a:lnTo>
                    <a:pt x="4993603" y="1668810"/>
                  </a:lnTo>
                  <a:lnTo>
                    <a:pt x="4992935" y="1668810"/>
                  </a:lnTo>
                  <a:lnTo>
                    <a:pt x="4992267" y="1668810"/>
                  </a:lnTo>
                  <a:lnTo>
                    <a:pt x="4991599" y="1668810"/>
                  </a:lnTo>
                  <a:lnTo>
                    <a:pt x="4990931" y="1668810"/>
                  </a:lnTo>
                  <a:lnTo>
                    <a:pt x="4990263" y="1668810"/>
                  </a:lnTo>
                  <a:lnTo>
                    <a:pt x="4989595" y="1668810"/>
                  </a:lnTo>
                  <a:lnTo>
                    <a:pt x="4988927" y="1668810"/>
                  </a:lnTo>
                  <a:lnTo>
                    <a:pt x="4988259" y="1668810"/>
                  </a:lnTo>
                  <a:lnTo>
                    <a:pt x="4987591" y="1668810"/>
                  </a:lnTo>
                  <a:lnTo>
                    <a:pt x="4986923" y="1668810"/>
                  </a:lnTo>
                  <a:lnTo>
                    <a:pt x="4986255" y="1668810"/>
                  </a:lnTo>
                  <a:lnTo>
                    <a:pt x="4985587" y="1668810"/>
                  </a:lnTo>
                  <a:lnTo>
                    <a:pt x="4984919" y="1668810"/>
                  </a:lnTo>
                  <a:lnTo>
                    <a:pt x="4984251" y="1668810"/>
                  </a:lnTo>
                  <a:lnTo>
                    <a:pt x="4983583" y="1668810"/>
                  </a:lnTo>
                  <a:lnTo>
                    <a:pt x="4982915" y="1668810"/>
                  </a:lnTo>
                  <a:lnTo>
                    <a:pt x="4982247" y="1668810"/>
                  </a:lnTo>
                  <a:lnTo>
                    <a:pt x="4981579" y="1668810"/>
                  </a:lnTo>
                  <a:lnTo>
                    <a:pt x="4980911" y="1668810"/>
                  </a:lnTo>
                  <a:lnTo>
                    <a:pt x="4980243" y="1668810"/>
                  </a:lnTo>
                  <a:lnTo>
                    <a:pt x="4979575" y="1668810"/>
                  </a:lnTo>
                  <a:lnTo>
                    <a:pt x="4978907" y="1668810"/>
                  </a:lnTo>
                  <a:lnTo>
                    <a:pt x="4978239" y="1668810"/>
                  </a:lnTo>
                  <a:lnTo>
                    <a:pt x="4977571" y="1668810"/>
                  </a:lnTo>
                  <a:lnTo>
                    <a:pt x="4976902" y="1668810"/>
                  </a:lnTo>
                  <a:lnTo>
                    <a:pt x="4976234" y="1668810"/>
                  </a:lnTo>
                  <a:lnTo>
                    <a:pt x="4975566" y="1668810"/>
                  </a:lnTo>
                  <a:lnTo>
                    <a:pt x="4974898" y="1668810"/>
                  </a:lnTo>
                  <a:lnTo>
                    <a:pt x="4974230" y="1668810"/>
                  </a:lnTo>
                  <a:lnTo>
                    <a:pt x="4973562" y="1668810"/>
                  </a:lnTo>
                  <a:lnTo>
                    <a:pt x="4972894" y="1668810"/>
                  </a:lnTo>
                  <a:lnTo>
                    <a:pt x="4972226" y="1668810"/>
                  </a:lnTo>
                  <a:lnTo>
                    <a:pt x="4971558" y="1668810"/>
                  </a:lnTo>
                  <a:lnTo>
                    <a:pt x="4970890" y="1668810"/>
                  </a:lnTo>
                  <a:lnTo>
                    <a:pt x="4970222" y="1668810"/>
                  </a:lnTo>
                  <a:lnTo>
                    <a:pt x="4969554" y="1668810"/>
                  </a:lnTo>
                  <a:lnTo>
                    <a:pt x="4968886" y="1668810"/>
                  </a:lnTo>
                  <a:lnTo>
                    <a:pt x="4968218" y="1668810"/>
                  </a:lnTo>
                  <a:lnTo>
                    <a:pt x="4967550" y="1668810"/>
                  </a:lnTo>
                  <a:lnTo>
                    <a:pt x="4966882" y="1668810"/>
                  </a:lnTo>
                  <a:lnTo>
                    <a:pt x="4966214" y="1668810"/>
                  </a:lnTo>
                  <a:lnTo>
                    <a:pt x="4965546" y="1668810"/>
                  </a:lnTo>
                  <a:lnTo>
                    <a:pt x="4964878" y="1668810"/>
                  </a:lnTo>
                  <a:lnTo>
                    <a:pt x="4964210" y="1668810"/>
                  </a:lnTo>
                  <a:lnTo>
                    <a:pt x="4963542" y="1668810"/>
                  </a:lnTo>
                  <a:lnTo>
                    <a:pt x="4962874" y="1668810"/>
                  </a:lnTo>
                  <a:lnTo>
                    <a:pt x="4962206" y="1668810"/>
                  </a:lnTo>
                  <a:lnTo>
                    <a:pt x="4961538" y="1668810"/>
                  </a:lnTo>
                  <a:lnTo>
                    <a:pt x="4960870" y="1668810"/>
                  </a:lnTo>
                  <a:lnTo>
                    <a:pt x="4960202" y="1668810"/>
                  </a:lnTo>
                  <a:lnTo>
                    <a:pt x="4959534" y="1668810"/>
                  </a:lnTo>
                  <a:lnTo>
                    <a:pt x="4958866" y="1668810"/>
                  </a:lnTo>
                  <a:lnTo>
                    <a:pt x="4958198" y="1668810"/>
                  </a:lnTo>
                  <a:lnTo>
                    <a:pt x="4957530" y="1668810"/>
                  </a:lnTo>
                  <a:lnTo>
                    <a:pt x="4956862" y="1668810"/>
                  </a:lnTo>
                  <a:lnTo>
                    <a:pt x="4956194" y="1668810"/>
                  </a:lnTo>
                  <a:lnTo>
                    <a:pt x="4955526" y="1668810"/>
                  </a:lnTo>
                  <a:lnTo>
                    <a:pt x="4954858" y="1668810"/>
                  </a:lnTo>
                  <a:lnTo>
                    <a:pt x="4954190" y="1668810"/>
                  </a:lnTo>
                  <a:lnTo>
                    <a:pt x="4953522" y="1668810"/>
                  </a:lnTo>
                  <a:lnTo>
                    <a:pt x="4952853" y="1668810"/>
                  </a:lnTo>
                  <a:lnTo>
                    <a:pt x="4952185" y="1668810"/>
                  </a:lnTo>
                  <a:lnTo>
                    <a:pt x="4951517" y="1668810"/>
                  </a:lnTo>
                  <a:lnTo>
                    <a:pt x="4950849" y="1668810"/>
                  </a:lnTo>
                  <a:lnTo>
                    <a:pt x="4950181" y="1668810"/>
                  </a:lnTo>
                  <a:lnTo>
                    <a:pt x="4949513" y="1668810"/>
                  </a:lnTo>
                  <a:lnTo>
                    <a:pt x="4948845" y="1668810"/>
                  </a:lnTo>
                  <a:lnTo>
                    <a:pt x="4948177" y="1668810"/>
                  </a:lnTo>
                  <a:lnTo>
                    <a:pt x="4947509" y="1668810"/>
                  </a:lnTo>
                  <a:lnTo>
                    <a:pt x="4946841" y="1668810"/>
                  </a:lnTo>
                  <a:lnTo>
                    <a:pt x="4946173" y="1668810"/>
                  </a:lnTo>
                  <a:lnTo>
                    <a:pt x="4945505" y="1668810"/>
                  </a:lnTo>
                  <a:lnTo>
                    <a:pt x="4944837" y="1668810"/>
                  </a:lnTo>
                  <a:lnTo>
                    <a:pt x="4944169" y="1668810"/>
                  </a:lnTo>
                  <a:lnTo>
                    <a:pt x="4943501" y="1668810"/>
                  </a:lnTo>
                  <a:lnTo>
                    <a:pt x="4942833" y="1668810"/>
                  </a:lnTo>
                  <a:lnTo>
                    <a:pt x="4942165" y="1668810"/>
                  </a:lnTo>
                  <a:lnTo>
                    <a:pt x="4941497" y="1668810"/>
                  </a:lnTo>
                  <a:lnTo>
                    <a:pt x="4940829" y="1668810"/>
                  </a:lnTo>
                  <a:lnTo>
                    <a:pt x="4940161" y="1668810"/>
                  </a:lnTo>
                  <a:lnTo>
                    <a:pt x="4939493" y="1668810"/>
                  </a:lnTo>
                  <a:lnTo>
                    <a:pt x="4938825" y="1668810"/>
                  </a:lnTo>
                  <a:lnTo>
                    <a:pt x="4938157" y="1668810"/>
                  </a:lnTo>
                  <a:lnTo>
                    <a:pt x="4937489" y="1668810"/>
                  </a:lnTo>
                  <a:lnTo>
                    <a:pt x="4936821" y="1668810"/>
                  </a:lnTo>
                  <a:lnTo>
                    <a:pt x="4936153" y="1668810"/>
                  </a:lnTo>
                  <a:lnTo>
                    <a:pt x="4935485" y="1668810"/>
                  </a:lnTo>
                  <a:lnTo>
                    <a:pt x="4934817" y="1668810"/>
                  </a:lnTo>
                  <a:lnTo>
                    <a:pt x="4934149" y="1668810"/>
                  </a:lnTo>
                  <a:lnTo>
                    <a:pt x="4933481" y="1668810"/>
                  </a:lnTo>
                  <a:lnTo>
                    <a:pt x="4932813" y="1668810"/>
                  </a:lnTo>
                  <a:lnTo>
                    <a:pt x="4932145" y="1668810"/>
                  </a:lnTo>
                  <a:lnTo>
                    <a:pt x="4931477" y="1668810"/>
                  </a:lnTo>
                  <a:lnTo>
                    <a:pt x="4930809" y="1668810"/>
                  </a:lnTo>
                  <a:lnTo>
                    <a:pt x="4930141" y="1668810"/>
                  </a:lnTo>
                  <a:lnTo>
                    <a:pt x="4929473" y="1668810"/>
                  </a:lnTo>
                  <a:lnTo>
                    <a:pt x="4928805" y="1668810"/>
                  </a:lnTo>
                  <a:lnTo>
                    <a:pt x="4928136" y="1668810"/>
                  </a:lnTo>
                  <a:lnTo>
                    <a:pt x="4927468" y="1668810"/>
                  </a:lnTo>
                  <a:lnTo>
                    <a:pt x="4926800" y="1668810"/>
                  </a:lnTo>
                  <a:lnTo>
                    <a:pt x="4926132" y="1668810"/>
                  </a:lnTo>
                  <a:lnTo>
                    <a:pt x="4925464" y="1668810"/>
                  </a:lnTo>
                  <a:lnTo>
                    <a:pt x="4924796" y="1668810"/>
                  </a:lnTo>
                  <a:lnTo>
                    <a:pt x="4924128" y="1668810"/>
                  </a:lnTo>
                  <a:lnTo>
                    <a:pt x="4923460" y="1668810"/>
                  </a:lnTo>
                  <a:lnTo>
                    <a:pt x="4922792" y="1668810"/>
                  </a:lnTo>
                  <a:lnTo>
                    <a:pt x="4922124" y="1668810"/>
                  </a:lnTo>
                  <a:lnTo>
                    <a:pt x="4921456" y="1668810"/>
                  </a:lnTo>
                  <a:lnTo>
                    <a:pt x="4920788" y="1668810"/>
                  </a:lnTo>
                  <a:lnTo>
                    <a:pt x="4920120" y="1668810"/>
                  </a:lnTo>
                  <a:lnTo>
                    <a:pt x="4919452" y="1668810"/>
                  </a:lnTo>
                  <a:lnTo>
                    <a:pt x="4918784" y="1668810"/>
                  </a:lnTo>
                  <a:lnTo>
                    <a:pt x="4918116" y="1668810"/>
                  </a:lnTo>
                  <a:lnTo>
                    <a:pt x="4917448" y="1668810"/>
                  </a:lnTo>
                  <a:lnTo>
                    <a:pt x="4916780" y="1668810"/>
                  </a:lnTo>
                  <a:lnTo>
                    <a:pt x="4916112" y="1668810"/>
                  </a:lnTo>
                  <a:lnTo>
                    <a:pt x="4915444" y="1668810"/>
                  </a:lnTo>
                  <a:lnTo>
                    <a:pt x="4914776" y="1668810"/>
                  </a:lnTo>
                  <a:lnTo>
                    <a:pt x="4914108" y="1668810"/>
                  </a:lnTo>
                  <a:lnTo>
                    <a:pt x="4913440" y="1668810"/>
                  </a:lnTo>
                  <a:lnTo>
                    <a:pt x="4912772" y="1668810"/>
                  </a:lnTo>
                  <a:lnTo>
                    <a:pt x="4912104" y="1668810"/>
                  </a:lnTo>
                  <a:lnTo>
                    <a:pt x="4911436" y="1668810"/>
                  </a:lnTo>
                  <a:lnTo>
                    <a:pt x="4910768" y="1668810"/>
                  </a:lnTo>
                  <a:lnTo>
                    <a:pt x="4910100" y="1668810"/>
                  </a:lnTo>
                  <a:lnTo>
                    <a:pt x="4909432" y="1668810"/>
                  </a:lnTo>
                  <a:lnTo>
                    <a:pt x="4908764" y="1668810"/>
                  </a:lnTo>
                  <a:lnTo>
                    <a:pt x="4908096" y="1668810"/>
                  </a:lnTo>
                  <a:lnTo>
                    <a:pt x="4907428" y="1668810"/>
                  </a:lnTo>
                  <a:lnTo>
                    <a:pt x="4906760" y="1668810"/>
                  </a:lnTo>
                  <a:lnTo>
                    <a:pt x="4906092" y="1668810"/>
                  </a:lnTo>
                  <a:lnTo>
                    <a:pt x="4905424" y="1668810"/>
                  </a:lnTo>
                  <a:lnTo>
                    <a:pt x="4904756" y="1668810"/>
                  </a:lnTo>
                  <a:lnTo>
                    <a:pt x="4904088" y="1668810"/>
                  </a:lnTo>
                  <a:lnTo>
                    <a:pt x="4903419" y="1668810"/>
                  </a:lnTo>
                  <a:lnTo>
                    <a:pt x="4902751" y="1668810"/>
                  </a:lnTo>
                  <a:lnTo>
                    <a:pt x="4902083" y="1668810"/>
                  </a:lnTo>
                  <a:lnTo>
                    <a:pt x="4901415" y="1668810"/>
                  </a:lnTo>
                  <a:lnTo>
                    <a:pt x="4900747" y="1668810"/>
                  </a:lnTo>
                  <a:lnTo>
                    <a:pt x="4900079" y="1668810"/>
                  </a:lnTo>
                  <a:lnTo>
                    <a:pt x="4899411" y="1668810"/>
                  </a:lnTo>
                  <a:lnTo>
                    <a:pt x="4898743" y="1668810"/>
                  </a:lnTo>
                  <a:lnTo>
                    <a:pt x="4898075" y="1668810"/>
                  </a:lnTo>
                  <a:lnTo>
                    <a:pt x="4897407" y="1668810"/>
                  </a:lnTo>
                  <a:lnTo>
                    <a:pt x="4896739" y="1668810"/>
                  </a:lnTo>
                  <a:lnTo>
                    <a:pt x="4896071" y="1668810"/>
                  </a:lnTo>
                  <a:lnTo>
                    <a:pt x="4895403" y="1668810"/>
                  </a:lnTo>
                  <a:lnTo>
                    <a:pt x="4894735" y="1668810"/>
                  </a:lnTo>
                  <a:lnTo>
                    <a:pt x="4894067" y="1668810"/>
                  </a:lnTo>
                  <a:lnTo>
                    <a:pt x="4893399" y="1668810"/>
                  </a:lnTo>
                  <a:lnTo>
                    <a:pt x="4892731" y="1668810"/>
                  </a:lnTo>
                  <a:lnTo>
                    <a:pt x="4892063" y="1668810"/>
                  </a:lnTo>
                  <a:lnTo>
                    <a:pt x="4891395" y="1668810"/>
                  </a:lnTo>
                  <a:lnTo>
                    <a:pt x="4890727" y="1668810"/>
                  </a:lnTo>
                  <a:lnTo>
                    <a:pt x="4890059" y="1668810"/>
                  </a:lnTo>
                  <a:lnTo>
                    <a:pt x="4889391" y="1668810"/>
                  </a:lnTo>
                  <a:lnTo>
                    <a:pt x="4888723" y="1668810"/>
                  </a:lnTo>
                  <a:lnTo>
                    <a:pt x="4888055" y="1668810"/>
                  </a:lnTo>
                  <a:lnTo>
                    <a:pt x="4887387" y="1668810"/>
                  </a:lnTo>
                  <a:lnTo>
                    <a:pt x="4886719" y="1668810"/>
                  </a:lnTo>
                  <a:lnTo>
                    <a:pt x="4886051" y="1668810"/>
                  </a:lnTo>
                  <a:lnTo>
                    <a:pt x="4885383" y="1668810"/>
                  </a:lnTo>
                  <a:lnTo>
                    <a:pt x="4884715" y="1668810"/>
                  </a:lnTo>
                  <a:lnTo>
                    <a:pt x="4884047" y="1668810"/>
                  </a:lnTo>
                  <a:lnTo>
                    <a:pt x="4883379" y="1668810"/>
                  </a:lnTo>
                  <a:lnTo>
                    <a:pt x="4882711" y="1668810"/>
                  </a:lnTo>
                  <a:lnTo>
                    <a:pt x="4882043" y="1668810"/>
                  </a:lnTo>
                  <a:lnTo>
                    <a:pt x="4881375" y="1668810"/>
                  </a:lnTo>
                  <a:lnTo>
                    <a:pt x="4880707" y="1668810"/>
                  </a:lnTo>
                  <a:lnTo>
                    <a:pt x="4880039" y="1668810"/>
                  </a:lnTo>
                  <a:lnTo>
                    <a:pt x="4879371" y="1668810"/>
                  </a:lnTo>
                  <a:lnTo>
                    <a:pt x="4878702" y="1668810"/>
                  </a:lnTo>
                  <a:lnTo>
                    <a:pt x="4878034" y="1668810"/>
                  </a:lnTo>
                  <a:lnTo>
                    <a:pt x="4877366" y="1668810"/>
                  </a:lnTo>
                  <a:lnTo>
                    <a:pt x="4876698" y="1668810"/>
                  </a:lnTo>
                  <a:lnTo>
                    <a:pt x="4876030" y="1668810"/>
                  </a:lnTo>
                  <a:lnTo>
                    <a:pt x="4875362" y="1668810"/>
                  </a:lnTo>
                  <a:lnTo>
                    <a:pt x="4874694" y="1668810"/>
                  </a:lnTo>
                  <a:lnTo>
                    <a:pt x="4874026" y="1668810"/>
                  </a:lnTo>
                  <a:lnTo>
                    <a:pt x="4873358" y="1668810"/>
                  </a:lnTo>
                  <a:lnTo>
                    <a:pt x="4872690" y="1668810"/>
                  </a:lnTo>
                  <a:lnTo>
                    <a:pt x="4872022" y="1668810"/>
                  </a:lnTo>
                  <a:lnTo>
                    <a:pt x="4871354" y="1668810"/>
                  </a:lnTo>
                  <a:lnTo>
                    <a:pt x="4870686" y="1668810"/>
                  </a:lnTo>
                  <a:lnTo>
                    <a:pt x="4870018" y="1668810"/>
                  </a:lnTo>
                  <a:lnTo>
                    <a:pt x="4869350" y="1668810"/>
                  </a:lnTo>
                  <a:lnTo>
                    <a:pt x="4868682" y="1668810"/>
                  </a:lnTo>
                  <a:lnTo>
                    <a:pt x="4868014" y="1668810"/>
                  </a:lnTo>
                  <a:lnTo>
                    <a:pt x="4867346" y="1668810"/>
                  </a:lnTo>
                  <a:lnTo>
                    <a:pt x="4866678" y="1668810"/>
                  </a:lnTo>
                  <a:lnTo>
                    <a:pt x="4866010" y="1668810"/>
                  </a:lnTo>
                  <a:lnTo>
                    <a:pt x="4865342" y="1668810"/>
                  </a:lnTo>
                  <a:lnTo>
                    <a:pt x="4864674" y="1668810"/>
                  </a:lnTo>
                  <a:lnTo>
                    <a:pt x="4864006" y="1668810"/>
                  </a:lnTo>
                  <a:lnTo>
                    <a:pt x="4863338" y="1668810"/>
                  </a:lnTo>
                  <a:lnTo>
                    <a:pt x="4862670" y="1668810"/>
                  </a:lnTo>
                  <a:lnTo>
                    <a:pt x="4862002" y="1668810"/>
                  </a:lnTo>
                  <a:lnTo>
                    <a:pt x="4861334" y="1668810"/>
                  </a:lnTo>
                  <a:lnTo>
                    <a:pt x="4860666" y="1668810"/>
                  </a:lnTo>
                  <a:lnTo>
                    <a:pt x="4859998" y="1668810"/>
                  </a:lnTo>
                  <a:lnTo>
                    <a:pt x="4859330" y="1668810"/>
                  </a:lnTo>
                  <a:lnTo>
                    <a:pt x="4858662" y="1668810"/>
                  </a:lnTo>
                  <a:lnTo>
                    <a:pt x="4857994" y="1668810"/>
                  </a:lnTo>
                  <a:lnTo>
                    <a:pt x="4857326" y="1668810"/>
                  </a:lnTo>
                  <a:lnTo>
                    <a:pt x="4856658" y="1668810"/>
                  </a:lnTo>
                  <a:lnTo>
                    <a:pt x="4855990" y="1668810"/>
                  </a:lnTo>
                  <a:lnTo>
                    <a:pt x="4855322" y="1668810"/>
                  </a:lnTo>
                  <a:lnTo>
                    <a:pt x="4854653" y="1668810"/>
                  </a:lnTo>
                  <a:lnTo>
                    <a:pt x="4853985" y="1668810"/>
                  </a:lnTo>
                  <a:lnTo>
                    <a:pt x="4853317" y="1668810"/>
                  </a:lnTo>
                  <a:lnTo>
                    <a:pt x="4852649" y="1668810"/>
                  </a:lnTo>
                  <a:lnTo>
                    <a:pt x="4851981" y="1668810"/>
                  </a:lnTo>
                  <a:lnTo>
                    <a:pt x="4851313" y="1668810"/>
                  </a:lnTo>
                  <a:lnTo>
                    <a:pt x="4850645" y="1668810"/>
                  </a:lnTo>
                  <a:lnTo>
                    <a:pt x="4849977" y="1668810"/>
                  </a:lnTo>
                  <a:lnTo>
                    <a:pt x="4849309" y="1668810"/>
                  </a:lnTo>
                  <a:lnTo>
                    <a:pt x="4848641" y="1668810"/>
                  </a:lnTo>
                  <a:lnTo>
                    <a:pt x="4847973" y="1668810"/>
                  </a:lnTo>
                  <a:lnTo>
                    <a:pt x="4847305" y="1668810"/>
                  </a:lnTo>
                  <a:lnTo>
                    <a:pt x="4846637" y="1668810"/>
                  </a:lnTo>
                  <a:lnTo>
                    <a:pt x="4845969" y="1668810"/>
                  </a:lnTo>
                  <a:lnTo>
                    <a:pt x="4845301" y="1668810"/>
                  </a:lnTo>
                  <a:lnTo>
                    <a:pt x="4844633" y="1668810"/>
                  </a:lnTo>
                  <a:lnTo>
                    <a:pt x="4843965" y="1668810"/>
                  </a:lnTo>
                  <a:lnTo>
                    <a:pt x="4843297" y="1668810"/>
                  </a:lnTo>
                  <a:lnTo>
                    <a:pt x="4842629" y="1668810"/>
                  </a:lnTo>
                  <a:lnTo>
                    <a:pt x="4841961" y="1668810"/>
                  </a:lnTo>
                  <a:lnTo>
                    <a:pt x="4841293" y="1668810"/>
                  </a:lnTo>
                  <a:lnTo>
                    <a:pt x="4840625" y="1668810"/>
                  </a:lnTo>
                  <a:lnTo>
                    <a:pt x="4839957" y="1668810"/>
                  </a:lnTo>
                  <a:lnTo>
                    <a:pt x="4839289" y="1668810"/>
                  </a:lnTo>
                  <a:lnTo>
                    <a:pt x="4838621" y="1668810"/>
                  </a:lnTo>
                  <a:lnTo>
                    <a:pt x="4837953" y="1668810"/>
                  </a:lnTo>
                  <a:lnTo>
                    <a:pt x="4837285" y="1668810"/>
                  </a:lnTo>
                  <a:lnTo>
                    <a:pt x="4836617" y="1668810"/>
                  </a:lnTo>
                  <a:lnTo>
                    <a:pt x="4835949" y="1668810"/>
                  </a:lnTo>
                  <a:lnTo>
                    <a:pt x="4835281" y="1668810"/>
                  </a:lnTo>
                  <a:lnTo>
                    <a:pt x="4834613" y="1668810"/>
                  </a:lnTo>
                  <a:lnTo>
                    <a:pt x="4833945" y="1668810"/>
                  </a:lnTo>
                  <a:lnTo>
                    <a:pt x="4833277" y="1668810"/>
                  </a:lnTo>
                  <a:lnTo>
                    <a:pt x="4832609" y="1668810"/>
                  </a:lnTo>
                  <a:lnTo>
                    <a:pt x="4831941" y="1668810"/>
                  </a:lnTo>
                  <a:lnTo>
                    <a:pt x="4831273" y="1668810"/>
                  </a:lnTo>
                  <a:lnTo>
                    <a:pt x="4830605" y="1668810"/>
                  </a:lnTo>
                  <a:lnTo>
                    <a:pt x="4829936" y="1668810"/>
                  </a:lnTo>
                  <a:lnTo>
                    <a:pt x="4829268" y="1668810"/>
                  </a:lnTo>
                  <a:lnTo>
                    <a:pt x="4828600" y="1668810"/>
                  </a:lnTo>
                  <a:lnTo>
                    <a:pt x="4827932" y="1668810"/>
                  </a:lnTo>
                  <a:lnTo>
                    <a:pt x="4827264" y="1668810"/>
                  </a:lnTo>
                  <a:lnTo>
                    <a:pt x="4826596" y="1668810"/>
                  </a:lnTo>
                  <a:lnTo>
                    <a:pt x="4825928" y="1668810"/>
                  </a:lnTo>
                  <a:lnTo>
                    <a:pt x="4825260" y="1668810"/>
                  </a:lnTo>
                  <a:lnTo>
                    <a:pt x="4824592" y="1668810"/>
                  </a:lnTo>
                  <a:lnTo>
                    <a:pt x="4823924" y="1668810"/>
                  </a:lnTo>
                  <a:lnTo>
                    <a:pt x="4823256" y="1668810"/>
                  </a:lnTo>
                  <a:lnTo>
                    <a:pt x="4822588" y="1668810"/>
                  </a:lnTo>
                  <a:lnTo>
                    <a:pt x="4821920" y="1668810"/>
                  </a:lnTo>
                  <a:lnTo>
                    <a:pt x="4821252" y="1668810"/>
                  </a:lnTo>
                  <a:lnTo>
                    <a:pt x="4820584" y="1668810"/>
                  </a:lnTo>
                  <a:lnTo>
                    <a:pt x="4819916" y="1668810"/>
                  </a:lnTo>
                  <a:lnTo>
                    <a:pt x="4819248" y="1668810"/>
                  </a:lnTo>
                  <a:lnTo>
                    <a:pt x="4818580" y="1668810"/>
                  </a:lnTo>
                  <a:lnTo>
                    <a:pt x="4817912" y="1668810"/>
                  </a:lnTo>
                  <a:lnTo>
                    <a:pt x="4817244" y="1668810"/>
                  </a:lnTo>
                  <a:lnTo>
                    <a:pt x="4816576" y="1668810"/>
                  </a:lnTo>
                  <a:lnTo>
                    <a:pt x="4815908" y="1668810"/>
                  </a:lnTo>
                  <a:lnTo>
                    <a:pt x="4815240" y="1668810"/>
                  </a:lnTo>
                  <a:lnTo>
                    <a:pt x="4814572" y="1668810"/>
                  </a:lnTo>
                  <a:lnTo>
                    <a:pt x="4813904" y="1668810"/>
                  </a:lnTo>
                  <a:lnTo>
                    <a:pt x="4813236" y="1668810"/>
                  </a:lnTo>
                  <a:lnTo>
                    <a:pt x="4812568" y="1668810"/>
                  </a:lnTo>
                  <a:lnTo>
                    <a:pt x="4811900" y="1668810"/>
                  </a:lnTo>
                  <a:lnTo>
                    <a:pt x="4811232" y="1668810"/>
                  </a:lnTo>
                  <a:lnTo>
                    <a:pt x="4810564" y="1668810"/>
                  </a:lnTo>
                  <a:lnTo>
                    <a:pt x="4809896" y="1668810"/>
                  </a:lnTo>
                  <a:lnTo>
                    <a:pt x="4809228" y="1668810"/>
                  </a:lnTo>
                  <a:lnTo>
                    <a:pt x="4808560" y="1668810"/>
                  </a:lnTo>
                  <a:lnTo>
                    <a:pt x="4807892" y="1668810"/>
                  </a:lnTo>
                  <a:lnTo>
                    <a:pt x="4807224" y="1668810"/>
                  </a:lnTo>
                  <a:lnTo>
                    <a:pt x="4806556" y="1668810"/>
                  </a:lnTo>
                  <a:lnTo>
                    <a:pt x="4805888" y="1668810"/>
                  </a:lnTo>
                  <a:lnTo>
                    <a:pt x="4805219" y="1668810"/>
                  </a:lnTo>
                  <a:lnTo>
                    <a:pt x="4804551" y="1668810"/>
                  </a:lnTo>
                  <a:lnTo>
                    <a:pt x="4803883" y="1668810"/>
                  </a:lnTo>
                  <a:lnTo>
                    <a:pt x="4803215" y="1668810"/>
                  </a:lnTo>
                  <a:lnTo>
                    <a:pt x="4802547" y="1668810"/>
                  </a:lnTo>
                  <a:lnTo>
                    <a:pt x="4801879" y="1668810"/>
                  </a:lnTo>
                  <a:lnTo>
                    <a:pt x="4801211" y="1668810"/>
                  </a:lnTo>
                  <a:lnTo>
                    <a:pt x="4800543" y="1668810"/>
                  </a:lnTo>
                  <a:lnTo>
                    <a:pt x="4799875" y="1668810"/>
                  </a:lnTo>
                  <a:lnTo>
                    <a:pt x="4799207" y="1668810"/>
                  </a:lnTo>
                  <a:lnTo>
                    <a:pt x="4798539" y="1668810"/>
                  </a:lnTo>
                  <a:lnTo>
                    <a:pt x="4797871" y="1668810"/>
                  </a:lnTo>
                  <a:lnTo>
                    <a:pt x="4797203" y="1668810"/>
                  </a:lnTo>
                  <a:lnTo>
                    <a:pt x="4796535" y="1668810"/>
                  </a:lnTo>
                  <a:lnTo>
                    <a:pt x="4795867" y="1668810"/>
                  </a:lnTo>
                  <a:lnTo>
                    <a:pt x="4795199" y="1668810"/>
                  </a:lnTo>
                  <a:lnTo>
                    <a:pt x="4794531" y="1668810"/>
                  </a:lnTo>
                  <a:lnTo>
                    <a:pt x="4793863" y="1668810"/>
                  </a:lnTo>
                  <a:lnTo>
                    <a:pt x="4793195" y="1668810"/>
                  </a:lnTo>
                  <a:lnTo>
                    <a:pt x="4792527" y="1668810"/>
                  </a:lnTo>
                  <a:lnTo>
                    <a:pt x="4791859" y="1668810"/>
                  </a:lnTo>
                  <a:lnTo>
                    <a:pt x="4791191" y="1668810"/>
                  </a:lnTo>
                  <a:lnTo>
                    <a:pt x="4790523" y="1668810"/>
                  </a:lnTo>
                  <a:lnTo>
                    <a:pt x="4789855" y="1668810"/>
                  </a:lnTo>
                  <a:lnTo>
                    <a:pt x="4789187" y="1668810"/>
                  </a:lnTo>
                  <a:lnTo>
                    <a:pt x="4788519" y="1668810"/>
                  </a:lnTo>
                  <a:lnTo>
                    <a:pt x="4787851" y="1668810"/>
                  </a:lnTo>
                  <a:lnTo>
                    <a:pt x="4787183" y="1668810"/>
                  </a:lnTo>
                  <a:lnTo>
                    <a:pt x="4786515" y="1668810"/>
                  </a:lnTo>
                  <a:lnTo>
                    <a:pt x="4785847" y="1668810"/>
                  </a:lnTo>
                  <a:lnTo>
                    <a:pt x="4785179" y="1668810"/>
                  </a:lnTo>
                  <a:lnTo>
                    <a:pt x="4784511" y="1668810"/>
                  </a:lnTo>
                  <a:lnTo>
                    <a:pt x="4783843" y="1668810"/>
                  </a:lnTo>
                  <a:lnTo>
                    <a:pt x="4783175" y="1668810"/>
                  </a:lnTo>
                  <a:lnTo>
                    <a:pt x="4782507" y="1668810"/>
                  </a:lnTo>
                  <a:lnTo>
                    <a:pt x="4781839" y="1668810"/>
                  </a:lnTo>
                  <a:lnTo>
                    <a:pt x="4781171" y="1668810"/>
                  </a:lnTo>
                  <a:lnTo>
                    <a:pt x="4780502" y="1668810"/>
                  </a:lnTo>
                  <a:lnTo>
                    <a:pt x="4779834" y="1668810"/>
                  </a:lnTo>
                  <a:lnTo>
                    <a:pt x="4779166" y="1668810"/>
                  </a:lnTo>
                  <a:lnTo>
                    <a:pt x="4778498" y="1668810"/>
                  </a:lnTo>
                  <a:lnTo>
                    <a:pt x="4777830" y="1668810"/>
                  </a:lnTo>
                  <a:lnTo>
                    <a:pt x="4777162" y="1668810"/>
                  </a:lnTo>
                  <a:lnTo>
                    <a:pt x="4776494" y="1668810"/>
                  </a:lnTo>
                  <a:lnTo>
                    <a:pt x="4775826" y="1668810"/>
                  </a:lnTo>
                  <a:lnTo>
                    <a:pt x="4775158" y="1668810"/>
                  </a:lnTo>
                  <a:lnTo>
                    <a:pt x="4774490" y="1668810"/>
                  </a:lnTo>
                  <a:lnTo>
                    <a:pt x="4773822" y="1668810"/>
                  </a:lnTo>
                  <a:lnTo>
                    <a:pt x="4773154" y="1668810"/>
                  </a:lnTo>
                  <a:lnTo>
                    <a:pt x="4772486" y="1668810"/>
                  </a:lnTo>
                  <a:lnTo>
                    <a:pt x="4771818" y="1668810"/>
                  </a:lnTo>
                  <a:lnTo>
                    <a:pt x="4771150" y="1668810"/>
                  </a:lnTo>
                  <a:lnTo>
                    <a:pt x="4770482" y="1668810"/>
                  </a:lnTo>
                  <a:lnTo>
                    <a:pt x="4769814" y="1668810"/>
                  </a:lnTo>
                  <a:lnTo>
                    <a:pt x="4769146" y="1668810"/>
                  </a:lnTo>
                  <a:lnTo>
                    <a:pt x="4768478" y="1668810"/>
                  </a:lnTo>
                  <a:lnTo>
                    <a:pt x="4767810" y="1668810"/>
                  </a:lnTo>
                  <a:lnTo>
                    <a:pt x="4767142" y="1668810"/>
                  </a:lnTo>
                  <a:lnTo>
                    <a:pt x="4766474" y="1668810"/>
                  </a:lnTo>
                  <a:lnTo>
                    <a:pt x="4765806" y="1668810"/>
                  </a:lnTo>
                  <a:lnTo>
                    <a:pt x="4765138" y="1668810"/>
                  </a:lnTo>
                  <a:lnTo>
                    <a:pt x="4764470" y="1668810"/>
                  </a:lnTo>
                  <a:lnTo>
                    <a:pt x="4763802" y="1668810"/>
                  </a:lnTo>
                  <a:lnTo>
                    <a:pt x="4763134" y="1668810"/>
                  </a:lnTo>
                  <a:lnTo>
                    <a:pt x="4762466" y="1668810"/>
                  </a:lnTo>
                  <a:lnTo>
                    <a:pt x="4761798" y="1668810"/>
                  </a:lnTo>
                  <a:lnTo>
                    <a:pt x="4761130" y="1668810"/>
                  </a:lnTo>
                  <a:lnTo>
                    <a:pt x="4760462" y="1668810"/>
                  </a:lnTo>
                  <a:lnTo>
                    <a:pt x="4759794" y="1668810"/>
                  </a:lnTo>
                  <a:lnTo>
                    <a:pt x="4759126" y="1668810"/>
                  </a:lnTo>
                  <a:lnTo>
                    <a:pt x="4758458" y="1668810"/>
                  </a:lnTo>
                  <a:lnTo>
                    <a:pt x="4757790" y="1668810"/>
                  </a:lnTo>
                  <a:lnTo>
                    <a:pt x="4757122" y="1668810"/>
                  </a:lnTo>
                  <a:lnTo>
                    <a:pt x="4756453" y="1668810"/>
                  </a:lnTo>
                  <a:lnTo>
                    <a:pt x="4755785" y="1668810"/>
                  </a:lnTo>
                  <a:lnTo>
                    <a:pt x="4755117" y="1668810"/>
                  </a:lnTo>
                  <a:lnTo>
                    <a:pt x="4754449" y="1668810"/>
                  </a:lnTo>
                  <a:lnTo>
                    <a:pt x="4753781" y="1668810"/>
                  </a:lnTo>
                  <a:lnTo>
                    <a:pt x="4753113" y="1668810"/>
                  </a:lnTo>
                  <a:lnTo>
                    <a:pt x="4752445" y="1668810"/>
                  </a:lnTo>
                  <a:lnTo>
                    <a:pt x="4751777" y="1668810"/>
                  </a:lnTo>
                  <a:lnTo>
                    <a:pt x="4751109" y="1668810"/>
                  </a:lnTo>
                  <a:lnTo>
                    <a:pt x="4750441" y="1668810"/>
                  </a:lnTo>
                  <a:lnTo>
                    <a:pt x="4749773" y="1668810"/>
                  </a:lnTo>
                  <a:lnTo>
                    <a:pt x="4749105" y="1668810"/>
                  </a:lnTo>
                  <a:lnTo>
                    <a:pt x="4748437" y="1668810"/>
                  </a:lnTo>
                  <a:lnTo>
                    <a:pt x="4747769" y="1668810"/>
                  </a:lnTo>
                  <a:lnTo>
                    <a:pt x="4747101" y="1668810"/>
                  </a:lnTo>
                  <a:lnTo>
                    <a:pt x="4746433" y="1668810"/>
                  </a:lnTo>
                  <a:lnTo>
                    <a:pt x="4745765" y="1668810"/>
                  </a:lnTo>
                  <a:lnTo>
                    <a:pt x="4745097" y="1668810"/>
                  </a:lnTo>
                  <a:lnTo>
                    <a:pt x="4744429" y="1668810"/>
                  </a:lnTo>
                  <a:lnTo>
                    <a:pt x="4743761" y="1668810"/>
                  </a:lnTo>
                  <a:lnTo>
                    <a:pt x="4743093" y="1668810"/>
                  </a:lnTo>
                  <a:lnTo>
                    <a:pt x="4742425" y="1668810"/>
                  </a:lnTo>
                  <a:lnTo>
                    <a:pt x="4741757" y="1668810"/>
                  </a:lnTo>
                  <a:lnTo>
                    <a:pt x="4741089" y="1668810"/>
                  </a:lnTo>
                  <a:lnTo>
                    <a:pt x="4740421" y="1668810"/>
                  </a:lnTo>
                  <a:lnTo>
                    <a:pt x="4739753" y="1668810"/>
                  </a:lnTo>
                  <a:lnTo>
                    <a:pt x="4739085" y="1668810"/>
                  </a:lnTo>
                  <a:lnTo>
                    <a:pt x="4738417" y="1668810"/>
                  </a:lnTo>
                  <a:lnTo>
                    <a:pt x="4737749" y="1668810"/>
                  </a:lnTo>
                  <a:lnTo>
                    <a:pt x="4737081" y="1668810"/>
                  </a:lnTo>
                  <a:lnTo>
                    <a:pt x="4736413" y="1668810"/>
                  </a:lnTo>
                  <a:lnTo>
                    <a:pt x="4735745" y="1668810"/>
                  </a:lnTo>
                  <a:lnTo>
                    <a:pt x="4735077" y="1668810"/>
                  </a:lnTo>
                  <a:lnTo>
                    <a:pt x="4734409" y="1668810"/>
                  </a:lnTo>
                  <a:lnTo>
                    <a:pt x="4733741" y="1668810"/>
                  </a:lnTo>
                  <a:lnTo>
                    <a:pt x="4733073" y="1668810"/>
                  </a:lnTo>
                  <a:lnTo>
                    <a:pt x="4732405" y="1668810"/>
                  </a:lnTo>
                  <a:lnTo>
                    <a:pt x="4731736" y="1668810"/>
                  </a:lnTo>
                  <a:lnTo>
                    <a:pt x="4731068" y="1668810"/>
                  </a:lnTo>
                  <a:lnTo>
                    <a:pt x="4730400" y="1668810"/>
                  </a:lnTo>
                  <a:lnTo>
                    <a:pt x="4729732" y="1668810"/>
                  </a:lnTo>
                  <a:lnTo>
                    <a:pt x="4729064" y="1668810"/>
                  </a:lnTo>
                  <a:lnTo>
                    <a:pt x="4728396" y="1668810"/>
                  </a:lnTo>
                  <a:lnTo>
                    <a:pt x="4727728" y="1668810"/>
                  </a:lnTo>
                  <a:lnTo>
                    <a:pt x="4727060" y="1668810"/>
                  </a:lnTo>
                  <a:lnTo>
                    <a:pt x="4726392" y="1668810"/>
                  </a:lnTo>
                  <a:lnTo>
                    <a:pt x="4725724" y="1668810"/>
                  </a:lnTo>
                  <a:lnTo>
                    <a:pt x="4725056" y="1668810"/>
                  </a:lnTo>
                  <a:lnTo>
                    <a:pt x="4724388" y="1668810"/>
                  </a:lnTo>
                  <a:lnTo>
                    <a:pt x="4723720" y="1668810"/>
                  </a:lnTo>
                  <a:lnTo>
                    <a:pt x="4723052" y="1668810"/>
                  </a:lnTo>
                  <a:lnTo>
                    <a:pt x="4722384" y="1668810"/>
                  </a:lnTo>
                  <a:lnTo>
                    <a:pt x="4721716" y="1668810"/>
                  </a:lnTo>
                  <a:lnTo>
                    <a:pt x="4721048" y="1668810"/>
                  </a:lnTo>
                  <a:lnTo>
                    <a:pt x="4720380" y="1668810"/>
                  </a:lnTo>
                  <a:lnTo>
                    <a:pt x="4719712" y="1668810"/>
                  </a:lnTo>
                  <a:lnTo>
                    <a:pt x="4719044" y="1668810"/>
                  </a:lnTo>
                  <a:lnTo>
                    <a:pt x="4718376" y="1668810"/>
                  </a:lnTo>
                  <a:lnTo>
                    <a:pt x="4717708" y="1668810"/>
                  </a:lnTo>
                  <a:lnTo>
                    <a:pt x="4717040" y="1668810"/>
                  </a:lnTo>
                  <a:lnTo>
                    <a:pt x="4716372" y="1668810"/>
                  </a:lnTo>
                  <a:lnTo>
                    <a:pt x="4715704" y="1668810"/>
                  </a:lnTo>
                  <a:lnTo>
                    <a:pt x="4715036" y="1668810"/>
                  </a:lnTo>
                  <a:lnTo>
                    <a:pt x="4714368" y="1668810"/>
                  </a:lnTo>
                  <a:lnTo>
                    <a:pt x="4713700" y="1668810"/>
                  </a:lnTo>
                  <a:lnTo>
                    <a:pt x="4713032" y="1668810"/>
                  </a:lnTo>
                  <a:lnTo>
                    <a:pt x="4712364" y="1668810"/>
                  </a:lnTo>
                  <a:lnTo>
                    <a:pt x="4711696" y="1668810"/>
                  </a:lnTo>
                  <a:lnTo>
                    <a:pt x="4711028" y="1668810"/>
                  </a:lnTo>
                  <a:lnTo>
                    <a:pt x="4710360" y="1668810"/>
                  </a:lnTo>
                  <a:lnTo>
                    <a:pt x="4709692" y="1668810"/>
                  </a:lnTo>
                  <a:lnTo>
                    <a:pt x="4709024" y="1668810"/>
                  </a:lnTo>
                  <a:lnTo>
                    <a:pt x="4708356" y="1668810"/>
                  </a:lnTo>
                  <a:lnTo>
                    <a:pt x="4707688" y="1668810"/>
                  </a:lnTo>
                  <a:lnTo>
                    <a:pt x="4707019" y="1668810"/>
                  </a:lnTo>
                  <a:lnTo>
                    <a:pt x="4706351" y="1668810"/>
                  </a:lnTo>
                  <a:lnTo>
                    <a:pt x="4705683" y="1668810"/>
                  </a:lnTo>
                  <a:lnTo>
                    <a:pt x="4705015" y="1668810"/>
                  </a:lnTo>
                  <a:lnTo>
                    <a:pt x="4704347" y="1668810"/>
                  </a:lnTo>
                  <a:lnTo>
                    <a:pt x="4703679" y="1668810"/>
                  </a:lnTo>
                  <a:lnTo>
                    <a:pt x="4703011" y="1668810"/>
                  </a:lnTo>
                  <a:lnTo>
                    <a:pt x="4702343" y="1668810"/>
                  </a:lnTo>
                  <a:lnTo>
                    <a:pt x="4701675" y="1668810"/>
                  </a:lnTo>
                  <a:lnTo>
                    <a:pt x="4701007" y="1668810"/>
                  </a:lnTo>
                  <a:lnTo>
                    <a:pt x="4700339" y="1668810"/>
                  </a:lnTo>
                  <a:lnTo>
                    <a:pt x="4699671" y="1668810"/>
                  </a:lnTo>
                  <a:lnTo>
                    <a:pt x="4699003" y="1668810"/>
                  </a:lnTo>
                  <a:lnTo>
                    <a:pt x="4698335" y="1668810"/>
                  </a:lnTo>
                  <a:lnTo>
                    <a:pt x="4697667" y="1668810"/>
                  </a:lnTo>
                  <a:lnTo>
                    <a:pt x="4696999" y="1668810"/>
                  </a:lnTo>
                  <a:lnTo>
                    <a:pt x="4696331" y="1668810"/>
                  </a:lnTo>
                  <a:lnTo>
                    <a:pt x="4695663" y="1668810"/>
                  </a:lnTo>
                  <a:lnTo>
                    <a:pt x="4694995" y="1668810"/>
                  </a:lnTo>
                  <a:lnTo>
                    <a:pt x="4694327" y="1668810"/>
                  </a:lnTo>
                  <a:lnTo>
                    <a:pt x="4693659" y="1668810"/>
                  </a:lnTo>
                  <a:lnTo>
                    <a:pt x="4692991" y="1668810"/>
                  </a:lnTo>
                  <a:lnTo>
                    <a:pt x="4692323" y="1668810"/>
                  </a:lnTo>
                  <a:lnTo>
                    <a:pt x="4691655" y="1668810"/>
                  </a:lnTo>
                  <a:lnTo>
                    <a:pt x="4690987" y="1668810"/>
                  </a:lnTo>
                  <a:lnTo>
                    <a:pt x="4690319" y="1668810"/>
                  </a:lnTo>
                  <a:lnTo>
                    <a:pt x="4689651" y="1668810"/>
                  </a:lnTo>
                  <a:lnTo>
                    <a:pt x="4688983" y="1668810"/>
                  </a:lnTo>
                  <a:lnTo>
                    <a:pt x="4688315" y="1668810"/>
                  </a:lnTo>
                  <a:lnTo>
                    <a:pt x="4687647" y="1668810"/>
                  </a:lnTo>
                  <a:lnTo>
                    <a:pt x="4686979" y="1668810"/>
                  </a:lnTo>
                  <a:lnTo>
                    <a:pt x="4686311" y="1668810"/>
                  </a:lnTo>
                  <a:lnTo>
                    <a:pt x="4685643" y="1668810"/>
                  </a:lnTo>
                  <a:lnTo>
                    <a:pt x="4684975" y="1668810"/>
                  </a:lnTo>
                  <a:lnTo>
                    <a:pt x="4684307" y="1668810"/>
                  </a:lnTo>
                  <a:lnTo>
                    <a:pt x="4683639" y="1668810"/>
                  </a:lnTo>
                  <a:lnTo>
                    <a:pt x="4682971" y="1668810"/>
                  </a:lnTo>
                  <a:lnTo>
                    <a:pt x="4682302" y="1668810"/>
                  </a:lnTo>
                  <a:lnTo>
                    <a:pt x="4681634" y="1668810"/>
                  </a:lnTo>
                  <a:lnTo>
                    <a:pt x="4680966" y="1668810"/>
                  </a:lnTo>
                  <a:lnTo>
                    <a:pt x="4680298" y="1668810"/>
                  </a:lnTo>
                  <a:lnTo>
                    <a:pt x="4679630" y="1668810"/>
                  </a:lnTo>
                  <a:lnTo>
                    <a:pt x="4678962" y="1668810"/>
                  </a:lnTo>
                  <a:lnTo>
                    <a:pt x="4678294" y="1668810"/>
                  </a:lnTo>
                  <a:lnTo>
                    <a:pt x="4677626" y="1668810"/>
                  </a:lnTo>
                  <a:lnTo>
                    <a:pt x="4676958" y="1668810"/>
                  </a:lnTo>
                  <a:lnTo>
                    <a:pt x="4676290" y="1668810"/>
                  </a:lnTo>
                  <a:lnTo>
                    <a:pt x="4675622" y="1668810"/>
                  </a:lnTo>
                  <a:lnTo>
                    <a:pt x="4674954" y="1668810"/>
                  </a:lnTo>
                  <a:lnTo>
                    <a:pt x="4674286" y="1668810"/>
                  </a:lnTo>
                  <a:lnTo>
                    <a:pt x="4673618" y="1668810"/>
                  </a:lnTo>
                  <a:lnTo>
                    <a:pt x="4672950" y="1668810"/>
                  </a:lnTo>
                  <a:lnTo>
                    <a:pt x="4672282" y="1668810"/>
                  </a:lnTo>
                  <a:lnTo>
                    <a:pt x="4671614" y="1668810"/>
                  </a:lnTo>
                  <a:lnTo>
                    <a:pt x="4670946" y="1668810"/>
                  </a:lnTo>
                  <a:lnTo>
                    <a:pt x="4670278" y="1668810"/>
                  </a:lnTo>
                  <a:lnTo>
                    <a:pt x="4669610" y="1668810"/>
                  </a:lnTo>
                  <a:lnTo>
                    <a:pt x="4668942" y="1668810"/>
                  </a:lnTo>
                  <a:lnTo>
                    <a:pt x="4668274" y="1668810"/>
                  </a:lnTo>
                  <a:lnTo>
                    <a:pt x="4667606" y="1668810"/>
                  </a:lnTo>
                  <a:lnTo>
                    <a:pt x="4666938" y="1668810"/>
                  </a:lnTo>
                  <a:lnTo>
                    <a:pt x="4666270" y="1668810"/>
                  </a:lnTo>
                  <a:lnTo>
                    <a:pt x="4665602" y="1668810"/>
                  </a:lnTo>
                  <a:lnTo>
                    <a:pt x="4664934" y="1668810"/>
                  </a:lnTo>
                  <a:lnTo>
                    <a:pt x="4664266" y="1668810"/>
                  </a:lnTo>
                  <a:lnTo>
                    <a:pt x="4663598" y="1668810"/>
                  </a:lnTo>
                  <a:lnTo>
                    <a:pt x="4662930" y="1668810"/>
                  </a:lnTo>
                  <a:lnTo>
                    <a:pt x="4662262" y="1668810"/>
                  </a:lnTo>
                  <a:lnTo>
                    <a:pt x="4661594" y="1668810"/>
                  </a:lnTo>
                  <a:lnTo>
                    <a:pt x="4660926" y="1668810"/>
                  </a:lnTo>
                  <a:lnTo>
                    <a:pt x="4660258" y="1668810"/>
                  </a:lnTo>
                  <a:lnTo>
                    <a:pt x="4659590" y="1668810"/>
                  </a:lnTo>
                  <a:lnTo>
                    <a:pt x="4658922" y="1668810"/>
                  </a:lnTo>
                  <a:lnTo>
                    <a:pt x="4658253" y="1668810"/>
                  </a:lnTo>
                  <a:lnTo>
                    <a:pt x="4657585" y="1668810"/>
                  </a:lnTo>
                  <a:lnTo>
                    <a:pt x="4656917" y="1668810"/>
                  </a:lnTo>
                  <a:lnTo>
                    <a:pt x="4656249" y="1668810"/>
                  </a:lnTo>
                  <a:lnTo>
                    <a:pt x="4655581" y="1668810"/>
                  </a:lnTo>
                  <a:lnTo>
                    <a:pt x="4654913" y="1668810"/>
                  </a:lnTo>
                  <a:lnTo>
                    <a:pt x="4654245" y="1668810"/>
                  </a:lnTo>
                  <a:lnTo>
                    <a:pt x="4653577" y="1668810"/>
                  </a:lnTo>
                  <a:lnTo>
                    <a:pt x="4652909" y="1668810"/>
                  </a:lnTo>
                  <a:lnTo>
                    <a:pt x="4652241" y="1668810"/>
                  </a:lnTo>
                  <a:lnTo>
                    <a:pt x="4651573" y="1668810"/>
                  </a:lnTo>
                  <a:lnTo>
                    <a:pt x="4650905" y="1668810"/>
                  </a:lnTo>
                  <a:lnTo>
                    <a:pt x="4650237" y="1668810"/>
                  </a:lnTo>
                  <a:lnTo>
                    <a:pt x="4649569" y="1668810"/>
                  </a:lnTo>
                  <a:lnTo>
                    <a:pt x="4648901" y="1668810"/>
                  </a:lnTo>
                  <a:lnTo>
                    <a:pt x="4648233" y="1668810"/>
                  </a:lnTo>
                  <a:lnTo>
                    <a:pt x="4647565" y="1668810"/>
                  </a:lnTo>
                  <a:lnTo>
                    <a:pt x="4646897" y="1668810"/>
                  </a:lnTo>
                  <a:lnTo>
                    <a:pt x="4646229" y="1668810"/>
                  </a:lnTo>
                  <a:lnTo>
                    <a:pt x="4645561" y="1668810"/>
                  </a:lnTo>
                  <a:lnTo>
                    <a:pt x="4644893" y="1668810"/>
                  </a:lnTo>
                  <a:lnTo>
                    <a:pt x="4644225" y="1668810"/>
                  </a:lnTo>
                  <a:lnTo>
                    <a:pt x="4643557" y="1668810"/>
                  </a:lnTo>
                  <a:lnTo>
                    <a:pt x="4642889" y="1668810"/>
                  </a:lnTo>
                  <a:lnTo>
                    <a:pt x="4642221" y="1668810"/>
                  </a:lnTo>
                  <a:lnTo>
                    <a:pt x="4641553" y="1668810"/>
                  </a:lnTo>
                  <a:lnTo>
                    <a:pt x="4640885" y="1668810"/>
                  </a:lnTo>
                  <a:lnTo>
                    <a:pt x="4640217" y="1668810"/>
                  </a:lnTo>
                  <a:lnTo>
                    <a:pt x="4639549" y="1668810"/>
                  </a:lnTo>
                  <a:lnTo>
                    <a:pt x="4638881" y="1668810"/>
                  </a:lnTo>
                  <a:lnTo>
                    <a:pt x="4638213" y="1668810"/>
                  </a:lnTo>
                  <a:lnTo>
                    <a:pt x="4637545" y="1668810"/>
                  </a:lnTo>
                  <a:lnTo>
                    <a:pt x="4636877" y="1668810"/>
                  </a:lnTo>
                  <a:lnTo>
                    <a:pt x="4636209" y="1668810"/>
                  </a:lnTo>
                  <a:lnTo>
                    <a:pt x="4635541" y="1668810"/>
                  </a:lnTo>
                  <a:lnTo>
                    <a:pt x="4634873" y="1668810"/>
                  </a:lnTo>
                  <a:lnTo>
                    <a:pt x="4634205" y="1668810"/>
                  </a:lnTo>
                  <a:lnTo>
                    <a:pt x="4633536" y="1668810"/>
                  </a:lnTo>
                  <a:lnTo>
                    <a:pt x="4632868" y="1668810"/>
                  </a:lnTo>
                  <a:lnTo>
                    <a:pt x="4632200" y="1668810"/>
                  </a:lnTo>
                  <a:lnTo>
                    <a:pt x="4631532" y="1668810"/>
                  </a:lnTo>
                  <a:lnTo>
                    <a:pt x="4630864" y="1668810"/>
                  </a:lnTo>
                  <a:lnTo>
                    <a:pt x="4630196" y="1668810"/>
                  </a:lnTo>
                  <a:lnTo>
                    <a:pt x="4629528" y="1668810"/>
                  </a:lnTo>
                  <a:lnTo>
                    <a:pt x="4628860" y="1668810"/>
                  </a:lnTo>
                  <a:lnTo>
                    <a:pt x="4628192" y="1668810"/>
                  </a:lnTo>
                  <a:lnTo>
                    <a:pt x="4627524" y="1668810"/>
                  </a:lnTo>
                  <a:lnTo>
                    <a:pt x="4626856" y="1668810"/>
                  </a:lnTo>
                  <a:lnTo>
                    <a:pt x="4626188" y="1668810"/>
                  </a:lnTo>
                  <a:lnTo>
                    <a:pt x="4625520" y="1668810"/>
                  </a:lnTo>
                  <a:lnTo>
                    <a:pt x="4624852" y="1668810"/>
                  </a:lnTo>
                  <a:lnTo>
                    <a:pt x="4624184" y="1668810"/>
                  </a:lnTo>
                  <a:lnTo>
                    <a:pt x="4623516" y="1668810"/>
                  </a:lnTo>
                  <a:lnTo>
                    <a:pt x="4622848" y="1668810"/>
                  </a:lnTo>
                  <a:lnTo>
                    <a:pt x="4622180" y="1668810"/>
                  </a:lnTo>
                  <a:lnTo>
                    <a:pt x="4621512" y="1668810"/>
                  </a:lnTo>
                  <a:lnTo>
                    <a:pt x="4620844" y="1668810"/>
                  </a:lnTo>
                  <a:lnTo>
                    <a:pt x="4620176" y="1668810"/>
                  </a:lnTo>
                  <a:lnTo>
                    <a:pt x="4619508" y="1668810"/>
                  </a:lnTo>
                  <a:lnTo>
                    <a:pt x="4618840" y="1668810"/>
                  </a:lnTo>
                  <a:lnTo>
                    <a:pt x="4618172" y="1668810"/>
                  </a:lnTo>
                  <a:lnTo>
                    <a:pt x="4617504" y="1668810"/>
                  </a:lnTo>
                  <a:lnTo>
                    <a:pt x="4616836" y="1668810"/>
                  </a:lnTo>
                  <a:lnTo>
                    <a:pt x="4616168" y="1668810"/>
                  </a:lnTo>
                  <a:lnTo>
                    <a:pt x="4615500" y="1668810"/>
                  </a:lnTo>
                  <a:lnTo>
                    <a:pt x="4614832" y="1668810"/>
                  </a:lnTo>
                  <a:lnTo>
                    <a:pt x="4614164" y="1668810"/>
                  </a:lnTo>
                  <a:lnTo>
                    <a:pt x="4613496" y="1668810"/>
                  </a:lnTo>
                  <a:lnTo>
                    <a:pt x="4612828" y="1668810"/>
                  </a:lnTo>
                  <a:lnTo>
                    <a:pt x="4612160" y="1668810"/>
                  </a:lnTo>
                  <a:lnTo>
                    <a:pt x="4611492" y="1668810"/>
                  </a:lnTo>
                  <a:lnTo>
                    <a:pt x="4610824" y="1668810"/>
                  </a:lnTo>
                  <a:lnTo>
                    <a:pt x="4610156" y="1668810"/>
                  </a:lnTo>
                  <a:lnTo>
                    <a:pt x="4609488" y="1668810"/>
                  </a:lnTo>
                  <a:lnTo>
                    <a:pt x="4608819" y="1668810"/>
                  </a:lnTo>
                  <a:lnTo>
                    <a:pt x="4608151" y="1668810"/>
                  </a:lnTo>
                  <a:lnTo>
                    <a:pt x="4607483" y="1668810"/>
                  </a:lnTo>
                  <a:lnTo>
                    <a:pt x="4606815" y="1668810"/>
                  </a:lnTo>
                  <a:lnTo>
                    <a:pt x="4606147" y="1668810"/>
                  </a:lnTo>
                  <a:lnTo>
                    <a:pt x="4605479" y="1668810"/>
                  </a:lnTo>
                  <a:lnTo>
                    <a:pt x="4604811" y="1668810"/>
                  </a:lnTo>
                  <a:lnTo>
                    <a:pt x="4604143" y="1668810"/>
                  </a:lnTo>
                  <a:lnTo>
                    <a:pt x="4603475" y="1668810"/>
                  </a:lnTo>
                  <a:lnTo>
                    <a:pt x="4602807" y="1668810"/>
                  </a:lnTo>
                  <a:lnTo>
                    <a:pt x="4602139" y="1668810"/>
                  </a:lnTo>
                  <a:lnTo>
                    <a:pt x="4601471" y="1668810"/>
                  </a:lnTo>
                  <a:lnTo>
                    <a:pt x="4600803" y="1668810"/>
                  </a:lnTo>
                  <a:lnTo>
                    <a:pt x="4600135" y="1668810"/>
                  </a:lnTo>
                  <a:lnTo>
                    <a:pt x="4599467" y="1668810"/>
                  </a:lnTo>
                  <a:lnTo>
                    <a:pt x="4598799" y="1668810"/>
                  </a:lnTo>
                  <a:lnTo>
                    <a:pt x="4598131" y="1668810"/>
                  </a:lnTo>
                  <a:lnTo>
                    <a:pt x="4597463" y="1668810"/>
                  </a:lnTo>
                  <a:lnTo>
                    <a:pt x="4596795" y="1668810"/>
                  </a:lnTo>
                  <a:lnTo>
                    <a:pt x="4596127" y="1668810"/>
                  </a:lnTo>
                  <a:lnTo>
                    <a:pt x="4595459" y="1668810"/>
                  </a:lnTo>
                  <a:lnTo>
                    <a:pt x="4594791" y="1668810"/>
                  </a:lnTo>
                  <a:lnTo>
                    <a:pt x="4594123" y="1668810"/>
                  </a:lnTo>
                  <a:lnTo>
                    <a:pt x="4593455" y="1668810"/>
                  </a:lnTo>
                  <a:lnTo>
                    <a:pt x="4592787" y="1668810"/>
                  </a:lnTo>
                  <a:lnTo>
                    <a:pt x="4592119" y="1668810"/>
                  </a:lnTo>
                  <a:lnTo>
                    <a:pt x="4591451" y="1668810"/>
                  </a:lnTo>
                  <a:lnTo>
                    <a:pt x="4590783" y="1668810"/>
                  </a:lnTo>
                  <a:lnTo>
                    <a:pt x="4590115" y="1668810"/>
                  </a:lnTo>
                  <a:lnTo>
                    <a:pt x="4589447" y="1668810"/>
                  </a:lnTo>
                  <a:lnTo>
                    <a:pt x="4588779" y="1668810"/>
                  </a:lnTo>
                  <a:lnTo>
                    <a:pt x="4588111" y="1668810"/>
                  </a:lnTo>
                  <a:lnTo>
                    <a:pt x="4587443" y="1668810"/>
                  </a:lnTo>
                  <a:lnTo>
                    <a:pt x="4586775" y="1668810"/>
                  </a:lnTo>
                  <a:lnTo>
                    <a:pt x="4586107" y="1668810"/>
                  </a:lnTo>
                  <a:lnTo>
                    <a:pt x="4585439" y="1668810"/>
                  </a:lnTo>
                  <a:lnTo>
                    <a:pt x="4584771" y="1668810"/>
                  </a:lnTo>
                  <a:lnTo>
                    <a:pt x="4584102" y="1668810"/>
                  </a:lnTo>
                  <a:lnTo>
                    <a:pt x="4583434" y="1668810"/>
                  </a:lnTo>
                  <a:lnTo>
                    <a:pt x="4582766" y="1668810"/>
                  </a:lnTo>
                  <a:lnTo>
                    <a:pt x="4582098" y="1668810"/>
                  </a:lnTo>
                  <a:lnTo>
                    <a:pt x="4581430" y="1668810"/>
                  </a:lnTo>
                  <a:lnTo>
                    <a:pt x="4580762" y="1668810"/>
                  </a:lnTo>
                  <a:lnTo>
                    <a:pt x="4580094" y="1668810"/>
                  </a:lnTo>
                  <a:lnTo>
                    <a:pt x="4579426" y="1668810"/>
                  </a:lnTo>
                  <a:lnTo>
                    <a:pt x="4578758" y="1668810"/>
                  </a:lnTo>
                  <a:lnTo>
                    <a:pt x="4578090" y="1668810"/>
                  </a:lnTo>
                  <a:lnTo>
                    <a:pt x="4577422" y="1668810"/>
                  </a:lnTo>
                  <a:lnTo>
                    <a:pt x="4576754" y="1668810"/>
                  </a:lnTo>
                  <a:lnTo>
                    <a:pt x="4576086" y="1668810"/>
                  </a:lnTo>
                  <a:lnTo>
                    <a:pt x="4575418" y="1668810"/>
                  </a:lnTo>
                  <a:lnTo>
                    <a:pt x="4574750" y="1668810"/>
                  </a:lnTo>
                  <a:lnTo>
                    <a:pt x="4574082" y="1668810"/>
                  </a:lnTo>
                  <a:lnTo>
                    <a:pt x="4573414" y="1668810"/>
                  </a:lnTo>
                  <a:lnTo>
                    <a:pt x="4572746" y="1668810"/>
                  </a:lnTo>
                  <a:lnTo>
                    <a:pt x="4572078" y="1668810"/>
                  </a:lnTo>
                  <a:lnTo>
                    <a:pt x="4571410" y="1668810"/>
                  </a:lnTo>
                  <a:lnTo>
                    <a:pt x="4570742" y="1668810"/>
                  </a:lnTo>
                  <a:lnTo>
                    <a:pt x="4570074" y="1668810"/>
                  </a:lnTo>
                  <a:lnTo>
                    <a:pt x="4569406" y="1668810"/>
                  </a:lnTo>
                  <a:lnTo>
                    <a:pt x="4568738" y="1668810"/>
                  </a:lnTo>
                  <a:lnTo>
                    <a:pt x="4568070" y="1668810"/>
                  </a:lnTo>
                  <a:lnTo>
                    <a:pt x="4567402" y="1668810"/>
                  </a:lnTo>
                  <a:lnTo>
                    <a:pt x="4566734" y="1668810"/>
                  </a:lnTo>
                  <a:lnTo>
                    <a:pt x="4566066" y="1668810"/>
                  </a:lnTo>
                  <a:lnTo>
                    <a:pt x="4565398" y="1668810"/>
                  </a:lnTo>
                  <a:lnTo>
                    <a:pt x="4564730" y="1668810"/>
                  </a:lnTo>
                  <a:lnTo>
                    <a:pt x="4564062" y="1668810"/>
                  </a:lnTo>
                  <a:lnTo>
                    <a:pt x="4563394" y="1668810"/>
                  </a:lnTo>
                  <a:lnTo>
                    <a:pt x="4562726" y="1668810"/>
                  </a:lnTo>
                  <a:lnTo>
                    <a:pt x="4562058" y="1668810"/>
                  </a:lnTo>
                  <a:lnTo>
                    <a:pt x="4561390" y="1668810"/>
                  </a:lnTo>
                  <a:lnTo>
                    <a:pt x="4560722" y="1668810"/>
                  </a:lnTo>
                  <a:lnTo>
                    <a:pt x="4560053" y="1668810"/>
                  </a:lnTo>
                  <a:lnTo>
                    <a:pt x="4559385" y="1668810"/>
                  </a:lnTo>
                  <a:lnTo>
                    <a:pt x="4558717" y="1668810"/>
                  </a:lnTo>
                  <a:lnTo>
                    <a:pt x="4558049" y="1668810"/>
                  </a:lnTo>
                  <a:lnTo>
                    <a:pt x="4557381" y="1668810"/>
                  </a:lnTo>
                  <a:lnTo>
                    <a:pt x="4556713" y="1668810"/>
                  </a:lnTo>
                  <a:lnTo>
                    <a:pt x="4556045" y="1668810"/>
                  </a:lnTo>
                  <a:lnTo>
                    <a:pt x="4555377" y="1668810"/>
                  </a:lnTo>
                  <a:lnTo>
                    <a:pt x="4554709" y="1668810"/>
                  </a:lnTo>
                  <a:lnTo>
                    <a:pt x="4554041" y="1668810"/>
                  </a:lnTo>
                  <a:lnTo>
                    <a:pt x="4553373" y="1668810"/>
                  </a:lnTo>
                  <a:lnTo>
                    <a:pt x="4552705" y="1668810"/>
                  </a:lnTo>
                  <a:lnTo>
                    <a:pt x="4552037" y="1668810"/>
                  </a:lnTo>
                  <a:lnTo>
                    <a:pt x="4551369" y="1668810"/>
                  </a:lnTo>
                  <a:lnTo>
                    <a:pt x="4550701" y="1668810"/>
                  </a:lnTo>
                  <a:lnTo>
                    <a:pt x="4550033" y="1668810"/>
                  </a:lnTo>
                  <a:lnTo>
                    <a:pt x="4549365" y="1668810"/>
                  </a:lnTo>
                  <a:lnTo>
                    <a:pt x="4548697" y="1668810"/>
                  </a:lnTo>
                  <a:lnTo>
                    <a:pt x="4548029" y="1668810"/>
                  </a:lnTo>
                  <a:lnTo>
                    <a:pt x="4547361" y="1668810"/>
                  </a:lnTo>
                  <a:lnTo>
                    <a:pt x="4546693" y="1668810"/>
                  </a:lnTo>
                  <a:lnTo>
                    <a:pt x="4546025" y="1668810"/>
                  </a:lnTo>
                  <a:lnTo>
                    <a:pt x="4545357" y="1668810"/>
                  </a:lnTo>
                  <a:lnTo>
                    <a:pt x="4544689" y="1668810"/>
                  </a:lnTo>
                  <a:lnTo>
                    <a:pt x="4544021" y="1668810"/>
                  </a:lnTo>
                  <a:lnTo>
                    <a:pt x="4543353" y="1668810"/>
                  </a:lnTo>
                  <a:lnTo>
                    <a:pt x="4542685" y="1668810"/>
                  </a:lnTo>
                  <a:lnTo>
                    <a:pt x="4542017" y="1668810"/>
                  </a:lnTo>
                  <a:lnTo>
                    <a:pt x="4541349" y="1668810"/>
                  </a:lnTo>
                  <a:lnTo>
                    <a:pt x="4540681" y="1668810"/>
                  </a:lnTo>
                  <a:lnTo>
                    <a:pt x="4540013" y="1668810"/>
                  </a:lnTo>
                  <a:lnTo>
                    <a:pt x="4539345" y="1668810"/>
                  </a:lnTo>
                  <a:lnTo>
                    <a:pt x="4538677" y="1668810"/>
                  </a:lnTo>
                  <a:lnTo>
                    <a:pt x="4538009" y="1668810"/>
                  </a:lnTo>
                  <a:lnTo>
                    <a:pt x="4537341" y="1668810"/>
                  </a:lnTo>
                  <a:lnTo>
                    <a:pt x="4536673" y="1668810"/>
                  </a:lnTo>
                  <a:lnTo>
                    <a:pt x="4536005" y="1668810"/>
                  </a:lnTo>
                  <a:lnTo>
                    <a:pt x="4535336" y="1668810"/>
                  </a:lnTo>
                  <a:lnTo>
                    <a:pt x="4534668" y="1668810"/>
                  </a:lnTo>
                  <a:lnTo>
                    <a:pt x="4534000" y="1668810"/>
                  </a:lnTo>
                  <a:lnTo>
                    <a:pt x="4533332" y="1668810"/>
                  </a:lnTo>
                  <a:lnTo>
                    <a:pt x="4532664" y="1668810"/>
                  </a:lnTo>
                  <a:lnTo>
                    <a:pt x="4531996" y="1668810"/>
                  </a:lnTo>
                  <a:lnTo>
                    <a:pt x="4531328" y="1668810"/>
                  </a:lnTo>
                  <a:lnTo>
                    <a:pt x="4530660" y="1668810"/>
                  </a:lnTo>
                  <a:lnTo>
                    <a:pt x="4529992" y="1668810"/>
                  </a:lnTo>
                  <a:lnTo>
                    <a:pt x="4529324" y="1668810"/>
                  </a:lnTo>
                  <a:lnTo>
                    <a:pt x="4528656" y="1668810"/>
                  </a:lnTo>
                  <a:lnTo>
                    <a:pt x="4527988" y="1668810"/>
                  </a:lnTo>
                  <a:lnTo>
                    <a:pt x="4527320" y="1668810"/>
                  </a:lnTo>
                  <a:lnTo>
                    <a:pt x="4526652" y="1668810"/>
                  </a:lnTo>
                  <a:lnTo>
                    <a:pt x="4525984" y="1668810"/>
                  </a:lnTo>
                  <a:lnTo>
                    <a:pt x="4525316" y="1668810"/>
                  </a:lnTo>
                  <a:lnTo>
                    <a:pt x="4524648" y="1668810"/>
                  </a:lnTo>
                  <a:lnTo>
                    <a:pt x="4523980" y="1668810"/>
                  </a:lnTo>
                  <a:lnTo>
                    <a:pt x="4523312" y="1668810"/>
                  </a:lnTo>
                  <a:lnTo>
                    <a:pt x="4522644" y="1668810"/>
                  </a:lnTo>
                  <a:lnTo>
                    <a:pt x="4521976" y="1668810"/>
                  </a:lnTo>
                  <a:lnTo>
                    <a:pt x="4521308" y="1668810"/>
                  </a:lnTo>
                  <a:lnTo>
                    <a:pt x="4520640" y="1668810"/>
                  </a:lnTo>
                  <a:lnTo>
                    <a:pt x="4519972" y="1668810"/>
                  </a:lnTo>
                  <a:lnTo>
                    <a:pt x="4519304" y="1668810"/>
                  </a:lnTo>
                  <a:lnTo>
                    <a:pt x="4518636" y="1668810"/>
                  </a:lnTo>
                  <a:lnTo>
                    <a:pt x="4517968" y="1668810"/>
                  </a:lnTo>
                  <a:lnTo>
                    <a:pt x="4517300" y="1668810"/>
                  </a:lnTo>
                  <a:lnTo>
                    <a:pt x="4516632" y="1668810"/>
                  </a:lnTo>
                  <a:lnTo>
                    <a:pt x="4515964" y="1668810"/>
                  </a:lnTo>
                  <a:lnTo>
                    <a:pt x="4515296" y="1668810"/>
                  </a:lnTo>
                  <a:lnTo>
                    <a:pt x="4514628" y="1668810"/>
                  </a:lnTo>
                  <a:lnTo>
                    <a:pt x="4513960" y="1668810"/>
                  </a:lnTo>
                  <a:lnTo>
                    <a:pt x="4513292" y="1668810"/>
                  </a:lnTo>
                  <a:lnTo>
                    <a:pt x="4512624" y="1668810"/>
                  </a:lnTo>
                  <a:lnTo>
                    <a:pt x="4511956" y="1668810"/>
                  </a:lnTo>
                  <a:lnTo>
                    <a:pt x="4511288" y="1668810"/>
                  </a:lnTo>
                  <a:lnTo>
                    <a:pt x="4510619" y="1668810"/>
                  </a:lnTo>
                  <a:lnTo>
                    <a:pt x="4509951" y="1668810"/>
                  </a:lnTo>
                  <a:lnTo>
                    <a:pt x="4509283" y="1668810"/>
                  </a:lnTo>
                  <a:lnTo>
                    <a:pt x="4508615" y="1668810"/>
                  </a:lnTo>
                  <a:lnTo>
                    <a:pt x="4507947" y="1668810"/>
                  </a:lnTo>
                  <a:lnTo>
                    <a:pt x="4507279" y="1668810"/>
                  </a:lnTo>
                  <a:lnTo>
                    <a:pt x="4506611" y="1668810"/>
                  </a:lnTo>
                  <a:lnTo>
                    <a:pt x="4505943" y="1668810"/>
                  </a:lnTo>
                  <a:lnTo>
                    <a:pt x="4505275" y="1668810"/>
                  </a:lnTo>
                  <a:lnTo>
                    <a:pt x="4504607" y="1668810"/>
                  </a:lnTo>
                  <a:lnTo>
                    <a:pt x="4503939" y="1668810"/>
                  </a:lnTo>
                  <a:lnTo>
                    <a:pt x="4503271" y="1668810"/>
                  </a:lnTo>
                  <a:lnTo>
                    <a:pt x="4502603" y="1668810"/>
                  </a:lnTo>
                  <a:lnTo>
                    <a:pt x="4501935" y="1668810"/>
                  </a:lnTo>
                  <a:lnTo>
                    <a:pt x="4501267" y="1668810"/>
                  </a:lnTo>
                  <a:lnTo>
                    <a:pt x="4500599" y="1668810"/>
                  </a:lnTo>
                  <a:lnTo>
                    <a:pt x="4499931" y="1668810"/>
                  </a:lnTo>
                  <a:lnTo>
                    <a:pt x="4499263" y="1668810"/>
                  </a:lnTo>
                  <a:lnTo>
                    <a:pt x="4498595" y="1668810"/>
                  </a:lnTo>
                  <a:lnTo>
                    <a:pt x="4497927" y="1668810"/>
                  </a:lnTo>
                  <a:lnTo>
                    <a:pt x="4497259" y="1668810"/>
                  </a:lnTo>
                  <a:lnTo>
                    <a:pt x="4496591" y="1668810"/>
                  </a:lnTo>
                  <a:lnTo>
                    <a:pt x="4495923" y="1668810"/>
                  </a:lnTo>
                  <a:lnTo>
                    <a:pt x="4495255" y="1668810"/>
                  </a:lnTo>
                  <a:lnTo>
                    <a:pt x="4494587" y="1668810"/>
                  </a:lnTo>
                  <a:lnTo>
                    <a:pt x="4493919" y="1668810"/>
                  </a:lnTo>
                  <a:lnTo>
                    <a:pt x="4493251" y="1668810"/>
                  </a:lnTo>
                  <a:lnTo>
                    <a:pt x="4492583" y="1668810"/>
                  </a:lnTo>
                  <a:lnTo>
                    <a:pt x="4491915" y="1668810"/>
                  </a:lnTo>
                  <a:lnTo>
                    <a:pt x="4491247" y="1668810"/>
                  </a:lnTo>
                  <a:lnTo>
                    <a:pt x="4490579" y="1668810"/>
                  </a:lnTo>
                  <a:lnTo>
                    <a:pt x="4489911" y="1668810"/>
                  </a:lnTo>
                  <a:lnTo>
                    <a:pt x="4489243" y="1668810"/>
                  </a:lnTo>
                  <a:lnTo>
                    <a:pt x="4488575" y="1668810"/>
                  </a:lnTo>
                  <a:lnTo>
                    <a:pt x="4487907" y="1668810"/>
                  </a:lnTo>
                  <a:lnTo>
                    <a:pt x="4487239" y="1668810"/>
                  </a:lnTo>
                  <a:lnTo>
                    <a:pt x="4486570" y="1668810"/>
                  </a:lnTo>
                  <a:lnTo>
                    <a:pt x="4485902" y="1668810"/>
                  </a:lnTo>
                  <a:lnTo>
                    <a:pt x="4485234" y="1668810"/>
                  </a:lnTo>
                  <a:lnTo>
                    <a:pt x="4484566" y="1668810"/>
                  </a:lnTo>
                  <a:lnTo>
                    <a:pt x="4483898" y="1668810"/>
                  </a:lnTo>
                  <a:lnTo>
                    <a:pt x="4483230" y="1668810"/>
                  </a:lnTo>
                  <a:lnTo>
                    <a:pt x="4482562" y="1668810"/>
                  </a:lnTo>
                  <a:lnTo>
                    <a:pt x="4481894" y="1668810"/>
                  </a:lnTo>
                  <a:lnTo>
                    <a:pt x="4481226" y="1668810"/>
                  </a:lnTo>
                  <a:lnTo>
                    <a:pt x="4480558" y="1668810"/>
                  </a:lnTo>
                  <a:lnTo>
                    <a:pt x="4479890" y="1668810"/>
                  </a:lnTo>
                  <a:lnTo>
                    <a:pt x="4479222" y="1668810"/>
                  </a:lnTo>
                  <a:lnTo>
                    <a:pt x="4478554" y="1668810"/>
                  </a:lnTo>
                  <a:lnTo>
                    <a:pt x="4477886" y="1668810"/>
                  </a:lnTo>
                  <a:lnTo>
                    <a:pt x="4477218" y="1668810"/>
                  </a:lnTo>
                  <a:lnTo>
                    <a:pt x="4476550" y="1668810"/>
                  </a:lnTo>
                  <a:lnTo>
                    <a:pt x="4475882" y="1668810"/>
                  </a:lnTo>
                  <a:lnTo>
                    <a:pt x="4475214" y="1668810"/>
                  </a:lnTo>
                  <a:lnTo>
                    <a:pt x="4474546" y="1668810"/>
                  </a:lnTo>
                  <a:lnTo>
                    <a:pt x="4473878" y="1668810"/>
                  </a:lnTo>
                  <a:lnTo>
                    <a:pt x="4473210" y="1668810"/>
                  </a:lnTo>
                  <a:lnTo>
                    <a:pt x="4472542" y="1668810"/>
                  </a:lnTo>
                  <a:lnTo>
                    <a:pt x="4471874" y="1668810"/>
                  </a:lnTo>
                  <a:lnTo>
                    <a:pt x="4471206" y="1668810"/>
                  </a:lnTo>
                  <a:lnTo>
                    <a:pt x="4470538" y="1668810"/>
                  </a:lnTo>
                  <a:lnTo>
                    <a:pt x="4469870" y="1668810"/>
                  </a:lnTo>
                  <a:lnTo>
                    <a:pt x="4469202" y="1668810"/>
                  </a:lnTo>
                  <a:lnTo>
                    <a:pt x="4468534" y="1668810"/>
                  </a:lnTo>
                  <a:lnTo>
                    <a:pt x="4467866" y="1668810"/>
                  </a:lnTo>
                  <a:lnTo>
                    <a:pt x="4467198" y="1668810"/>
                  </a:lnTo>
                  <a:lnTo>
                    <a:pt x="4466530" y="1668810"/>
                  </a:lnTo>
                  <a:lnTo>
                    <a:pt x="4465862" y="1668810"/>
                  </a:lnTo>
                  <a:lnTo>
                    <a:pt x="4465194" y="1668810"/>
                  </a:lnTo>
                  <a:lnTo>
                    <a:pt x="4464526" y="1668810"/>
                  </a:lnTo>
                  <a:lnTo>
                    <a:pt x="4463858" y="1668810"/>
                  </a:lnTo>
                  <a:lnTo>
                    <a:pt x="4463190" y="1668810"/>
                  </a:lnTo>
                  <a:lnTo>
                    <a:pt x="4462522" y="1668810"/>
                  </a:lnTo>
                  <a:lnTo>
                    <a:pt x="4461853" y="1668810"/>
                  </a:lnTo>
                  <a:lnTo>
                    <a:pt x="4461185" y="1668810"/>
                  </a:lnTo>
                  <a:lnTo>
                    <a:pt x="4460517" y="1668810"/>
                  </a:lnTo>
                  <a:lnTo>
                    <a:pt x="4459849" y="1668810"/>
                  </a:lnTo>
                  <a:lnTo>
                    <a:pt x="4459181" y="1668810"/>
                  </a:lnTo>
                  <a:lnTo>
                    <a:pt x="4458513" y="1668810"/>
                  </a:lnTo>
                  <a:lnTo>
                    <a:pt x="4457845" y="1668810"/>
                  </a:lnTo>
                  <a:lnTo>
                    <a:pt x="4457177" y="1668810"/>
                  </a:lnTo>
                  <a:lnTo>
                    <a:pt x="4456509" y="1668810"/>
                  </a:lnTo>
                  <a:lnTo>
                    <a:pt x="4455841" y="1668810"/>
                  </a:lnTo>
                  <a:lnTo>
                    <a:pt x="4455173" y="1668810"/>
                  </a:lnTo>
                  <a:lnTo>
                    <a:pt x="4454505" y="1668810"/>
                  </a:lnTo>
                  <a:lnTo>
                    <a:pt x="4453837" y="1668810"/>
                  </a:lnTo>
                  <a:lnTo>
                    <a:pt x="4453169" y="1668810"/>
                  </a:lnTo>
                  <a:lnTo>
                    <a:pt x="4452501" y="1668810"/>
                  </a:lnTo>
                  <a:lnTo>
                    <a:pt x="4451833" y="1668810"/>
                  </a:lnTo>
                  <a:lnTo>
                    <a:pt x="4451165" y="1668810"/>
                  </a:lnTo>
                  <a:lnTo>
                    <a:pt x="4450497" y="1668810"/>
                  </a:lnTo>
                  <a:lnTo>
                    <a:pt x="4449829" y="1668810"/>
                  </a:lnTo>
                  <a:lnTo>
                    <a:pt x="4449161" y="1668810"/>
                  </a:lnTo>
                  <a:lnTo>
                    <a:pt x="4448493" y="1668810"/>
                  </a:lnTo>
                  <a:lnTo>
                    <a:pt x="4447825" y="1668810"/>
                  </a:lnTo>
                  <a:lnTo>
                    <a:pt x="4447157" y="1668810"/>
                  </a:lnTo>
                  <a:lnTo>
                    <a:pt x="4446489" y="1668810"/>
                  </a:lnTo>
                  <a:lnTo>
                    <a:pt x="4445821" y="1668810"/>
                  </a:lnTo>
                  <a:lnTo>
                    <a:pt x="4445153" y="1668810"/>
                  </a:lnTo>
                  <a:lnTo>
                    <a:pt x="4444485" y="1668810"/>
                  </a:lnTo>
                  <a:lnTo>
                    <a:pt x="4443817" y="1668810"/>
                  </a:lnTo>
                  <a:lnTo>
                    <a:pt x="4443149" y="1668810"/>
                  </a:lnTo>
                  <a:lnTo>
                    <a:pt x="4442481" y="1668810"/>
                  </a:lnTo>
                  <a:lnTo>
                    <a:pt x="4441813" y="1668810"/>
                  </a:lnTo>
                  <a:lnTo>
                    <a:pt x="4441145" y="1668810"/>
                  </a:lnTo>
                  <a:lnTo>
                    <a:pt x="4440477" y="1668810"/>
                  </a:lnTo>
                  <a:lnTo>
                    <a:pt x="4439809" y="1668810"/>
                  </a:lnTo>
                  <a:lnTo>
                    <a:pt x="4439141" y="1668810"/>
                  </a:lnTo>
                  <a:lnTo>
                    <a:pt x="4438473" y="1668810"/>
                  </a:lnTo>
                  <a:lnTo>
                    <a:pt x="4437805" y="1668810"/>
                  </a:lnTo>
                  <a:lnTo>
                    <a:pt x="4437136" y="1668810"/>
                  </a:lnTo>
                  <a:lnTo>
                    <a:pt x="4436468" y="1668810"/>
                  </a:lnTo>
                  <a:lnTo>
                    <a:pt x="4435800" y="1668810"/>
                  </a:lnTo>
                  <a:lnTo>
                    <a:pt x="4435132" y="1668810"/>
                  </a:lnTo>
                  <a:lnTo>
                    <a:pt x="4434464" y="1668810"/>
                  </a:lnTo>
                  <a:lnTo>
                    <a:pt x="4433796" y="1668810"/>
                  </a:lnTo>
                  <a:lnTo>
                    <a:pt x="4433128" y="1668810"/>
                  </a:lnTo>
                  <a:lnTo>
                    <a:pt x="4432460" y="1668810"/>
                  </a:lnTo>
                  <a:lnTo>
                    <a:pt x="4431792" y="1668810"/>
                  </a:lnTo>
                  <a:lnTo>
                    <a:pt x="4431124" y="1668810"/>
                  </a:lnTo>
                  <a:lnTo>
                    <a:pt x="4430456" y="1668810"/>
                  </a:lnTo>
                  <a:lnTo>
                    <a:pt x="4429788" y="1668810"/>
                  </a:lnTo>
                  <a:lnTo>
                    <a:pt x="4429120" y="1668810"/>
                  </a:lnTo>
                  <a:lnTo>
                    <a:pt x="4428452" y="1668810"/>
                  </a:lnTo>
                  <a:lnTo>
                    <a:pt x="4427784" y="1668810"/>
                  </a:lnTo>
                  <a:lnTo>
                    <a:pt x="4427116" y="1668810"/>
                  </a:lnTo>
                  <a:lnTo>
                    <a:pt x="4426448" y="1668810"/>
                  </a:lnTo>
                  <a:lnTo>
                    <a:pt x="4425780" y="1668810"/>
                  </a:lnTo>
                  <a:lnTo>
                    <a:pt x="4425112" y="1668810"/>
                  </a:lnTo>
                  <a:lnTo>
                    <a:pt x="4424444" y="1668810"/>
                  </a:lnTo>
                  <a:lnTo>
                    <a:pt x="4423776" y="1668810"/>
                  </a:lnTo>
                  <a:lnTo>
                    <a:pt x="4423108" y="1668810"/>
                  </a:lnTo>
                  <a:lnTo>
                    <a:pt x="4422440" y="1668810"/>
                  </a:lnTo>
                  <a:lnTo>
                    <a:pt x="4421772" y="1668810"/>
                  </a:lnTo>
                  <a:lnTo>
                    <a:pt x="4421104" y="1668810"/>
                  </a:lnTo>
                  <a:lnTo>
                    <a:pt x="4420436" y="1668810"/>
                  </a:lnTo>
                  <a:lnTo>
                    <a:pt x="4419768" y="1668810"/>
                  </a:lnTo>
                  <a:lnTo>
                    <a:pt x="4419100" y="1668810"/>
                  </a:lnTo>
                  <a:lnTo>
                    <a:pt x="4418432" y="1668810"/>
                  </a:lnTo>
                  <a:lnTo>
                    <a:pt x="4417764" y="1668810"/>
                  </a:lnTo>
                  <a:lnTo>
                    <a:pt x="4417096" y="1668810"/>
                  </a:lnTo>
                  <a:lnTo>
                    <a:pt x="4416428" y="1668810"/>
                  </a:lnTo>
                  <a:lnTo>
                    <a:pt x="4415760" y="1668810"/>
                  </a:lnTo>
                  <a:lnTo>
                    <a:pt x="4415092" y="1668810"/>
                  </a:lnTo>
                  <a:lnTo>
                    <a:pt x="4414424" y="1668810"/>
                  </a:lnTo>
                  <a:lnTo>
                    <a:pt x="4413756" y="1668810"/>
                  </a:lnTo>
                  <a:lnTo>
                    <a:pt x="4413088" y="1668810"/>
                  </a:lnTo>
                  <a:lnTo>
                    <a:pt x="4412419" y="1668810"/>
                  </a:lnTo>
                  <a:lnTo>
                    <a:pt x="4411751" y="1668810"/>
                  </a:lnTo>
                  <a:lnTo>
                    <a:pt x="4411083" y="1668810"/>
                  </a:lnTo>
                  <a:lnTo>
                    <a:pt x="4410415" y="1668810"/>
                  </a:lnTo>
                  <a:lnTo>
                    <a:pt x="4409747" y="1668810"/>
                  </a:lnTo>
                  <a:lnTo>
                    <a:pt x="4409079" y="1668810"/>
                  </a:lnTo>
                  <a:lnTo>
                    <a:pt x="4408411" y="1668810"/>
                  </a:lnTo>
                  <a:lnTo>
                    <a:pt x="4407743" y="1668810"/>
                  </a:lnTo>
                  <a:lnTo>
                    <a:pt x="4407075" y="1668810"/>
                  </a:lnTo>
                  <a:lnTo>
                    <a:pt x="4406407" y="1668810"/>
                  </a:lnTo>
                  <a:lnTo>
                    <a:pt x="4405739" y="1668810"/>
                  </a:lnTo>
                  <a:lnTo>
                    <a:pt x="4405071" y="1668810"/>
                  </a:lnTo>
                  <a:lnTo>
                    <a:pt x="4404403" y="1668810"/>
                  </a:lnTo>
                  <a:lnTo>
                    <a:pt x="4403735" y="1668810"/>
                  </a:lnTo>
                  <a:lnTo>
                    <a:pt x="4403067" y="1668810"/>
                  </a:lnTo>
                  <a:lnTo>
                    <a:pt x="4402399" y="1668810"/>
                  </a:lnTo>
                  <a:lnTo>
                    <a:pt x="4401731" y="1668810"/>
                  </a:lnTo>
                  <a:lnTo>
                    <a:pt x="4401063" y="1668810"/>
                  </a:lnTo>
                  <a:lnTo>
                    <a:pt x="4400395" y="1668810"/>
                  </a:lnTo>
                  <a:lnTo>
                    <a:pt x="4399727" y="1668810"/>
                  </a:lnTo>
                  <a:lnTo>
                    <a:pt x="4399059" y="1668810"/>
                  </a:lnTo>
                  <a:lnTo>
                    <a:pt x="4398391" y="1668810"/>
                  </a:lnTo>
                  <a:lnTo>
                    <a:pt x="4397723" y="1668810"/>
                  </a:lnTo>
                  <a:lnTo>
                    <a:pt x="4397055" y="1668810"/>
                  </a:lnTo>
                  <a:lnTo>
                    <a:pt x="4396387" y="1668810"/>
                  </a:lnTo>
                  <a:lnTo>
                    <a:pt x="4395719" y="1668810"/>
                  </a:lnTo>
                  <a:lnTo>
                    <a:pt x="4395051" y="1668810"/>
                  </a:lnTo>
                  <a:lnTo>
                    <a:pt x="4394383" y="1668810"/>
                  </a:lnTo>
                  <a:lnTo>
                    <a:pt x="4393715" y="1668810"/>
                  </a:lnTo>
                  <a:lnTo>
                    <a:pt x="4393047" y="1668810"/>
                  </a:lnTo>
                  <a:lnTo>
                    <a:pt x="4392379" y="1668810"/>
                  </a:lnTo>
                  <a:lnTo>
                    <a:pt x="4391711" y="1668810"/>
                  </a:lnTo>
                  <a:lnTo>
                    <a:pt x="4391043" y="1668810"/>
                  </a:lnTo>
                  <a:lnTo>
                    <a:pt x="4390375" y="1668810"/>
                  </a:lnTo>
                  <a:lnTo>
                    <a:pt x="4389707" y="1668810"/>
                  </a:lnTo>
                  <a:lnTo>
                    <a:pt x="4389039" y="1668810"/>
                  </a:lnTo>
                  <a:lnTo>
                    <a:pt x="4388370" y="1668810"/>
                  </a:lnTo>
                  <a:lnTo>
                    <a:pt x="4387702" y="1668810"/>
                  </a:lnTo>
                  <a:lnTo>
                    <a:pt x="4387034" y="1668810"/>
                  </a:lnTo>
                  <a:lnTo>
                    <a:pt x="4386366" y="1668810"/>
                  </a:lnTo>
                  <a:lnTo>
                    <a:pt x="4385698" y="1668810"/>
                  </a:lnTo>
                  <a:lnTo>
                    <a:pt x="4385030" y="1668810"/>
                  </a:lnTo>
                  <a:lnTo>
                    <a:pt x="4384362" y="1668810"/>
                  </a:lnTo>
                  <a:lnTo>
                    <a:pt x="4383694" y="1668810"/>
                  </a:lnTo>
                  <a:lnTo>
                    <a:pt x="4383026" y="1668810"/>
                  </a:lnTo>
                  <a:lnTo>
                    <a:pt x="4382358" y="1668810"/>
                  </a:lnTo>
                  <a:lnTo>
                    <a:pt x="4381690" y="1668810"/>
                  </a:lnTo>
                  <a:lnTo>
                    <a:pt x="4381022" y="1668810"/>
                  </a:lnTo>
                  <a:lnTo>
                    <a:pt x="4380354" y="1668810"/>
                  </a:lnTo>
                  <a:lnTo>
                    <a:pt x="4379686" y="1668810"/>
                  </a:lnTo>
                  <a:lnTo>
                    <a:pt x="4379018" y="1668810"/>
                  </a:lnTo>
                  <a:lnTo>
                    <a:pt x="4378350" y="1668810"/>
                  </a:lnTo>
                  <a:lnTo>
                    <a:pt x="4377682" y="1668810"/>
                  </a:lnTo>
                  <a:lnTo>
                    <a:pt x="4377014" y="1668810"/>
                  </a:lnTo>
                  <a:lnTo>
                    <a:pt x="4376346" y="1668810"/>
                  </a:lnTo>
                  <a:lnTo>
                    <a:pt x="4375678" y="1668810"/>
                  </a:lnTo>
                  <a:lnTo>
                    <a:pt x="4375010" y="1668810"/>
                  </a:lnTo>
                  <a:lnTo>
                    <a:pt x="4374342" y="1668810"/>
                  </a:lnTo>
                  <a:lnTo>
                    <a:pt x="4373674" y="1668810"/>
                  </a:lnTo>
                  <a:lnTo>
                    <a:pt x="4373006" y="1668810"/>
                  </a:lnTo>
                  <a:lnTo>
                    <a:pt x="4372338" y="1668810"/>
                  </a:lnTo>
                  <a:lnTo>
                    <a:pt x="4371670" y="1668810"/>
                  </a:lnTo>
                  <a:lnTo>
                    <a:pt x="4371002" y="1668810"/>
                  </a:lnTo>
                  <a:lnTo>
                    <a:pt x="4370334" y="1668810"/>
                  </a:lnTo>
                  <a:lnTo>
                    <a:pt x="4369666" y="1668810"/>
                  </a:lnTo>
                  <a:lnTo>
                    <a:pt x="4368998" y="1668810"/>
                  </a:lnTo>
                  <a:lnTo>
                    <a:pt x="4368330" y="1668810"/>
                  </a:lnTo>
                  <a:lnTo>
                    <a:pt x="4367662" y="1668810"/>
                  </a:lnTo>
                  <a:lnTo>
                    <a:pt x="4366994" y="1668810"/>
                  </a:lnTo>
                  <a:lnTo>
                    <a:pt x="4366326" y="1668810"/>
                  </a:lnTo>
                  <a:lnTo>
                    <a:pt x="4365658" y="1668810"/>
                  </a:lnTo>
                  <a:lnTo>
                    <a:pt x="4364990" y="1668810"/>
                  </a:lnTo>
                  <a:lnTo>
                    <a:pt x="4364322" y="1668810"/>
                  </a:lnTo>
                  <a:lnTo>
                    <a:pt x="4363653" y="1668810"/>
                  </a:lnTo>
                  <a:lnTo>
                    <a:pt x="4362985" y="1668810"/>
                  </a:lnTo>
                  <a:lnTo>
                    <a:pt x="4362317" y="1668810"/>
                  </a:lnTo>
                  <a:lnTo>
                    <a:pt x="4361649" y="1668810"/>
                  </a:lnTo>
                  <a:lnTo>
                    <a:pt x="4360981" y="1668810"/>
                  </a:lnTo>
                  <a:lnTo>
                    <a:pt x="4360313" y="1668810"/>
                  </a:lnTo>
                  <a:lnTo>
                    <a:pt x="4359645" y="1668810"/>
                  </a:lnTo>
                  <a:lnTo>
                    <a:pt x="4358977" y="1668810"/>
                  </a:lnTo>
                  <a:lnTo>
                    <a:pt x="4358309" y="1668810"/>
                  </a:lnTo>
                  <a:lnTo>
                    <a:pt x="4357641" y="1668810"/>
                  </a:lnTo>
                  <a:lnTo>
                    <a:pt x="4356973" y="1668810"/>
                  </a:lnTo>
                  <a:lnTo>
                    <a:pt x="4356305" y="1668810"/>
                  </a:lnTo>
                  <a:lnTo>
                    <a:pt x="4355637" y="1668810"/>
                  </a:lnTo>
                  <a:lnTo>
                    <a:pt x="4354969" y="1668810"/>
                  </a:lnTo>
                  <a:lnTo>
                    <a:pt x="4354301" y="1668810"/>
                  </a:lnTo>
                  <a:lnTo>
                    <a:pt x="4353633" y="1668810"/>
                  </a:lnTo>
                  <a:lnTo>
                    <a:pt x="4352965" y="1668810"/>
                  </a:lnTo>
                  <a:lnTo>
                    <a:pt x="4352297" y="1668810"/>
                  </a:lnTo>
                  <a:lnTo>
                    <a:pt x="4351629" y="1668810"/>
                  </a:lnTo>
                  <a:lnTo>
                    <a:pt x="4350961" y="1668810"/>
                  </a:lnTo>
                  <a:lnTo>
                    <a:pt x="4350293" y="1668810"/>
                  </a:lnTo>
                  <a:lnTo>
                    <a:pt x="4349625" y="1668810"/>
                  </a:lnTo>
                  <a:lnTo>
                    <a:pt x="4348957" y="1668810"/>
                  </a:lnTo>
                  <a:lnTo>
                    <a:pt x="4348289" y="1668810"/>
                  </a:lnTo>
                  <a:lnTo>
                    <a:pt x="4347621" y="1668810"/>
                  </a:lnTo>
                  <a:lnTo>
                    <a:pt x="4346953" y="1668810"/>
                  </a:lnTo>
                  <a:lnTo>
                    <a:pt x="4346285" y="1668810"/>
                  </a:lnTo>
                  <a:lnTo>
                    <a:pt x="4345617" y="1668810"/>
                  </a:lnTo>
                  <a:lnTo>
                    <a:pt x="4344949" y="1668810"/>
                  </a:lnTo>
                  <a:lnTo>
                    <a:pt x="4344281" y="1668810"/>
                  </a:lnTo>
                  <a:lnTo>
                    <a:pt x="4343613" y="1668810"/>
                  </a:lnTo>
                  <a:lnTo>
                    <a:pt x="4342945" y="1668810"/>
                  </a:lnTo>
                  <a:lnTo>
                    <a:pt x="4342277" y="1668810"/>
                  </a:lnTo>
                  <a:lnTo>
                    <a:pt x="4341609" y="1668810"/>
                  </a:lnTo>
                  <a:lnTo>
                    <a:pt x="4340941" y="1668810"/>
                  </a:lnTo>
                  <a:lnTo>
                    <a:pt x="4340273" y="1668810"/>
                  </a:lnTo>
                  <a:lnTo>
                    <a:pt x="4339605" y="1668810"/>
                  </a:lnTo>
                  <a:lnTo>
                    <a:pt x="4338936" y="1668810"/>
                  </a:lnTo>
                  <a:lnTo>
                    <a:pt x="4338268" y="1668810"/>
                  </a:lnTo>
                  <a:lnTo>
                    <a:pt x="4337600" y="1668810"/>
                  </a:lnTo>
                  <a:lnTo>
                    <a:pt x="4336932" y="1668810"/>
                  </a:lnTo>
                  <a:lnTo>
                    <a:pt x="4336264" y="1668810"/>
                  </a:lnTo>
                  <a:lnTo>
                    <a:pt x="4335596" y="1668810"/>
                  </a:lnTo>
                  <a:lnTo>
                    <a:pt x="4334928" y="1668810"/>
                  </a:lnTo>
                  <a:lnTo>
                    <a:pt x="4334260" y="1668810"/>
                  </a:lnTo>
                  <a:lnTo>
                    <a:pt x="4333592" y="1668810"/>
                  </a:lnTo>
                  <a:lnTo>
                    <a:pt x="4332924" y="1668810"/>
                  </a:lnTo>
                  <a:lnTo>
                    <a:pt x="4332256" y="1668810"/>
                  </a:lnTo>
                  <a:lnTo>
                    <a:pt x="4331588" y="1668810"/>
                  </a:lnTo>
                  <a:lnTo>
                    <a:pt x="4330920" y="1668810"/>
                  </a:lnTo>
                  <a:lnTo>
                    <a:pt x="4330252" y="1668810"/>
                  </a:lnTo>
                  <a:lnTo>
                    <a:pt x="4329584" y="1668810"/>
                  </a:lnTo>
                  <a:lnTo>
                    <a:pt x="4328916" y="1668810"/>
                  </a:lnTo>
                  <a:lnTo>
                    <a:pt x="4328248" y="1668810"/>
                  </a:lnTo>
                  <a:lnTo>
                    <a:pt x="4327580" y="1668810"/>
                  </a:lnTo>
                  <a:lnTo>
                    <a:pt x="4326912" y="1668810"/>
                  </a:lnTo>
                  <a:lnTo>
                    <a:pt x="4326244" y="1668810"/>
                  </a:lnTo>
                  <a:lnTo>
                    <a:pt x="4325576" y="1668810"/>
                  </a:lnTo>
                  <a:lnTo>
                    <a:pt x="4324908" y="1668810"/>
                  </a:lnTo>
                  <a:lnTo>
                    <a:pt x="4324240" y="1668810"/>
                  </a:lnTo>
                  <a:lnTo>
                    <a:pt x="4323572" y="1668810"/>
                  </a:lnTo>
                  <a:lnTo>
                    <a:pt x="4322904" y="1668810"/>
                  </a:lnTo>
                  <a:lnTo>
                    <a:pt x="4322236" y="1668810"/>
                  </a:lnTo>
                  <a:lnTo>
                    <a:pt x="4321568" y="1668810"/>
                  </a:lnTo>
                  <a:lnTo>
                    <a:pt x="4320900" y="1668810"/>
                  </a:lnTo>
                  <a:lnTo>
                    <a:pt x="4320232" y="1668810"/>
                  </a:lnTo>
                  <a:lnTo>
                    <a:pt x="4319564" y="1668810"/>
                  </a:lnTo>
                  <a:lnTo>
                    <a:pt x="4318896" y="1668810"/>
                  </a:lnTo>
                  <a:lnTo>
                    <a:pt x="4318228" y="1668810"/>
                  </a:lnTo>
                  <a:lnTo>
                    <a:pt x="4317560" y="1668810"/>
                  </a:lnTo>
                  <a:lnTo>
                    <a:pt x="4316892" y="1668810"/>
                  </a:lnTo>
                  <a:lnTo>
                    <a:pt x="4316224" y="1668810"/>
                  </a:lnTo>
                  <a:lnTo>
                    <a:pt x="4315556" y="1668810"/>
                  </a:lnTo>
                  <a:lnTo>
                    <a:pt x="4314888" y="1668810"/>
                  </a:lnTo>
                  <a:lnTo>
                    <a:pt x="4314219" y="1668810"/>
                  </a:lnTo>
                  <a:lnTo>
                    <a:pt x="4313551" y="1668810"/>
                  </a:lnTo>
                  <a:lnTo>
                    <a:pt x="4312883" y="1668810"/>
                  </a:lnTo>
                  <a:lnTo>
                    <a:pt x="4312215" y="1668810"/>
                  </a:lnTo>
                  <a:lnTo>
                    <a:pt x="4311547" y="1668810"/>
                  </a:lnTo>
                  <a:lnTo>
                    <a:pt x="4310879" y="1668810"/>
                  </a:lnTo>
                  <a:lnTo>
                    <a:pt x="4310211" y="1668810"/>
                  </a:lnTo>
                  <a:lnTo>
                    <a:pt x="4309543" y="1668810"/>
                  </a:lnTo>
                  <a:lnTo>
                    <a:pt x="4308875" y="1668810"/>
                  </a:lnTo>
                  <a:lnTo>
                    <a:pt x="4308207" y="1668810"/>
                  </a:lnTo>
                  <a:lnTo>
                    <a:pt x="4307539" y="1668810"/>
                  </a:lnTo>
                  <a:lnTo>
                    <a:pt x="4306871" y="1668810"/>
                  </a:lnTo>
                  <a:lnTo>
                    <a:pt x="4306203" y="1668810"/>
                  </a:lnTo>
                  <a:lnTo>
                    <a:pt x="4305535" y="1668810"/>
                  </a:lnTo>
                  <a:lnTo>
                    <a:pt x="4304867" y="1668810"/>
                  </a:lnTo>
                  <a:lnTo>
                    <a:pt x="4304199" y="1668810"/>
                  </a:lnTo>
                  <a:lnTo>
                    <a:pt x="4303531" y="1668810"/>
                  </a:lnTo>
                  <a:lnTo>
                    <a:pt x="4302863" y="1668810"/>
                  </a:lnTo>
                  <a:lnTo>
                    <a:pt x="4302195" y="1668810"/>
                  </a:lnTo>
                  <a:lnTo>
                    <a:pt x="4301527" y="1668810"/>
                  </a:lnTo>
                  <a:lnTo>
                    <a:pt x="4300859" y="1668810"/>
                  </a:lnTo>
                  <a:lnTo>
                    <a:pt x="4300191" y="1668810"/>
                  </a:lnTo>
                  <a:lnTo>
                    <a:pt x="4299523" y="1668810"/>
                  </a:lnTo>
                  <a:lnTo>
                    <a:pt x="4298855" y="1668810"/>
                  </a:lnTo>
                  <a:lnTo>
                    <a:pt x="4298187" y="1668810"/>
                  </a:lnTo>
                  <a:lnTo>
                    <a:pt x="4297519" y="1668810"/>
                  </a:lnTo>
                  <a:lnTo>
                    <a:pt x="4296851" y="1668810"/>
                  </a:lnTo>
                  <a:lnTo>
                    <a:pt x="4296183" y="1668810"/>
                  </a:lnTo>
                  <a:lnTo>
                    <a:pt x="4295515" y="1668810"/>
                  </a:lnTo>
                  <a:lnTo>
                    <a:pt x="4294847" y="1668810"/>
                  </a:lnTo>
                  <a:lnTo>
                    <a:pt x="4294179" y="1668810"/>
                  </a:lnTo>
                  <a:lnTo>
                    <a:pt x="4293511" y="1668810"/>
                  </a:lnTo>
                  <a:lnTo>
                    <a:pt x="4292843" y="1668810"/>
                  </a:lnTo>
                  <a:lnTo>
                    <a:pt x="4292175" y="1668810"/>
                  </a:lnTo>
                  <a:lnTo>
                    <a:pt x="4291507" y="1668810"/>
                  </a:lnTo>
                  <a:lnTo>
                    <a:pt x="4290839" y="1668810"/>
                  </a:lnTo>
                  <a:lnTo>
                    <a:pt x="4290170" y="1668810"/>
                  </a:lnTo>
                  <a:lnTo>
                    <a:pt x="4289502" y="1668810"/>
                  </a:lnTo>
                  <a:lnTo>
                    <a:pt x="4288834" y="1668810"/>
                  </a:lnTo>
                  <a:lnTo>
                    <a:pt x="4288166" y="1668810"/>
                  </a:lnTo>
                  <a:lnTo>
                    <a:pt x="4287498" y="1668810"/>
                  </a:lnTo>
                  <a:lnTo>
                    <a:pt x="4286830" y="1668810"/>
                  </a:lnTo>
                  <a:lnTo>
                    <a:pt x="4286162" y="1668810"/>
                  </a:lnTo>
                  <a:lnTo>
                    <a:pt x="4285494" y="1668810"/>
                  </a:lnTo>
                  <a:lnTo>
                    <a:pt x="4284826" y="1668810"/>
                  </a:lnTo>
                  <a:lnTo>
                    <a:pt x="4284158" y="1668810"/>
                  </a:lnTo>
                  <a:lnTo>
                    <a:pt x="4283490" y="1668810"/>
                  </a:lnTo>
                  <a:lnTo>
                    <a:pt x="4282822" y="1668810"/>
                  </a:lnTo>
                  <a:lnTo>
                    <a:pt x="4282154" y="1668810"/>
                  </a:lnTo>
                  <a:lnTo>
                    <a:pt x="4281486" y="1668810"/>
                  </a:lnTo>
                  <a:lnTo>
                    <a:pt x="4280818" y="1668810"/>
                  </a:lnTo>
                  <a:lnTo>
                    <a:pt x="4280150" y="1668810"/>
                  </a:lnTo>
                  <a:lnTo>
                    <a:pt x="4279482" y="1668810"/>
                  </a:lnTo>
                  <a:lnTo>
                    <a:pt x="4278814" y="1668810"/>
                  </a:lnTo>
                  <a:lnTo>
                    <a:pt x="4278146" y="1668810"/>
                  </a:lnTo>
                  <a:lnTo>
                    <a:pt x="4277478" y="1668810"/>
                  </a:lnTo>
                  <a:lnTo>
                    <a:pt x="4276810" y="1668810"/>
                  </a:lnTo>
                  <a:lnTo>
                    <a:pt x="4276142" y="1668810"/>
                  </a:lnTo>
                  <a:lnTo>
                    <a:pt x="4275474" y="1668810"/>
                  </a:lnTo>
                  <a:lnTo>
                    <a:pt x="4274806" y="1668810"/>
                  </a:lnTo>
                  <a:lnTo>
                    <a:pt x="4274138" y="1668810"/>
                  </a:lnTo>
                  <a:lnTo>
                    <a:pt x="4273470" y="1668810"/>
                  </a:lnTo>
                  <a:lnTo>
                    <a:pt x="4272802" y="1668810"/>
                  </a:lnTo>
                  <a:lnTo>
                    <a:pt x="4272134" y="1668810"/>
                  </a:lnTo>
                  <a:lnTo>
                    <a:pt x="4271466" y="1668810"/>
                  </a:lnTo>
                  <a:lnTo>
                    <a:pt x="4270798" y="1668810"/>
                  </a:lnTo>
                  <a:lnTo>
                    <a:pt x="4270130" y="1668810"/>
                  </a:lnTo>
                  <a:lnTo>
                    <a:pt x="4269462" y="1668810"/>
                  </a:lnTo>
                  <a:lnTo>
                    <a:pt x="4268794" y="1668810"/>
                  </a:lnTo>
                  <a:lnTo>
                    <a:pt x="4268126" y="1668810"/>
                  </a:lnTo>
                  <a:lnTo>
                    <a:pt x="4267458" y="1668810"/>
                  </a:lnTo>
                  <a:lnTo>
                    <a:pt x="4266790" y="1668810"/>
                  </a:lnTo>
                  <a:lnTo>
                    <a:pt x="4266122" y="1668810"/>
                  </a:lnTo>
                  <a:lnTo>
                    <a:pt x="4265453" y="1668810"/>
                  </a:lnTo>
                  <a:lnTo>
                    <a:pt x="4264785" y="1668810"/>
                  </a:lnTo>
                  <a:lnTo>
                    <a:pt x="4264117" y="1668810"/>
                  </a:lnTo>
                  <a:lnTo>
                    <a:pt x="4263449" y="1668810"/>
                  </a:lnTo>
                  <a:lnTo>
                    <a:pt x="4262781" y="1668810"/>
                  </a:lnTo>
                  <a:lnTo>
                    <a:pt x="4262113" y="1668810"/>
                  </a:lnTo>
                  <a:lnTo>
                    <a:pt x="4261445" y="1668810"/>
                  </a:lnTo>
                  <a:lnTo>
                    <a:pt x="4260777" y="1668810"/>
                  </a:lnTo>
                  <a:lnTo>
                    <a:pt x="4260109" y="1668810"/>
                  </a:lnTo>
                  <a:lnTo>
                    <a:pt x="4259441" y="1668810"/>
                  </a:lnTo>
                  <a:lnTo>
                    <a:pt x="4258773" y="1668810"/>
                  </a:lnTo>
                  <a:lnTo>
                    <a:pt x="4258105" y="1668810"/>
                  </a:lnTo>
                  <a:lnTo>
                    <a:pt x="4257437" y="1668810"/>
                  </a:lnTo>
                  <a:lnTo>
                    <a:pt x="4256769" y="1668810"/>
                  </a:lnTo>
                  <a:lnTo>
                    <a:pt x="4256101" y="1668810"/>
                  </a:lnTo>
                  <a:lnTo>
                    <a:pt x="4255433" y="1668810"/>
                  </a:lnTo>
                  <a:lnTo>
                    <a:pt x="4254765" y="1668810"/>
                  </a:lnTo>
                  <a:lnTo>
                    <a:pt x="4254097" y="1668810"/>
                  </a:lnTo>
                  <a:lnTo>
                    <a:pt x="4253429" y="1668810"/>
                  </a:lnTo>
                  <a:lnTo>
                    <a:pt x="4252761" y="1668810"/>
                  </a:lnTo>
                  <a:lnTo>
                    <a:pt x="4252093" y="1668810"/>
                  </a:lnTo>
                  <a:lnTo>
                    <a:pt x="4251425" y="1668810"/>
                  </a:lnTo>
                  <a:lnTo>
                    <a:pt x="4250757" y="1668810"/>
                  </a:lnTo>
                  <a:lnTo>
                    <a:pt x="4250089" y="1668810"/>
                  </a:lnTo>
                  <a:lnTo>
                    <a:pt x="4249421" y="1668810"/>
                  </a:lnTo>
                  <a:lnTo>
                    <a:pt x="4248753" y="1668810"/>
                  </a:lnTo>
                  <a:lnTo>
                    <a:pt x="4248085" y="1668810"/>
                  </a:lnTo>
                  <a:lnTo>
                    <a:pt x="4247417" y="1668810"/>
                  </a:lnTo>
                  <a:lnTo>
                    <a:pt x="4246749" y="1668810"/>
                  </a:lnTo>
                  <a:lnTo>
                    <a:pt x="4246081" y="1668810"/>
                  </a:lnTo>
                  <a:lnTo>
                    <a:pt x="4245413" y="1668810"/>
                  </a:lnTo>
                  <a:lnTo>
                    <a:pt x="4244745" y="1668810"/>
                  </a:lnTo>
                  <a:lnTo>
                    <a:pt x="4244077" y="1668810"/>
                  </a:lnTo>
                  <a:lnTo>
                    <a:pt x="4243409" y="1668810"/>
                  </a:lnTo>
                  <a:lnTo>
                    <a:pt x="4242741" y="1668810"/>
                  </a:lnTo>
                  <a:lnTo>
                    <a:pt x="4242073" y="1668810"/>
                  </a:lnTo>
                  <a:lnTo>
                    <a:pt x="4241405" y="1668810"/>
                  </a:lnTo>
                  <a:lnTo>
                    <a:pt x="4240736" y="1668810"/>
                  </a:lnTo>
                  <a:lnTo>
                    <a:pt x="4240068" y="1668810"/>
                  </a:lnTo>
                  <a:lnTo>
                    <a:pt x="4239400" y="1668810"/>
                  </a:lnTo>
                  <a:lnTo>
                    <a:pt x="4238732" y="1668810"/>
                  </a:lnTo>
                  <a:lnTo>
                    <a:pt x="4238064" y="1668810"/>
                  </a:lnTo>
                  <a:lnTo>
                    <a:pt x="4237396" y="1668810"/>
                  </a:lnTo>
                  <a:lnTo>
                    <a:pt x="4236728" y="1668810"/>
                  </a:lnTo>
                  <a:lnTo>
                    <a:pt x="4236060" y="1668810"/>
                  </a:lnTo>
                  <a:lnTo>
                    <a:pt x="4235392" y="1668810"/>
                  </a:lnTo>
                  <a:lnTo>
                    <a:pt x="4234724" y="1668810"/>
                  </a:lnTo>
                  <a:lnTo>
                    <a:pt x="4234056" y="1668810"/>
                  </a:lnTo>
                  <a:lnTo>
                    <a:pt x="4233388" y="1668810"/>
                  </a:lnTo>
                  <a:lnTo>
                    <a:pt x="4232720" y="1668810"/>
                  </a:lnTo>
                  <a:lnTo>
                    <a:pt x="4232052" y="1668810"/>
                  </a:lnTo>
                  <a:lnTo>
                    <a:pt x="4231384" y="1668810"/>
                  </a:lnTo>
                  <a:lnTo>
                    <a:pt x="4230716" y="1668810"/>
                  </a:lnTo>
                  <a:lnTo>
                    <a:pt x="4230048" y="1668810"/>
                  </a:lnTo>
                  <a:lnTo>
                    <a:pt x="4229380" y="1668810"/>
                  </a:lnTo>
                  <a:lnTo>
                    <a:pt x="4228712" y="1668810"/>
                  </a:lnTo>
                  <a:lnTo>
                    <a:pt x="4228044" y="1668810"/>
                  </a:lnTo>
                  <a:lnTo>
                    <a:pt x="4227376" y="1668810"/>
                  </a:lnTo>
                  <a:lnTo>
                    <a:pt x="4226708" y="1668810"/>
                  </a:lnTo>
                  <a:lnTo>
                    <a:pt x="4226040" y="1668810"/>
                  </a:lnTo>
                  <a:lnTo>
                    <a:pt x="4225372" y="1668810"/>
                  </a:lnTo>
                  <a:lnTo>
                    <a:pt x="4224704" y="1668810"/>
                  </a:lnTo>
                  <a:lnTo>
                    <a:pt x="4224036" y="1668810"/>
                  </a:lnTo>
                  <a:lnTo>
                    <a:pt x="4223368" y="1668810"/>
                  </a:lnTo>
                  <a:lnTo>
                    <a:pt x="4222700" y="1668810"/>
                  </a:lnTo>
                  <a:lnTo>
                    <a:pt x="4222032" y="1668810"/>
                  </a:lnTo>
                  <a:lnTo>
                    <a:pt x="4221364" y="1668810"/>
                  </a:lnTo>
                  <a:lnTo>
                    <a:pt x="4220696" y="1668810"/>
                  </a:lnTo>
                  <a:lnTo>
                    <a:pt x="4220028" y="1668810"/>
                  </a:lnTo>
                  <a:lnTo>
                    <a:pt x="4219360" y="1668810"/>
                  </a:lnTo>
                  <a:lnTo>
                    <a:pt x="4218692" y="1668810"/>
                  </a:lnTo>
                  <a:lnTo>
                    <a:pt x="4218024" y="1668810"/>
                  </a:lnTo>
                  <a:lnTo>
                    <a:pt x="4217356" y="1668810"/>
                  </a:lnTo>
                  <a:lnTo>
                    <a:pt x="4216688" y="1668810"/>
                  </a:lnTo>
                  <a:lnTo>
                    <a:pt x="4216019" y="1668810"/>
                  </a:lnTo>
                  <a:lnTo>
                    <a:pt x="4215351" y="1668810"/>
                  </a:lnTo>
                  <a:lnTo>
                    <a:pt x="4214683" y="1668810"/>
                  </a:lnTo>
                  <a:lnTo>
                    <a:pt x="4214015" y="1668810"/>
                  </a:lnTo>
                  <a:lnTo>
                    <a:pt x="4213347" y="1668810"/>
                  </a:lnTo>
                  <a:lnTo>
                    <a:pt x="4212679" y="1668810"/>
                  </a:lnTo>
                  <a:lnTo>
                    <a:pt x="4212011" y="1668810"/>
                  </a:lnTo>
                  <a:lnTo>
                    <a:pt x="4211343" y="1668810"/>
                  </a:lnTo>
                  <a:lnTo>
                    <a:pt x="4210675" y="1668810"/>
                  </a:lnTo>
                  <a:lnTo>
                    <a:pt x="4210007" y="1668810"/>
                  </a:lnTo>
                  <a:lnTo>
                    <a:pt x="4209339" y="1668810"/>
                  </a:lnTo>
                  <a:lnTo>
                    <a:pt x="4208671" y="1668810"/>
                  </a:lnTo>
                  <a:lnTo>
                    <a:pt x="4208003" y="1668810"/>
                  </a:lnTo>
                  <a:lnTo>
                    <a:pt x="4207335" y="1668810"/>
                  </a:lnTo>
                  <a:lnTo>
                    <a:pt x="4206667" y="1668810"/>
                  </a:lnTo>
                  <a:lnTo>
                    <a:pt x="4205999" y="1668810"/>
                  </a:lnTo>
                  <a:lnTo>
                    <a:pt x="4205331" y="1668810"/>
                  </a:lnTo>
                  <a:lnTo>
                    <a:pt x="4204663" y="1668810"/>
                  </a:lnTo>
                  <a:lnTo>
                    <a:pt x="4203995" y="1668810"/>
                  </a:lnTo>
                  <a:lnTo>
                    <a:pt x="4203327" y="1668810"/>
                  </a:lnTo>
                  <a:lnTo>
                    <a:pt x="4202659" y="1668810"/>
                  </a:lnTo>
                  <a:lnTo>
                    <a:pt x="4201991" y="1668810"/>
                  </a:lnTo>
                  <a:lnTo>
                    <a:pt x="4201323" y="1668810"/>
                  </a:lnTo>
                  <a:lnTo>
                    <a:pt x="4200655" y="1668810"/>
                  </a:lnTo>
                  <a:lnTo>
                    <a:pt x="4199987" y="1668810"/>
                  </a:lnTo>
                  <a:lnTo>
                    <a:pt x="4199319" y="1668810"/>
                  </a:lnTo>
                  <a:lnTo>
                    <a:pt x="4198651" y="1668810"/>
                  </a:lnTo>
                  <a:lnTo>
                    <a:pt x="4197983" y="1668810"/>
                  </a:lnTo>
                  <a:lnTo>
                    <a:pt x="4197315" y="1668810"/>
                  </a:lnTo>
                  <a:lnTo>
                    <a:pt x="4196647" y="1668810"/>
                  </a:lnTo>
                  <a:lnTo>
                    <a:pt x="4195979" y="1668810"/>
                  </a:lnTo>
                  <a:lnTo>
                    <a:pt x="4195311" y="1668810"/>
                  </a:lnTo>
                  <a:lnTo>
                    <a:pt x="4194643" y="1668810"/>
                  </a:lnTo>
                  <a:lnTo>
                    <a:pt x="4193975" y="1668810"/>
                  </a:lnTo>
                  <a:lnTo>
                    <a:pt x="4193307" y="1668810"/>
                  </a:lnTo>
                  <a:lnTo>
                    <a:pt x="4192639" y="1668810"/>
                  </a:lnTo>
                  <a:lnTo>
                    <a:pt x="4191970" y="1668810"/>
                  </a:lnTo>
                  <a:lnTo>
                    <a:pt x="4191302" y="1668810"/>
                  </a:lnTo>
                  <a:lnTo>
                    <a:pt x="4190634" y="1668810"/>
                  </a:lnTo>
                  <a:lnTo>
                    <a:pt x="4189966" y="1668810"/>
                  </a:lnTo>
                  <a:lnTo>
                    <a:pt x="4189298" y="1668810"/>
                  </a:lnTo>
                  <a:lnTo>
                    <a:pt x="4188630" y="1668810"/>
                  </a:lnTo>
                  <a:lnTo>
                    <a:pt x="4187962" y="1668810"/>
                  </a:lnTo>
                  <a:lnTo>
                    <a:pt x="4187294" y="1668810"/>
                  </a:lnTo>
                  <a:lnTo>
                    <a:pt x="4186626" y="1668810"/>
                  </a:lnTo>
                  <a:lnTo>
                    <a:pt x="4185958" y="1668810"/>
                  </a:lnTo>
                  <a:lnTo>
                    <a:pt x="4185290" y="1668810"/>
                  </a:lnTo>
                  <a:lnTo>
                    <a:pt x="4184622" y="1668810"/>
                  </a:lnTo>
                  <a:lnTo>
                    <a:pt x="4183954" y="1668810"/>
                  </a:lnTo>
                  <a:lnTo>
                    <a:pt x="4183286" y="1668810"/>
                  </a:lnTo>
                  <a:lnTo>
                    <a:pt x="4182618" y="1668810"/>
                  </a:lnTo>
                  <a:lnTo>
                    <a:pt x="4181950" y="1668810"/>
                  </a:lnTo>
                  <a:lnTo>
                    <a:pt x="4181282" y="1668810"/>
                  </a:lnTo>
                  <a:lnTo>
                    <a:pt x="4180614" y="1668810"/>
                  </a:lnTo>
                  <a:lnTo>
                    <a:pt x="4179946" y="1668810"/>
                  </a:lnTo>
                  <a:lnTo>
                    <a:pt x="4179278" y="1668810"/>
                  </a:lnTo>
                  <a:lnTo>
                    <a:pt x="4178610" y="1668810"/>
                  </a:lnTo>
                  <a:lnTo>
                    <a:pt x="4177942" y="1668810"/>
                  </a:lnTo>
                  <a:lnTo>
                    <a:pt x="4177274" y="1668810"/>
                  </a:lnTo>
                  <a:lnTo>
                    <a:pt x="4176606" y="1668810"/>
                  </a:lnTo>
                  <a:lnTo>
                    <a:pt x="4175938" y="1668810"/>
                  </a:lnTo>
                  <a:lnTo>
                    <a:pt x="4175270" y="1668810"/>
                  </a:lnTo>
                  <a:lnTo>
                    <a:pt x="4174602" y="1668810"/>
                  </a:lnTo>
                  <a:lnTo>
                    <a:pt x="4173934" y="1668810"/>
                  </a:lnTo>
                  <a:lnTo>
                    <a:pt x="4173266" y="1668810"/>
                  </a:lnTo>
                  <a:lnTo>
                    <a:pt x="4172598" y="1668810"/>
                  </a:lnTo>
                  <a:lnTo>
                    <a:pt x="4171930" y="1668810"/>
                  </a:lnTo>
                  <a:lnTo>
                    <a:pt x="4171262" y="1668810"/>
                  </a:lnTo>
                  <a:lnTo>
                    <a:pt x="4170594" y="1668810"/>
                  </a:lnTo>
                  <a:lnTo>
                    <a:pt x="4169926" y="1668810"/>
                  </a:lnTo>
                  <a:lnTo>
                    <a:pt x="4169258" y="1668810"/>
                  </a:lnTo>
                  <a:lnTo>
                    <a:pt x="4168590" y="1668810"/>
                  </a:lnTo>
                  <a:lnTo>
                    <a:pt x="4167922" y="1668810"/>
                  </a:lnTo>
                  <a:lnTo>
                    <a:pt x="4167253" y="1668810"/>
                  </a:lnTo>
                  <a:lnTo>
                    <a:pt x="4166585" y="1668810"/>
                  </a:lnTo>
                  <a:lnTo>
                    <a:pt x="4165917" y="1668810"/>
                  </a:lnTo>
                  <a:lnTo>
                    <a:pt x="4165249" y="1668810"/>
                  </a:lnTo>
                  <a:lnTo>
                    <a:pt x="4164581" y="1668810"/>
                  </a:lnTo>
                  <a:lnTo>
                    <a:pt x="4163913" y="1668810"/>
                  </a:lnTo>
                  <a:lnTo>
                    <a:pt x="4163245" y="1668810"/>
                  </a:lnTo>
                  <a:lnTo>
                    <a:pt x="4162577" y="1668810"/>
                  </a:lnTo>
                  <a:lnTo>
                    <a:pt x="4161909" y="1668810"/>
                  </a:lnTo>
                  <a:lnTo>
                    <a:pt x="4161241" y="1668810"/>
                  </a:lnTo>
                  <a:lnTo>
                    <a:pt x="4160573" y="1668810"/>
                  </a:lnTo>
                  <a:lnTo>
                    <a:pt x="4159905" y="1668810"/>
                  </a:lnTo>
                  <a:lnTo>
                    <a:pt x="4159237" y="1668810"/>
                  </a:lnTo>
                  <a:lnTo>
                    <a:pt x="4158569" y="1668810"/>
                  </a:lnTo>
                  <a:lnTo>
                    <a:pt x="4157901" y="1668810"/>
                  </a:lnTo>
                  <a:lnTo>
                    <a:pt x="4157233" y="1668810"/>
                  </a:lnTo>
                  <a:lnTo>
                    <a:pt x="4156565" y="1668810"/>
                  </a:lnTo>
                  <a:lnTo>
                    <a:pt x="4155897" y="1668810"/>
                  </a:lnTo>
                  <a:lnTo>
                    <a:pt x="4155229" y="1668810"/>
                  </a:lnTo>
                  <a:lnTo>
                    <a:pt x="4154561" y="1668810"/>
                  </a:lnTo>
                  <a:lnTo>
                    <a:pt x="4153893" y="1668810"/>
                  </a:lnTo>
                  <a:lnTo>
                    <a:pt x="4153225" y="1668810"/>
                  </a:lnTo>
                  <a:lnTo>
                    <a:pt x="4152557" y="1668810"/>
                  </a:lnTo>
                  <a:lnTo>
                    <a:pt x="4151889" y="1668810"/>
                  </a:lnTo>
                  <a:lnTo>
                    <a:pt x="4151221" y="1668810"/>
                  </a:lnTo>
                  <a:lnTo>
                    <a:pt x="4150553" y="1668810"/>
                  </a:lnTo>
                  <a:lnTo>
                    <a:pt x="4149885" y="1668810"/>
                  </a:lnTo>
                  <a:lnTo>
                    <a:pt x="4149217" y="1668810"/>
                  </a:lnTo>
                  <a:lnTo>
                    <a:pt x="4148549" y="1668810"/>
                  </a:lnTo>
                  <a:lnTo>
                    <a:pt x="4147881" y="1668810"/>
                  </a:lnTo>
                  <a:lnTo>
                    <a:pt x="4147213" y="1668810"/>
                  </a:lnTo>
                  <a:lnTo>
                    <a:pt x="4146545" y="1668810"/>
                  </a:lnTo>
                  <a:lnTo>
                    <a:pt x="4145877" y="1668810"/>
                  </a:lnTo>
                  <a:lnTo>
                    <a:pt x="4145209" y="1668810"/>
                  </a:lnTo>
                  <a:lnTo>
                    <a:pt x="4144541" y="1668810"/>
                  </a:lnTo>
                  <a:lnTo>
                    <a:pt x="4143873" y="1668810"/>
                  </a:lnTo>
                  <a:lnTo>
                    <a:pt x="4143205" y="1668810"/>
                  </a:lnTo>
                  <a:lnTo>
                    <a:pt x="4142536" y="1668810"/>
                  </a:lnTo>
                  <a:lnTo>
                    <a:pt x="4141868" y="1668810"/>
                  </a:lnTo>
                  <a:lnTo>
                    <a:pt x="4141200" y="1668810"/>
                  </a:lnTo>
                  <a:lnTo>
                    <a:pt x="4140532" y="1668810"/>
                  </a:lnTo>
                  <a:lnTo>
                    <a:pt x="4139864" y="1668810"/>
                  </a:lnTo>
                  <a:lnTo>
                    <a:pt x="4139196" y="1668810"/>
                  </a:lnTo>
                  <a:lnTo>
                    <a:pt x="4138528" y="1668810"/>
                  </a:lnTo>
                  <a:lnTo>
                    <a:pt x="4137860" y="1668810"/>
                  </a:lnTo>
                  <a:lnTo>
                    <a:pt x="4137192" y="1668810"/>
                  </a:lnTo>
                  <a:lnTo>
                    <a:pt x="4136524" y="1668810"/>
                  </a:lnTo>
                  <a:lnTo>
                    <a:pt x="4135856" y="1668810"/>
                  </a:lnTo>
                  <a:lnTo>
                    <a:pt x="4135188" y="1668810"/>
                  </a:lnTo>
                  <a:lnTo>
                    <a:pt x="4134520" y="1668810"/>
                  </a:lnTo>
                  <a:lnTo>
                    <a:pt x="4133852" y="1668810"/>
                  </a:lnTo>
                  <a:lnTo>
                    <a:pt x="4133184" y="1668810"/>
                  </a:lnTo>
                  <a:lnTo>
                    <a:pt x="4132516" y="1668810"/>
                  </a:lnTo>
                  <a:lnTo>
                    <a:pt x="4131848" y="1668810"/>
                  </a:lnTo>
                  <a:lnTo>
                    <a:pt x="4131180" y="1668810"/>
                  </a:lnTo>
                  <a:lnTo>
                    <a:pt x="4130512" y="1668810"/>
                  </a:lnTo>
                  <a:lnTo>
                    <a:pt x="4129844" y="1668810"/>
                  </a:lnTo>
                  <a:lnTo>
                    <a:pt x="4129176" y="1668810"/>
                  </a:lnTo>
                  <a:lnTo>
                    <a:pt x="4128508" y="1668810"/>
                  </a:lnTo>
                  <a:lnTo>
                    <a:pt x="4127840" y="1668810"/>
                  </a:lnTo>
                  <a:lnTo>
                    <a:pt x="4127172" y="1668810"/>
                  </a:lnTo>
                  <a:lnTo>
                    <a:pt x="4126504" y="1668810"/>
                  </a:lnTo>
                  <a:lnTo>
                    <a:pt x="4125836" y="1668810"/>
                  </a:lnTo>
                  <a:lnTo>
                    <a:pt x="4125168" y="1668810"/>
                  </a:lnTo>
                  <a:lnTo>
                    <a:pt x="4124500" y="1668810"/>
                  </a:lnTo>
                  <a:lnTo>
                    <a:pt x="4123832" y="1668810"/>
                  </a:lnTo>
                  <a:lnTo>
                    <a:pt x="4123164" y="1668810"/>
                  </a:lnTo>
                  <a:lnTo>
                    <a:pt x="4122496" y="1668810"/>
                  </a:lnTo>
                  <a:lnTo>
                    <a:pt x="4121828" y="1668810"/>
                  </a:lnTo>
                  <a:lnTo>
                    <a:pt x="4121160" y="1668810"/>
                  </a:lnTo>
                  <a:lnTo>
                    <a:pt x="4120492" y="1668810"/>
                  </a:lnTo>
                  <a:lnTo>
                    <a:pt x="4119824" y="1668810"/>
                  </a:lnTo>
                  <a:lnTo>
                    <a:pt x="4119156" y="1668810"/>
                  </a:lnTo>
                  <a:lnTo>
                    <a:pt x="4118488" y="1668810"/>
                  </a:lnTo>
                  <a:lnTo>
                    <a:pt x="4117819" y="1668810"/>
                  </a:lnTo>
                  <a:lnTo>
                    <a:pt x="4117151" y="1668810"/>
                  </a:lnTo>
                  <a:lnTo>
                    <a:pt x="4116483" y="1668810"/>
                  </a:lnTo>
                  <a:lnTo>
                    <a:pt x="4115815" y="1668810"/>
                  </a:lnTo>
                  <a:lnTo>
                    <a:pt x="4115147" y="1668810"/>
                  </a:lnTo>
                  <a:lnTo>
                    <a:pt x="4114479" y="1668810"/>
                  </a:lnTo>
                  <a:lnTo>
                    <a:pt x="4113811" y="1668810"/>
                  </a:lnTo>
                  <a:lnTo>
                    <a:pt x="4113143" y="1668810"/>
                  </a:lnTo>
                  <a:lnTo>
                    <a:pt x="4112475" y="1668810"/>
                  </a:lnTo>
                  <a:lnTo>
                    <a:pt x="4111807" y="1668810"/>
                  </a:lnTo>
                  <a:lnTo>
                    <a:pt x="4111139" y="1668810"/>
                  </a:lnTo>
                  <a:lnTo>
                    <a:pt x="4110471" y="1668810"/>
                  </a:lnTo>
                  <a:lnTo>
                    <a:pt x="4109803" y="1668810"/>
                  </a:lnTo>
                  <a:lnTo>
                    <a:pt x="4109135" y="1668810"/>
                  </a:lnTo>
                  <a:lnTo>
                    <a:pt x="4108467" y="1668810"/>
                  </a:lnTo>
                  <a:lnTo>
                    <a:pt x="4107799" y="1668810"/>
                  </a:lnTo>
                  <a:lnTo>
                    <a:pt x="4107131" y="1668810"/>
                  </a:lnTo>
                  <a:lnTo>
                    <a:pt x="4106463" y="1668810"/>
                  </a:lnTo>
                  <a:lnTo>
                    <a:pt x="4105795" y="1668810"/>
                  </a:lnTo>
                  <a:lnTo>
                    <a:pt x="4105127" y="1668810"/>
                  </a:lnTo>
                  <a:lnTo>
                    <a:pt x="4104459" y="1668810"/>
                  </a:lnTo>
                  <a:lnTo>
                    <a:pt x="4103791" y="1668810"/>
                  </a:lnTo>
                  <a:lnTo>
                    <a:pt x="4103123" y="1668810"/>
                  </a:lnTo>
                  <a:lnTo>
                    <a:pt x="4102455" y="1668810"/>
                  </a:lnTo>
                  <a:lnTo>
                    <a:pt x="4101787" y="1668810"/>
                  </a:lnTo>
                  <a:lnTo>
                    <a:pt x="4101119" y="1668810"/>
                  </a:lnTo>
                  <a:lnTo>
                    <a:pt x="4100451" y="1668810"/>
                  </a:lnTo>
                  <a:lnTo>
                    <a:pt x="4099783" y="1668810"/>
                  </a:lnTo>
                  <a:lnTo>
                    <a:pt x="4099115" y="1668810"/>
                  </a:lnTo>
                  <a:lnTo>
                    <a:pt x="4098447" y="1668810"/>
                  </a:lnTo>
                  <a:lnTo>
                    <a:pt x="4097779" y="1668810"/>
                  </a:lnTo>
                  <a:lnTo>
                    <a:pt x="4097111" y="1668810"/>
                  </a:lnTo>
                  <a:lnTo>
                    <a:pt x="4096443" y="1668810"/>
                  </a:lnTo>
                  <a:lnTo>
                    <a:pt x="4095775" y="1668810"/>
                  </a:lnTo>
                  <a:lnTo>
                    <a:pt x="4095107" y="1668810"/>
                  </a:lnTo>
                  <a:lnTo>
                    <a:pt x="4094439" y="1668810"/>
                  </a:lnTo>
                  <a:lnTo>
                    <a:pt x="4093770" y="1668810"/>
                  </a:lnTo>
                  <a:lnTo>
                    <a:pt x="4093102" y="1668810"/>
                  </a:lnTo>
                  <a:lnTo>
                    <a:pt x="4092434" y="1668810"/>
                  </a:lnTo>
                  <a:lnTo>
                    <a:pt x="4091766" y="1668810"/>
                  </a:lnTo>
                  <a:lnTo>
                    <a:pt x="4091098" y="1668810"/>
                  </a:lnTo>
                  <a:lnTo>
                    <a:pt x="4090430" y="1668810"/>
                  </a:lnTo>
                  <a:lnTo>
                    <a:pt x="4089762" y="1668810"/>
                  </a:lnTo>
                  <a:lnTo>
                    <a:pt x="4089094" y="1668810"/>
                  </a:lnTo>
                  <a:lnTo>
                    <a:pt x="4088426" y="1668810"/>
                  </a:lnTo>
                  <a:lnTo>
                    <a:pt x="4087758" y="1668810"/>
                  </a:lnTo>
                  <a:lnTo>
                    <a:pt x="4087090" y="1668810"/>
                  </a:lnTo>
                  <a:lnTo>
                    <a:pt x="4086422" y="1668810"/>
                  </a:lnTo>
                  <a:lnTo>
                    <a:pt x="4085754" y="1668810"/>
                  </a:lnTo>
                  <a:lnTo>
                    <a:pt x="4085086" y="1668810"/>
                  </a:lnTo>
                  <a:lnTo>
                    <a:pt x="4084418" y="1668810"/>
                  </a:lnTo>
                  <a:lnTo>
                    <a:pt x="4083750" y="1668810"/>
                  </a:lnTo>
                  <a:lnTo>
                    <a:pt x="4083082" y="1668810"/>
                  </a:lnTo>
                  <a:lnTo>
                    <a:pt x="4082414" y="1668810"/>
                  </a:lnTo>
                  <a:lnTo>
                    <a:pt x="4081746" y="1668810"/>
                  </a:lnTo>
                  <a:lnTo>
                    <a:pt x="4081078" y="1668810"/>
                  </a:lnTo>
                  <a:lnTo>
                    <a:pt x="4080410" y="1668810"/>
                  </a:lnTo>
                  <a:lnTo>
                    <a:pt x="4079742" y="1668810"/>
                  </a:lnTo>
                  <a:lnTo>
                    <a:pt x="4079074" y="1668810"/>
                  </a:lnTo>
                  <a:lnTo>
                    <a:pt x="4078406" y="1668810"/>
                  </a:lnTo>
                  <a:lnTo>
                    <a:pt x="4077738" y="1668810"/>
                  </a:lnTo>
                  <a:lnTo>
                    <a:pt x="4077070" y="1668810"/>
                  </a:lnTo>
                  <a:lnTo>
                    <a:pt x="4076402" y="1668810"/>
                  </a:lnTo>
                  <a:lnTo>
                    <a:pt x="4075734" y="1668810"/>
                  </a:lnTo>
                  <a:lnTo>
                    <a:pt x="4075066" y="1668810"/>
                  </a:lnTo>
                  <a:lnTo>
                    <a:pt x="4074398" y="1668810"/>
                  </a:lnTo>
                  <a:lnTo>
                    <a:pt x="4073730" y="1668810"/>
                  </a:lnTo>
                  <a:lnTo>
                    <a:pt x="4073062" y="1668810"/>
                  </a:lnTo>
                  <a:lnTo>
                    <a:pt x="4072394" y="1668810"/>
                  </a:lnTo>
                  <a:lnTo>
                    <a:pt x="4071726" y="1668810"/>
                  </a:lnTo>
                  <a:lnTo>
                    <a:pt x="4071058" y="1668810"/>
                  </a:lnTo>
                  <a:lnTo>
                    <a:pt x="4070390" y="1668810"/>
                  </a:lnTo>
                  <a:lnTo>
                    <a:pt x="4069722" y="1668810"/>
                  </a:lnTo>
                  <a:lnTo>
                    <a:pt x="4069053" y="1668810"/>
                  </a:lnTo>
                  <a:lnTo>
                    <a:pt x="4068385" y="1668810"/>
                  </a:lnTo>
                  <a:lnTo>
                    <a:pt x="4067717" y="1668810"/>
                  </a:lnTo>
                  <a:lnTo>
                    <a:pt x="4067049" y="1668810"/>
                  </a:lnTo>
                  <a:lnTo>
                    <a:pt x="4066381" y="1668810"/>
                  </a:lnTo>
                  <a:lnTo>
                    <a:pt x="4065713" y="1668810"/>
                  </a:lnTo>
                  <a:lnTo>
                    <a:pt x="4065045" y="1668810"/>
                  </a:lnTo>
                  <a:lnTo>
                    <a:pt x="4064377" y="1668810"/>
                  </a:lnTo>
                  <a:lnTo>
                    <a:pt x="4063709" y="1668810"/>
                  </a:lnTo>
                  <a:lnTo>
                    <a:pt x="4063041" y="1668810"/>
                  </a:lnTo>
                  <a:lnTo>
                    <a:pt x="4062373" y="1668810"/>
                  </a:lnTo>
                  <a:lnTo>
                    <a:pt x="4061705" y="1668810"/>
                  </a:lnTo>
                  <a:lnTo>
                    <a:pt x="4061037" y="1668810"/>
                  </a:lnTo>
                  <a:lnTo>
                    <a:pt x="4060369" y="1668810"/>
                  </a:lnTo>
                  <a:lnTo>
                    <a:pt x="4059701" y="1668810"/>
                  </a:lnTo>
                  <a:lnTo>
                    <a:pt x="4059033" y="1668810"/>
                  </a:lnTo>
                  <a:lnTo>
                    <a:pt x="4058365" y="1668810"/>
                  </a:lnTo>
                  <a:lnTo>
                    <a:pt x="4057697" y="1668810"/>
                  </a:lnTo>
                  <a:lnTo>
                    <a:pt x="4057029" y="1668810"/>
                  </a:lnTo>
                  <a:lnTo>
                    <a:pt x="4056361" y="1668810"/>
                  </a:lnTo>
                  <a:lnTo>
                    <a:pt x="4055693" y="1668810"/>
                  </a:lnTo>
                  <a:lnTo>
                    <a:pt x="4055025" y="1668810"/>
                  </a:lnTo>
                  <a:lnTo>
                    <a:pt x="4054357" y="1668810"/>
                  </a:lnTo>
                  <a:lnTo>
                    <a:pt x="4053689" y="1668810"/>
                  </a:lnTo>
                  <a:lnTo>
                    <a:pt x="4053021" y="1668810"/>
                  </a:lnTo>
                  <a:lnTo>
                    <a:pt x="4052353" y="1668810"/>
                  </a:lnTo>
                  <a:lnTo>
                    <a:pt x="4051685" y="1668810"/>
                  </a:lnTo>
                  <a:lnTo>
                    <a:pt x="4051017" y="1668810"/>
                  </a:lnTo>
                  <a:lnTo>
                    <a:pt x="4050349" y="1668810"/>
                  </a:lnTo>
                  <a:lnTo>
                    <a:pt x="4049681" y="1668810"/>
                  </a:lnTo>
                  <a:lnTo>
                    <a:pt x="4049013" y="1668810"/>
                  </a:lnTo>
                  <a:lnTo>
                    <a:pt x="4048345" y="1668810"/>
                  </a:lnTo>
                  <a:lnTo>
                    <a:pt x="4047677" y="1668810"/>
                  </a:lnTo>
                  <a:lnTo>
                    <a:pt x="4047009" y="1668810"/>
                  </a:lnTo>
                  <a:lnTo>
                    <a:pt x="4046341" y="1668810"/>
                  </a:lnTo>
                  <a:lnTo>
                    <a:pt x="4045673" y="1668810"/>
                  </a:lnTo>
                  <a:lnTo>
                    <a:pt x="4045005" y="1668810"/>
                  </a:lnTo>
                  <a:lnTo>
                    <a:pt x="4044336" y="1668810"/>
                  </a:lnTo>
                  <a:lnTo>
                    <a:pt x="4043668" y="1668810"/>
                  </a:lnTo>
                  <a:lnTo>
                    <a:pt x="4043000" y="1668810"/>
                  </a:lnTo>
                  <a:lnTo>
                    <a:pt x="4042332" y="1668810"/>
                  </a:lnTo>
                  <a:lnTo>
                    <a:pt x="4041664" y="1668810"/>
                  </a:lnTo>
                  <a:lnTo>
                    <a:pt x="4040996" y="1668810"/>
                  </a:lnTo>
                  <a:lnTo>
                    <a:pt x="4040328" y="1668810"/>
                  </a:lnTo>
                  <a:lnTo>
                    <a:pt x="4039660" y="1668810"/>
                  </a:lnTo>
                  <a:lnTo>
                    <a:pt x="4038992" y="1668810"/>
                  </a:lnTo>
                  <a:lnTo>
                    <a:pt x="4038324" y="1668810"/>
                  </a:lnTo>
                  <a:lnTo>
                    <a:pt x="4037656" y="1668810"/>
                  </a:lnTo>
                  <a:lnTo>
                    <a:pt x="4036988" y="1668810"/>
                  </a:lnTo>
                  <a:lnTo>
                    <a:pt x="4036320" y="1668810"/>
                  </a:lnTo>
                  <a:lnTo>
                    <a:pt x="4035652" y="1668810"/>
                  </a:lnTo>
                  <a:lnTo>
                    <a:pt x="4034984" y="1668810"/>
                  </a:lnTo>
                  <a:lnTo>
                    <a:pt x="4034316" y="1668810"/>
                  </a:lnTo>
                  <a:lnTo>
                    <a:pt x="4033648" y="1668810"/>
                  </a:lnTo>
                  <a:lnTo>
                    <a:pt x="4032980" y="1668810"/>
                  </a:lnTo>
                  <a:lnTo>
                    <a:pt x="4032312" y="1668810"/>
                  </a:lnTo>
                  <a:lnTo>
                    <a:pt x="4031644" y="1668810"/>
                  </a:lnTo>
                  <a:lnTo>
                    <a:pt x="4030976" y="1668810"/>
                  </a:lnTo>
                  <a:lnTo>
                    <a:pt x="4030308" y="1668810"/>
                  </a:lnTo>
                  <a:lnTo>
                    <a:pt x="4029640" y="1668810"/>
                  </a:lnTo>
                  <a:lnTo>
                    <a:pt x="4028972" y="1668810"/>
                  </a:lnTo>
                  <a:lnTo>
                    <a:pt x="4028304" y="1668810"/>
                  </a:lnTo>
                  <a:lnTo>
                    <a:pt x="4027636" y="1668810"/>
                  </a:lnTo>
                  <a:lnTo>
                    <a:pt x="4026968" y="1668810"/>
                  </a:lnTo>
                  <a:lnTo>
                    <a:pt x="4026300" y="1668810"/>
                  </a:lnTo>
                  <a:lnTo>
                    <a:pt x="4025632" y="1668810"/>
                  </a:lnTo>
                  <a:lnTo>
                    <a:pt x="4024964" y="1668810"/>
                  </a:lnTo>
                  <a:lnTo>
                    <a:pt x="4024296" y="1668810"/>
                  </a:lnTo>
                  <a:lnTo>
                    <a:pt x="4023628" y="1668810"/>
                  </a:lnTo>
                  <a:lnTo>
                    <a:pt x="4022960" y="1668810"/>
                  </a:lnTo>
                  <a:lnTo>
                    <a:pt x="4022292" y="1668810"/>
                  </a:lnTo>
                  <a:lnTo>
                    <a:pt x="4021624" y="1668810"/>
                  </a:lnTo>
                  <a:lnTo>
                    <a:pt x="4020956" y="1668810"/>
                  </a:lnTo>
                  <a:lnTo>
                    <a:pt x="4020288" y="1668810"/>
                  </a:lnTo>
                  <a:lnTo>
                    <a:pt x="4019619" y="1668810"/>
                  </a:lnTo>
                  <a:lnTo>
                    <a:pt x="4018951" y="1668810"/>
                  </a:lnTo>
                  <a:lnTo>
                    <a:pt x="4018283" y="1668810"/>
                  </a:lnTo>
                  <a:lnTo>
                    <a:pt x="4017615" y="1668810"/>
                  </a:lnTo>
                  <a:lnTo>
                    <a:pt x="4016947" y="1668810"/>
                  </a:lnTo>
                  <a:lnTo>
                    <a:pt x="4016279" y="1668810"/>
                  </a:lnTo>
                  <a:lnTo>
                    <a:pt x="4015611" y="1668810"/>
                  </a:lnTo>
                  <a:lnTo>
                    <a:pt x="4014943" y="1668810"/>
                  </a:lnTo>
                  <a:lnTo>
                    <a:pt x="4014275" y="1668810"/>
                  </a:lnTo>
                  <a:lnTo>
                    <a:pt x="4013607" y="1668810"/>
                  </a:lnTo>
                  <a:lnTo>
                    <a:pt x="4012939" y="1668810"/>
                  </a:lnTo>
                  <a:lnTo>
                    <a:pt x="4012271" y="1668810"/>
                  </a:lnTo>
                  <a:lnTo>
                    <a:pt x="4011603" y="1668810"/>
                  </a:lnTo>
                  <a:lnTo>
                    <a:pt x="4010935" y="1668810"/>
                  </a:lnTo>
                  <a:lnTo>
                    <a:pt x="4010267" y="1668810"/>
                  </a:lnTo>
                  <a:lnTo>
                    <a:pt x="4009599" y="1668810"/>
                  </a:lnTo>
                  <a:lnTo>
                    <a:pt x="4008931" y="1668810"/>
                  </a:lnTo>
                  <a:lnTo>
                    <a:pt x="4008263" y="1668810"/>
                  </a:lnTo>
                  <a:lnTo>
                    <a:pt x="4007595" y="1668810"/>
                  </a:lnTo>
                  <a:lnTo>
                    <a:pt x="4006927" y="1668810"/>
                  </a:lnTo>
                  <a:lnTo>
                    <a:pt x="4006259" y="1668810"/>
                  </a:lnTo>
                  <a:lnTo>
                    <a:pt x="4005591" y="1668810"/>
                  </a:lnTo>
                  <a:lnTo>
                    <a:pt x="4004923" y="1668810"/>
                  </a:lnTo>
                  <a:lnTo>
                    <a:pt x="4004255" y="1668810"/>
                  </a:lnTo>
                  <a:lnTo>
                    <a:pt x="4003587" y="1668810"/>
                  </a:lnTo>
                  <a:lnTo>
                    <a:pt x="4002919" y="1668810"/>
                  </a:lnTo>
                  <a:lnTo>
                    <a:pt x="4002251" y="1668810"/>
                  </a:lnTo>
                  <a:lnTo>
                    <a:pt x="4001583" y="1668810"/>
                  </a:lnTo>
                  <a:lnTo>
                    <a:pt x="4000915" y="1668810"/>
                  </a:lnTo>
                  <a:lnTo>
                    <a:pt x="4000247" y="1668810"/>
                  </a:lnTo>
                  <a:lnTo>
                    <a:pt x="3999579" y="1668810"/>
                  </a:lnTo>
                  <a:lnTo>
                    <a:pt x="3998911" y="1668810"/>
                  </a:lnTo>
                  <a:lnTo>
                    <a:pt x="3998243" y="1668810"/>
                  </a:lnTo>
                  <a:lnTo>
                    <a:pt x="3997575" y="1668810"/>
                  </a:lnTo>
                  <a:lnTo>
                    <a:pt x="3996907" y="1668810"/>
                  </a:lnTo>
                  <a:lnTo>
                    <a:pt x="3996239" y="1668810"/>
                  </a:lnTo>
                  <a:lnTo>
                    <a:pt x="3995570" y="1668810"/>
                  </a:lnTo>
                  <a:lnTo>
                    <a:pt x="3994902" y="1668810"/>
                  </a:lnTo>
                  <a:lnTo>
                    <a:pt x="3994234" y="1668810"/>
                  </a:lnTo>
                  <a:lnTo>
                    <a:pt x="3993566" y="1668810"/>
                  </a:lnTo>
                  <a:lnTo>
                    <a:pt x="3992898" y="1668810"/>
                  </a:lnTo>
                  <a:lnTo>
                    <a:pt x="3992230" y="1668810"/>
                  </a:lnTo>
                  <a:lnTo>
                    <a:pt x="3991562" y="1668810"/>
                  </a:lnTo>
                  <a:lnTo>
                    <a:pt x="3990894" y="1668810"/>
                  </a:lnTo>
                  <a:lnTo>
                    <a:pt x="3990226" y="1668810"/>
                  </a:lnTo>
                  <a:lnTo>
                    <a:pt x="3989558" y="1668810"/>
                  </a:lnTo>
                  <a:lnTo>
                    <a:pt x="3988890" y="1668810"/>
                  </a:lnTo>
                  <a:lnTo>
                    <a:pt x="3988222" y="1668810"/>
                  </a:lnTo>
                  <a:lnTo>
                    <a:pt x="3987554" y="1668810"/>
                  </a:lnTo>
                  <a:lnTo>
                    <a:pt x="3986886" y="1668810"/>
                  </a:lnTo>
                  <a:lnTo>
                    <a:pt x="3986218" y="1668810"/>
                  </a:lnTo>
                  <a:lnTo>
                    <a:pt x="3985550" y="1668810"/>
                  </a:lnTo>
                  <a:lnTo>
                    <a:pt x="3984882" y="1668810"/>
                  </a:lnTo>
                  <a:lnTo>
                    <a:pt x="3984214" y="1668810"/>
                  </a:lnTo>
                  <a:lnTo>
                    <a:pt x="3983546" y="1668810"/>
                  </a:lnTo>
                  <a:lnTo>
                    <a:pt x="3982878" y="1668810"/>
                  </a:lnTo>
                  <a:lnTo>
                    <a:pt x="3982210" y="1668810"/>
                  </a:lnTo>
                  <a:lnTo>
                    <a:pt x="3981542" y="1668810"/>
                  </a:lnTo>
                  <a:lnTo>
                    <a:pt x="3980874" y="1668810"/>
                  </a:lnTo>
                  <a:lnTo>
                    <a:pt x="3980206" y="1668810"/>
                  </a:lnTo>
                  <a:lnTo>
                    <a:pt x="3979538" y="1668810"/>
                  </a:lnTo>
                  <a:lnTo>
                    <a:pt x="3978870" y="1668810"/>
                  </a:lnTo>
                  <a:lnTo>
                    <a:pt x="3978202" y="1668810"/>
                  </a:lnTo>
                  <a:lnTo>
                    <a:pt x="3977534" y="1668810"/>
                  </a:lnTo>
                  <a:lnTo>
                    <a:pt x="3976866" y="1668810"/>
                  </a:lnTo>
                  <a:lnTo>
                    <a:pt x="3976198" y="1668810"/>
                  </a:lnTo>
                  <a:lnTo>
                    <a:pt x="3975530" y="1668810"/>
                  </a:lnTo>
                  <a:lnTo>
                    <a:pt x="3974862" y="1668810"/>
                  </a:lnTo>
                  <a:lnTo>
                    <a:pt x="3974194" y="1668810"/>
                  </a:lnTo>
                  <a:lnTo>
                    <a:pt x="3973526" y="1668810"/>
                  </a:lnTo>
                  <a:lnTo>
                    <a:pt x="3972858" y="1668810"/>
                  </a:lnTo>
                  <a:lnTo>
                    <a:pt x="3972190" y="1668810"/>
                  </a:lnTo>
                  <a:lnTo>
                    <a:pt x="3971522" y="1668810"/>
                  </a:lnTo>
                  <a:lnTo>
                    <a:pt x="3970853" y="1668810"/>
                  </a:lnTo>
                  <a:lnTo>
                    <a:pt x="3970185" y="1668810"/>
                  </a:lnTo>
                  <a:lnTo>
                    <a:pt x="3969517" y="1668810"/>
                  </a:lnTo>
                  <a:lnTo>
                    <a:pt x="3968849" y="1668810"/>
                  </a:lnTo>
                  <a:lnTo>
                    <a:pt x="3968181" y="1668810"/>
                  </a:lnTo>
                  <a:lnTo>
                    <a:pt x="3967513" y="1668810"/>
                  </a:lnTo>
                  <a:lnTo>
                    <a:pt x="3966845" y="1668810"/>
                  </a:lnTo>
                  <a:lnTo>
                    <a:pt x="3966177" y="1668810"/>
                  </a:lnTo>
                  <a:lnTo>
                    <a:pt x="3965509" y="1668810"/>
                  </a:lnTo>
                  <a:lnTo>
                    <a:pt x="3964841" y="1668810"/>
                  </a:lnTo>
                  <a:lnTo>
                    <a:pt x="3964173" y="1668810"/>
                  </a:lnTo>
                  <a:lnTo>
                    <a:pt x="3963505" y="1668810"/>
                  </a:lnTo>
                  <a:lnTo>
                    <a:pt x="3962837" y="1668810"/>
                  </a:lnTo>
                  <a:lnTo>
                    <a:pt x="3962169" y="1668810"/>
                  </a:lnTo>
                  <a:lnTo>
                    <a:pt x="3961501" y="1668810"/>
                  </a:lnTo>
                  <a:lnTo>
                    <a:pt x="3960833" y="1668810"/>
                  </a:lnTo>
                  <a:lnTo>
                    <a:pt x="3960165" y="1668810"/>
                  </a:lnTo>
                  <a:lnTo>
                    <a:pt x="3959497" y="1668810"/>
                  </a:lnTo>
                  <a:lnTo>
                    <a:pt x="3958829" y="1668810"/>
                  </a:lnTo>
                  <a:lnTo>
                    <a:pt x="3958161" y="1668810"/>
                  </a:lnTo>
                  <a:lnTo>
                    <a:pt x="3957493" y="1668810"/>
                  </a:lnTo>
                  <a:lnTo>
                    <a:pt x="3956825" y="1668810"/>
                  </a:lnTo>
                  <a:lnTo>
                    <a:pt x="3956157" y="1668810"/>
                  </a:lnTo>
                  <a:lnTo>
                    <a:pt x="3955489" y="1668810"/>
                  </a:lnTo>
                  <a:lnTo>
                    <a:pt x="3954821" y="1668810"/>
                  </a:lnTo>
                  <a:lnTo>
                    <a:pt x="3954153" y="1668810"/>
                  </a:lnTo>
                  <a:lnTo>
                    <a:pt x="3953485" y="1668810"/>
                  </a:lnTo>
                  <a:lnTo>
                    <a:pt x="3952817" y="1668810"/>
                  </a:lnTo>
                  <a:lnTo>
                    <a:pt x="3952149" y="1668810"/>
                  </a:lnTo>
                  <a:lnTo>
                    <a:pt x="3951481" y="1668810"/>
                  </a:lnTo>
                  <a:lnTo>
                    <a:pt x="3950813" y="1668810"/>
                  </a:lnTo>
                  <a:lnTo>
                    <a:pt x="3950145" y="1668810"/>
                  </a:lnTo>
                  <a:lnTo>
                    <a:pt x="3949477" y="1668810"/>
                  </a:lnTo>
                  <a:lnTo>
                    <a:pt x="3948809" y="1668810"/>
                  </a:lnTo>
                  <a:lnTo>
                    <a:pt x="3948141" y="1668810"/>
                  </a:lnTo>
                  <a:lnTo>
                    <a:pt x="3947473" y="1668810"/>
                  </a:lnTo>
                  <a:lnTo>
                    <a:pt x="3946805" y="1668810"/>
                  </a:lnTo>
                  <a:lnTo>
                    <a:pt x="3946136" y="1668810"/>
                  </a:lnTo>
                  <a:lnTo>
                    <a:pt x="3945468" y="1668810"/>
                  </a:lnTo>
                  <a:lnTo>
                    <a:pt x="3944800" y="1668810"/>
                  </a:lnTo>
                  <a:lnTo>
                    <a:pt x="3944132" y="1668810"/>
                  </a:lnTo>
                  <a:lnTo>
                    <a:pt x="3943464" y="1668810"/>
                  </a:lnTo>
                  <a:lnTo>
                    <a:pt x="3942796" y="1668810"/>
                  </a:lnTo>
                  <a:lnTo>
                    <a:pt x="3942128" y="1668810"/>
                  </a:lnTo>
                  <a:lnTo>
                    <a:pt x="3941460" y="1668810"/>
                  </a:lnTo>
                  <a:lnTo>
                    <a:pt x="3940792" y="1668810"/>
                  </a:lnTo>
                  <a:lnTo>
                    <a:pt x="3940124" y="1668810"/>
                  </a:lnTo>
                  <a:lnTo>
                    <a:pt x="3939456" y="1668810"/>
                  </a:lnTo>
                  <a:lnTo>
                    <a:pt x="3938788" y="1668810"/>
                  </a:lnTo>
                  <a:lnTo>
                    <a:pt x="3938120" y="1668810"/>
                  </a:lnTo>
                  <a:lnTo>
                    <a:pt x="3937452" y="1668810"/>
                  </a:lnTo>
                  <a:lnTo>
                    <a:pt x="3936784" y="1668810"/>
                  </a:lnTo>
                  <a:lnTo>
                    <a:pt x="3936116" y="1668810"/>
                  </a:lnTo>
                  <a:lnTo>
                    <a:pt x="3935448" y="1668810"/>
                  </a:lnTo>
                  <a:lnTo>
                    <a:pt x="3934780" y="1668810"/>
                  </a:lnTo>
                  <a:lnTo>
                    <a:pt x="3934112" y="1668810"/>
                  </a:lnTo>
                  <a:lnTo>
                    <a:pt x="3933444" y="1668810"/>
                  </a:lnTo>
                  <a:lnTo>
                    <a:pt x="3932776" y="1668810"/>
                  </a:lnTo>
                  <a:lnTo>
                    <a:pt x="3932108" y="1668810"/>
                  </a:lnTo>
                  <a:lnTo>
                    <a:pt x="3931440" y="1668810"/>
                  </a:lnTo>
                  <a:lnTo>
                    <a:pt x="3930772" y="1668810"/>
                  </a:lnTo>
                  <a:lnTo>
                    <a:pt x="3930104" y="1668810"/>
                  </a:lnTo>
                  <a:lnTo>
                    <a:pt x="3929436" y="1668810"/>
                  </a:lnTo>
                  <a:lnTo>
                    <a:pt x="3928768" y="1668810"/>
                  </a:lnTo>
                  <a:lnTo>
                    <a:pt x="3928100" y="1668810"/>
                  </a:lnTo>
                  <a:lnTo>
                    <a:pt x="3927432" y="1668810"/>
                  </a:lnTo>
                  <a:lnTo>
                    <a:pt x="3926764" y="1668810"/>
                  </a:lnTo>
                  <a:lnTo>
                    <a:pt x="3926096" y="1668810"/>
                  </a:lnTo>
                  <a:lnTo>
                    <a:pt x="3925428" y="1668810"/>
                  </a:lnTo>
                  <a:lnTo>
                    <a:pt x="3924760" y="1668810"/>
                  </a:lnTo>
                  <a:lnTo>
                    <a:pt x="3924092" y="1668810"/>
                  </a:lnTo>
                  <a:lnTo>
                    <a:pt x="3923424" y="1668810"/>
                  </a:lnTo>
                  <a:lnTo>
                    <a:pt x="3922756" y="1668810"/>
                  </a:lnTo>
                  <a:lnTo>
                    <a:pt x="3922088" y="1668810"/>
                  </a:lnTo>
                  <a:lnTo>
                    <a:pt x="3921419" y="1668810"/>
                  </a:lnTo>
                  <a:lnTo>
                    <a:pt x="3920751" y="1668810"/>
                  </a:lnTo>
                  <a:lnTo>
                    <a:pt x="3920083" y="1668810"/>
                  </a:lnTo>
                  <a:lnTo>
                    <a:pt x="3919415" y="1668810"/>
                  </a:lnTo>
                  <a:lnTo>
                    <a:pt x="3918747" y="1668810"/>
                  </a:lnTo>
                  <a:lnTo>
                    <a:pt x="3918079" y="1668810"/>
                  </a:lnTo>
                  <a:lnTo>
                    <a:pt x="3917411" y="1668810"/>
                  </a:lnTo>
                  <a:lnTo>
                    <a:pt x="3916743" y="1668810"/>
                  </a:lnTo>
                  <a:lnTo>
                    <a:pt x="3916075" y="1668810"/>
                  </a:lnTo>
                  <a:lnTo>
                    <a:pt x="3915407" y="1668810"/>
                  </a:lnTo>
                  <a:lnTo>
                    <a:pt x="3914739" y="1668810"/>
                  </a:lnTo>
                  <a:lnTo>
                    <a:pt x="3914071" y="1668810"/>
                  </a:lnTo>
                  <a:lnTo>
                    <a:pt x="3913403" y="1668810"/>
                  </a:lnTo>
                  <a:lnTo>
                    <a:pt x="3912735" y="1668810"/>
                  </a:lnTo>
                  <a:lnTo>
                    <a:pt x="3912067" y="1668810"/>
                  </a:lnTo>
                  <a:lnTo>
                    <a:pt x="3911399" y="1668810"/>
                  </a:lnTo>
                  <a:lnTo>
                    <a:pt x="3910731" y="1668810"/>
                  </a:lnTo>
                  <a:lnTo>
                    <a:pt x="3910063" y="1668810"/>
                  </a:lnTo>
                  <a:lnTo>
                    <a:pt x="3909395" y="1668810"/>
                  </a:lnTo>
                  <a:lnTo>
                    <a:pt x="3908727" y="1668810"/>
                  </a:lnTo>
                  <a:lnTo>
                    <a:pt x="3908059" y="1668810"/>
                  </a:lnTo>
                  <a:lnTo>
                    <a:pt x="3907391" y="1668810"/>
                  </a:lnTo>
                  <a:lnTo>
                    <a:pt x="3906723" y="1668810"/>
                  </a:lnTo>
                  <a:lnTo>
                    <a:pt x="3906055" y="1668810"/>
                  </a:lnTo>
                  <a:lnTo>
                    <a:pt x="3905387" y="1668810"/>
                  </a:lnTo>
                  <a:lnTo>
                    <a:pt x="3904719" y="1668810"/>
                  </a:lnTo>
                  <a:lnTo>
                    <a:pt x="3904051" y="1668810"/>
                  </a:lnTo>
                  <a:lnTo>
                    <a:pt x="3903383" y="1668810"/>
                  </a:lnTo>
                  <a:lnTo>
                    <a:pt x="3902715" y="1668810"/>
                  </a:lnTo>
                  <a:lnTo>
                    <a:pt x="3902047" y="1668810"/>
                  </a:lnTo>
                  <a:lnTo>
                    <a:pt x="3901379" y="1668810"/>
                  </a:lnTo>
                  <a:lnTo>
                    <a:pt x="3900711" y="1668810"/>
                  </a:lnTo>
                  <a:lnTo>
                    <a:pt x="3900043" y="1668810"/>
                  </a:lnTo>
                  <a:lnTo>
                    <a:pt x="3899375" y="1668810"/>
                  </a:lnTo>
                  <a:lnTo>
                    <a:pt x="3898707" y="1668810"/>
                  </a:lnTo>
                  <a:lnTo>
                    <a:pt x="3898039" y="1668810"/>
                  </a:lnTo>
                  <a:lnTo>
                    <a:pt x="3897370" y="1668810"/>
                  </a:lnTo>
                  <a:lnTo>
                    <a:pt x="3896702" y="1668810"/>
                  </a:lnTo>
                  <a:lnTo>
                    <a:pt x="3896034" y="1668810"/>
                  </a:lnTo>
                  <a:lnTo>
                    <a:pt x="3895366" y="1668810"/>
                  </a:lnTo>
                  <a:lnTo>
                    <a:pt x="3894698" y="1668810"/>
                  </a:lnTo>
                  <a:lnTo>
                    <a:pt x="3894030" y="1668810"/>
                  </a:lnTo>
                  <a:lnTo>
                    <a:pt x="3893362" y="1668810"/>
                  </a:lnTo>
                  <a:lnTo>
                    <a:pt x="3892694" y="1668810"/>
                  </a:lnTo>
                  <a:lnTo>
                    <a:pt x="3892026" y="1668810"/>
                  </a:lnTo>
                  <a:lnTo>
                    <a:pt x="3891358" y="1668810"/>
                  </a:lnTo>
                  <a:lnTo>
                    <a:pt x="3890690" y="1668810"/>
                  </a:lnTo>
                  <a:lnTo>
                    <a:pt x="3890022" y="1668810"/>
                  </a:lnTo>
                  <a:lnTo>
                    <a:pt x="3889354" y="1668810"/>
                  </a:lnTo>
                  <a:lnTo>
                    <a:pt x="3888686" y="1668810"/>
                  </a:lnTo>
                  <a:lnTo>
                    <a:pt x="3888018" y="1668810"/>
                  </a:lnTo>
                  <a:lnTo>
                    <a:pt x="3887350" y="1668810"/>
                  </a:lnTo>
                  <a:lnTo>
                    <a:pt x="3886682" y="1668810"/>
                  </a:lnTo>
                  <a:lnTo>
                    <a:pt x="3886014" y="1668810"/>
                  </a:lnTo>
                  <a:lnTo>
                    <a:pt x="3885346" y="1668810"/>
                  </a:lnTo>
                  <a:lnTo>
                    <a:pt x="3884678" y="1668810"/>
                  </a:lnTo>
                  <a:lnTo>
                    <a:pt x="3884010" y="1668810"/>
                  </a:lnTo>
                  <a:lnTo>
                    <a:pt x="3883342" y="1668810"/>
                  </a:lnTo>
                  <a:lnTo>
                    <a:pt x="3882674" y="1668810"/>
                  </a:lnTo>
                  <a:lnTo>
                    <a:pt x="3882006" y="1668810"/>
                  </a:lnTo>
                  <a:lnTo>
                    <a:pt x="3881338" y="1668810"/>
                  </a:lnTo>
                  <a:lnTo>
                    <a:pt x="3880670" y="1668810"/>
                  </a:lnTo>
                  <a:lnTo>
                    <a:pt x="3880002" y="1668810"/>
                  </a:lnTo>
                  <a:lnTo>
                    <a:pt x="3879334" y="1668810"/>
                  </a:lnTo>
                  <a:lnTo>
                    <a:pt x="3878666" y="1668810"/>
                  </a:lnTo>
                  <a:lnTo>
                    <a:pt x="3877998" y="1668810"/>
                  </a:lnTo>
                  <a:lnTo>
                    <a:pt x="3877330" y="1668810"/>
                  </a:lnTo>
                  <a:lnTo>
                    <a:pt x="3876662" y="1668810"/>
                  </a:lnTo>
                  <a:lnTo>
                    <a:pt x="3875994" y="1668810"/>
                  </a:lnTo>
                  <a:lnTo>
                    <a:pt x="3875326" y="1668810"/>
                  </a:lnTo>
                  <a:lnTo>
                    <a:pt x="3874658" y="1668810"/>
                  </a:lnTo>
                  <a:lnTo>
                    <a:pt x="3873990" y="1668810"/>
                  </a:lnTo>
                  <a:lnTo>
                    <a:pt x="3873322" y="1668810"/>
                  </a:lnTo>
                  <a:lnTo>
                    <a:pt x="3872653" y="1668810"/>
                  </a:lnTo>
                  <a:lnTo>
                    <a:pt x="3871985" y="1668810"/>
                  </a:lnTo>
                  <a:lnTo>
                    <a:pt x="3871317" y="1668810"/>
                  </a:lnTo>
                  <a:lnTo>
                    <a:pt x="3870649" y="1668810"/>
                  </a:lnTo>
                  <a:lnTo>
                    <a:pt x="3869981" y="1668810"/>
                  </a:lnTo>
                  <a:lnTo>
                    <a:pt x="3869313" y="1668810"/>
                  </a:lnTo>
                  <a:lnTo>
                    <a:pt x="3868645" y="1668810"/>
                  </a:lnTo>
                  <a:lnTo>
                    <a:pt x="3867977" y="1668810"/>
                  </a:lnTo>
                  <a:lnTo>
                    <a:pt x="3867309" y="1668810"/>
                  </a:lnTo>
                  <a:lnTo>
                    <a:pt x="3866641" y="1668810"/>
                  </a:lnTo>
                  <a:lnTo>
                    <a:pt x="3865973" y="1668810"/>
                  </a:lnTo>
                  <a:lnTo>
                    <a:pt x="3865305" y="1668810"/>
                  </a:lnTo>
                  <a:lnTo>
                    <a:pt x="3864637" y="1668810"/>
                  </a:lnTo>
                  <a:lnTo>
                    <a:pt x="3863969" y="1668810"/>
                  </a:lnTo>
                  <a:lnTo>
                    <a:pt x="3863301" y="1668810"/>
                  </a:lnTo>
                  <a:lnTo>
                    <a:pt x="3862633" y="1668810"/>
                  </a:lnTo>
                  <a:lnTo>
                    <a:pt x="3861965" y="1668810"/>
                  </a:lnTo>
                  <a:lnTo>
                    <a:pt x="3861297" y="1668810"/>
                  </a:lnTo>
                  <a:lnTo>
                    <a:pt x="3860629" y="1668810"/>
                  </a:lnTo>
                  <a:lnTo>
                    <a:pt x="3859961" y="1668810"/>
                  </a:lnTo>
                  <a:lnTo>
                    <a:pt x="3859293" y="1668810"/>
                  </a:lnTo>
                  <a:lnTo>
                    <a:pt x="3858625" y="1668810"/>
                  </a:lnTo>
                  <a:lnTo>
                    <a:pt x="3857957" y="1668810"/>
                  </a:lnTo>
                  <a:lnTo>
                    <a:pt x="3857289" y="1668810"/>
                  </a:lnTo>
                  <a:lnTo>
                    <a:pt x="3856621" y="1668810"/>
                  </a:lnTo>
                  <a:lnTo>
                    <a:pt x="3855953" y="1668810"/>
                  </a:lnTo>
                  <a:lnTo>
                    <a:pt x="3855285" y="1668810"/>
                  </a:lnTo>
                  <a:lnTo>
                    <a:pt x="3854617" y="1668810"/>
                  </a:lnTo>
                  <a:lnTo>
                    <a:pt x="3853949" y="1668810"/>
                  </a:lnTo>
                  <a:lnTo>
                    <a:pt x="3853281" y="1668810"/>
                  </a:lnTo>
                  <a:lnTo>
                    <a:pt x="3852613" y="1668810"/>
                  </a:lnTo>
                  <a:lnTo>
                    <a:pt x="3851945" y="1668810"/>
                  </a:lnTo>
                  <a:lnTo>
                    <a:pt x="3851277" y="1668810"/>
                  </a:lnTo>
                  <a:lnTo>
                    <a:pt x="3850609" y="1668810"/>
                  </a:lnTo>
                  <a:lnTo>
                    <a:pt x="3849941" y="1668810"/>
                  </a:lnTo>
                  <a:lnTo>
                    <a:pt x="3849273" y="1668810"/>
                  </a:lnTo>
                  <a:lnTo>
                    <a:pt x="3848605" y="1668810"/>
                  </a:lnTo>
                  <a:lnTo>
                    <a:pt x="3847936" y="1668810"/>
                  </a:lnTo>
                  <a:lnTo>
                    <a:pt x="3847268" y="1668810"/>
                  </a:lnTo>
                  <a:lnTo>
                    <a:pt x="3846600" y="1668810"/>
                  </a:lnTo>
                  <a:lnTo>
                    <a:pt x="3845932" y="1668810"/>
                  </a:lnTo>
                  <a:lnTo>
                    <a:pt x="3845264" y="1668810"/>
                  </a:lnTo>
                  <a:lnTo>
                    <a:pt x="3844596" y="1668810"/>
                  </a:lnTo>
                  <a:lnTo>
                    <a:pt x="3843928" y="1668810"/>
                  </a:lnTo>
                  <a:lnTo>
                    <a:pt x="3843260" y="1668810"/>
                  </a:lnTo>
                  <a:lnTo>
                    <a:pt x="3842592" y="1668810"/>
                  </a:lnTo>
                  <a:lnTo>
                    <a:pt x="3841924" y="1668810"/>
                  </a:lnTo>
                  <a:lnTo>
                    <a:pt x="3841256" y="1668810"/>
                  </a:lnTo>
                  <a:lnTo>
                    <a:pt x="3840588" y="1668810"/>
                  </a:lnTo>
                  <a:lnTo>
                    <a:pt x="3839920" y="1668810"/>
                  </a:lnTo>
                  <a:lnTo>
                    <a:pt x="3839252" y="1668810"/>
                  </a:lnTo>
                  <a:lnTo>
                    <a:pt x="3838584" y="1668810"/>
                  </a:lnTo>
                  <a:lnTo>
                    <a:pt x="3837916" y="1668810"/>
                  </a:lnTo>
                  <a:lnTo>
                    <a:pt x="3837248" y="1668810"/>
                  </a:lnTo>
                  <a:lnTo>
                    <a:pt x="3836580" y="1668810"/>
                  </a:lnTo>
                  <a:lnTo>
                    <a:pt x="3835912" y="1668810"/>
                  </a:lnTo>
                  <a:lnTo>
                    <a:pt x="3835244" y="1668810"/>
                  </a:lnTo>
                  <a:lnTo>
                    <a:pt x="3834576" y="1668810"/>
                  </a:lnTo>
                  <a:lnTo>
                    <a:pt x="3833908" y="1668810"/>
                  </a:lnTo>
                  <a:lnTo>
                    <a:pt x="3833240" y="1668810"/>
                  </a:lnTo>
                  <a:lnTo>
                    <a:pt x="3832572" y="1668810"/>
                  </a:lnTo>
                  <a:lnTo>
                    <a:pt x="3831904" y="1668810"/>
                  </a:lnTo>
                  <a:lnTo>
                    <a:pt x="3831236" y="1668810"/>
                  </a:lnTo>
                  <a:lnTo>
                    <a:pt x="3830568" y="1668810"/>
                  </a:lnTo>
                  <a:lnTo>
                    <a:pt x="3829900" y="1668810"/>
                  </a:lnTo>
                  <a:lnTo>
                    <a:pt x="3829232" y="1668810"/>
                  </a:lnTo>
                  <a:lnTo>
                    <a:pt x="3828564" y="1668810"/>
                  </a:lnTo>
                  <a:lnTo>
                    <a:pt x="3827896" y="1668810"/>
                  </a:lnTo>
                  <a:lnTo>
                    <a:pt x="3827228" y="1668810"/>
                  </a:lnTo>
                  <a:lnTo>
                    <a:pt x="3826560" y="1668810"/>
                  </a:lnTo>
                  <a:lnTo>
                    <a:pt x="3825892" y="1668810"/>
                  </a:lnTo>
                  <a:lnTo>
                    <a:pt x="3825224" y="1668810"/>
                  </a:lnTo>
                  <a:lnTo>
                    <a:pt x="3824556" y="1668810"/>
                  </a:lnTo>
                  <a:lnTo>
                    <a:pt x="3823887" y="1668810"/>
                  </a:lnTo>
                  <a:lnTo>
                    <a:pt x="3823219" y="1668810"/>
                  </a:lnTo>
                  <a:lnTo>
                    <a:pt x="3822551" y="1668810"/>
                  </a:lnTo>
                  <a:lnTo>
                    <a:pt x="3821883" y="1668810"/>
                  </a:lnTo>
                  <a:lnTo>
                    <a:pt x="3821215" y="1668810"/>
                  </a:lnTo>
                  <a:lnTo>
                    <a:pt x="3820547" y="1668810"/>
                  </a:lnTo>
                  <a:lnTo>
                    <a:pt x="3819879" y="1668810"/>
                  </a:lnTo>
                  <a:lnTo>
                    <a:pt x="3819211" y="1668810"/>
                  </a:lnTo>
                  <a:lnTo>
                    <a:pt x="3818543" y="1668810"/>
                  </a:lnTo>
                  <a:lnTo>
                    <a:pt x="3817875" y="1668810"/>
                  </a:lnTo>
                  <a:lnTo>
                    <a:pt x="3817207" y="1668810"/>
                  </a:lnTo>
                  <a:lnTo>
                    <a:pt x="3816539" y="1668810"/>
                  </a:lnTo>
                  <a:lnTo>
                    <a:pt x="3815871" y="1668810"/>
                  </a:lnTo>
                  <a:lnTo>
                    <a:pt x="3815203" y="1668810"/>
                  </a:lnTo>
                  <a:lnTo>
                    <a:pt x="3814535" y="1668810"/>
                  </a:lnTo>
                  <a:lnTo>
                    <a:pt x="3813867" y="1668810"/>
                  </a:lnTo>
                  <a:lnTo>
                    <a:pt x="3813199" y="1668810"/>
                  </a:lnTo>
                  <a:lnTo>
                    <a:pt x="3812531" y="1668810"/>
                  </a:lnTo>
                  <a:lnTo>
                    <a:pt x="3811863" y="1668810"/>
                  </a:lnTo>
                  <a:lnTo>
                    <a:pt x="3811195" y="1668810"/>
                  </a:lnTo>
                  <a:lnTo>
                    <a:pt x="3810527" y="1668810"/>
                  </a:lnTo>
                  <a:lnTo>
                    <a:pt x="3809859" y="1668810"/>
                  </a:lnTo>
                  <a:lnTo>
                    <a:pt x="3809191" y="1668810"/>
                  </a:lnTo>
                  <a:lnTo>
                    <a:pt x="3808523" y="1668810"/>
                  </a:lnTo>
                  <a:lnTo>
                    <a:pt x="3807855" y="1668810"/>
                  </a:lnTo>
                  <a:lnTo>
                    <a:pt x="3807187" y="1668810"/>
                  </a:lnTo>
                  <a:lnTo>
                    <a:pt x="3806519" y="1668810"/>
                  </a:lnTo>
                  <a:lnTo>
                    <a:pt x="3805851" y="1668810"/>
                  </a:lnTo>
                  <a:lnTo>
                    <a:pt x="3805183" y="1668810"/>
                  </a:lnTo>
                  <a:lnTo>
                    <a:pt x="3804515" y="1668810"/>
                  </a:lnTo>
                  <a:lnTo>
                    <a:pt x="3803847" y="1668810"/>
                  </a:lnTo>
                  <a:lnTo>
                    <a:pt x="3803179" y="1668810"/>
                  </a:lnTo>
                  <a:lnTo>
                    <a:pt x="3802511" y="1668810"/>
                  </a:lnTo>
                  <a:lnTo>
                    <a:pt x="3801843" y="1668810"/>
                  </a:lnTo>
                  <a:lnTo>
                    <a:pt x="3801175" y="1668810"/>
                  </a:lnTo>
                  <a:lnTo>
                    <a:pt x="3800507" y="1668810"/>
                  </a:lnTo>
                  <a:lnTo>
                    <a:pt x="3799839" y="1668810"/>
                  </a:lnTo>
                  <a:lnTo>
                    <a:pt x="3799170" y="1668810"/>
                  </a:lnTo>
                  <a:lnTo>
                    <a:pt x="3798502" y="1668810"/>
                  </a:lnTo>
                  <a:lnTo>
                    <a:pt x="3797834" y="1668810"/>
                  </a:lnTo>
                  <a:lnTo>
                    <a:pt x="3797166" y="1668810"/>
                  </a:lnTo>
                  <a:lnTo>
                    <a:pt x="3796498" y="1668810"/>
                  </a:lnTo>
                  <a:lnTo>
                    <a:pt x="3795830" y="1668810"/>
                  </a:lnTo>
                  <a:lnTo>
                    <a:pt x="3795162" y="1668810"/>
                  </a:lnTo>
                  <a:lnTo>
                    <a:pt x="3794494" y="1668810"/>
                  </a:lnTo>
                  <a:lnTo>
                    <a:pt x="3793826" y="1668810"/>
                  </a:lnTo>
                  <a:lnTo>
                    <a:pt x="3793158" y="1668810"/>
                  </a:lnTo>
                  <a:lnTo>
                    <a:pt x="3792490" y="1668810"/>
                  </a:lnTo>
                  <a:lnTo>
                    <a:pt x="3791822" y="1668810"/>
                  </a:lnTo>
                  <a:lnTo>
                    <a:pt x="3791154" y="1668810"/>
                  </a:lnTo>
                  <a:lnTo>
                    <a:pt x="3790486" y="1668810"/>
                  </a:lnTo>
                  <a:lnTo>
                    <a:pt x="3789818" y="1668810"/>
                  </a:lnTo>
                  <a:lnTo>
                    <a:pt x="3789150" y="1668810"/>
                  </a:lnTo>
                  <a:lnTo>
                    <a:pt x="3788482" y="1668810"/>
                  </a:lnTo>
                  <a:lnTo>
                    <a:pt x="3787814" y="1668810"/>
                  </a:lnTo>
                  <a:lnTo>
                    <a:pt x="3787146" y="1668810"/>
                  </a:lnTo>
                  <a:lnTo>
                    <a:pt x="3786478" y="1668810"/>
                  </a:lnTo>
                  <a:lnTo>
                    <a:pt x="3785810" y="1668810"/>
                  </a:lnTo>
                  <a:lnTo>
                    <a:pt x="3785142" y="1668810"/>
                  </a:lnTo>
                  <a:lnTo>
                    <a:pt x="3784474" y="1668810"/>
                  </a:lnTo>
                  <a:lnTo>
                    <a:pt x="3783806" y="1668810"/>
                  </a:lnTo>
                  <a:lnTo>
                    <a:pt x="3783138" y="1668810"/>
                  </a:lnTo>
                  <a:lnTo>
                    <a:pt x="3782470" y="1668810"/>
                  </a:lnTo>
                  <a:lnTo>
                    <a:pt x="3781802" y="1668810"/>
                  </a:lnTo>
                  <a:lnTo>
                    <a:pt x="3781134" y="1668810"/>
                  </a:lnTo>
                  <a:lnTo>
                    <a:pt x="3780466" y="1668810"/>
                  </a:lnTo>
                  <a:lnTo>
                    <a:pt x="3779798" y="1668810"/>
                  </a:lnTo>
                  <a:lnTo>
                    <a:pt x="3779130" y="1668810"/>
                  </a:lnTo>
                  <a:lnTo>
                    <a:pt x="3778462" y="1668810"/>
                  </a:lnTo>
                  <a:lnTo>
                    <a:pt x="3777794" y="1668810"/>
                  </a:lnTo>
                  <a:lnTo>
                    <a:pt x="3777126" y="1668810"/>
                  </a:lnTo>
                  <a:lnTo>
                    <a:pt x="3776458" y="1668810"/>
                  </a:lnTo>
                  <a:lnTo>
                    <a:pt x="3775790" y="1668810"/>
                  </a:lnTo>
                  <a:lnTo>
                    <a:pt x="3775122" y="1668810"/>
                  </a:lnTo>
                  <a:lnTo>
                    <a:pt x="3774453" y="1668810"/>
                  </a:lnTo>
                  <a:lnTo>
                    <a:pt x="3773785" y="1668810"/>
                  </a:lnTo>
                  <a:lnTo>
                    <a:pt x="3773117" y="1668810"/>
                  </a:lnTo>
                  <a:lnTo>
                    <a:pt x="3772449" y="1668810"/>
                  </a:lnTo>
                  <a:lnTo>
                    <a:pt x="3771781" y="1668810"/>
                  </a:lnTo>
                  <a:lnTo>
                    <a:pt x="3771113" y="1668810"/>
                  </a:lnTo>
                  <a:lnTo>
                    <a:pt x="3770445" y="1668810"/>
                  </a:lnTo>
                  <a:lnTo>
                    <a:pt x="3769777" y="1668810"/>
                  </a:lnTo>
                  <a:lnTo>
                    <a:pt x="3769109" y="1668810"/>
                  </a:lnTo>
                  <a:lnTo>
                    <a:pt x="3768441" y="1668810"/>
                  </a:lnTo>
                  <a:lnTo>
                    <a:pt x="3767773" y="1668810"/>
                  </a:lnTo>
                  <a:lnTo>
                    <a:pt x="3767105" y="1668810"/>
                  </a:lnTo>
                  <a:lnTo>
                    <a:pt x="3766437" y="1668810"/>
                  </a:lnTo>
                  <a:lnTo>
                    <a:pt x="3765769" y="1668810"/>
                  </a:lnTo>
                  <a:lnTo>
                    <a:pt x="3765101" y="1668810"/>
                  </a:lnTo>
                  <a:lnTo>
                    <a:pt x="3764433" y="1668810"/>
                  </a:lnTo>
                  <a:lnTo>
                    <a:pt x="3763765" y="1668810"/>
                  </a:lnTo>
                  <a:lnTo>
                    <a:pt x="3763097" y="1668810"/>
                  </a:lnTo>
                  <a:lnTo>
                    <a:pt x="3762429" y="1668810"/>
                  </a:lnTo>
                  <a:lnTo>
                    <a:pt x="3761761" y="1668810"/>
                  </a:lnTo>
                  <a:lnTo>
                    <a:pt x="3761093" y="1668810"/>
                  </a:lnTo>
                  <a:lnTo>
                    <a:pt x="3760425" y="1668810"/>
                  </a:lnTo>
                  <a:lnTo>
                    <a:pt x="3759757" y="1668810"/>
                  </a:lnTo>
                  <a:lnTo>
                    <a:pt x="3759089" y="1668810"/>
                  </a:lnTo>
                  <a:lnTo>
                    <a:pt x="3758421" y="1668810"/>
                  </a:lnTo>
                  <a:lnTo>
                    <a:pt x="3757753" y="1668810"/>
                  </a:lnTo>
                  <a:lnTo>
                    <a:pt x="3757085" y="1668810"/>
                  </a:lnTo>
                  <a:lnTo>
                    <a:pt x="3756417" y="1668810"/>
                  </a:lnTo>
                  <a:lnTo>
                    <a:pt x="3755749" y="1668810"/>
                  </a:lnTo>
                  <a:lnTo>
                    <a:pt x="3755081" y="1668810"/>
                  </a:lnTo>
                  <a:lnTo>
                    <a:pt x="3754413" y="1668810"/>
                  </a:lnTo>
                  <a:lnTo>
                    <a:pt x="3753745" y="1668810"/>
                  </a:lnTo>
                  <a:lnTo>
                    <a:pt x="3753077" y="1668810"/>
                  </a:lnTo>
                  <a:lnTo>
                    <a:pt x="3752409" y="1668810"/>
                  </a:lnTo>
                  <a:lnTo>
                    <a:pt x="3751741" y="1668810"/>
                  </a:lnTo>
                  <a:lnTo>
                    <a:pt x="3751073" y="1668810"/>
                  </a:lnTo>
                  <a:lnTo>
                    <a:pt x="3750405" y="1668810"/>
                  </a:lnTo>
                  <a:lnTo>
                    <a:pt x="3749736" y="1668810"/>
                  </a:lnTo>
                  <a:lnTo>
                    <a:pt x="3749068" y="1668810"/>
                  </a:lnTo>
                  <a:lnTo>
                    <a:pt x="3748400" y="1668810"/>
                  </a:lnTo>
                  <a:lnTo>
                    <a:pt x="3747732" y="1668810"/>
                  </a:lnTo>
                  <a:lnTo>
                    <a:pt x="3747064" y="1668810"/>
                  </a:lnTo>
                  <a:lnTo>
                    <a:pt x="3746396" y="1668810"/>
                  </a:lnTo>
                  <a:lnTo>
                    <a:pt x="3745728" y="1668810"/>
                  </a:lnTo>
                  <a:lnTo>
                    <a:pt x="3745060" y="1668810"/>
                  </a:lnTo>
                  <a:lnTo>
                    <a:pt x="3744392" y="1668810"/>
                  </a:lnTo>
                  <a:lnTo>
                    <a:pt x="3743724" y="1668810"/>
                  </a:lnTo>
                  <a:lnTo>
                    <a:pt x="3743056" y="1668810"/>
                  </a:lnTo>
                  <a:lnTo>
                    <a:pt x="3742388" y="1668810"/>
                  </a:lnTo>
                  <a:lnTo>
                    <a:pt x="3741720" y="1668810"/>
                  </a:lnTo>
                  <a:lnTo>
                    <a:pt x="3741052" y="1668810"/>
                  </a:lnTo>
                  <a:lnTo>
                    <a:pt x="3740384" y="1668810"/>
                  </a:lnTo>
                  <a:lnTo>
                    <a:pt x="3739716" y="1668810"/>
                  </a:lnTo>
                  <a:lnTo>
                    <a:pt x="3739048" y="1668810"/>
                  </a:lnTo>
                  <a:lnTo>
                    <a:pt x="3738380" y="1668810"/>
                  </a:lnTo>
                  <a:lnTo>
                    <a:pt x="3737712" y="1668810"/>
                  </a:lnTo>
                  <a:lnTo>
                    <a:pt x="3737044" y="1668810"/>
                  </a:lnTo>
                  <a:lnTo>
                    <a:pt x="3736376" y="1668810"/>
                  </a:lnTo>
                  <a:lnTo>
                    <a:pt x="3735708" y="1668810"/>
                  </a:lnTo>
                  <a:lnTo>
                    <a:pt x="3735040" y="1668810"/>
                  </a:lnTo>
                  <a:lnTo>
                    <a:pt x="3734372" y="1668810"/>
                  </a:lnTo>
                  <a:lnTo>
                    <a:pt x="3733704" y="1668810"/>
                  </a:lnTo>
                  <a:lnTo>
                    <a:pt x="3733036" y="1668810"/>
                  </a:lnTo>
                  <a:lnTo>
                    <a:pt x="3732368" y="1668810"/>
                  </a:lnTo>
                  <a:lnTo>
                    <a:pt x="3731700" y="1668810"/>
                  </a:lnTo>
                  <a:lnTo>
                    <a:pt x="3731032" y="1668810"/>
                  </a:lnTo>
                  <a:lnTo>
                    <a:pt x="3730364" y="1668810"/>
                  </a:lnTo>
                  <a:lnTo>
                    <a:pt x="3729696" y="1668810"/>
                  </a:lnTo>
                  <a:lnTo>
                    <a:pt x="3729028" y="1668810"/>
                  </a:lnTo>
                  <a:lnTo>
                    <a:pt x="3728360" y="1668810"/>
                  </a:lnTo>
                  <a:lnTo>
                    <a:pt x="3727692" y="1668810"/>
                  </a:lnTo>
                  <a:lnTo>
                    <a:pt x="3727024" y="1668810"/>
                  </a:lnTo>
                  <a:lnTo>
                    <a:pt x="3726356" y="1668810"/>
                  </a:lnTo>
                  <a:lnTo>
                    <a:pt x="3725687" y="1668810"/>
                  </a:lnTo>
                  <a:lnTo>
                    <a:pt x="3725019" y="1668810"/>
                  </a:lnTo>
                  <a:lnTo>
                    <a:pt x="3724351" y="1668810"/>
                  </a:lnTo>
                  <a:lnTo>
                    <a:pt x="3723683" y="1668810"/>
                  </a:lnTo>
                  <a:lnTo>
                    <a:pt x="3723015" y="1668810"/>
                  </a:lnTo>
                  <a:lnTo>
                    <a:pt x="3722347" y="1668810"/>
                  </a:lnTo>
                  <a:lnTo>
                    <a:pt x="3721679" y="1668810"/>
                  </a:lnTo>
                  <a:lnTo>
                    <a:pt x="3721011" y="1668810"/>
                  </a:lnTo>
                  <a:lnTo>
                    <a:pt x="3720343" y="1668810"/>
                  </a:lnTo>
                  <a:lnTo>
                    <a:pt x="3719675" y="1668810"/>
                  </a:lnTo>
                  <a:lnTo>
                    <a:pt x="3719007" y="1668810"/>
                  </a:lnTo>
                  <a:lnTo>
                    <a:pt x="3718339" y="1668810"/>
                  </a:lnTo>
                  <a:lnTo>
                    <a:pt x="3717671" y="1668810"/>
                  </a:lnTo>
                  <a:lnTo>
                    <a:pt x="3717003" y="1668810"/>
                  </a:lnTo>
                  <a:lnTo>
                    <a:pt x="3716335" y="1668810"/>
                  </a:lnTo>
                  <a:lnTo>
                    <a:pt x="3715667" y="1668810"/>
                  </a:lnTo>
                  <a:lnTo>
                    <a:pt x="3714999" y="1668810"/>
                  </a:lnTo>
                  <a:lnTo>
                    <a:pt x="3714331" y="1668810"/>
                  </a:lnTo>
                  <a:lnTo>
                    <a:pt x="3713663" y="1668810"/>
                  </a:lnTo>
                  <a:lnTo>
                    <a:pt x="3712995" y="1668810"/>
                  </a:lnTo>
                  <a:lnTo>
                    <a:pt x="3712327" y="1668810"/>
                  </a:lnTo>
                  <a:lnTo>
                    <a:pt x="3711659" y="1668810"/>
                  </a:lnTo>
                  <a:lnTo>
                    <a:pt x="3710991" y="1668810"/>
                  </a:lnTo>
                  <a:lnTo>
                    <a:pt x="3710323" y="1668810"/>
                  </a:lnTo>
                  <a:lnTo>
                    <a:pt x="3709655" y="1668810"/>
                  </a:lnTo>
                  <a:lnTo>
                    <a:pt x="3708987" y="1668810"/>
                  </a:lnTo>
                  <a:lnTo>
                    <a:pt x="3708319" y="1668810"/>
                  </a:lnTo>
                  <a:lnTo>
                    <a:pt x="3707651" y="1668810"/>
                  </a:lnTo>
                  <a:lnTo>
                    <a:pt x="3706983" y="1668810"/>
                  </a:lnTo>
                  <a:lnTo>
                    <a:pt x="3706315" y="1668810"/>
                  </a:lnTo>
                  <a:lnTo>
                    <a:pt x="3705647" y="1668810"/>
                  </a:lnTo>
                  <a:lnTo>
                    <a:pt x="3704979" y="1668810"/>
                  </a:lnTo>
                  <a:lnTo>
                    <a:pt x="3704311" y="1668810"/>
                  </a:lnTo>
                  <a:lnTo>
                    <a:pt x="3703643" y="1668810"/>
                  </a:lnTo>
                  <a:lnTo>
                    <a:pt x="3702975" y="1668810"/>
                  </a:lnTo>
                  <a:lnTo>
                    <a:pt x="3702307" y="1668810"/>
                  </a:lnTo>
                  <a:lnTo>
                    <a:pt x="3701639" y="1668810"/>
                  </a:lnTo>
                  <a:lnTo>
                    <a:pt x="3700970" y="1668810"/>
                  </a:lnTo>
                  <a:lnTo>
                    <a:pt x="3700302" y="1668810"/>
                  </a:lnTo>
                  <a:lnTo>
                    <a:pt x="3699634" y="1668810"/>
                  </a:lnTo>
                  <a:lnTo>
                    <a:pt x="3698966" y="1668810"/>
                  </a:lnTo>
                  <a:lnTo>
                    <a:pt x="3698298" y="1668810"/>
                  </a:lnTo>
                  <a:lnTo>
                    <a:pt x="3697630" y="1668810"/>
                  </a:lnTo>
                  <a:lnTo>
                    <a:pt x="3696962" y="1668810"/>
                  </a:lnTo>
                  <a:lnTo>
                    <a:pt x="3696294" y="1668810"/>
                  </a:lnTo>
                  <a:lnTo>
                    <a:pt x="3695626" y="1668810"/>
                  </a:lnTo>
                  <a:lnTo>
                    <a:pt x="3694958" y="1668810"/>
                  </a:lnTo>
                  <a:lnTo>
                    <a:pt x="3694290" y="1668810"/>
                  </a:lnTo>
                  <a:lnTo>
                    <a:pt x="3693622" y="1668810"/>
                  </a:lnTo>
                  <a:lnTo>
                    <a:pt x="3692954" y="1668810"/>
                  </a:lnTo>
                  <a:lnTo>
                    <a:pt x="3692286" y="1668810"/>
                  </a:lnTo>
                  <a:lnTo>
                    <a:pt x="3691618" y="1668810"/>
                  </a:lnTo>
                  <a:lnTo>
                    <a:pt x="3690950" y="1668810"/>
                  </a:lnTo>
                  <a:lnTo>
                    <a:pt x="3690282" y="1668810"/>
                  </a:lnTo>
                  <a:lnTo>
                    <a:pt x="3689614" y="1668810"/>
                  </a:lnTo>
                  <a:lnTo>
                    <a:pt x="3688946" y="1668810"/>
                  </a:lnTo>
                  <a:lnTo>
                    <a:pt x="3688278" y="1668810"/>
                  </a:lnTo>
                  <a:lnTo>
                    <a:pt x="3687610" y="1668810"/>
                  </a:lnTo>
                  <a:lnTo>
                    <a:pt x="3686942" y="1668810"/>
                  </a:lnTo>
                  <a:lnTo>
                    <a:pt x="3686274" y="1668810"/>
                  </a:lnTo>
                  <a:lnTo>
                    <a:pt x="3685606" y="1668810"/>
                  </a:lnTo>
                  <a:lnTo>
                    <a:pt x="3684938" y="1668810"/>
                  </a:lnTo>
                  <a:lnTo>
                    <a:pt x="3684270" y="1668810"/>
                  </a:lnTo>
                  <a:lnTo>
                    <a:pt x="3683602" y="1668810"/>
                  </a:lnTo>
                  <a:lnTo>
                    <a:pt x="3682934" y="1668810"/>
                  </a:lnTo>
                  <a:lnTo>
                    <a:pt x="3682266" y="1668810"/>
                  </a:lnTo>
                  <a:lnTo>
                    <a:pt x="3681598" y="1668810"/>
                  </a:lnTo>
                  <a:lnTo>
                    <a:pt x="3680930" y="1668810"/>
                  </a:lnTo>
                  <a:lnTo>
                    <a:pt x="3680262" y="1668810"/>
                  </a:lnTo>
                  <a:lnTo>
                    <a:pt x="3679594" y="1668810"/>
                  </a:lnTo>
                  <a:lnTo>
                    <a:pt x="3678926" y="1668810"/>
                  </a:lnTo>
                  <a:lnTo>
                    <a:pt x="3678258" y="1668810"/>
                  </a:lnTo>
                  <a:lnTo>
                    <a:pt x="3677590" y="1668810"/>
                  </a:lnTo>
                  <a:lnTo>
                    <a:pt x="3676922" y="1668810"/>
                  </a:lnTo>
                  <a:lnTo>
                    <a:pt x="3676253" y="1668810"/>
                  </a:lnTo>
                  <a:lnTo>
                    <a:pt x="3675585" y="1668810"/>
                  </a:lnTo>
                  <a:lnTo>
                    <a:pt x="3674917" y="1668810"/>
                  </a:lnTo>
                  <a:lnTo>
                    <a:pt x="3674249" y="1668810"/>
                  </a:lnTo>
                  <a:lnTo>
                    <a:pt x="3673581" y="1668810"/>
                  </a:lnTo>
                  <a:lnTo>
                    <a:pt x="3672913" y="1668810"/>
                  </a:lnTo>
                  <a:lnTo>
                    <a:pt x="3672245" y="1668810"/>
                  </a:lnTo>
                  <a:lnTo>
                    <a:pt x="3671577" y="1668810"/>
                  </a:lnTo>
                  <a:lnTo>
                    <a:pt x="3670909" y="1668810"/>
                  </a:lnTo>
                  <a:lnTo>
                    <a:pt x="3670241" y="1668810"/>
                  </a:lnTo>
                  <a:lnTo>
                    <a:pt x="3669573" y="1668810"/>
                  </a:lnTo>
                  <a:lnTo>
                    <a:pt x="3668905" y="1668810"/>
                  </a:lnTo>
                  <a:lnTo>
                    <a:pt x="3668237" y="1668810"/>
                  </a:lnTo>
                  <a:lnTo>
                    <a:pt x="3667569" y="1668810"/>
                  </a:lnTo>
                  <a:lnTo>
                    <a:pt x="3666901" y="1668810"/>
                  </a:lnTo>
                  <a:lnTo>
                    <a:pt x="3666233" y="1668810"/>
                  </a:lnTo>
                  <a:lnTo>
                    <a:pt x="3665565" y="1668810"/>
                  </a:lnTo>
                  <a:lnTo>
                    <a:pt x="3664897" y="1668810"/>
                  </a:lnTo>
                  <a:lnTo>
                    <a:pt x="3664229" y="1668810"/>
                  </a:lnTo>
                  <a:lnTo>
                    <a:pt x="3663561" y="1668810"/>
                  </a:lnTo>
                  <a:lnTo>
                    <a:pt x="3662893" y="1668810"/>
                  </a:lnTo>
                  <a:lnTo>
                    <a:pt x="3662225" y="1668810"/>
                  </a:lnTo>
                  <a:lnTo>
                    <a:pt x="3661557" y="1668810"/>
                  </a:lnTo>
                  <a:lnTo>
                    <a:pt x="3660889" y="1668810"/>
                  </a:lnTo>
                  <a:lnTo>
                    <a:pt x="3660221" y="1668810"/>
                  </a:lnTo>
                  <a:lnTo>
                    <a:pt x="3659553" y="1668810"/>
                  </a:lnTo>
                  <a:lnTo>
                    <a:pt x="3658885" y="1668810"/>
                  </a:lnTo>
                  <a:lnTo>
                    <a:pt x="3658217" y="1668810"/>
                  </a:lnTo>
                  <a:lnTo>
                    <a:pt x="3657549" y="1668810"/>
                  </a:lnTo>
                  <a:lnTo>
                    <a:pt x="3656881" y="1668810"/>
                  </a:lnTo>
                  <a:lnTo>
                    <a:pt x="3656213" y="1668810"/>
                  </a:lnTo>
                  <a:lnTo>
                    <a:pt x="3655545" y="1668810"/>
                  </a:lnTo>
                  <a:lnTo>
                    <a:pt x="3654877" y="1668810"/>
                  </a:lnTo>
                  <a:lnTo>
                    <a:pt x="3654209" y="1668810"/>
                  </a:lnTo>
                  <a:lnTo>
                    <a:pt x="3653541" y="1668810"/>
                  </a:lnTo>
                  <a:lnTo>
                    <a:pt x="3652873" y="1668810"/>
                  </a:lnTo>
                  <a:lnTo>
                    <a:pt x="3652205" y="1668810"/>
                  </a:lnTo>
                  <a:lnTo>
                    <a:pt x="3651536" y="1668810"/>
                  </a:lnTo>
                  <a:lnTo>
                    <a:pt x="3650868" y="1668810"/>
                  </a:lnTo>
                  <a:lnTo>
                    <a:pt x="3650200" y="1668810"/>
                  </a:lnTo>
                  <a:lnTo>
                    <a:pt x="3649532" y="1668810"/>
                  </a:lnTo>
                  <a:lnTo>
                    <a:pt x="3648864" y="1668810"/>
                  </a:lnTo>
                  <a:lnTo>
                    <a:pt x="3648196" y="1668810"/>
                  </a:lnTo>
                  <a:lnTo>
                    <a:pt x="3647528" y="1668810"/>
                  </a:lnTo>
                  <a:lnTo>
                    <a:pt x="3646860" y="1668810"/>
                  </a:lnTo>
                  <a:lnTo>
                    <a:pt x="3646192" y="1668810"/>
                  </a:lnTo>
                  <a:lnTo>
                    <a:pt x="3645524" y="1668810"/>
                  </a:lnTo>
                  <a:lnTo>
                    <a:pt x="3644856" y="1668810"/>
                  </a:lnTo>
                  <a:lnTo>
                    <a:pt x="3644188" y="1668810"/>
                  </a:lnTo>
                  <a:lnTo>
                    <a:pt x="3643520" y="1668810"/>
                  </a:lnTo>
                  <a:lnTo>
                    <a:pt x="3642852" y="1668810"/>
                  </a:lnTo>
                  <a:lnTo>
                    <a:pt x="3642184" y="1668810"/>
                  </a:lnTo>
                  <a:lnTo>
                    <a:pt x="3641516" y="1668810"/>
                  </a:lnTo>
                  <a:lnTo>
                    <a:pt x="3640848" y="1668810"/>
                  </a:lnTo>
                  <a:lnTo>
                    <a:pt x="3640180" y="1668810"/>
                  </a:lnTo>
                  <a:lnTo>
                    <a:pt x="3639512" y="1668810"/>
                  </a:lnTo>
                  <a:lnTo>
                    <a:pt x="3638844" y="1668810"/>
                  </a:lnTo>
                  <a:lnTo>
                    <a:pt x="3638176" y="1668810"/>
                  </a:lnTo>
                  <a:lnTo>
                    <a:pt x="3637508" y="1668810"/>
                  </a:lnTo>
                  <a:lnTo>
                    <a:pt x="3636840" y="1668810"/>
                  </a:lnTo>
                  <a:lnTo>
                    <a:pt x="3636172" y="1668810"/>
                  </a:lnTo>
                  <a:lnTo>
                    <a:pt x="3635504" y="1668810"/>
                  </a:lnTo>
                  <a:lnTo>
                    <a:pt x="3634836" y="1668810"/>
                  </a:lnTo>
                  <a:lnTo>
                    <a:pt x="3634168" y="1668810"/>
                  </a:lnTo>
                  <a:lnTo>
                    <a:pt x="3633500" y="1668810"/>
                  </a:lnTo>
                  <a:lnTo>
                    <a:pt x="3632832" y="1668810"/>
                  </a:lnTo>
                  <a:lnTo>
                    <a:pt x="3632164" y="1668810"/>
                  </a:lnTo>
                  <a:lnTo>
                    <a:pt x="3631496" y="1668810"/>
                  </a:lnTo>
                  <a:lnTo>
                    <a:pt x="3630828" y="1668810"/>
                  </a:lnTo>
                  <a:lnTo>
                    <a:pt x="3630160" y="1668810"/>
                  </a:lnTo>
                  <a:lnTo>
                    <a:pt x="3629492" y="1668810"/>
                  </a:lnTo>
                  <a:lnTo>
                    <a:pt x="3628824" y="1668810"/>
                  </a:lnTo>
                  <a:lnTo>
                    <a:pt x="3628156" y="1668810"/>
                  </a:lnTo>
                  <a:lnTo>
                    <a:pt x="3627487" y="1668810"/>
                  </a:lnTo>
                  <a:lnTo>
                    <a:pt x="3626819" y="1668810"/>
                  </a:lnTo>
                  <a:lnTo>
                    <a:pt x="3626151" y="1668810"/>
                  </a:lnTo>
                  <a:lnTo>
                    <a:pt x="3625483" y="1668810"/>
                  </a:lnTo>
                  <a:lnTo>
                    <a:pt x="3624815" y="1668810"/>
                  </a:lnTo>
                  <a:lnTo>
                    <a:pt x="3624147" y="1668810"/>
                  </a:lnTo>
                  <a:lnTo>
                    <a:pt x="3623479" y="1668810"/>
                  </a:lnTo>
                  <a:lnTo>
                    <a:pt x="3622811" y="1668810"/>
                  </a:lnTo>
                  <a:lnTo>
                    <a:pt x="3622143" y="1668810"/>
                  </a:lnTo>
                  <a:lnTo>
                    <a:pt x="3621475" y="1668810"/>
                  </a:lnTo>
                  <a:lnTo>
                    <a:pt x="3620807" y="1668810"/>
                  </a:lnTo>
                  <a:lnTo>
                    <a:pt x="3620139" y="1668810"/>
                  </a:lnTo>
                  <a:lnTo>
                    <a:pt x="3619471" y="1668810"/>
                  </a:lnTo>
                  <a:lnTo>
                    <a:pt x="3618803" y="1668810"/>
                  </a:lnTo>
                  <a:lnTo>
                    <a:pt x="3618135" y="1668810"/>
                  </a:lnTo>
                  <a:lnTo>
                    <a:pt x="3617467" y="1668810"/>
                  </a:lnTo>
                  <a:lnTo>
                    <a:pt x="3616799" y="1668810"/>
                  </a:lnTo>
                  <a:lnTo>
                    <a:pt x="3616131" y="1668810"/>
                  </a:lnTo>
                  <a:lnTo>
                    <a:pt x="3615463" y="1668810"/>
                  </a:lnTo>
                  <a:lnTo>
                    <a:pt x="3614795" y="1668810"/>
                  </a:lnTo>
                  <a:lnTo>
                    <a:pt x="3614127" y="1668810"/>
                  </a:lnTo>
                  <a:lnTo>
                    <a:pt x="3613459" y="1668810"/>
                  </a:lnTo>
                  <a:lnTo>
                    <a:pt x="3612791" y="1668810"/>
                  </a:lnTo>
                  <a:lnTo>
                    <a:pt x="3612123" y="1668810"/>
                  </a:lnTo>
                  <a:lnTo>
                    <a:pt x="3611455" y="1668810"/>
                  </a:lnTo>
                  <a:lnTo>
                    <a:pt x="3610787" y="1668810"/>
                  </a:lnTo>
                  <a:lnTo>
                    <a:pt x="3610119" y="1668810"/>
                  </a:lnTo>
                  <a:lnTo>
                    <a:pt x="3609451" y="1668810"/>
                  </a:lnTo>
                  <a:lnTo>
                    <a:pt x="3608783" y="1668810"/>
                  </a:lnTo>
                  <a:lnTo>
                    <a:pt x="3608115" y="1668810"/>
                  </a:lnTo>
                  <a:lnTo>
                    <a:pt x="3607447" y="1668810"/>
                  </a:lnTo>
                  <a:lnTo>
                    <a:pt x="3606779" y="1668810"/>
                  </a:lnTo>
                  <a:lnTo>
                    <a:pt x="3606111" y="1668810"/>
                  </a:lnTo>
                  <a:lnTo>
                    <a:pt x="3605443" y="1668810"/>
                  </a:lnTo>
                  <a:lnTo>
                    <a:pt x="3604775" y="1668810"/>
                  </a:lnTo>
                  <a:lnTo>
                    <a:pt x="3604107" y="1668810"/>
                  </a:lnTo>
                  <a:lnTo>
                    <a:pt x="3603439" y="1668810"/>
                  </a:lnTo>
                  <a:lnTo>
                    <a:pt x="3602770" y="1668810"/>
                  </a:lnTo>
                  <a:lnTo>
                    <a:pt x="3602102" y="1668810"/>
                  </a:lnTo>
                  <a:lnTo>
                    <a:pt x="3601434" y="1668810"/>
                  </a:lnTo>
                  <a:lnTo>
                    <a:pt x="3600766" y="1668810"/>
                  </a:lnTo>
                  <a:lnTo>
                    <a:pt x="3600098" y="1668810"/>
                  </a:lnTo>
                  <a:lnTo>
                    <a:pt x="3599430" y="1668810"/>
                  </a:lnTo>
                  <a:lnTo>
                    <a:pt x="3598762" y="1668810"/>
                  </a:lnTo>
                  <a:lnTo>
                    <a:pt x="3598094" y="1668810"/>
                  </a:lnTo>
                  <a:lnTo>
                    <a:pt x="3597426" y="1668810"/>
                  </a:lnTo>
                  <a:lnTo>
                    <a:pt x="3596758" y="1668810"/>
                  </a:lnTo>
                  <a:lnTo>
                    <a:pt x="3596090" y="1668810"/>
                  </a:lnTo>
                  <a:lnTo>
                    <a:pt x="3595422" y="1668810"/>
                  </a:lnTo>
                  <a:lnTo>
                    <a:pt x="3594754" y="1668810"/>
                  </a:lnTo>
                  <a:lnTo>
                    <a:pt x="3594086" y="1668810"/>
                  </a:lnTo>
                  <a:lnTo>
                    <a:pt x="3593418" y="1668810"/>
                  </a:lnTo>
                  <a:lnTo>
                    <a:pt x="3592750" y="1668810"/>
                  </a:lnTo>
                  <a:lnTo>
                    <a:pt x="3592082" y="1668810"/>
                  </a:lnTo>
                  <a:lnTo>
                    <a:pt x="3591414" y="1668810"/>
                  </a:lnTo>
                  <a:lnTo>
                    <a:pt x="3590746" y="1668810"/>
                  </a:lnTo>
                  <a:lnTo>
                    <a:pt x="3590078" y="1668810"/>
                  </a:lnTo>
                  <a:lnTo>
                    <a:pt x="3589410" y="1668810"/>
                  </a:lnTo>
                  <a:lnTo>
                    <a:pt x="3588742" y="1668810"/>
                  </a:lnTo>
                  <a:lnTo>
                    <a:pt x="3588074" y="1668810"/>
                  </a:lnTo>
                  <a:lnTo>
                    <a:pt x="3587406" y="1668810"/>
                  </a:lnTo>
                  <a:lnTo>
                    <a:pt x="3586738" y="1668810"/>
                  </a:lnTo>
                  <a:lnTo>
                    <a:pt x="3586070" y="1668810"/>
                  </a:lnTo>
                  <a:lnTo>
                    <a:pt x="3585402" y="1668810"/>
                  </a:lnTo>
                  <a:lnTo>
                    <a:pt x="3584734" y="1668810"/>
                  </a:lnTo>
                  <a:lnTo>
                    <a:pt x="3584066" y="1668810"/>
                  </a:lnTo>
                  <a:lnTo>
                    <a:pt x="3583398" y="1668810"/>
                  </a:lnTo>
                  <a:lnTo>
                    <a:pt x="3582730" y="1668810"/>
                  </a:lnTo>
                  <a:lnTo>
                    <a:pt x="3582062" y="1668810"/>
                  </a:lnTo>
                  <a:lnTo>
                    <a:pt x="3581394" y="1668810"/>
                  </a:lnTo>
                  <a:lnTo>
                    <a:pt x="3580726" y="1668810"/>
                  </a:lnTo>
                  <a:lnTo>
                    <a:pt x="3580058" y="1668810"/>
                  </a:lnTo>
                  <a:lnTo>
                    <a:pt x="3579390" y="1668810"/>
                  </a:lnTo>
                  <a:lnTo>
                    <a:pt x="3578722" y="1668810"/>
                  </a:lnTo>
                  <a:lnTo>
                    <a:pt x="3578053" y="1668810"/>
                  </a:lnTo>
                  <a:lnTo>
                    <a:pt x="3577385" y="1668810"/>
                  </a:lnTo>
                  <a:lnTo>
                    <a:pt x="3576717" y="1668810"/>
                  </a:lnTo>
                  <a:lnTo>
                    <a:pt x="3576049" y="1668810"/>
                  </a:lnTo>
                  <a:lnTo>
                    <a:pt x="3575381" y="1668810"/>
                  </a:lnTo>
                  <a:lnTo>
                    <a:pt x="3574713" y="1668810"/>
                  </a:lnTo>
                  <a:lnTo>
                    <a:pt x="3574045" y="1668810"/>
                  </a:lnTo>
                  <a:lnTo>
                    <a:pt x="3573377" y="1668810"/>
                  </a:lnTo>
                  <a:lnTo>
                    <a:pt x="3572709" y="1668810"/>
                  </a:lnTo>
                  <a:lnTo>
                    <a:pt x="3572041" y="1668810"/>
                  </a:lnTo>
                  <a:lnTo>
                    <a:pt x="3571373" y="1668810"/>
                  </a:lnTo>
                  <a:lnTo>
                    <a:pt x="3570705" y="1668810"/>
                  </a:lnTo>
                  <a:lnTo>
                    <a:pt x="3570037" y="1668810"/>
                  </a:lnTo>
                  <a:lnTo>
                    <a:pt x="3569369" y="1668810"/>
                  </a:lnTo>
                  <a:lnTo>
                    <a:pt x="3568701" y="1668810"/>
                  </a:lnTo>
                  <a:lnTo>
                    <a:pt x="3568033" y="1668810"/>
                  </a:lnTo>
                  <a:lnTo>
                    <a:pt x="3567365" y="1668810"/>
                  </a:lnTo>
                  <a:lnTo>
                    <a:pt x="3566697" y="1668810"/>
                  </a:lnTo>
                  <a:lnTo>
                    <a:pt x="3566029" y="1668810"/>
                  </a:lnTo>
                  <a:lnTo>
                    <a:pt x="3565361" y="1668810"/>
                  </a:lnTo>
                  <a:lnTo>
                    <a:pt x="3564693" y="1668810"/>
                  </a:lnTo>
                  <a:lnTo>
                    <a:pt x="3564025" y="1668810"/>
                  </a:lnTo>
                  <a:lnTo>
                    <a:pt x="3563357" y="1668810"/>
                  </a:lnTo>
                  <a:lnTo>
                    <a:pt x="3562689" y="1668810"/>
                  </a:lnTo>
                  <a:lnTo>
                    <a:pt x="3562021" y="1668810"/>
                  </a:lnTo>
                  <a:lnTo>
                    <a:pt x="3561353" y="1668810"/>
                  </a:lnTo>
                  <a:lnTo>
                    <a:pt x="3560685" y="1668810"/>
                  </a:lnTo>
                  <a:lnTo>
                    <a:pt x="3560017" y="1668810"/>
                  </a:lnTo>
                  <a:lnTo>
                    <a:pt x="3559349" y="1668810"/>
                  </a:lnTo>
                  <a:lnTo>
                    <a:pt x="3558681" y="1668810"/>
                  </a:lnTo>
                  <a:lnTo>
                    <a:pt x="3558013" y="1668810"/>
                  </a:lnTo>
                  <a:lnTo>
                    <a:pt x="3557345" y="1668810"/>
                  </a:lnTo>
                  <a:lnTo>
                    <a:pt x="3556677" y="1668810"/>
                  </a:lnTo>
                  <a:lnTo>
                    <a:pt x="3556009" y="1668810"/>
                  </a:lnTo>
                  <a:lnTo>
                    <a:pt x="3555341" y="1668810"/>
                  </a:lnTo>
                  <a:lnTo>
                    <a:pt x="3554673" y="1668810"/>
                  </a:lnTo>
                  <a:lnTo>
                    <a:pt x="3554005" y="1668810"/>
                  </a:lnTo>
                  <a:lnTo>
                    <a:pt x="3553336" y="1668810"/>
                  </a:lnTo>
                  <a:lnTo>
                    <a:pt x="3552668" y="1668810"/>
                  </a:lnTo>
                  <a:lnTo>
                    <a:pt x="3552000" y="1668810"/>
                  </a:lnTo>
                  <a:lnTo>
                    <a:pt x="3551332" y="1668810"/>
                  </a:lnTo>
                  <a:lnTo>
                    <a:pt x="3550664" y="1668810"/>
                  </a:lnTo>
                  <a:lnTo>
                    <a:pt x="3549996" y="1668810"/>
                  </a:lnTo>
                  <a:lnTo>
                    <a:pt x="3549328" y="1668810"/>
                  </a:lnTo>
                  <a:lnTo>
                    <a:pt x="3548660" y="1668810"/>
                  </a:lnTo>
                  <a:lnTo>
                    <a:pt x="3547992" y="1668810"/>
                  </a:lnTo>
                  <a:lnTo>
                    <a:pt x="3547324" y="1668810"/>
                  </a:lnTo>
                  <a:lnTo>
                    <a:pt x="3546656" y="1668810"/>
                  </a:lnTo>
                  <a:lnTo>
                    <a:pt x="3545988" y="1668810"/>
                  </a:lnTo>
                  <a:lnTo>
                    <a:pt x="3545320" y="1668810"/>
                  </a:lnTo>
                  <a:lnTo>
                    <a:pt x="3544652" y="1668810"/>
                  </a:lnTo>
                  <a:lnTo>
                    <a:pt x="3543984" y="1668810"/>
                  </a:lnTo>
                  <a:lnTo>
                    <a:pt x="3543316" y="1668810"/>
                  </a:lnTo>
                  <a:lnTo>
                    <a:pt x="3542648" y="1668810"/>
                  </a:lnTo>
                  <a:lnTo>
                    <a:pt x="3541980" y="1668810"/>
                  </a:lnTo>
                  <a:lnTo>
                    <a:pt x="3541312" y="1668810"/>
                  </a:lnTo>
                  <a:lnTo>
                    <a:pt x="3540644" y="1668810"/>
                  </a:lnTo>
                  <a:lnTo>
                    <a:pt x="3539976" y="1668810"/>
                  </a:lnTo>
                  <a:lnTo>
                    <a:pt x="3539308" y="1668810"/>
                  </a:lnTo>
                  <a:lnTo>
                    <a:pt x="3538640" y="1668810"/>
                  </a:lnTo>
                  <a:lnTo>
                    <a:pt x="3537972" y="1668810"/>
                  </a:lnTo>
                  <a:lnTo>
                    <a:pt x="3537304" y="1668810"/>
                  </a:lnTo>
                  <a:lnTo>
                    <a:pt x="3536636" y="1668810"/>
                  </a:lnTo>
                  <a:lnTo>
                    <a:pt x="3535968" y="1668810"/>
                  </a:lnTo>
                  <a:lnTo>
                    <a:pt x="3535300" y="1668810"/>
                  </a:lnTo>
                  <a:lnTo>
                    <a:pt x="3534632" y="1668810"/>
                  </a:lnTo>
                  <a:lnTo>
                    <a:pt x="3533964" y="1668810"/>
                  </a:lnTo>
                  <a:lnTo>
                    <a:pt x="3533296" y="1668810"/>
                  </a:lnTo>
                  <a:lnTo>
                    <a:pt x="3532628" y="1668810"/>
                  </a:lnTo>
                  <a:lnTo>
                    <a:pt x="3531960" y="1668810"/>
                  </a:lnTo>
                  <a:lnTo>
                    <a:pt x="3531292" y="1668810"/>
                  </a:lnTo>
                  <a:lnTo>
                    <a:pt x="3530624" y="1668810"/>
                  </a:lnTo>
                  <a:lnTo>
                    <a:pt x="3529956" y="1668810"/>
                  </a:lnTo>
                  <a:lnTo>
                    <a:pt x="3529287" y="1668810"/>
                  </a:lnTo>
                  <a:lnTo>
                    <a:pt x="3528619" y="1668810"/>
                  </a:lnTo>
                  <a:lnTo>
                    <a:pt x="3527951" y="1668810"/>
                  </a:lnTo>
                  <a:lnTo>
                    <a:pt x="3527283" y="1668810"/>
                  </a:lnTo>
                  <a:lnTo>
                    <a:pt x="3526615" y="1668810"/>
                  </a:lnTo>
                  <a:lnTo>
                    <a:pt x="3525947" y="1668810"/>
                  </a:lnTo>
                  <a:lnTo>
                    <a:pt x="3525279" y="1668810"/>
                  </a:lnTo>
                  <a:lnTo>
                    <a:pt x="3524611" y="1668810"/>
                  </a:lnTo>
                  <a:lnTo>
                    <a:pt x="3523943" y="1668810"/>
                  </a:lnTo>
                  <a:lnTo>
                    <a:pt x="3523275" y="1668810"/>
                  </a:lnTo>
                  <a:lnTo>
                    <a:pt x="3522607" y="1668810"/>
                  </a:lnTo>
                  <a:lnTo>
                    <a:pt x="3521939" y="1668810"/>
                  </a:lnTo>
                  <a:lnTo>
                    <a:pt x="3521271" y="1668810"/>
                  </a:lnTo>
                  <a:lnTo>
                    <a:pt x="3520603" y="1668810"/>
                  </a:lnTo>
                  <a:lnTo>
                    <a:pt x="3519935" y="1668810"/>
                  </a:lnTo>
                  <a:lnTo>
                    <a:pt x="3519267" y="1668810"/>
                  </a:lnTo>
                  <a:lnTo>
                    <a:pt x="3518599" y="1668810"/>
                  </a:lnTo>
                  <a:lnTo>
                    <a:pt x="3517931" y="1668810"/>
                  </a:lnTo>
                  <a:lnTo>
                    <a:pt x="3517263" y="1668810"/>
                  </a:lnTo>
                  <a:lnTo>
                    <a:pt x="3516595" y="1668810"/>
                  </a:lnTo>
                  <a:lnTo>
                    <a:pt x="3515927" y="1668810"/>
                  </a:lnTo>
                  <a:lnTo>
                    <a:pt x="3515259" y="1668810"/>
                  </a:lnTo>
                  <a:lnTo>
                    <a:pt x="3514591" y="1668810"/>
                  </a:lnTo>
                  <a:lnTo>
                    <a:pt x="3513923" y="1668810"/>
                  </a:lnTo>
                  <a:lnTo>
                    <a:pt x="3513255" y="1668810"/>
                  </a:lnTo>
                  <a:lnTo>
                    <a:pt x="3512587" y="1668810"/>
                  </a:lnTo>
                  <a:lnTo>
                    <a:pt x="3511919" y="1668810"/>
                  </a:lnTo>
                  <a:lnTo>
                    <a:pt x="3511251" y="1668810"/>
                  </a:lnTo>
                  <a:lnTo>
                    <a:pt x="3510583" y="1668810"/>
                  </a:lnTo>
                  <a:lnTo>
                    <a:pt x="3509915" y="1668810"/>
                  </a:lnTo>
                  <a:lnTo>
                    <a:pt x="3509247" y="1668810"/>
                  </a:lnTo>
                  <a:lnTo>
                    <a:pt x="3508579" y="1668810"/>
                  </a:lnTo>
                  <a:lnTo>
                    <a:pt x="3507911" y="1668810"/>
                  </a:lnTo>
                  <a:lnTo>
                    <a:pt x="3507243" y="1668810"/>
                  </a:lnTo>
                  <a:lnTo>
                    <a:pt x="3506575" y="1668810"/>
                  </a:lnTo>
                  <a:lnTo>
                    <a:pt x="3505907" y="1668810"/>
                  </a:lnTo>
                  <a:lnTo>
                    <a:pt x="3505239" y="1668810"/>
                  </a:lnTo>
                  <a:lnTo>
                    <a:pt x="3504570" y="1668810"/>
                  </a:lnTo>
                  <a:lnTo>
                    <a:pt x="3503902" y="1668810"/>
                  </a:lnTo>
                  <a:lnTo>
                    <a:pt x="3503234" y="1668810"/>
                  </a:lnTo>
                  <a:lnTo>
                    <a:pt x="3502566" y="1668810"/>
                  </a:lnTo>
                  <a:lnTo>
                    <a:pt x="3501898" y="1668810"/>
                  </a:lnTo>
                  <a:lnTo>
                    <a:pt x="3501230" y="1668810"/>
                  </a:lnTo>
                  <a:lnTo>
                    <a:pt x="3500562" y="1668810"/>
                  </a:lnTo>
                  <a:lnTo>
                    <a:pt x="3499894" y="1668810"/>
                  </a:lnTo>
                  <a:lnTo>
                    <a:pt x="3499226" y="1668810"/>
                  </a:lnTo>
                  <a:lnTo>
                    <a:pt x="3498558" y="1668810"/>
                  </a:lnTo>
                  <a:lnTo>
                    <a:pt x="3497890" y="1668810"/>
                  </a:lnTo>
                  <a:lnTo>
                    <a:pt x="3497222" y="1668810"/>
                  </a:lnTo>
                  <a:lnTo>
                    <a:pt x="3496554" y="1668810"/>
                  </a:lnTo>
                  <a:lnTo>
                    <a:pt x="3495886" y="1668810"/>
                  </a:lnTo>
                  <a:lnTo>
                    <a:pt x="3495218" y="1668810"/>
                  </a:lnTo>
                  <a:lnTo>
                    <a:pt x="3494550" y="1668810"/>
                  </a:lnTo>
                  <a:lnTo>
                    <a:pt x="3493882" y="1668810"/>
                  </a:lnTo>
                  <a:lnTo>
                    <a:pt x="3493214" y="1668810"/>
                  </a:lnTo>
                  <a:lnTo>
                    <a:pt x="3492546" y="1668810"/>
                  </a:lnTo>
                  <a:lnTo>
                    <a:pt x="3491878" y="1668810"/>
                  </a:lnTo>
                  <a:lnTo>
                    <a:pt x="3491210" y="1668810"/>
                  </a:lnTo>
                  <a:lnTo>
                    <a:pt x="3490542" y="1668810"/>
                  </a:lnTo>
                  <a:lnTo>
                    <a:pt x="3489874" y="1668810"/>
                  </a:lnTo>
                  <a:lnTo>
                    <a:pt x="3489206" y="1668810"/>
                  </a:lnTo>
                  <a:lnTo>
                    <a:pt x="3488538" y="1668810"/>
                  </a:lnTo>
                  <a:lnTo>
                    <a:pt x="3487870" y="1668810"/>
                  </a:lnTo>
                  <a:lnTo>
                    <a:pt x="3487202" y="1668810"/>
                  </a:lnTo>
                  <a:lnTo>
                    <a:pt x="3486534" y="1668810"/>
                  </a:lnTo>
                  <a:lnTo>
                    <a:pt x="3485866" y="1668810"/>
                  </a:lnTo>
                  <a:lnTo>
                    <a:pt x="3485198" y="1668810"/>
                  </a:lnTo>
                  <a:lnTo>
                    <a:pt x="3484530" y="1668810"/>
                  </a:lnTo>
                  <a:lnTo>
                    <a:pt x="3483862" y="1668810"/>
                  </a:lnTo>
                  <a:lnTo>
                    <a:pt x="3483194" y="1668810"/>
                  </a:lnTo>
                  <a:lnTo>
                    <a:pt x="3482526" y="1668810"/>
                  </a:lnTo>
                  <a:lnTo>
                    <a:pt x="3481858" y="1668810"/>
                  </a:lnTo>
                  <a:lnTo>
                    <a:pt x="3481190" y="1668810"/>
                  </a:lnTo>
                  <a:lnTo>
                    <a:pt x="3480522" y="1668810"/>
                  </a:lnTo>
                  <a:lnTo>
                    <a:pt x="3479853" y="1668810"/>
                  </a:lnTo>
                  <a:lnTo>
                    <a:pt x="3479185" y="1668810"/>
                  </a:lnTo>
                  <a:lnTo>
                    <a:pt x="3478517" y="1668810"/>
                  </a:lnTo>
                  <a:lnTo>
                    <a:pt x="3477849" y="1668810"/>
                  </a:lnTo>
                  <a:lnTo>
                    <a:pt x="3477181" y="1668810"/>
                  </a:lnTo>
                  <a:lnTo>
                    <a:pt x="3476513" y="1668810"/>
                  </a:lnTo>
                  <a:lnTo>
                    <a:pt x="3475845" y="1668810"/>
                  </a:lnTo>
                  <a:lnTo>
                    <a:pt x="3475177" y="1668810"/>
                  </a:lnTo>
                  <a:lnTo>
                    <a:pt x="3474509" y="1668810"/>
                  </a:lnTo>
                  <a:lnTo>
                    <a:pt x="3473841" y="1668810"/>
                  </a:lnTo>
                  <a:lnTo>
                    <a:pt x="3473173" y="1668810"/>
                  </a:lnTo>
                  <a:lnTo>
                    <a:pt x="3472505" y="1668810"/>
                  </a:lnTo>
                  <a:lnTo>
                    <a:pt x="3471837" y="1668810"/>
                  </a:lnTo>
                  <a:lnTo>
                    <a:pt x="3471169" y="1668810"/>
                  </a:lnTo>
                  <a:lnTo>
                    <a:pt x="3470501" y="1668810"/>
                  </a:lnTo>
                  <a:lnTo>
                    <a:pt x="3469833" y="1668810"/>
                  </a:lnTo>
                  <a:lnTo>
                    <a:pt x="3469165" y="1668810"/>
                  </a:lnTo>
                  <a:lnTo>
                    <a:pt x="3468497" y="1668810"/>
                  </a:lnTo>
                  <a:lnTo>
                    <a:pt x="3467829" y="1668810"/>
                  </a:lnTo>
                  <a:lnTo>
                    <a:pt x="3467161" y="1668810"/>
                  </a:lnTo>
                  <a:lnTo>
                    <a:pt x="3466493" y="1668810"/>
                  </a:lnTo>
                  <a:lnTo>
                    <a:pt x="3465825" y="1668810"/>
                  </a:lnTo>
                  <a:lnTo>
                    <a:pt x="3465157" y="1668810"/>
                  </a:lnTo>
                  <a:lnTo>
                    <a:pt x="3464489" y="1668810"/>
                  </a:lnTo>
                  <a:lnTo>
                    <a:pt x="3463821" y="1668810"/>
                  </a:lnTo>
                  <a:lnTo>
                    <a:pt x="3463153" y="1668810"/>
                  </a:lnTo>
                  <a:lnTo>
                    <a:pt x="3462485" y="1668810"/>
                  </a:lnTo>
                  <a:lnTo>
                    <a:pt x="3461817" y="1668810"/>
                  </a:lnTo>
                  <a:lnTo>
                    <a:pt x="3461149" y="1668810"/>
                  </a:lnTo>
                  <a:lnTo>
                    <a:pt x="3460481" y="1668810"/>
                  </a:lnTo>
                  <a:lnTo>
                    <a:pt x="3459813" y="1668810"/>
                  </a:lnTo>
                  <a:lnTo>
                    <a:pt x="3459145" y="1668810"/>
                  </a:lnTo>
                  <a:lnTo>
                    <a:pt x="3458477" y="1668810"/>
                  </a:lnTo>
                  <a:lnTo>
                    <a:pt x="3457809" y="1668810"/>
                  </a:lnTo>
                  <a:lnTo>
                    <a:pt x="3457141" y="1668810"/>
                  </a:lnTo>
                  <a:lnTo>
                    <a:pt x="3456473" y="1668810"/>
                  </a:lnTo>
                  <a:lnTo>
                    <a:pt x="3455805" y="1668810"/>
                  </a:lnTo>
                  <a:lnTo>
                    <a:pt x="3455136" y="1668810"/>
                  </a:lnTo>
                  <a:lnTo>
                    <a:pt x="3454468" y="1668810"/>
                  </a:lnTo>
                  <a:lnTo>
                    <a:pt x="3453800" y="1668810"/>
                  </a:lnTo>
                  <a:lnTo>
                    <a:pt x="3453132" y="1668810"/>
                  </a:lnTo>
                  <a:lnTo>
                    <a:pt x="3452464" y="1668810"/>
                  </a:lnTo>
                  <a:lnTo>
                    <a:pt x="3451796" y="1668810"/>
                  </a:lnTo>
                  <a:lnTo>
                    <a:pt x="3451128" y="1668810"/>
                  </a:lnTo>
                  <a:lnTo>
                    <a:pt x="3450460" y="1668810"/>
                  </a:lnTo>
                  <a:lnTo>
                    <a:pt x="3449792" y="1668810"/>
                  </a:lnTo>
                  <a:lnTo>
                    <a:pt x="3449124" y="1668810"/>
                  </a:lnTo>
                  <a:lnTo>
                    <a:pt x="3448456" y="1668810"/>
                  </a:lnTo>
                  <a:lnTo>
                    <a:pt x="3447788" y="1668810"/>
                  </a:lnTo>
                  <a:lnTo>
                    <a:pt x="3447120" y="1668810"/>
                  </a:lnTo>
                  <a:lnTo>
                    <a:pt x="3446452" y="1668810"/>
                  </a:lnTo>
                  <a:lnTo>
                    <a:pt x="3445784" y="1668810"/>
                  </a:lnTo>
                  <a:lnTo>
                    <a:pt x="3445116" y="1668810"/>
                  </a:lnTo>
                  <a:lnTo>
                    <a:pt x="3444448" y="1668810"/>
                  </a:lnTo>
                  <a:lnTo>
                    <a:pt x="3443780" y="1668810"/>
                  </a:lnTo>
                  <a:lnTo>
                    <a:pt x="3443112" y="1668810"/>
                  </a:lnTo>
                  <a:lnTo>
                    <a:pt x="3442444" y="1668810"/>
                  </a:lnTo>
                  <a:lnTo>
                    <a:pt x="3441776" y="1668810"/>
                  </a:lnTo>
                  <a:lnTo>
                    <a:pt x="3441108" y="1668810"/>
                  </a:lnTo>
                  <a:lnTo>
                    <a:pt x="3440440" y="1668810"/>
                  </a:lnTo>
                  <a:lnTo>
                    <a:pt x="3439772" y="1668810"/>
                  </a:lnTo>
                  <a:lnTo>
                    <a:pt x="3439104" y="1668810"/>
                  </a:lnTo>
                  <a:lnTo>
                    <a:pt x="3438436" y="1668810"/>
                  </a:lnTo>
                  <a:lnTo>
                    <a:pt x="3437768" y="1668810"/>
                  </a:lnTo>
                  <a:lnTo>
                    <a:pt x="3437100" y="1668810"/>
                  </a:lnTo>
                  <a:lnTo>
                    <a:pt x="3436432" y="1668810"/>
                  </a:lnTo>
                  <a:lnTo>
                    <a:pt x="3435764" y="1668810"/>
                  </a:lnTo>
                  <a:lnTo>
                    <a:pt x="3435096" y="1668810"/>
                  </a:lnTo>
                  <a:lnTo>
                    <a:pt x="3434428" y="1668810"/>
                  </a:lnTo>
                  <a:lnTo>
                    <a:pt x="3433760" y="1668810"/>
                  </a:lnTo>
                  <a:lnTo>
                    <a:pt x="3433092" y="1668810"/>
                  </a:lnTo>
                  <a:lnTo>
                    <a:pt x="3432424" y="1668810"/>
                  </a:lnTo>
                  <a:lnTo>
                    <a:pt x="3431756" y="1668810"/>
                  </a:lnTo>
                  <a:lnTo>
                    <a:pt x="3431087" y="1668810"/>
                  </a:lnTo>
                  <a:lnTo>
                    <a:pt x="3430419" y="1668810"/>
                  </a:lnTo>
                  <a:lnTo>
                    <a:pt x="3429751" y="1668810"/>
                  </a:lnTo>
                  <a:lnTo>
                    <a:pt x="3429083" y="1668810"/>
                  </a:lnTo>
                  <a:lnTo>
                    <a:pt x="3428415" y="1668810"/>
                  </a:lnTo>
                  <a:lnTo>
                    <a:pt x="3427747" y="1668810"/>
                  </a:lnTo>
                  <a:lnTo>
                    <a:pt x="3427079" y="1668810"/>
                  </a:lnTo>
                  <a:lnTo>
                    <a:pt x="3426411" y="1668810"/>
                  </a:lnTo>
                  <a:lnTo>
                    <a:pt x="3425743" y="1668810"/>
                  </a:lnTo>
                  <a:lnTo>
                    <a:pt x="3425075" y="1668810"/>
                  </a:lnTo>
                  <a:lnTo>
                    <a:pt x="3424407" y="1668810"/>
                  </a:lnTo>
                  <a:lnTo>
                    <a:pt x="3423739" y="1668810"/>
                  </a:lnTo>
                  <a:lnTo>
                    <a:pt x="3423071" y="1668810"/>
                  </a:lnTo>
                  <a:lnTo>
                    <a:pt x="3422403" y="1668810"/>
                  </a:lnTo>
                  <a:lnTo>
                    <a:pt x="3421735" y="1668810"/>
                  </a:lnTo>
                  <a:lnTo>
                    <a:pt x="3421067" y="1668810"/>
                  </a:lnTo>
                  <a:lnTo>
                    <a:pt x="3420399" y="1668810"/>
                  </a:lnTo>
                  <a:lnTo>
                    <a:pt x="3419731" y="1668810"/>
                  </a:lnTo>
                  <a:lnTo>
                    <a:pt x="3419063" y="1668810"/>
                  </a:lnTo>
                  <a:lnTo>
                    <a:pt x="3418395" y="1668810"/>
                  </a:lnTo>
                  <a:lnTo>
                    <a:pt x="3417727" y="1668810"/>
                  </a:lnTo>
                  <a:lnTo>
                    <a:pt x="3417059" y="1668810"/>
                  </a:lnTo>
                  <a:lnTo>
                    <a:pt x="3416391" y="1668810"/>
                  </a:lnTo>
                  <a:lnTo>
                    <a:pt x="3415723" y="1668810"/>
                  </a:lnTo>
                  <a:lnTo>
                    <a:pt x="3415055" y="1668810"/>
                  </a:lnTo>
                  <a:lnTo>
                    <a:pt x="3414387" y="1668810"/>
                  </a:lnTo>
                  <a:lnTo>
                    <a:pt x="3413719" y="1668810"/>
                  </a:lnTo>
                  <a:lnTo>
                    <a:pt x="3413051" y="1668810"/>
                  </a:lnTo>
                  <a:lnTo>
                    <a:pt x="3412383" y="1668810"/>
                  </a:lnTo>
                  <a:lnTo>
                    <a:pt x="3411715" y="1668810"/>
                  </a:lnTo>
                  <a:lnTo>
                    <a:pt x="3411047" y="1668810"/>
                  </a:lnTo>
                  <a:lnTo>
                    <a:pt x="3410379" y="1668810"/>
                  </a:lnTo>
                  <a:lnTo>
                    <a:pt x="3409711" y="1668810"/>
                  </a:lnTo>
                  <a:lnTo>
                    <a:pt x="3409043" y="1668810"/>
                  </a:lnTo>
                  <a:lnTo>
                    <a:pt x="3408375" y="1668810"/>
                  </a:lnTo>
                  <a:lnTo>
                    <a:pt x="3407707" y="1668810"/>
                  </a:lnTo>
                  <a:lnTo>
                    <a:pt x="3407039" y="1668810"/>
                  </a:lnTo>
                  <a:lnTo>
                    <a:pt x="3406370" y="1668810"/>
                  </a:lnTo>
                  <a:lnTo>
                    <a:pt x="3405702" y="1668810"/>
                  </a:lnTo>
                  <a:lnTo>
                    <a:pt x="3405034" y="1668810"/>
                  </a:lnTo>
                  <a:lnTo>
                    <a:pt x="3404366" y="1668810"/>
                  </a:lnTo>
                  <a:lnTo>
                    <a:pt x="3403698" y="1668810"/>
                  </a:lnTo>
                  <a:lnTo>
                    <a:pt x="3403030" y="1668810"/>
                  </a:lnTo>
                  <a:lnTo>
                    <a:pt x="3402362" y="1668810"/>
                  </a:lnTo>
                  <a:lnTo>
                    <a:pt x="3401694" y="1668810"/>
                  </a:lnTo>
                  <a:lnTo>
                    <a:pt x="3401026" y="1668810"/>
                  </a:lnTo>
                  <a:lnTo>
                    <a:pt x="3400358" y="1668810"/>
                  </a:lnTo>
                  <a:lnTo>
                    <a:pt x="3399690" y="1668810"/>
                  </a:lnTo>
                  <a:lnTo>
                    <a:pt x="3399022" y="1668810"/>
                  </a:lnTo>
                  <a:lnTo>
                    <a:pt x="3398354" y="1668810"/>
                  </a:lnTo>
                  <a:lnTo>
                    <a:pt x="3397686" y="1668810"/>
                  </a:lnTo>
                  <a:lnTo>
                    <a:pt x="3397018" y="1668810"/>
                  </a:lnTo>
                  <a:lnTo>
                    <a:pt x="3396350" y="1668810"/>
                  </a:lnTo>
                  <a:lnTo>
                    <a:pt x="3395682" y="1668810"/>
                  </a:lnTo>
                  <a:lnTo>
                    <a:pt x="3395014" y="1668810"/>
                  </a:lnTo>
                  <a:lnTo>
                    <a:pt x="3394346" y="1668810"/>
                  </a:lnTo>
                  <a:lnTo>
                    <a:pt x="3393678" y="1668810"/>
                  </a:lnTo>
                  <a:lnTo>
                    <a:pt x="3393010" y="1668810"/>
                  </a:lnTo>
                  <a:lnTo>
                    <a:pt x="3392342" y="1668810"/>
                  </a:lnTo>
                  <a:lnTo>
                    <a:pt x="3391674" y="1668810"/>
                  </a:lnTo>
                  <a:lnTo>
                    <a:pt x="3391006" y="1668810"/>
                  </a:lnTo>
                  <a:lnTo>
                    <a:pt x="3390338" y="1668810"/>
                  </a:lnTo>
                  <a:lnTo>
                    <a:pt x="3389670" y="1668810"/>
                  </a:lnTo>
                  <a:lnTo>
                    <a:pt x="3389002" y="1668810"/>
                  </a:lnTo>
                  <a:lnTo>
                    <a:pt x="3388334" y="1668810"/>
                  </a:lnTo>
                  <a:lnTo>
                    <a:pt x="3387666" y="1668810"/>
                  </a:lnTo>
                  <a:lnTo>
                    <a:pt x="3386998" y="1668810"/>
                  </a:lnTo>
                  <a:lnTo>
                    <a:pt x="3386330" y="1668810"/>
                  </a:lnTo>
                  <a:lnTo>
                    <a:pt x="3385662" y="1668810"/>
                  </a:lnTo>
                  <a:lnTo>
                    <a:pt x="3384994" y="1668810"/>
                  </a:lnTo>
                  <a:lnTo>
                    <a:pt x="3384326" y="1668810"/>
                  </a:lnTo>
                  <a:lnTo>
                    <a:pt x="3383658" y="1668810"/>
                  </a:lnTo>
                  <a:lnTo>
                    <a:pt x="3382990" y="1668810"/>
                  </a:lnTo>
                  <a:lnTo>
                    <a:pt x="3382322" y="1668810"/>
                  </a:lnTo>
                  <a:lnTo>
                    <a:pt x="3381653" y="1668810"/>
                  </a:lnTo>
                  <a:lnTo>
                    <a:pt x="3380985" y="1668810"/>
                  </a:lnTo>
                  <a:lnTo>
                    <a:pt x="3380317" y="1668810"/>
                  </a:lnTo>
                  <a:lnTo>
                    <a:pt x="3379649" y="1668810"/>
                  </a:lnTo>
                  <a:lnTo>
                    <a:pt x="3378981" y="1668810"/>
                  </a:lnTo>
                  <a:lnTo>
                    <a:pt x="3378313" y="1668810"/>
                  </a:lnTo>
                  <a:lnTo>
                    <a:pt x="3377645" y="1668810"/>
                  </a:lnTo>
                  <a:lnTo>
                    <a:pt x="3376977" y="1668810"/>
                  </a:lnTo>
                  <a:lnTo>
                    <a:pt x="3376309" y="1668810"/>
                  </a:lnTo>
                  <a:lnTo>
                    <a:pt x="3375641" y="1668810"/>
                  </a:lnTo>
                  <a:lnTo>
                    <a:pt x="3374973" y="1668810"/>
                  </a:lnTo>
                  <a:lnTo>
                    <a:pt x="3374305" y="1668810"/>
                  </a:lnTo>
                  <a:lnTo>
                    <a:pt x="3373637" y="1668810"/>
                  </a:lnTo>
                  <a:lnTo>
                    <a:pt x="3372969" y="1668810"/>
                  </a:lnTo>
                  <a:lnTo>
                    <a:pt x="3372301" y="1668810"/>
                  </a:lnTo>
                  <a:lnTo>
                    <a:pt x="3371633" y="1668810"/>
                  </a:lnTo>
                  <a:lnTo>
                    <a:pt x="3370965" y="1668810"/>
                  </a:lnTo>
                  <a:lnTo>
                    <a:pt x="3370297" y="1668810"/>
                  </a:lnTo>
                  <a:lnTo>
                    <a:pt x="3369629" y="1668810"/>
                  </a:lnTo>
                  <a:lnTo>
                    <a:pt x="3368961" y="1668810"/>
                  </a:lnTo>
                  <a:lnTo>
                    <a:pt x="3368293" y="1668810"/>
                  </a:lnTo>
                  <a:lnTo>
                    <a:pt x="3367625" y="1668810"/>
                  </a:lnTo>
                  <a:lnTo>
                    <a:pt x="3366957" y="1668810"/>
                  </a:lnTo>
                  <a:lnTo>
                    <a:pt x="3366289" y="1668810"/>
                  </a:lnTo>
                  <a:lnTo>
                    <a:pt x="3365621" y="1668810"/>
                  </a:lnTo>
                  <a:lnTo>
                    <a:pt x="3364953" y="1668810"/>
                  </a:lnTo>
                  <a:lnTo>
                    <a:pt x="3364285" y="1668810"/>
                  </a:lnTo>
                  <a:lnTo>
                    <a:pt x="3363617" y="1668810"/>
                  </a:lnTo>
                  <a:lnTo>
                    <a:pt x="3362949" y="1668810"/>
                  </a:lnTo>
                  <a:lnTo>
                    <a:pt x="3362281" y="1668810"/>
                  </a:lnTo>
                  <a:lnTo>
                    <a:pt x="3361613" y="1668810"/>
                  </a:lnTo>
                  <a:lnTo>
                    <a:pt x="3360945" y="1668810"/>
                  </a:lnTo>
                  <a:lnTo>
                    <a:pt x="3360277" y="1668810"/>
                  </a:lnTo>
                  <a:lnTo>
                    <a:pt x="3359609" y="1668810"/>
                  </a:lnTo>
                  <a:lnTo>
                    <a:pt x="3358941" y="1668810"/>
                  </a:lnTo>
                  <a:lnTo>
                    <a:pt x="3358273" y="1668810"/>
                  </a:lnTo>
                  <a:lnTo>
                    <a:pt x="3357605" y="1668810"/>
                  </a:lnTo>
                  <a:lnTo>
                    <a:pt x="3356936" y="1668810"/>
                  </a:lnTo>
                  <a:lnTo>
                    <a:pt x="3356268" y="1668810"/>
                  </a:lnTo>
                  <a:lnTo>
                    <a:pt x="3355600" y="1668810"/>
                  </a:lnTo>
                  <a:lnTo>
                    <a:pt x="3354932" y="1668810"/>
                  </a:lnTo>
                  <a:lnTo>
                    <a:pt x="3354264" y="1668810"/>
                  </a:lnTo>
                  <a:lnTo>
                    <a:pt x="3353596" y="1668810"/>
                  </a:lnTo>
                  <a:lnTo>
                    <a:pt x="3352928" y="1668810"/>
                  </a:lnTo>
                  <a:lnTo>
                    <a:pt x="3352260" y="1668810"/>
                  </a:lnTo>
                  <a:lnTo>
                    <a:pt x="3351592" y="1668810"/>
                  </a:lnTo>
                  <a:lnTo>
                    <a:pt x="3350924" y="1668810"/>
                  </a:lnTo>
                  <a:lnTo>
                    <a:pt x="3350256" y="1668810"/>
                  </a:lnTo>
                  <a:lnTo>
                    <a:pt x="3349588" y="1668810"/>
                  </a:lnTo>
                  <a:lnTo>
                    <a:pt x="3348920" y="1668810"/>
                  </a:lnTo>
                  <a:lnTo>
                    <a:pt x="3348252" y="1668810"/>
                  </a:lnTo>
                  <a:lnTo>
                    <a:pt x="3347584" y="1668810"/>
                  </a:lnTo>
                  <a:lnTo>
                    <a:pt x="3346916" y="1668810"/>
                  </a:lnTo>
                  <a:lnTo>
                    <a:pt x="3346248" y="1668810"/>
                  </a:lnTo>
                  <a:lnTo>
                    <a:pt x="3345580" y="1668810"/>
                  </a:lnTo>
                  <a:lnTo>
                    <a:pt x="3344912" y="1668810"/>
                  </a:lnTo>
                  <a:lnTo>
                    <a:pt x="3344244" y="1668810"/>
                  </a:lnTo>
                  <a:lnTo>
                    <a:pt x="3343576" y="1668810"/>
                  </a:lnTo>
                  <a:lnTo>
                    <a:pt x="3342908" y="1668810"/>
                  </a:lnTo>
                  <a:lnTo>
                    <a:pt x="3342240" y="1668810"/>
                  </a:lnTo>
                  <a:lnTo>
                    <a:pt x="3341572" y="1668810"/>
                  </a:lnTo>
                  <a:lnTo>
                    <a:pt x="3340904" y="1668810"/>
                  </a:lnTo>
                  <a:lnTo>
                    <a:pt x="3340236" y="1668810"/>
                  </a:lnTo>
                  <a:lnTo>
                    <a:pt x="3339568" y="1668810"/>
                  </a:lnTo>
                  <a:lnTo>
                    <a:pt x="3338900" y="1668810"/>
                  </a:lnTo>
                  <a:lnTo>
                    <a:pt x="3338232" y="1668810"/>
                  </a:lnTo>
                  <a:lnTo>
                    <a:pt x="3337564" y="1668810"/>
                  </a:lnTo>
                  <a:lnTo>
                    <a:pt x="3336896" y="1668810"/>
                  </a:lnTo>
                  <a:lnTo>
                    <a:pt x="3336228" y="1668810"/>
                  </a:lnTo>
                  <a:lnTo>
                    <a:pt x="3335560" y="1668810"/>
                  </a:lnTo>
                  <a:lnTo>
                    <a:pt x="3334892" y="1668810"/>
                  </a:lnTo>
                  <a:lnTo>
                    <a:pt x="3334224" y="1668810"/>
                  </a:lnTo>
                  <a:lnTo>
                    <a:pt x="3333556" y="1668810"/>
                  </a:lnTo>
                  <a:lnTo>
                    <a:pt x="3332887" y="1668810"/>
                  </a:lnTo>
                  <a:lnTo>
                    <a:pt x="3332219" y="1668810"/>
                  </a:lnTo>
                  <a:lnTo>
                    <a:pt x="3331551" y="1668810"/>
                  </a:lnTo>
                  <a:lnTo>
                    <a:pt x="3330883" y="1668810"/>
                  </a:lnTo>
                  <a:lnTo>
                    <a:pt x="3330215" y="1668810"/>
                  </a:lnTo>
                  <a:lnTo>
                    <a:pt x="3329547" y="1668810"/>
                  </a:lnTo>
                  <a:lnTo>
                    <a:pt x="3328879" y="1668810"/>
                  </a:lnTo>
                  <a:lnTo>
                    <a:pt x="3328211" y="1668810"/>
                  </a:lnTo>
                  <a:lnTo>
                    <a:pt x="3327543" y="1668810"/>
                  </a:lnTo>
                  <a:lnTo>
                    <a:pt x="3326875" y="1668810"/>
                  </a:lnTo>
                  <a:lnTo>
                    <a:pt x="3326207" y="1668810"/>
                  </a:lnTo>
                  <a:lnTo>
                    <a:pt x="3325539" y="1668810"/>
                  </a:lnTo>
                  <a:lnTo>
                    <a:pt x="3324871" y="1668810"/>
                  </a:lnTo>
                  <a:lnTo>
                    <a:pt x="3324203" y="1668810"/>
                  </a:lnTo>
                  <a:lnTo>
                    <a:pt x="3323535" y="1668810"/>
                  </a:lnTo>
                  <a:lnTo>
                    <a:pt x="3322867" y="1668810"/>
                  </a:lnTo>
                  <a:lnTo>
                    <a:pt x="3322199" y="1668810"/>
                  </a:lnTo>
                  <a:lnTo>
                    <a:pt x="3321531" y="1668810"/>
                  </a:lnTo>
                  <a:lnTo>
                    <a:pt x="3320863" y="1668810"/>
                  </a:lnTo>
                  <a:lnTo>
                    <a:pt x="3320195" y="1668810"/>
                  </a:lnTo>
                  <a:lnTo>
                    <a:pt x="3319527" y="1668810"/>
                  </a:lnTo>
                  <a:lnTo>
                    <a:pt x="3318859" y="1668810"/>
                  </a:lnTo>
                  <a:lnTo>
                    <a:pt x="3318191" y="1668810"/>
                  </a:lnTo>
                  <a:lnTo>
                    <a:pt x="3317523" y="1668810"/>
                  </a:lnTo>
                  <a:lnTo>
                    <a:pt x="3316855" y="1668810"/>
                  </a:lnTo>
                  <a:lnTo>
                    <a:pt x="3316187" y="1668810"/>
                  </a:lnTo>
                  <a:lnTo>
                    <a:pt x="3315519" y="1668810"/>
                  </a:lnTo>
                  <a:lnTo>
                    <a:pt x="3314851" y="1668810"/>
                  </a:lnTo>
                  <a:lnTo>
                    <a:pt x="3314183" y="1668810"/>
                  </a:lnTo>
                  <a:lnTo>
                    <a:pt x="3313515" y="1668810"/>
                  </a:lnTo>
                  <a:lnTo>
                    <a:pt x="3312847" y="1668810"/>
                  </a:lnTo>
                  <a:lnTo>
                    <a:pt x="3312179" y="1668810"/>
                  </a:lnTo>
                  <a:lnTo>
                    <a:pt x="3311511" y="1668810"/>
                  </a:lnTo>
                  <a:lnTo>
                    <a:pt x="3310843" y="1668810"/>
                  </a:lnTo>
                  <a:lnTo>
                    <a:pt x="3310175" y="1668810"/>
                  </a:lnTo>
                  <a:lnTo>
                    <a:pt x="3309507" y="1668810"/>
                  </a:lnTo>
                  <a:lnTo>
                    <a:pt x="3308839" y="1668810"/>
                  </a:lnTo>
                  <a:lnTo>
                    <a:pt x="3308170" y="1668810"/>
                  </a:lnTo>
                  <a:lnTo>
                    <a:pt x="3307502" y="1668810"/>
                  </a:lnTo>
                  <a:lnTo>
                    <a:pt x="3306834" y="1668810"/>
                  </a:lnTo>
                  <a:lnTo>
                    <a:pt x="3306166" y="1668810"/>
                  </a:lnTo>
                  <a:lnTo>
                    <a:pt x="3305498" y="1668810"/>
                  </a:lnTo>
                  <a:lnTo>
                    <a:pt x="3304830" y="1668810"/>
                  </a:lnTo>
                  <a:lnTo>
                    <a:pt x="3304162" y="1668810"/>
                  </a:lnTo>
                  <a:lnTo>
                    <a:pt x="3303494" y="1668810"/>
                  </a:lnTo>
                  <a:lnTo>
                    <a:pt x="3302826" y="1668810"/>
                  </a:lnTo>
                  <a:lnTo>
                    <a:pt x="3302158" y="1668810"/>
                  </a:lnTo>
                  <a:lnTo>
                    <a:pt x="3301490" y="1668810"/>
                  </a:lnTo>
                  <a:lnTo>
                    <a:pt x="3300822" y="1668810"/>
                  </a:lnTo>
                  <a:lnTo>
                    <a:pt x="3300154" y="1668810"/>
                  </a:lnTo>
                  <a:lnTo>
                    <a:pt x="3299486" y="1668810"/>
                  </a:lnTo>
                  <a:lnTo>
                    <a:pt x="3298818" y="1668810"/>
                  </a:lnTo>
                  <a:lnTo>
                    <a:pt x="3298150" y="1668810"/>
                  </a:lnTo>
                  <a:lnTo>
                    <a:pt x="3297482" y="1668810"/>
                  </a:lnTo>
                  <a:lnTo>
                    <a:pt x="3296814" y="1668810"/>
                  </a:lnTo>
                  <a:lnTo>
                    <a:pt x="3296146" y="1668810"/>
                  </a:lnTo>
                  <a:lnTo>
                    <a:pt x="3295478" y="1668810"/>
                  </a:lnTo>
                  <a:lnTo>
                    <a:pt x="3294810" y="1668810"/>
                  </a:lnTo>
                  <a:lnTo>
                    <a:pt x="3294142" y="1668810"/>
                  </a:lnTo>
                  <a:lnTo>
                    <a:pt x="3293474" y="1668810"/>
                  </a:lnTo>
                  <a:lnTo>
                    <a:pt x="3292806" y="1668810"/>
                  </a:lnTo>
                  <a:lnTo>
                    <a:pt x="3292138" y="1668810"/>
                  </a:lnTo>
                  <a:lnTo>
                    <a:pt x="3291470" y="1668810"/>
                  </a:lnTo>
                  <a:lnTo>
                    <a:pt x="3290802" y="1668810"/>
                  </a:lnTo>
                  <a:lnTo>
                    <a:pt x="3290134" y="1668810"/>
                  </a:lnTo>
                  <a:lnTo>
                    <a:pt x="3289466" y="1668810"/>
                  </a:lnTo>
                  <a:lnTo>
                    <a:pt x="3288798" y="1668810"/>
                  </a:lnTo>
                  <a:lnTo>
                    <a:pt x="3288130" y="1668810"/>
                  </a:lnTo>
                  <a:lnTo>
                    <a:pt x="3287462" y="1668810"/>
                  </a:lnTo>
                  <a:lnTo>
                    <a:pt x="3286794" y="1668810"/>
                  </a:lnTo>
                  <a:lnTo>
                    <a:pt x="3286126" y="1668810"/>
                  </a:lnTo>
                  <a:lnTo>
                    <a:pt x="3285458" y="1668810"/>
                  </a:lnTo>
                  <a:lnTo>
                    <a:pt x="3284790" y="1668810"/>
                  </a:lnTo>
                  <a:lnTo>
                    <a:pt x="3284122" y="1668810"/>
                  </a:lnTo>
                  <a:lnTo>
                    <a:pt x="3283453" y="1668810"/>
                  </a:lnTo>
                  <a:lnTo>
                    <a:pt x="3282785" y="1668810"/>
                  </a:lnTo>
                  <a:lnTo>
                    <a:pt x="3282117" y="1668810"/>
                  </a:lnTo>
                  <a:lnTo>
                    <a:pt x="3281449" y="1668810"/>
                  </a:lnTo>
                  <a:lnTo>
                    <a:pt x="3280781" y="1668810"/>
                  </a:lnTo>
                  <a:lnTo>
                    <a:pt x="3280113" y="1668810"/>
                  </a:lnTo>
                  <a:lnTo>
                    <a:pt x="3279445" y="1668810"/>
                  </a:lnTo>
                  <a:lnTo>
                    <a:pt x="3278777" y="1668810"/>
                  </a:lnTo>
                  <a:lnTo>
                    <a:pt x="3278109" y="1668810"/>
                  </a:lnTo>
                  <a:lnTo>
                    <a:pt x="3277441" y="1668810"/>
                  </a:lnTo>
                  <a:lnTo>
                    <a:pt x="3276773" y="1668810"/>
                  </a:lnTo>
                  <a:lnTo>
                    <a:pt x="3276105" y="1668810"/>
                  </a:lnTo>
                  <a:lnTo>
                    <a:pt x="3275437" y="1668810"/>
                  </a:lnTo>
                  <a:lnTo>
                    <a:pt x="3274769" y="1668810"/>
                  </a:lnTo>
                  <a:lnTo>
                    <a:pt x="3274101" y="1668810"/>
                  </a:lnTo>
                  <a:lnTo>
                    <a:pt x="3273433" y="1668810"/>
                  </a:lnTo>
                  <a:lnTo>
                    <a:pt x="3272765" y="1668810"/>
                  </a:lnTo>
                  <a:lnTo>
                    <a:pt x="3272097" y="1668810"/>
                  </a:lnTo>
                  <a:lnTo>
                    <a:pt x="3271429" y="1668810"/>
                  </a:lnTo>
                  <a:lnTo>
                    <a:pt x="3270761" y="1668810"/>
                  </a:lnTo>
                  <a:lnTo>
                    <a:pt x="3270093" y="1668810"/>
                  </a:lnTo>
                  <a:lnTo>
                    <a:pt x="3269425" y="1668810"/>
                  </a:lnTo>
                  <a:lnTo>
                    <a:pt x="3268757" y="1668810"/>
                  </a:lnTo>
                  <a:lnTo>
                    <a:pt x="3268089" y="1668810"/>
                  </a:lnTo>
                  <a:lnTo>
                    <a:pt x="3267421" y="1668810"/>
                  </a:lnTo>
                  <a:lnTo>
                    <a:pt x="3266753" y="1668810"/>
                  </a:lnTo>
                  <a:lnTo>
                    <a:pt x="3266085" y="1668810"/>
                  </a:lnTo>
                  <a:lnTo>
                    <a:pt x="3265417" y="1668810"/>
                  </a:lnTo>
                  <a:lnTo>
                    <a:pt x="3264749" y="1668810"/>
                  </a:lnTo>
                  <a:lnTo>
                    <a:pt x="3264081" y="1668810"/>
                  </a:lnTo>
                  <a:lnTo>
                    <a:pt x="3263413" y="1668810"/>
                  </a:lnTo>
                  <a:lnTo>
                    <a:pt x="3262745" y="1668810"/>
                  </a:lnTo>
                  <a:lnTo>
                    <a:pt x="3262077" y="1668810"/>
                  </a:lnTo>
                  <a:lnTo>
                    <a:pt x="3261409" y="1668810"/>
                  </a:lnTo>
                  <a:lnTo>
                    <a:pt x="3260741" y="1668810"/>
                  </a:lnTo>
                  <a:lnTo>
                    <a:pt x="3260073" y="1668810"/>
                  </a:lnTo>
                  <a:lnTo>
                    <a:pt x="3259405" y="1668810"/>
                  </a:lnTo>
                  <a:lnTo>
                    <a:pt x="3258736" y="1668810"/>
                  </a:lnTo>
                  <a:lnTo>
                    <a:pt x="3258068" y="1668810"/>
                  </a:lnTo>
                  <a:lnTo>
                    <a:pt x="3257400" y="1668810"/>
                  </a:lnTo>
                  <a:lnTo>
                    <a:pt x="3256732" y="1668810"/>
                  </a:lnTo>
                  <a:lnTo>
                    <a:pt x="3256064" y="1668810"/>
                  </a:lnTo>
                  <a:lnTo>
                    <a:pt x="3255396" y="1668810"/>
                  </a:lnTo>
                  <a:lnTo>
                    <a:pt x="3254728" y="1668810"/>
                  </a:lnTo>
                  <a:lnTo>
                    <a:pt x="3254060" y="1668810"/>
                  </a:lnTo>
                  <a:lnTo>
                    <a:pt x="3253392" y="1668810"/>
                  </a:lnTo>
                  <a:lnTo>
                    <a:pt x="3252724" y="1668810"/>
                  </a:lnTo>
                  <a:lnTo>
                    <a:pt x="3252056" y="1668810"/>
                  </a:lnTo>
                  <a:lnTo>
                    <a:pt x="3251388" y="1668810"/>
                  </a:lnTo>
                  <a:lnTo>
                    <a:pt x="3250720" y="1668810"/>
                  </a:lnTo>
                  <a:lnTo>
                    <a:pt x="3250052" y="1668810"/>
                  </a:lnTo>
                  <a:lnTo>
                    <a:pt x="3249384" y="1668810"/>
                  </a:lnTo>
                  <a:lnTo>
                    <a:pt x="3248716" y="1668810"/>
                  </a:lnTo>
                  <a:lnTo>
                    <a:pt x="3248048" y="1668810"/>
                  </a:lnTo>
                  <a:lnTo>
                    <a:pt x="3247380" y="1668810"/>
                  </a:lnTo>
                  <a:lnTo>
                    <a:pt x="3246712" y="1668810"/>
                  </a:lnTo>
                  <a:lnTo>
                    <a:pt x="3246044" y="1668810"/>
                  </a:lnTo>
                  <a:lnTo>
                    <a:pt x="3245376" y="1668810"/>
                  </a:lnTo>
                  <a:lnTo>
                    <a:pt x="3244708" y="1668810"/>
                  </a:lnTo>
                  <a:lnTo>
                    <a:pt x="3244040" y="1668810"/>
                  </a:lnTo>
                  <a:lnTo>
                    <a:pt x="3243372" y="1668810"/>
                  </a:lnTo>
                  <a:lnTo>
                    <a:pt x="3242704" y="1668810"/>
                  </a:lnTo>
                  <a:lnTo>
                    <a:pt x="3242036" y="1668810"/>
                  </a:lnTo>
                  <a:lnTo>
                    <a:pt x="3241368" y="1668810"/>
                  </a:lnTo>
                  <a:lnTo>
                    <a:pt x="3240700" y="1668810"/>
                  </a:lnTo>
                  <a:lnTo>
                    <a:pt x="3240032" y="1668810"/>
                  </a:lnTo>
                  <a:lnTo>
                    <a:pt x="3239364" y="1668810"/>
                  </a:lnTo>
                  <a:lnTo>
                    <a:pt x="3238696" y="1668810"/>
                  </a:lnTo>
                  <a:lnTo>
                    <a:pt x="3238028" y="1668810"/>
                  </a:lnTo>
                  <a:lnTo>
                    <a:pt x="3237360" y="1668810"/>
                  </a:lnTo>
                  <a:lnTo>
                    <a:pt x="3236692" y="1668810"/>
                  </a:lnTo>
                  <a:lnTo>
                    <a:pt x="3236024" y="1668810"/>
                  </a:lnTo>
                  <a:lnTo>
                    <a:pt x="3235356" y="1668810"/>
                  </a:lnTo>
                  <a:lnTo>
                    <a:pt x="3234687" y="1668810"/>
                  </a:lnTo>
                  <a:lnTo>
                    <a:pt x="3234019" y="1668810"/>
                  </a:lnTo>
                  <a:lnTo>
                    <a:pt x="3233351" y="1668810"/>
                  </a:lnTo>
                  <a:lnTo>
                    <a:pt x="3232683" y="1668810"/>
                  </a:lnTo>
                  <a:lnTo>
                    <a:pt x="3232015" y="1668810"/>
                  </a:lnTo>
                  <a:lnTo>
                    <a:pt x="3231347" y="1668810"/>
                  </a:lnTo>
                  <a:lnTo>
                    <a:pt x="3230679" y="1668810"/>
                  </a:lnTo>
                  <a:lnTo>
                    <a:pt x="3230011" y="1668810"/>
                  </a:lnTo>
                  <a:lnTo>
                    <a:pt x="3229343" y="1668810"/>
                  </a:lnTo>
                  <a:lnTo>
                    <a:pt x="3228675" y="1668810"/>
                  </a:lnTo>
                  <a:lnTo>
                    <a:pt x="3228007" y="1668810"/>
                  </a:lnTo>
                  <a:lnTo>
                    <a:pt x="3227339" y="1668810"/>
                  </a:lnTo>
                  <a:lnTo>
                    <a:pt x="3226671" y="1668810"/>
                  </a:lnTo>
                  <a:lnTo>
                    <a:pt x="3226003" y="1668810"/>
                  </a:lnTo>
                  <a:lnTo>
                    <a:pt x="3225335" y="1668810"/>
                  </a:lnTo>
                  <a:lnTo>
                    <a:pt x="3224667" y="1668810"/>
                  </a:lnTo>
                  <a:lnTo>
                    <a:pt x="3223999" y="1668810"/>
                  </a:lnTo>
                  <a:lnTo>
                    <a:pt x="3223331" y="1668810"/>
                  </a:lnTo>
                  <a:lnTo>
                    <a:pt x="3222663" y="1668810"/>
                  </a:lnTo>
                  <a:lnTo>
                    <a:pt x="3221995" y="1668810"/>
                  </a:lnTo>
                  <a:lnTo>
                    <a:pt x="3221327" y="1668810"/>
                  </a:lnTo>
                  <a:lnTo>
                    <a:pt x="3220659" y="1668810"/>
                  </a:lnTo>
                  <a:lnTo>
                    <a:pt x="3219991" y="1668810"/>
                  </a:lnTo>
                  <a:lnTo>
                    <a:pt x="3219323" y="1668810"/>
                  </a:lnTo>
                  <a:lnTo>
                    <a:pt x="3218655" y="1668810"/>
                  </a:lnTo>
                  <a:lnTo>
                    <a:pt x="3217987" y="1668810"/>
                  </a:lnTo>
                  <a:lnTo>
                    <a:pt x="3217319" y="1668810"/>
                  </a:lnTo>
                  <a:lnTo>
                    <a:pt x="3216651" y="1668810"/>
                  </a:lnTo>
                  <a:lnTo>
                    <a:pt x="3215983" y="1668810"/>
                  </a:lnTo>
                  <a:lnTo>
                    <a:pt x="3215315" y="1668810"/>
                  </a:lnTo>
                  <a:lnTo>
                    <a:pt x="3214647" y="1668810"/>
                  </a:lnTo>
                  <a:lnTo>
                    <a:pt x="3213979" y="1668810"/>
                  </a:lnTo>
                  <a:lnTo>
                    <a:pt x="3213311" y="1668810"/>
                  </a:lnTo>
                  <a:lnTo>
                    <a:pt x="3212643" y="1668810"/>
                  </a:lnTo>
                  <a:lnTo>
                    <a:pt x="3211975" y="1668810"/>
                  </a:lnTo>
                  <a:lnTo>
                    <a:pt x="3211307" y="1668810"/>
                  </a:lnTo>
                  <a:lnTo>
                    <a:pt x="3210639" y="1668810"/>
                  </a:lnTo>
                  <a:lnTo>
                    <a:pt x="3209970" y="1668810"/>
                  </a:lnTo>
                  <a:lnTo>
                    <a:pt x="3209302" y="1668810"/>
                  </a:lnTo>
                  <a:lnTo>
                    <a:pt x="3208634" y="1668810"/>
                  </a:lnTo>
                  <a:lnTo>
                    <a:pt x="3207966" y="1668810"/>
                  </a:lnTo>
                  <a:lnTo>
                    <a:pt x="3207298" y="1668810"/>
                  </a:lnTo>
                  <a:lnTo>
                    <a:pt x="3206630" y="1668810"/>
                  </a:lnTo>
                  <a:lnTo>
                    <a:pt x="3205962" y="1668810"/>
                  </a:lnTo>
                  <a:lnTo>
                    <a:pt x="3205294" y="1668810"/>
                  </a:lnTo>
                  <a:lnTo>
                    <a:pt x="3204626" y="1668810"/>
                  </a:lnTo>
                  <a:lnTo>
                    <a:pt x="3203958" y="1668810"/>
                  </a:lnTo>
                  <a:lnTo>
                    <a:pt x="3203290" y="1668810"/>
                  </a:lnTo>
                  <a:lnTo>
                    <a:pt x="3202622" y="1668810"/>
                  </a:lnTo>
                  <a:lnTo>
                    <a:pt x="3201954" y="1668810"/>
                  </a:lnTo>
                  <a:lnTo>
                    <a:pt x="3201286" y="1668810"/>
                  </a:lnTo>
                  <a:lnTo>
                    <a:pt x="3200618" y="1668810"/>
                  </a:lnTo>
                  <a:lnTo>
                    <a:pt x="3199950" y="1668810"/>
                  </a:lnTo>
                  <a:lnTo>
                    <a:pt x="3199282" y="1668810"/>
                  </a:lnTo>
                  <a:lnTo>
                    <a:pt x="3198614" y="1668810"/>
                  </a:lnTo>
                  <a:lnTo>
                    <a:pt x="3197946" y="1668810"/>
                  </a:lnTo>
                  <a:lnTo>
                    <a:pt x="3197278" y="1668810"/>
                  </a:lnTo>
                  <a:lnTo>
                    <a:pt x="3196610" y="1668810"/>
                  </a:lnTo>
                  <a:lnTo>
                    <a:pt x="3195942" y="1668810"/>
                  </a:lnTo>
                  <a:lnTo>
                    <a:pt x="3195274" y="1668810"/>
                  </a:lnTo>
                  <a:lnTo>
                    <a:pt x="3194606" y="1668810"/>
                  </a:lnTo>
                  <a:lnTo>
                    <a:pt x="3193938" y="1668810"/>
                  </a:lnTo>
                  <a:lnTo>
                    <a:pt x="3193270" y="1668810"/>
                  </a:lnTo>
                  <a:lnTo>
                    <a:pt x="3192602" y="1668810"/>
                  </a:lnTo>
                  <a:lnTo>
                    <a:pt x="3191934" y="1668810"/>
                  </a:lnTo>
                  <a:lnTo>
                    <a:pt x="3191266" y="1668810"/>
                  </a:lnTo>
                  <a:lnTo>
                    <a:pt x="3190598" y="1668810"/>
                  </a:lnTo>
                  <a:lnTo>
                    <a:pt x="3189930" y="1668810"/>
                  </a:lnTo>
                  <a:lnTo>
                    <a:pt x="3189262" y="1668810"/>
                  </a:lnTo>
                  <a:lnTo>
                    <a:pt x="3188594" y="1668810"/>
                  </a:lnTo>
                  <a:lnTo>
                    <a:pt x="3187926" y="1668810"/>
                  </a:lnTo>
                  <a:lnTo>
                    <a:pt x="3187258" y="1668810"/>
                  </a:lnTo>
                  <a:lnTo>
                    <a:pt x="3186590" y="1668810"/>
                  </a:lnTo>
                  <a:lnTo>
                    <a:pt x="3185922" y="1668810"/>
                  </a:lnTo>
                  <a:lnTo>
                    <a:pt x="3185253" y="1668810"/>
                  </a:lnTo>
                  <a:lnTo>
                    <a:pt x="3184585" y="1668810"/>
                  </a:lnTo>
                  <a:lnTo>
                    <a:pt x="3183917" y="1668810"/>
                  </a:lnTo>
                  <a:lnTo>
                    <a:pt x="3183249" y="1668810"/>
                  </a:lnTo>
                  <a:lnTo>
                    <a:pt x="3182581" y="1668810"/>
                  </a:lnTo>
                  <a:lnTo>
                    <a:pt x="3181913" y="1668810"/>
                  </a:lnTo>
                  <a:lnTo>
                    <a:pt x="3181245" y="1668810"/>
                  </a:lnTo>
                  <a:lnTo>
                    <a:pt x="3180577" y="1668810"/>
                  </a:lnTo>
                  <a:lnTo>
                    <a:pt x="3179909" y="1668810"/>
                  </a:lnTo>
                  <a:lnTo>
                    <a:pt x="3179241" y="1668810"/>
                  </a:lnTo>
                  <a:lnTo>
                    <a:pt x="3178573" y="1668810"/>
                  </a:lnTo>
                  <a:lnTo>
                    <a:pt x="3177905" y="1668810"/>
                  </a:lnTo>
                  <a:lnTo>
                    <a:pt x="3177237" y="1668810"/>
                  </a:lnTo>
                  <a:lnTo>
                    <a:pt x="3176569" y="1668810"/>
                  </a:lnTo>
                  <a:lnTo>
                    <a:pt x="3175901" y="1668810"/>
                  </a:lnTo>
                  <a:lnTo>
                    <a:pt x="3175233" y="1668810"/>
                  </a:lnTo>
                  <a:lnTo>
                    <a:pt x="3174565" y="1668810"/>
                  </a:lnTo>
                  <a:lnTo>
                    <a:pt x="3173897" y="1668810"/>
                  </a:lnTo>
                  <a:lnTo>
                    <a:pt x="3173229" y="1668810"/>
                  </a:lnTo>
                  <a:lnTo>
                    <a:pt x="3172561" y="1668810"/>
                  </a:lnTo>
                  <a:lnTo>
                    <a:pt x="3171893" y="1668810"/>
                  </a:lnTo>
                  <a:lnTo>
                    <a:pt x="3171225" y="1668810"/>
                  </a:lnTo>
                  <a:lnTo>
                    <a:pt x="3170557" y="1668810"/>
                  </a:lnTo>
                  <a:lnTo>
                    <a:pt x="3169889" y="1668810"/>
                  </a:lnTo>
                  <a:lnTo>
                    <a:pt x="3169221" y="1668810"/>
                  </a:lnTo>
                  <a:lnTo>
                    <a:pt x="3168553" y="1668810"/>
                  </a:lnTo>
                  <a:lnTo>
                    <a:pt x="3167885" y="1668810"/>
                  </a:lnTo>
                  <a:lnTo>
                    <a:pt x="3167217" y="1668810"/>
                  </a:lnTo>
                  <a:lnTo>
                    <a:pt x="3166549" y="1668810"/>
                  </a:lnTo>
                  <a:lnTo>
                    <a:pt x="3165881" y="1668810"/>
                  </a:lnTo>
                  <a:lnTo>
                    <a:pt x="3165213" y="1668810"/>
                  </a:lnTo>
                  <a:lnTo>
                    <a:pt x="3164545" y="1668810"/>
                  </a:lnTo>
                  <a:lnTo>
                    <a:pt x="3163877" y="1668810"/>
                  </a:lnTo>
                  <a:lnTo>
                    <a:pt x="3163209" y="1668810"/>
                  </a:lnTo>
                  <a:lnTo>
                    <a:pt x="3162541" y="1668810"/>
                  </a:lnTo>
                  <a:lnTo>
                    <a:pt x="3161873" y="1668810"/>
                  </a:lnTo>
                  <a:lnTo>
                    <a:pt x="3161204" y="1668810"/>
                  </a:lnTo>
                  <a:lnTo>
                    <a:pt x="3160536" y="1668810"/>
                  </a:lnTo>
                  <a:lnTo>
                    <a:pt x="3159868" y="1668810"/>
                  </a:lnTo>
                  <a:lnTo>
                    <a:pt x="3159200" y="1668810"/>
                  </a:lnTo>
                  <a:lnTo>
                    <a:pt x="3158532" y="1668810"/>
                  </a:lnTo>
                  <a:lnTo>
                    <a:pt x="3157864" y="1668810"/>
                  </a:lnTo>
                  <a:lnTo>
                    <a:pt x="3157196" y="1668810"/>
                  </a:lnTo>
                  <a:lnTo>
                    <a:pt x="3156528" y="1668810"/>
                  </a:lnTo>
                  <a:lnTo>
                    <a:pt x="3155860" y="1668810"/>
                  </a:lnTo>
                  <a:lnTo>
                    <a:pt x="3155192" y="1668810"/>
                  </a:lnTo>
                  <a:lnTo>
                    <a:pt x="3154524" y="1668810"/>
                  </a:lnTo>
                  <a:lnTo>
                    <a:pt x="3153856" y="1668810"/>
                  </a:lnTo>
                  <a:lnTo>
                    <a:pt x="3153188" y="1668810"/>
                  </a:lnTo>
                  <a:lnTo>
                    <a:pt x="3152520" y="1668810"/>
                  </a:lnTo>
                  <a:lnTo>
                    <a:pt x="3151852" y="1668810"/>
                  </a:lnTo>
                  <a:lnTo>
                    <a:pt x="3151184" y="1668810"/>
                  </a:lnTo>
                  <a:lnTo>
                    <a:pt x="3150516" y="1668810"/>
                  </a:lnTo>
                  <a:lnTo>
                    <a:pt x="3149848" y="1668810"/>
                  </a:lnTo>
                  <a:lnTo>
                    <a:pt x="3149180" y="1668810"/>
                  </a:lnTo>
                  <a:lnTo>
                    <a:pt x="3148512" y="1668810"/>
                  </a:lnTo>
                  <a:lnTo>
                    <a:pt x="3147844" y="1668810"/>
                  </a:lnTo>
                  <a:lnTo>
                    <a:pt x="3147176" y="1668810"/>
                  </a:lnTo>
                  <a:lnTo>
                    <a:pt x="3146508" y="1668810"/>
                  </a:lnTo>
                  <a:lnTo>
                    <a:pt x="3145840" y="1668810"/>
                  </a:lnTo>
                  <a:lnTo>
                    <a:pt x="3145172" y="1668810"/>
                  </a:lnTo>
                  <a:lnTo>
                    <a:pt x="3144504" y="1668810"/>
                  </a:lnTo>
                  <a:lnTo>
                    <a:pt x="3143836" y="1668810"/>
                  </a:lnTo>
                  <a:lnTo>
                    <a:pt x="3143168" y="1668810"/>
                  </a:lnTo>
                  <a:lnTo>
                    <a:pt x="3142500" y="1668810"/>
                  </a:lnTo>
                  <a:lnTo>
                    <a:pt x="3141832" y="1668810"/>
                  </a:lnTo>
                  <a:lnTo>
                    <a:pt x="3141164" y="1668810"/>
                  </a:lnTo>
                  <a:lnTo>
                    <a:pt x="3140496" y="1668810"/>
                  </a:lnTo>
                  <a:lnTo>
                    <a:pt x="3139828" y="1668810"/>
                  </a:lnTo>
                  <a:lnTo>
                    <a:pt x="3139160" y="1668810"/>
                  </a:lnTo>
                  <a:lnTo>
                    <a:pt x="3138492" y="1668810"/>
                  </a:lnTo>
                  <a:lnTo>
                    <a:pt x="3137824" y="1668810"/>
                  </a:lnTo>
                  <a:lnTo>
                    <a:pt x="3137156" y="1668810"/>
                  </a:lnTo>
                  <a:lnTo>
                    <a:pt x="3136487" y="1668810"/>
                  </a:lnTo>
                  <a:lnTo>
                    <a:pt x="3135819" y="1668810"/>
                  </a:lnTo>
                  <a:lnTo>
                    <a:pt x="3135151" y="1668810"/>
                  </a:lnTo>
                  <a:lnTo>
                    <a:pt x="3134483" y="1668810"/>
                  </a:lnTo>
                  <a:lnTo>
                    <a:pt x="3133815" y="1668810"/>
                  </a:lnTo>
                  <a:lnTo>
                    <a:pt x="3133147" y="1668810"/>
                  </a:lnTo>
                  <a:lnTo>
                    <a:pt x="3132479" y="1668810"/>
                  </a:lnTo>
                  <a:lnTo>
                    <a:pt x="3131811" y="1668810"/>
                  </a:lnTo>
                  <a:lnTo>
                    <a:pt x="3131143" y="1668810"/>
                  </a:lnTo>
                  <a:lnTo>
                    <a:pt x="3130475" y="1668810"/>
                  </a:lnTo>
                  <a:lnTo>
                    <a:pt x="3129807" y="1668810"/>
                  </a:lnTo>
                  <a:lnTo>
                    <a:pt x="3129139" y="1668810"/>
                  </a:lnTo>
                  <a:lnTo>
                    <a:pt x="3128471" y="1668810"/>
                  </a:lnTo>
                  <a:lnTo>
                    <a:pt x="3127803" y="1668810"/>
                  </a:lnTo>
                  <a:lnTo>
                    <a:pt x="3127135" y="1668810"/>
                  </a:lnTo>
                  <a:lnTo>
                    <a:pt x="3126467" y="1668810"/>
                  </a:lnTo>
                  <a:lnTo>
                    <a:pt x="3125799" y="1668810"/>
                  </a:lnTo>
                  <a:lnTo>
                    <a:pt x="3125131" y="1668810"/>
                  </a:lnTo>
                  <a:lnTo>
                    <a:pt x="3124463" y="1668810"/>
                  </a:lnTo>
                  <a:lnTo>
                    <a:pt x="3123795" y="1668810"/>
                  </a:lnTo>
                  <a:lnTo>
                    <a:pt x="3123127" y="1668810"/>
                  </a:lnTo>
                  <a:lnTo>
                    <a:pt x="3122459" y="1668810"/>
                  </a:lnTo>
                  <a:lnTo>
                    <a:pt x="3121791" y="1668810"/>
                  </a:lnTo>
                  <a:lnTo>
                    <a:pt x="3121123" y="1668810"/>
                  </a:lnTo>
                  <a:lnTo>
                    <a:pt x="3120455" y="1668810"/>
                  </a:lnTo>
                  <a:lnTo>
                    <a:pt x="3119787" y="1668810"/>
                  </a:lnTo>
                  <a:lnTo>
                    <a:pt x="3119119" y="1668810"/>
                  </a:lnTo>
                  <a:lnTo>
                    <a:pt x="3118451" y="1668810"/>
                  </a:lnTo>
                  <a:lnTo>
                    <a:pt x="3117783" y="1668810"/>
                  </a:lnTo>
                  <a:lnTo>
                    <a:pt x="3117115" y="1668810"/>
                  </a:lnTo>
                  <a:lnTo>
                    <a:pt x="3116447" y="1668810"/>
                  </a:lnTo>
                  <a:lnTo>
                    <a:pt x="3115779" y="1668810"/>
                  </a:lnTo>
                  <a:lnTo>
                    <a:pt x="3115111" y="1668810"/>
                  </a:lnTo>
                  <a:lnTo>
                    <a:pt x="3114443" y="1668810"/>
                  </a:lnTo>
                  <a:lnTo>
                    <a:pt x="3113775" y="1668810"/>
                  </a:lnTo>
                  <a:lnTo>
                    <a:pt x="3113107" y="1668810"/>
                  </a:lnTo>
                  <a:lnTo>
                    <a:pt x="3112439" y="1668810"/>
                  </a:lnTo>
                  <a:lnTo>
                    <a:pt x="3111770" y="1668810"/>
                  </a:lnTo>
                  <a:lnTo>
                    <a:pt x="3111102" y="1668810"/>
                  </a:lnTo>
                  <a:lnTo>
                    <a:pt x="3110434" y="1668810"/>
                  </a:lnTo>
                  <a:lnTo>
                    <a:pt x="3109766" y="1668810"/>
                  </a:lnTo>
                  <a:lnTo>
                    <a:pt x="3109098" y="1668810"/>
                  </a:lnTo>
                  <a:lnTo>
                    <a:pt x="3108430" y="1668810"/>
                  </a:lnTo>
                  <a:lnTo>
                    <a:pt x="3107762" y="1668810"/>
                  </a:lnTo>
                  <a:lnTo>
                    <a:pt x="3107094" y="1668810"/>
                  </a:lnTo>
                  <a:lnTo>
                    <a:pt x="3106426" y="1668810"/>
                  </a:lnTo>
                  <a:lnTo>
                    <a:pt x="3105758" y="1668810"/>
                  </a:lnTo>
                  <a:lnTo>
                    <a:pt x="3105090" y="1668810"/>
                  </a:lnTo>
                  <a:lnTo>
                    <a:pt x="3104422" y="1668810"/>
                  </a:lnTo>
                  <a:lnTo>
                    <a:pt x="3103754" y="1668810"/>
                  </a:lnTo>
                  <a:lnTo>
                    <a:pt x="3103086" y="1668810"/>
                  </a:lnTo>
                  <a:lnTo>
                    <a:pt x="3102418" y="1668810"/>
                  </a:lnTo>
                  <a:lnTo>
                    <a:pt x="3101750" y="1668810"/>
                  </a:lnTo>
                  <a:lnTo>
                    <a:pt x="3101082" y="1668810"/>
                  </a:lnTo>
                  <a:lnTo>
                    <a:pt x="3100414" y="1668810"/>
                  </a:lnTo>
                  <a:lnTo>
                    <a:pt x="3099746" y="1668810"/>
                  </a:lnTo>
                  <a:lnTo>
                    <a:pt x="3099078" y="1668810"/>
                  </a:lnTo>
                  <a:lnTo>
                    <a:pt x="3098410" y="1668810"/>
                  </a:lnTo>
                  <a:lnTo>
                    <a:pt x="3097742" y="1668810"/>
                  </a:lnTo>
                  <a:lnTo>
                    <a:pt x="3097074" y="1668810"/>
                  </a:lnTo>
                  <a:lnTo>
                    <a:pt x="3096406" y="1668810"/>
                  </a:lnTo>
                  <a:lnTo>
                    <a:pt x="3095738" y="1668810"/>
                  </a:lnTo>
                  <a:lnTo>
                    <a:pt x="3095070" y="1668810"/>
                  </a:lnTo>
                  <a:lnTo>
                    <a:pt x="3094402" y="1668810"/>
                  </a:lnTo>
                  <a:lnTo>
                    <a:pt x="3093734" y="1668810"/>
                  </a:lnTo>
                  <a:lnTo>
                    <a:pt x="3093066" y="1668810"/>
                  </a:lnTo>
                  <a:lnTo>
                    <a:pt x="3092398" y="1668810"/>
                  </a:lnTo>
                  <a:lnTo>
                    <a:pt x="3091730" y="1668810"/>
                  </a:lnTo>
                  <a:lnTo>
                    <a:pt x="3091062" y="1668810"/>
                  </a:lnTo>
                  <a:lnTo>
                    <a:pt x="3090394" y="1668810"/>
                  </a:lnTo>
                  <a:lnTo>
                    <a:pt x="3089726" y="1668810"/>
                  </a:lnTo>
                  <a:lnTo>
                    <a:pt x="3089058" y="1668810"/>
                  </a:lnTo>
                  <a:lnTo>
                    <a:pt x="3088390" y="1668810"/>
                  </a:lnTo>
                  <a:lnTo>
                    <a:pt x="3087722" y="1668810"/>
                  </a:lnTo>
                  <a:lnTo>
                    <a:pt x="3087053" y="1668810"/>
                  </a:lnTo>
                  <a:lnTo>
                    <a:pt x="3086385" y="1668810"/>
                  </a:lnTo>
                  <a:lnTo>
                    <a:pt x="3085717" y="1668810"/>
                  </a:lnTo>
                  <a:lnTo>
                    <a:pt x="3085049" y="1668810"/>
                  </a:lnTo>
                  <a:lnTo>
                    <a:pt x="3084381" y="1668810"/>
                  </a:lnTo>
                  <a:lnTo>
                    <a:pt x="3083713" y="1668810"/>
                  </a:lnTo>
                  <a:lnTo>
                    <a:pt x="3083045" y="1668810"/>
                  </a:lnTo>
                  <a:lnTo>
                    <a:pt x="3082377" y="1668810"/>
                  </a:lnTo>
                  <a:lnTo>
                    <a:pt x="3081709" y="1668810"/>
                  </a:lnTo>
                  <a:lnTo>
                    <a:pt x="3081041" y="1668810"/>
                  </a:lnTo>
                  <a:lnTo>
                    <a:pt x="3080373" y="1668810"/>
                  </a:lnTo>
                  <a:lnTo>
                    <a:pt x="3079705" y="1668810"/>
                  </a:lnTo>
                  <a:lnTo>
                    <a:pt x="3079037" y="1668810"/>
                  </a:lnTo>
                  <a:lnTo>
                    <a:pt x="3078369" y="1668810"/>
                  </a:lnTo>
                  <a:lnTo>
                    <a:pt x="3077701" y="1668810"/>
                  </a:lnTo>
                  <a:lnTo>
                    <a:pt x="3077033" y="1668810"/>
                  </a:lnTo>
                  <a:lnTo>
                    <a:pt x="3076365" y="1668810"/>
                  </a:lnTo>
                  <a:lnTo>
                    <a:pt x="3075697" y="1668810"/>
                  </a:lnTo>
                  <a:lnTo>
                    <a:pt x="3075029" y="1668810"/>
                  </a:lnTo>
                  <a:lnTo>
                    <a:pt x="3074361" y="1668810"/>
                  </a:lnTo>
                  <a:lnTo>
                    <a:pt x="3073693" y="1668810"/>
                  </a:lnTo>
                  <a:lnTo>
                    <a:pt x="3073025" y="1668810"/>
                  </a:lnTo>
                  <a:lnTo>
                    <a:pt x="3072357" y="1668810"/>
                  </a:lnTo>
                  <a:lnTo>
                    <a:pt x="3071689" y="1668810"/>
                  </a:lnTo>
                  <a:lnTo>
                    <a:pt x="3071021" y="1668810"/>
                  </a:lnTo>
                  <a:lnTo>
                    <a:pt x="3070353" y="1668810"/>
                  </a:lnTo>
                  <a:lnTo>
                    <a:pt x="3069685" y="1668810"/>
                  </a:lnTo>
                  <a:lnTo>
                    <a:pt x="3069017" y="1668810"/>
                  </a:lnTo>
                  <a:lnTo>
                    <a:pt x="3068349" y="1668810"/>
                  </a:lnTo>
                  <a:lnTo>
                    <a:pt x="3067681" y="1668810"/>
                  </a:lnTo>
                  <a:lnTo>
                    <a:pt x="3067013" y="1668810"/>
                  </a:lnTo>
                  <a:lnTo>
                    <a:pt x="3066345" y="1668810"/>
                  </a:lnTo>
                  <a:lnTo>
                    <a:pt x="3065677" y="1668810"/>
                  </a:lnTo>
                  <a:lnTo>
                    <a:pt x="3065009" y="1668810"/>
                  </a:lnTo>
                  <a:lnTo>
                    <a:pt x="3064341" y="1668810"/>
                  </a:lnTo>
                  <a:lnTo>
                    <a:pt x="3063673" y="1668810"/>
                  </a:lnTo>
                  <a:lnTo>
                    <a:pt x="3063004" y="1668810"/>
                  </a:lnTo>
                  <a:lnTo>
                    <a:pt x="3062336" y="1668810"/>
                  </a:lnTo>
                  <a:lnTo>
                    <a:pt x="3061668" y="1668810"/>
                  </a:lnTo>
                  <a:lnTo>
                    <a:pt x="3061000" y="1668810"/>
                  </a:lnTo>
                  <a:lnTo>
                    <a:pt x="3060332" y="1668810"/>
                  </a:lnTo>
                  <a:lnTo>
                    <a:pt x="3059664" y="1668810"/>
                  </a:lnTo>
                  <a:lnTo>
                    <a:pt x="3058996" y="1668810"/>
                  </a:lnTo>
                  <a:lnTo>
                    <a:pt x="3058328" y="1668810"/>
                  </a:lnTo>
                  <a:lnTo>
                    <a:pt x="3057660" y="1668810"/>
                  </a:lnTo>
                  <a:lnTo>
                    <a:pt x="3056992" y="1668810"/>
                  </a:lnTo>
                  <a:lnTo>
                    <a:pt x="3056324" y="1668810"/>
                  </a:lnTo>
                  <a:lnTo>
                    <a:pt x="3055656" y="1668810"/>
                  </a:lnTo>
                  <a:lnTo>
                    <a:pt x="3054988" y="1668810"/>
                  </a:lnTo>
                  <a:lnTo>
                    <a:pt x="3054320" y="1668810"/>
                  </a:lnTo>
                  <a:lnTo>
                    <a:pt x="3053652" y="1668810"/>
                  </a:lnTo>
                  <a:lnTo>
                    <a:pt x="3052984" y="1668810"/>
                  </a:lnTo>
                  <a:lnTo>
                    <a:pt x="3052316" y="1668810"/>
                  </a:lnTo>
                  <a:lnTo>
                    <a:pt x="3051648" y="1668810"/>
                  </a:lnTo>
                  <a:lnTo>
                    <a:pt x="3050980" y="1668810"/>
                  </a:lnTo>
                  <a:lnTo>
                    <a:pt x="3050312" y="1668810"/>
                  </a:lnTo>
                  <a:lnTo>
                    <a:pt x="3049644" y="1668810"/>
                  </a:lnTo>
                  <a:lnTo>
                    <a:pt x="3048976" y="1668810"/>
                  </a:lnTo>
                  <a:lnTo>
                    <a:pt x="3048308" y="1668810"/>
                  </a:lnTo>
                  <a:lnTo>
                    <a:pt x="3047640" y="1668810"/>
                  </a:lnTo>
                  <a:lnTo>
                    <a:pt x="3046972" y="1668810"/>
                  </a:lnTo>
                  <a:lnTo>
                    <a:pt x="3046304" y="1668810"/>
                  </a:lnTo>
                  <a:lnTo>
                    <a:pt x="3045636" y="1668810"/>
                  </a:lnTo>
                  <a:lnTo>
                    <a:pt x="3044968" y="1668810"/>
                  </a:lnTo>
                  <a:lnTo>
                    <a:pt x="3044300" y="1668810"/>
                  </a:lnTo>
                  <a:lnTo>
                    <a:pt x="3043632" y="1668810"/>
                  </a:lnTo>
                  <a:lnTo>
                    <a:pt x="3042964" y="1668810"/>
                  </a:lnTo>
                  <a:lnTo>
                    <a:pt x="3042296" y="1668810"/>
                  </a:lnTo>
                  <a:lnTo>
                    <a:pt x="3041628" y="1668810"/>
                  </a:lnTo>
                  <a:lnTo>
                    <a:pt x="3040960" y="1668810"/>
                  </a:lnTo>
                  <a:lnTo>
                    <a:pt x="3040292" y="1668810"/>
                  </a:lnTo>
                  <a:lnTo>
                    <a:pt x="3039624" y="1668810"/>
                  </a:lnTo>
                  <a:lnTo>
                    <a:pt x="3038956" y="1668810"/>
                  </a:lnTo>
                  <a:lnTo>
                    <a:pt x="3038287" y="1668810"/>
                  </a:lnTo>
                  <a:lnTo>
                    <a:pt x="3037619" y="1668810"/>
                  </a:lnTo>
                  <a:lnTo>
                    <a:pt x="3036951" y="1668810"/>
                  </a:lnTo>
                  <a:lnTo>
                    <a:pt x="3036283" y="1668810"/>
                  </a:lnTo>
                  <a:lnTo>
                    <a:pt x="3035615" y="1668810"/>
                  </a:lnTo>
                  <a:lnTo>
                    <a:pt x="3034947" y="1668810"/>
                  </a:lnTo>
                  <a:lnTo>
                    <a:pt x="3034279" y="1668810"/>
                  </a:lnTo>
                  <a:lnTo>
                    <a:pt x="3033611" y="1668810"/>
                  </a:lnTo>
                  <a:lnTo>
                    <a:pt x="3032943" y="1668810"/>
                  </a:lnTo>
                  <a:lnTo>
                    <a:pt x="3032275" y="1668810"/>
                  </a:lnTo>
                  <a:lnTo>
                    <a:pt x="3031607" y="1668810"/>
                  </a:lnTo>
                  <a:lnTo>
                    <a:pt x="3030939" y="1668810"/>
                  </a:lnTo>
                  <a:lnTo>
                    <a:pt x="3030271" y="1668810"/>
                  </a:lnTo>
                  <a:lnTo>
                    <a:pt x="3029603" y="1668810"/>
                  </a:lnTo>
                  <a:lnTo>
                    <a:pt x="3028935" y="1668810"/>
                  </a:lnTo>
                  <a:lnTo>
                    <a:pt x="3028267" y="1668810"/>
                  </a:lnTo>
                  <a:lnTo>
                    <a:pt x="3027599" y="1668810"/>
                  </a:lnTo>
                  <a:lnTo>
                    <a:pt x="3026931" y="1668810"/>
                  </a:lnTo>
                  <a:lnTo>
                    <a:pt x="3026263" y="1668810"/>
                  </a:lnTo>
                  <a:lnTo>
                    <a:pt x="3025595" y="1668810"/>
                  </a:lnTo>
                  <a:lnTo>
                    <a:pt x="3024927" y="1668810"/>
                  </a:lnTo>
                  <a:lnTo>
                    <a:pt x="3024259" y="1668810"/>
                  </a:lnTo>
                  <a:lnTo>
                    <a:pt x="3023591" y="1668810"/>
                  </a:lnTo>
                  <a:lnTo>
                    <a:pt x="3022923" y="1668810"/>
                  </a:lnTo>
                  <a:lnTo>
                    <a:pt x="3022255" y="1668810"/>
                  </a:lnTo>
                  <a:lnTo>
                    <a:pt x="3021587" y="1668810"/>
                  </a:lnTo>
                  <a:lnTo>
                    <a:pt x="3020919" y="1668810"/>
                  </a:lnTo>
                  <a:lnTo>
                    <a:pt x="3020251" y="1668810"/>
                  </a:lnTo>
                  <a:lnTo>
                    <a:pt x="3019583" y="1668810"/>
                  </a:lnTo>
                  <a:lnTo>
                    <a:pt x="3018915" y="1668810"/>
                  </a:lnTo>
                  <a:lnTo>
                    <a:pt x="3018247" y="1668810"/>
                  </a:lnTo>
                  <a:lnTo>
                    <a:pt x="3017579" y="1668810"/>
                  </a:lnTo>
                  <a:lnTo>
                    <a:pt x="3016911" y="1668810"/>
                  </a:lnTo>
                  <a:lnTo>
                    <a:pt x="3016243" y="1668810"/>
                  </a:lnTo>
                  <a:lnTo>
                    <a:pt x="3015575" y="1668810"/>
                  </a:lnTo>
                  <a:lnTo>
                    <a:pt x="3014907" y="1668810"/>
                  </a:lnTo>
                  <a:lnTo>
                    <a:pt x="3014239" y="1668810"/>
                  </a:lnTo>
                  <a:lnTo>
                    <a:pt x="3013570" y="1668810"/>
                  </a:lnTo>
                  <a:lnTo>
                    <a:pt x="3012902" y="1668810"/>
                  </a:lnTo>
                  <a:lnTo>
                    <a:pt x="3012234" y="1668810"/>
                  </a:lnTo>
                  <a:lnTo>
                    <a:pt x="3011566" y="1668810"/>
                  </a:lnTo>
                  <a:lnTo>
                    <a:pt x="3010898" y="1668810"/>
                  </a:lnTo>
                  <a:lnTo>
                    <a:pt x="3010230" y="1668810"/>
                  </a:lnTo>
                  <a:lnTo>
                    <a:pt x="3009562" y="1668810"/>
                  </a:lnTo>
                  <a:lnTo>
                    <a:pt x="3008894" y="1668810"/>
                  </a:lnTo>
                  <a:lnTo>
                    <a:pt x="3008226" y="1668810"/>
                  </a:lnTo>
                  <a:lnTo>
                    <a:pt x="3007558" y="1668810"/>
                  </a:lnTo>
                  <a:lnTo>
                    <a:pt x="3006890" y="1668810"/>
                  </a:lnTo>
                  <a:lnTo>
                    <a:pt x="3006222" y="1668810"/>
                  </a:lnTo>
                  <a:lnTo>
                    <a:pt x="3005554" y="1668810"/>
                  </a:lnTo>
                  <a:lnTo>
                    <a:pt x="3004886" y="1668810"/>
                  </a:lnTo>
                  <a:lnTo>
                    <a:pt x="3004218" y="1668810"/>
                  </a:lnTo>
                  <a:lnTo>
                    <a:pt x="3003550" y="1668810"/>
                  </a:lnTo>
                  <a:lnTo>
                    <a:pt x="3002882" y="1668810"/>
                  </a:lnTo>
                  <a:lnTo>
                    <a:pt x="3002214" y="1668810"/>
                  </a:lnTo>
                  <a:lnTo>
                    <a:pt x="3001546" y="1668810"/>
                  </a:lnTo>
                  <a:lnTo>
                    <a:pt x="3000878" y="1668810"/>
                  </a:lnTo>
                  <a:lnTo>
                    <a:pt x="3000210" y="1668810"/>
                  </a:lnTo>
                  <a:lnTo>
                    <a:pt x="2999542" y="1668810"/>
                  </a:lnTo>
                  <a:lnTo>
                    <a:pt x="2998874" y="1668810"/>
                  </a:lnTo>
                  <a:lnTo>
                    <a:pt x="2998206" y="1668810"/>
                  </a:lnTo>
                  <a:lnTo>
                    <a:pt x="2997538" y="1668810"/>
                  </a:lnTo>
                  <a:lnTo>
                    <a:pt x="2996870" y="1668810"/>
                  </a:lnTo>
                  <a:lnTo>
                    <a:pt x="2996202" y="1668810"/>
                  </a:lnTo>
                  <a:lnTo>
                    <a:pt x="2995534" y="1668810"/>
                  </a:lnTo>
                  <a:lnTo>
                    <a:pt x="2994866" y="1668810"/>
                  </a:lnTo>
                  <a:lnTo>
                    <a:pt x="2994198" y="1668810"/>
                  </a:lnTo>
                  <a:lnTo>
                    <a:pt x="2993530" y="1668810"/>
                  </a:lnTo>
                  <a:lnTo>
                    <a:pt x="2992862" y="1668810"/>
                  </a:lnTo>
                  <a:lnTo>
                    <a:pt x="2992194" y="1668810"/>
                  </a:lnTo>
                  <a:lnTo>
                    <a:pt x="2991526" y="1668810"/>
                  </a:lnTo>
                  <a:lnTo>
                    <a:pt x="2990858" y="1668810"/>
                  </a:lnTo>
                  <a:lnTo>
                    <a:pt x="2990190" y="1668810"/>
                  </a:lnTo>
                  <a:lnTo>
                    <a:pt x="2989522" y="1668810"/>
                  </a:lnTo>
                  <a:lnTo>
                    <a:pt x="2988853" y="1668810"/>
                  </a:lnTo>
                  <a:lnTo>
                    <a:pt x="2988185" y="1668810"/>
                  </a:lnTo>
                  <a:lnTo>
                    <a:pt x="2987517" y="1668810"/>
                  </a:lnTo>
                  <a:lnTo>
                    <a:pt x="2986849" y="1668810"/>
                  </a:lnTo>
                  <a:lnTo>
                    <a:pt x="2986181" y="1668810"/>
                  </a:lnTo>
                  <a:lnTo>
                    <a:pt x="2985513" y="1668810"/>
                  </a:lnTo>
                  <a:lnTo>
                    <a:pt x="2984845" y="1668810"/>
                  </a:lnTo>
                  <a:lnTo>
                    <a:pt x="2984177" y="1668810"/>
                  </a:lnTo>
                  <a:lnTo>
                    <a:pt x="2983509" y="1668810"/>
                  </a:lnTo>
                  <a:lnTo>
                    <a:pt x="2982841" y="1668810"/>
                  </a:lnTo>
                  <a:lnTo>
                    <a:pt x="2982173" y="1668810"/>
                  </a:lnTo>
                  <a:lnTo>
                    <a:pt x="2981505" y="1668810"/>
                  </a:lnTo>
                  <a:lnTo>
                    <a:pt x="2980837" y="1668810"/>
                  </a:lnTo>
                  <a:lnTo>
                    <a:pt x="2980169" y="1668810"/>
                  </a:lnTo>
                  <a:lnTo>
                    <a:pt x="2979501" y="1668810"/>
                  </a:lnTo>
                  <a:lnTo>
                    <a:pt x="2978833" y="1668810"/>
                  </a:lnTo>
                  <a:lnTo>
                    <a:pt x="2978165" y="1668810"/>
                  </a:lnTo>
                  <a:lnTo>
                    <a:pt x="2977497" y="1668810"/>
                  </a:lnTo>
                  <a:lnTo>
                    <a:pt x="2976829" y="1668810"/>
                  </a:lnTo>
                  <a:lnTo>
                    <a:pt x="2976161" y="1668810"/>
                  </a:lnTo>
                  <a:lnTo>
                    <a:pt x="2975493" y="1668810"/>
                  </a:lnTo>
                  <a:lnTo>
                    <a:pt x="2974825" y="1668810"/>
                  </a:lnTo>
                  <a:lnTo>
                    <a:pt x="2974157" y="1668810"/>
                  </a:lnTo>
                  <a:lnTo>
                    <a:pt x="2973489" y="1668810"/>
                  </a:lnTo>
                  <a:lnTo>
                    <a:pt x="2972821" y="1668810"/>
                  </a:lnTo>
                  <a:lnTo>
                    <a:pt x="2972153" y="1668810"/>
                  </a:lnTo>
                  <a:lnTo>
                    <a:pt x="2971485" y="1668810"/>
                  </a:lnTo>
                  <a:lnTo>
                    <a:pt x="2970817" y="1668810"/>
                  </a:lnTo>
                  <a:lnTo>
                    <a:pt x="2970149" y="1668810"/>
                  </a:lnTo>
                  <a:lnTo>
                    <a:pt x="2969481" y="1668810"/>
                  </a:lnTo>
                  <a:lnTo>
                    <a:pt x="2968813" y="1668810"/>
                  </a:lnTo>
                  <a:lnTo>
                    <a:pt x="2968145" y="1668810"/>
                  </a:lnTo>
                  <a:lnTo>
                    <a:pt x="2967477" y="1668810"/>
                  </a:lnTo>
                  <a:lnTo>
                    <a:pt x="2966809" y="1668810"/>
                  </a:lnTo>
                  <a:lnTo>
                    <a:pt x="2966141" y="1668810"/>
                  </a:lnTo>
                  <a:lnTo>
                    <a:pt x="2965473" y="1668810"/>
                  </a:lnTo>
                  <a:lnTo>
                    <a:pt x="2964804" y="1668810"/>
                  </a:lnTo>
                  <a:lnTo>
                    <a:pt x="2964136" y="1668810"/>
                  </a:lnTo>
                  <a:lnTo>
                    <a:pt x="2963468" y="1668810"/>
                  </a:lnTo>
                  <a:lnTo>
                    <a:pt x="2962800" y="1668810"/>
                  </a:lnTo>
                  <a:lnTo>
                    <a:pt x="2962132" y="1668810"/>
                  </a:lnTo>
                  <a:lnTo>
                    <a:pt x="2961464" y="1668810"/>
                  </a:lnTo>
                  <a:lnTo>
                    <a:pt x="2960796" y="1668810"/>
                  </a:lnTo>
                  <a:lnTo>
                    <a:pt x="2960128" y="1668810"/>
                  </a:lnTo>
                  <a:lnTo>
                    <a:pt x="2959460" y="1668810"/>
                  </a:lnTo>
                  <a:lnTo>
                    <a:pt x="2958792" y="1668810"/>
                  </a:lnTo>
                  <a:lnTo>
                    <a:pt x="2958124" y="1668810"/>
                  </a:lnTo>
                  <a:lnTo>
                    <a:pt x="2957456" y="1668810"/>
                  </a:lnTo>
                  <a:lnTo>
                    <a:pt x="2956788" y="1668810"/>
                  </a:lnTo>
                  <a:lnTo>
                    <a:pt x="2956120" y="1668810"/>
                  </a:lnTo>
                  <a:lnTo>
                    <a:pt x="2955452" y="1668810"/>
                  </a:lnTo>
                  <a:lnTo>
                    <a:pt x="2954784" y="1668810"/>
                  </a:lnTo>
                  <a:lnTo>
                    <a:pt x="2954116" y="1668810"/>
                  </a:lnTo>
                  <a:lnTo>
                    <a:pt x="2953448" y="1668810"/>
                  </a:lnTo>
                  <a:lnTo>
                    <a:pt x="2952780" y="1668810"/>
                  </a:lnTo>
                  <a:lnTo>
                    <a:pt x="2952112" y="1668810"/>
                  </a:lnTo>
                  <a:lnTo>
                    <a:pt x="2951444" y="1668810"/>
                  </a:lnTo>
                  <a:lnTo>
                    <a:pt x="2950776" y="1668810"/>
                  </a:lnTo>
                  <a:lnTo>
                    <a:pt x="2950108" y="1668810"/>
                  </a:lnTo>
                  <a:lnTo>
                    <a:pt x="2949440" y="1668810"/>
                  </a:lnTo>
                  <a:lnTo>
                    <a:pt x="2948772" y="1668810"/>
                  </a:lnTo>
                  <a:lnTo>
                    <a:pt x="2948104" y="1668810"/>
                  </a:lnTo>
                  <a:lnTo>
                    <a:pt x="2947436" y="1668810"/>
                  </a:lnTo>
                  <a:lnTo>
                    <a:pt x="2946768" y="1668810"/>
                  </a:lnTo>
                  <a:lnTo>
                    <a:pt x="2946100" y="1668810"/>
                  </a:lnTo>
                  <a:lnTo>
                    <a:pt x="2945432" y="1668810"/>
                  </a:lnTo>
                  <a:lnTo>
                    <a:pt x="2944764" y="1668810"/>
                  </a:lnTo>
                  <a:lnTo>
                    <a:pt x="2944096" y="1668810"/>
                  </a:lnTo>
                  <a:lnTo>
                    <a:pt x="2943428" y="1668810"/>
                  </a:lnTo>
                  <a:lnTo>
                    <a:pt x="2942760" y="1668810"/>
                  </a:lnTo>
                  <a:lnTo>
                    <a:pt x="2942092" y="1668810"/>
                  </a:lnTo>
                  <a:lnTo>
                    <a:pt x="2941424" y="1668810"/>
                  </a:lnTo>
                  <a:lnTo>
                    <a:pt x="2940756" y="1668810"/>
                  </a:lnTo>
                  <a:lnTo>
                    <a:pt x="2940087" y="1668810"/>
                  </a:lnTo>
                  <a:lnTo>
                    <a:pt x="2939419" y="1668810"/>
                  </a:lnTo>
                  <a:lnTo>
                    <a:pt x="2938751" y="1668810"/>
                  </a:lnTo>
                  <a:lnTo>
                    <a:pt x="2938083" y="1668810"/>
                  </a:lnTo>
                  <a:lnTo>
                    <a:pt x="2937415" y="1668810"/>
                  </a:lnTo>
                  <a:lnTo>
                    <a:pt x="2936747" y="1668810"/>
                  </a:lnTo>
                  <a:lnTo>
                    <a:pt x="2936079" y="1668810"/>
                  </a:lnTo>
                  <a:lnTo>
                    <a:pt x="2935411" y="1668810"/>
                  </a:lnTo>
                  <a:lnTo>
                    <a:pt x="2934743" y="1668810"/>
                  </a:lnTo>
                  <a:lnTo>
                    <a:pt x="2934075" y="1668810"/>
                  </a:lnTo>
                  <a:lnTo>
                    <a:pt x="2933407" y="1668810"/>
                  </a:lnTo>
                  <a:lnTo>
                    <a:pt x="2932739" y="1668810"/>
                  </a:lnTo>
                  <a:lnTo>
                    <a:pt x="2932071" y="1668810"/>
                  </a:lnTo>
                  <a:lnTo>
                    <a:pt x="2931403" y="1668810"/>
                  </a:lnTo>
                  <a:lnTo>
                    <a:pt x="2930735" y="1668810"/>
                  </a:lnTo>
                  <a:lnTo>
                    <a:pt x="2930067" y="1668810"/>
                  </a:lnTo>
                  <a:lnTo>
                    <a:pt x="2929399" y="1668810"/>
                  </a:lnTo>
                  <a:lnTo>
                    <a:pt x="2928731" y="1668810"/>
                  </a:lnTo>
                  <a:lnTo>
                    <a:pt x="2928063" y="1668810"/>
                  </a:lnTo>
                  <a:lnTo>
                    <a:pt x="2927395" y="1668810"/>
                  </a:lnTo>
                  <a:lnTo>
                    <a:pt x="2926727" y="1668810"/>
                  </a:lnTo>
                  <a:lnTo>
                    <a:pt x="2926059" y="1668810"/>
                  </a:lnTo>
                  <a:lnTo>
                    <a:pt x="2925391" y="1668810"/>
                  </a:lnTo>
                  <a:lnTo>
                    <a:pt x="2924723" y="1668810"/>
                  </a:lnTo>
                  <a:lnTo>
                    <a:pt x="2924055" y="1668810"/>
                  </a:lnTo>
                  <a:lnTo>
                    <a:pt x="2923387" y="1668810"/>
                  </a:lnTo>
                  <a:lnTo>
                    <a:pt x="2922719" y="1668810"/>
                  </a:lnTo>
                  <a:lnTo>
                    <a:pt x="2922051" y="1668810"/>
                  </a:lnTo>
                  <a:lnTo>
                    <a:pt x="2921383" y="1668810"/>
                  </a:lnTo>
                  <a:lnTo>
                    <a:pt x="2920715" y="1668810"/>
                  </a:lnTo>
                  <a:lnTo>
                    <a:pt x="2920047" y="1668810"/>
                  </a:lnTo>
                  <a:lnTo>
                    <a:pt x="2919379" y="1668810"/>
                  </a:lnTo>
                  <a:lnTo>
                    <a:pt x="2918711" y="1668810"/>
                  </a:lnTo>
                  <a:lnTo>
                    <a:pt x="2918043" y="1668810"/>
                  </a:lnTo>
                  <a:lnTo>
                    <a:pt x="2917375" y="1668810"/>
                  </a:lnTo>
                  <a:lnTo>
                    <a:pt x="2916707" y="1668810"/>
                  </a:lnTo>
                  <a:lnTo>
                    <a:pt x="2916039" y="1668810"/>
                  </a:lnTo>
                  <a:lnTo>
                    <a:pt x="2915370" y="1668810"/>
                  </a:lnTo>
                  <a:lnTo>
                    <a:pt x="2914702" y="1668810"/>
                  </a:lnTo>
                  <a:lnTo>
                    <a:pt x="2914034" y="1668810"/>
                  </a:lnTo>
                  <a:lnTo>
                    <a:pt x="2913366" y="1668810"/>
                  </a:lnTo>
                  <a:lnTo>
                    <a:pt x="2912698" y="1668810"/>
                  </a:lnTo>
                  <a:lnTo>
                    <a:pt x="2912030" y="1668810"/>
                  </a:lnTo>
                  <a:lnTo>
                    <a:pt x="2911362" y="1668810"/>
                  </a:lnTo>
                  <a:lnTo>
                    <a:pt x="2910694" y="1668810"/>
                  </a:lnTo>
                  <a:lnTo>
                    <a:pt x="2910026" y="1668810"/>
                  </a:lnTo>
                  <a:lnTo>
                    <a:pt x="2909358" y="1668810"/>
                  </a:lnTo>
                  <a:lnTo>
                    <a:pt x="2908690" y="1668810"/>
                  </a:lnTo>
                  <a:lnTo>
                    <a:pt x="2908022" y="1668810"/>
                  </a:lnTo>
                  <a:lnTo>
                    <a:pt x="2907354" y="1668810"/>
                  </a:lnTo>
                  <a:lnTo>
                    <a:pt x="2906686" y="1668810"/>
                  </a:lnTo>
                  <a:lnTo>
                    <a:pt x="2906018" y="1668810"/>
                  </a:lnTo>
                  <a:lnTo>
                    <a:pt x="2905350" y="1668810"/>
                  </a:lnTo>
                  <a:lnTo>
                    <a:pt x="2904682" y="1668810"/>
                  </a:lnTo>
                  <a:lnTo>
                    <a:pt x="2904014" y="1668810"/>
                  </a:lnTo>
                  <a:lnTo>
                    <a:pt x="2903346" y="1668810"/>
                  </a:lnTo>
                  <a:lnTo>
                    <a:pt x="2902678" y="1668810"/>
                  </a:lnTo>
                  <a:lnTo>
                    <a:pt x="2902010" y="1668810"/>
                  </a:lnTo>
                  <a:lnTo>
                    <a:pt x="2901342" y="1668810"/>
                  </a:lnTo>
                  <a:lnTo>
                    <a:pt x="2900674" y="1668810"/>
                  </a:lnTo>
                  <a:lnTo>
                    <a:pt x="2900006" y="1668810"/>
                  </a:lnTo>
                  <a:lnTo>
                    <a:pt x="2899338" y="1668810"/>
                  </a:lnTo>
                  <a:lnTo>
                    <a:pt x="2898670" y="1668810"/>
                  </a:lnTo>
                  <a:lnTo>
                    <a:pt x="2898002" y="1668810"/>
                  </a:lnTo>
                  <a:lnTo>
                    <a:pt x="2897334" y="1668810"/>
                  </a:lnTo>
                  <a:lnTo>
                    <a:pt x="2896666" y="1668810"/>
                  </a:lnTo>
                  <a:lnTo>
                    <a:pt x="2895998" y="1668810"/>
                  </a:lnTo>
                  <a:lnTo>
                    <a:pt x="2895330" y="1668810"/>
                  </a:lnTo>
                  <a:lnTo>
                    <a:pt x="2894662" y="1668810"/>
                  </a:lnTo>
                  <a:lnTo>
                    <a:pt x="2893994" y="1668810"/>
                  </a:lnTo>
                  <a:lnTo>
                    <a:pt x="2893326" y="1668810"/>
                  </a:lnTo>
                  <a:lnTo>
                    <a:pt x="2892658" y="1668810"/>
                  </a:lnTo>
                  <a:lnTo>
                    <a:pt x="2891990" y="1668810"/>
                  </a:lnTo>
                  <a:lnTo>
                    <a:pt x="2891322" y="1668810"/>
                  </a:lnTo>
                  <a:lnTo>
                    <a:pt x="2890653" y="1668810"/>
                  </a:lnTo>
                  <a:lnTo>
                    <a:pt x="2889985" y="1668810"/>
                  </a:lnTo>
                  <a:lnTo>
                    <a:pt x="2889317" y="1668810"/>
                  </a:lnTo>
                  <a:lnTo>
                    <a:pt x="2888649" y="1668810"/>
                  </a:lnTo>
                  <a:lnTo>
                    <a:pt x="2887981" y="1668810"/>
                  </a:lnTo>
                  <a:lnTo>
                    <a:pt x="2887313" y="1668810"/>
                  </a:lnTo>
                  <a:lnTo>
                    <a:pt x="2886645" y="1668810"/>
                  </a:lnTo>
                  <a:lnTo>
                    <a:pt x="2885977" y="1668810"/>
                  </a:lnTo>
                  <a:lnTo>
                    <a:pt x="2885309" y="1668810"/>
                  </a:lnTo>
                  <a:lnTo>
                    <a:pt x="2884641" y="1668810"/>
                  </a:lnTo>
                  <a:lnTo>
                    <a:pt x="2883973" y="1668810"/>
                  </a:lnTo>
                  <a:lnTo>
                    <a:pt x="2883305" y="1668810"/>
                  </a:lnTo>
                  <a:lnTo>
                    <a:pt x="2882637" y="1668810"/>
                  </a:lnTo>
                  <a:lnTo>
                    <a:pt x="2881969" y="1668810"/>
                  </a:lnTo>
                  <a:lnTo>
                    <a:pt x="2881301" y="1668810"/>
                  </a:lnTo>
                  <a:lnTo>
                    <a:pt x="2880633" y="1668810"/>
                  </a:lnTo>
                  <a:lnTo>
                    <a:pt x="2879965" y="1668810"/>
                  </a:lnTo>
                  <a:lnTo>
                    <a:pt x="2879297" y="1668810"/>
                  </a:lnTo>
                  <a:lnTo>
                    <a:pt x="2878629" y="1668810"/>
                  </a:lnTo>
                  <a:lnTo>
                    <a:pt x="2877961" y="1668810"/>
                  </a:lnTo>
                  <a:lnTo>
                    <a:pt x="2877293" y="1668810"/>
                  </a:lnTo>
                  <a:lnTo>
                    <a:pt x="2876625" y="1668810"/>
                  </a:lnTo>
                  <a:lnTo>
                    <a:pt x="2875957" y="1668810"/>
                  </a:lnTo>
                  <a:lnTo>
                    <a:pt x="2875289" y="1668810"/>
                  </a:lnTo>
                  <a:lnTo>
                    <a:pt x="2874621" y="1668810"/>
                  </a:lnTo>
                  <a:lnTo>
                    <a:pt x="2873953" y="1668810"/>
                  </a:lnTo>
                  <a:lnTo>
                    <a:pt x="2873285" y="1668810"/>
                  </a:lnTo>
                  <a:lnTo>
                    <a:pt x="2872617" y="1668810"/>
                  </a:lnTo>
                  <a:lnTo>
                    <a:pt x="2871949" y="1668810"/>
                  </a:lnTo>
                  <a:lnTo>
                    <a:pt x="2871281" y="1668810"/>
                  </a:lnTo>
                  <a:lnTo>
                    <a:pt x="2870613" y="1668810"/>
                  </a:lnTo>
                  <a:lnTo>
                    <a:pt x="2869945" y="1668810"/>
                  </a:lnTo>
                  <a:lnTo>
                    <a:pt x="2869277" y="1668810"/>
                  </a:lnTo>
                  <a:lnTo>
                    <a:pt x="2868609" y="1668810"/>
                  </a:lnTo>
                  <a:lnTo>
                    <a:pt x="2867941" y="1668810"/>
                  </a:lnTo>
                  <a:lnTo>
                    <a:pt x="2867273" y="1668810"/>
                  </a:lnTo>
                  <a:lnTo>
                    <a:pt x="2866604" y="1668810"/>
                  </a:lnTo>
                  <a:lnTo>
                    <a:pt x="2865936" y="1668810"/>
                  </a:lnTo>
                  <a:lnTo>
                    <a:pt x="2865268" y="1668810"/>
                  </a:lnTo>
                  <a:lnTo>
                    <a:pt x="2864600" y="1668810"/>
                  </a:lnTo>
                  <a:lnTo>
                    <a:pt x="2863932" y="1668810"/>
                  </a:lnTo>
                  <a:lnTo>
                    <a:pt x="2863264" y="1668810"/>
                  </a:lnTo>
                  <a:lnTo>
                    <a:pt x="2862596" y="1668810"/>
                  </a:lnTo>
                  <a:lnTo>
                    <a:pt x="2861928" y="1668810"/>
                  </a:lnTo>
                  <a:lnTo>
                    <a:pt x="2861260" y="1668810"/>
                  </a:lnTo>
                  <a:lnTo>
                    <a:pt x="2860592" y="1668810"/>
                  </a:lnTo>
                  <a:lnTo>
                    <a:pt x="2859924" y="1668810"/>
                  </a:lnTo>
                  <a:lnTo>
                    <a:pt x="2859256" y="1668810"/>
                  </a:lnTo>
                  <a:lnTo>
                    <a:pt x="2858588" y="1668810"/>
                  </a:lnTo>
                  <a:lnTo>
                    <a:pt x="2857920" y="1668810"/>
                  </a:lnTo>
                  <a:lnTo>
                    <a:pt x="2857252" y="1668810"/>
                  </a:lnTo>
                  <a:lnTo>
                    <a:pt x="2856584" y="1668810"/>
                  </a:lnTo>
                  <a:lnTo>
                    <a:pt x="2855916" y="1668810"/>
                  </a:lnTo>
                  <a:lnTo>
                    <a:pt x="2855248" y="1668810"/>
                  </a:lnTo>
                  <a:lnTo>
                    <a:pt x="2854580" y="1668810"/>
                  </a:lnTo>
                  <a:lnTo>
                    <a:pt x="2853912" y="1668810"/>
                  </a:lnTo>
                  <a:lnTo>
                    <a:pt x="2853244" y="1668810"/>
                  </a:lnTo>
                  <a:lnTo>
                    <a:pt x="2852576" y="1668810"/>
                  </a:lnTo>
                  <a:lnTo>
                    <a:pt x="2851908" y="1668810"/>
                  </a:lnTo>
                  <a:lnTo>
                    <a:pt x="2851240" y="1668810"/>
                  </a:lnTo>
                  <a:lnTo>
                    <a:pt x="2850572" y="1668810"/>
                  </a:lnTo>
                  <a:lnTo>
                    <a:pt x="2849904" y="1668810"/>
                  </a:lnTo>
                  <a:lnTo>
                    <a:pt x="2849236" y="1668810"/>
                  </a:lnTo>
                  <a:lnTo>
                    <a:pt x="2848568" y="1668810"/>
                  </a:lnTo>
                  <a:lnTo>
                    <a:pt x="2847900" y="1668810"/>
                  </a:lnTo>
                  <a:lnTo>
                    <a:pt x="2847232" y="1668810"/>
                  </a:lnTo>
                  <a:lnTo>
                    <a:pt x="2846564" y="1668810"/>
                  </a:lnTo>
                  <a:lnTo>
                    <a:pt x="2845896" y="1668810"/>
                  </a:lnTo>
                  <a:lnTo>
                    <a:pt x="2845228" y="1668810"/>
                  </a:lnTo>
                  <a:lnTo>
                    <a:pt x="2844560" y="1668810"/>
                  </a:lnTo>
                  <a:lnTo>
                    <a:pt x="2843892" y="1668810"/>
                  </a:lnTo>
                  <a:lnTo>
                    <a:pt x="2843224" y="1668810"/>
                  </a:lnTo>
                  <a:lnTo>
                    <a:pt x="2842556" y="1668810"/>
                  </a:lnTo>
                  <a:lnTo>
                    <a:pt x="2841887" y="1668810"/>
                  </a:lnTo>
                  <a:lnTo>
                    <a:pt x="2841219" y="1668810"/>
                  </a:lnTo>
                  <a:lnTo>
                    <a:pt x="2840551" y="1668810"/>
                  </a:lnTo>
                  <a:lnTo>
                    <a:pt x="2839883" y="1668810"/>
                  </a:lnTo>
                  <a:lnTo>
                    <a:pt x="2839215" y="1668810"/>
                  </a:lnTo>
                  <a:lnTo>
                    <a:pt x="2838547" y="1668810"/>
                  </a:lnTo>
                  <a:lnTo>
                    <a:pt x="2837879" y="1668810"/>
                  </a:lnTo>
                  <a:lnTo>
                    <a:pt x="2837211" y="1668810"/>
                  </a:lnTo>
                  <a:lnTo>
                    <a:pt x="2836543" y="1668810"/>
                  </a:lnTo>
                  <a:lnTo>
                    <a:pt x="2835875" y="1668810"/>
                  </a:lnTo>
                  <a:lnTo>
                    <a:pt x="2835207" y="1668810"/>
                  </a:lnTo>
                  <a:lnTo>
                    <a:pt x="2834539" y="1668810"/>
                  </a:lnTo>
                  <a:lnTo>
                    <a:pt x="2833871" y="1668810"/>
                  </a:lnTo>
                  <a:lnTo>
                    <a:pt x="2833203" y="1668810"/>
                  </a:lnTo>
                  <a:lnTo>
                    <a:pt x="2832535" y="1668810"/>
                  </a:lnTo>
                  <a:lnTo>
                    <a:pt x="2831867" y="1668810"/>
                  </a:lnTo>
                  <a:lnTo>
                    <a:pt x="2831199" y="1668810"/>
                  </a:lnTo>
                  <a:lnTo>
                    <a:pt x="2830531" y="1668810"/>
                  </a:lnTo>
                  <a:lnTo>
                    <a:pt x="2829863" y="1668810"/>
                  </a:lnTo>
                  <a:lnTo>
                    <a:pt x="2829195" y="1668810"/>
                  </a:lnTo>
                  <a:lnTo>
                    <a:pt x="2828527" y="1668810"/>
                  </a:lnTo>
                  <a:lnTo>
                    <a:pt x="2827859" y="1668810"/>
                  </a:lnTo>
                  <a:lnTo>
                    <a:pt x="2827191" y="1668810"/>
                  </a:lnTo>
                  <a:lnTo>
                    <a:pt x="2826523" y="1668810"/>
                  </a:lnTo>
                  <a:lnTo>
                    <a:pt x="2825855" y="1668810"/>
                  </a:lnTo>
                  <a:lnTo>
                    <a:pt x="2825187" y="1668810"/>
                  </a:lnTo>
                  <a:lnTo>
                    <a:pt x="2824519" y="1668810"/>
                  </a:lnTo>
                  <a:lnTo>
                    <a:pt x="2823851" y="1668810"/>
                  </a:lnTo>
                  <a:lnTo>
                    <a:pt x="2823183" y="1668810"/>
                  </a:lnTo>
                  <a:lnTo>
                    <a:pt x="2822515" y="1668810"/>
                  </a:lnTo>
                  <a:lnTo>
                    <a:pt x="2821847" y="1668810"/>
                  </a:lnTo>
                  <a:lnTo>
                    <a:pt x="2821179" y="1668810"/>
                  </a:lnTo>
                  <a:lnTo>
                    <a:pt x="2820511" y="1668810"/>
                  </a:lnTo>
                  <a:lnTo>
                    <a:pt x="2819843" y="1668810"/>
                  </a:lnTo>
                  <a:lnTo>
                    <a:pt x="2819175" y="1668810"/>
                  </a:lnTo>
                  <a:lnTo>
                    <a:pt x="2818507" y="1668810"/>
                  </a:lnTo>
                  <a:lnTo>
                    <a:pt x="2817839" y="1668810"/>
                  </a:lnTo>
                  <a:lnTo>
                    <a:pt x="2817170" y="1668810"/>
                  </a:lnTo>
                  <a:lnTo>
                    <a:pt x="2816502" y="1668810"/>
                  </a:lnTo>
                  <a:lnTo>
                    <a:pt x="2815834" y="1668810"/>
                  </a:lnTo>
                  <a:lnTo>
                    <a:pt x="2815166" y="1668810"/>
                  </a:lnTo>
                  <a:lnTo>
                    <a:pt x="2814498" y="1668810"/>
                  </a:lnTo>
                  <a:lnTo>
                    <a:pt x="2813830" y="1668810"/>
                  </a:lnTo>
                  <a:lnTo>
                    <a:pt x="2813162" y="1668810"/>
                  </a:lnTo>
                  <a:lnTo>
                    <a:pt x="2812494" y="1668810"/>
                  </a:lnTo>
                  <a:lnTo>
                    <a:pt x="2811826" y="1668810"/>
                  </a:lnTo>
                  <a:lnTo>
                    <a:pt x="2811158" y="1668810"/>
                  </a:lnTo>
                  <a:lnTo>
                    <a:pt x="2810490" y="1668810"/>
                  </a:lnTo>
                  <a:lnTo>
                    <a:pt x="2809822" y="1668810"/>
                  </a:lnTo>
                  <a:lnTo>
                    <a:pt x="2809154" y="1668810"/>
                  </a:lnTo>
                  <a:lnTo>
                    <a:pt x="2808486" y="1668810"/>
                  </a:lnTo>
                  <a:lnTo>
                    <a:pt x="2807818" y="1668810"/>
                  </a:lnTo>
                  <a:lnTo>
                    <a:pt x="2807150" y="1668810"/>
                  </a:lnTo>
                  <a:lnTo>
                    <a:pt x="2806482" y="1668810"/>
                  </a:lnTo>
                  <a:lnTo>
                    <a:pt x="2805814" y="1668810"/>
                  </a:lnTo>
                  <a:lnTo>
                    <a:pt x="2805146" y="1668810"/>
                  </a:lnTo>
                  <a:lnTo>
                    <a:pt x="2804478" y="1668810"/>
                  </a:lnTo>
                  <a:lnTo>
                    <a:pt x="2803810" y="1668810"/>
                  </a:lnTo>
                  <a:lnTo>
                    <a:pt x="2803142" y="1668810"/>
                  </a:lnTo>
                  <a:lnTo>
                    <a:pt x="2802474" y="1668810"/>
                  </a:lnTo>
                  <a:lnTo>
                    <a:pt x="2801806" y="1668810"/>
                  </a:lnTo>
                  <a:lnTo>
                    <a:pt x="2801138" y="1668810"/>
                  </a:lnTo>
                  <a:lnTo>
                    <a:pt x="2800470" y="1668810"/>
                  </a:lnTo>
                  <a:lnTo>
                    <a:pt x="2799802" y="1668810"/>
                  </a:lnTo>
                  <a:lnTo>
                    <a:pt x="2799134" y="1668810"/>
                  </a:lnTo>
                  <a:lnTo>
                    <a:pt x="2798466" y="1668810"/>
                  </a:lnTo>
                  <a:lnTo>
                    <a:pt x="2797798" y="1668810"/>
                  </a:lnTo>
                  <a:lnTo>
                    <a:pt x="2797130" y="1668810"/>
                  </a:lnTo>
                  <a:lnTo>
                    <a:pt x="2796462" y="1668810"/>
                  </a:lnTo>
                  <a:lnTo>
                    <a:pt x="2795794" y="1668810"/>
                  </a:lnTo>
                  <a:lnTo>
                    <a:pt x="2795126" y="1668810"/>
                  </a:lnTo>
                  <a:lnTo>
                    <a:pt x="2794458" y="1668810"/>
                  </a:lnTo>
                  <a:lnTo>
                    <a:pt x="2793790" y="1668810"/>
                  </a:lnTo>
                  <a:lnTo>
                    <a:pt x="2793122" y="1668810"/>
                  </a:lnTo>
                  <a:lnTo>
                    <a:pt x="2792453" y="1668810"/>
                  </a:lnTo>
                  <a:lnTo>
                    <a:pt x="2791785" y="1668810"/>
                  </a:lnTo>
                  <a:lnTo>
                    <a:pt x="2791117" y="1668810"/>
                  </a:lnTo>
                  <a:lnTo>
                    <a:pt x="2790449" y="1668810"/>
                  </a:lnTo>
                  <a:lnTo>
                    <a:pt x="2789781" y="1668810"/>
                  </a:lnTo>
                  <a:lnTo>
                    <a:pt x="2789113" y="1668810"/>
                  </a:lnTo>
                  <a:lnTo>
                    <a:pt x="2788445" y="1668810"/>
                  </a:lnTo>
                  <a:lnTo>
                    <a:pt x="2787777" y="1668810"/>
                  </a:lnTo>
                  <a:lnTo>
                    <a:pt x="2787109" y="1668810"/>
                  </a:lnTo>
                  <a:lnTo>
                    <a:pt x="2786441" y="1668810"/>
                  </a:lnTo>
                  <a:lnTo>
                    <a:pt x="2785773" y="1668810"/>
                  </a:lnTo>
                  <a:lnTo>
                    <a:pt x="2785105" y="1668810"/>
                  </a:lnTo>
                  <a:lnTo>
                    <a:pt x="2784437" y="1668810"/>
                  </a:lnTo>
                  <a:lnTo>
                    <a:pt x="2783769" y="1668810"/>
                  </a:lnTo>
                  <a:lnTo>
                    <a:pt x="2783101" y="1668810"/>
                  </a:lnTo>
                  <a:lnTo>
                    <a:pt x="2782433" y="1668810"/>
                  </a:lnTo>
                  <a:lnTo>
                    <a:pt x="2781765" y="1668810"/>
                  </a:lnTo>
                  <a:lnTo>
                    <a:pt x="2781097" y="1668810"/>
                  </a:lnTo>
                  <a:lnTo>
                    <a:pt x="2780429" y="1668810"/>
                  </a:lnTo>
                  <a:lnTo>
                    <a:pt x="2779761" y="1668810"/>
                  </a:lnTo>
                  <a:lnTo>
                    <a:pt x="2779093" y="1668810"/>
                  </a:lnTo>
                  <a:lnTo>
                    <a:pt x="2778425" y="1668810"/>
                  </a:lnTo>
                  <a:lnTo>
                    <a:pt x="2777757" y="1668810"/>
                  </a:lnTo>
                  <a:lnTo>
                    <a:pt x="2777089" y="1668810"/>
                  </a:lnTo>
                  <a:lnTo>
                    <a:pt x="2776421" y="1668810"/>
                  </a:lnTo>
                  <a:lnTo>
                    <a:pt x="2775753" y="1668810"/>
                  </a:lnTo>
                  <a:lnTo>
                    <a:pt x="2775085" y="1668810"/>
                  </a:lnTo>
                  <a:lnTo>
                    <a:pt x="2774417" y="1668810"/>
                  </a:lnTo>
                  <a:lnTo>
                    <a:pt x="2773749" y="1668810"/>
                  </a:lnTo>
                  <a:lnTo>
                    <a:pt x="2773081" y="1668810"/>
                  </a:lnTo>
                  <a:lnTo>
                    <a:pt x="2772413" y="1668810"/>
                  </a:lnTo>
                  <a:lnTo>
                    <a:pt x="2771745" y="1668810"/>
                  </a:lnTo>
                  <a:lnTo>
                    <a:pt x="2771077" y="1668810"/>
                  </a:lnTo>
                  <a:lnTo>
                    <a:pt x="2770409" y="1668810"/>
                  </a:lnTo>
                  <a:lnTo>
                    <a:pt x="2769741" y="1668810"/>
                  </a:lnTo>
                  <a:lnTo>
                    <a:pt x="2769073" y="1668810"/>
                  </a:lnTo>
                  <a:lnTo>
                    <a:pt x="2768404" y="1668810"/>
                  </a:lnTo>
                  <a:lnTo>
                    <a:pt x="2767736" y="1668810"/>
                  </a:lnTo>
                  <a:lnTo>
                    <a:pt x="2767068" y="1668810"/>
                  </a:lnTo>
                  <a:lnTo>
                    <a:pt x="2766400" y="1668810"/>
                  </a:lnTo>
                  <a:lnTo>
                    <a:pt x="2765732" y="1668810"/>
                  </a:lnTo>
                  <a:lnTo>
                    <a:pt x="2765064" y="1668810"/>
                  </a:lnTo>
                  <a:lnTo>
                    <a:pt x="2764396" y="1668810"/>
                  </a:lnTo>
                  <a:lnTo>
                    <a:pt x="2763728" y="1668810"/>
                  </a:lnTo>
                  <a:lnTo>
                    <a:pt x="2763060" y="1668810"/>
                  </a:lnTo>
                  <a:lnTo>
                    <a:pt x="2762392" y="1668810"/>
                  </a:lnTo>
                  <a:lnTo>
                    <a:pt x="2761724" y="1668810"/>
                  </a:lnTo>
                  <a:lnTo>
                    <a:pt x="2761056" y="1668810"/>
                  </a:lnTo>
                  <a:lnTo>
                    <a:pt x="2760388" y="1668810"/>
                  </a:lnTo>
                  <a:lnTo>
                    <a:pt x="2759720" y="1668810"/>
                  </a:lnTo>
                  <a:lnTo>
                    <a:pt x="2759052" y="1668810"/>
                  </a:lnTo>
                  <a:lnTo>
                    <a:pt x="2758384" y="1668810"/>
                  </a:lnTo>
                  <a:lnTo>
                    <a:pt x="2757716" y="1668810"/>
                  </a:lnTo>
                  <a:lnTo>
                    <a:pt x="2757048" y="1668810"/>
                  </a:lnTo>
                  <a:lnTo>
                    <a:pt x="2756380" y="1668810"/>
                  </a:lnTo>
                  <a:lnTo>
                    <a:pt x="2755712" y="1668810"/>
                  </a:lnTo>
                  <a:lnTo>
                    <a:pt x="2755044" y="1668810"/>
                  </a:lnTo>
                  <a:lnTo>
                    <a:pt x="2754376" y="1668810"/>
                  </a:lnTo>
                  <a:lnTo>
                    <a:pt x="2753708" y="1668810"/>
                  </a:lnTo>
                  <a:lnTo>
                    <a:pt x="2753040" y="1668810"/>
                  </a:lnTo>
                  <a:lnTo>
                    <a:pt x="2752372" y="1668810"/>
                  </a:lnTo>
                  <a:lnTo>
                    <a:pt x="2751704" y="1668810"/>
                  </a:lnTo>
                  <a:lnTo>
                    <a:pt x="2751036" y="1668810"/>
                  </a:lnTo>
                  <a:lnTo>
                    <a:pt x="2750368" y="1668810"/>
                  </a:lnTo>
                  <a:lnTo>
                    <a:pt x="2749700" y="1668810"/>
                  </a:lnTo>
                  <a:lnTo>
                    <a:pt x="2749032" y="1668810"/>
                  </a:lnTo>
                  <a:lnTo>
                    <a:pt x="2748364" y="1668810"/>
                  </a:lnTo>
                  <a:lnTo>
                    <a:pt x="2747696" y="1668810"/>
                  </a:lnTo>
                  <a:lnTo>
                    <a:pt x="2747028" y="1668810"/>
                  </a:lnTo>
                  <a:lnTo>
                    <a:pt x="2746360" y="1668810"/>
                  </a:lnTo>
                  <a:lnTo>
                    <a:pt x="2745692" y="1668810"/>
                  </a:lnTo>
                  <a:lnTo>
                    <a:pt x="2745024" y="1668810"/>
                  </a:lnTo>
                  <a:lnTo>
                    <a:pt x="2744356" y="1668810"/>
                  </a:lnTo>
                  <a:lnTo>
                    <a:pt x="2743687" y="1668810"/>
                  </a:lnTo>
                  <a:lnTo>
                    <a:pt x="2743019" y="1668810"/>
                  </a:lnTo>
                  <a:lnTo>
                    <a:pt x="2742351" y="1668810"/>
                  </a:lnTo>
                  <a:lnTo>
                    <a:pt x="2741683" y="1668810"/>
                  </a:lnTo>
                  <a:lnTo>
                    <a:pt x="2741015" y="1668810"/>
                  </a:lnTo>
                  <a:lnTo>
                    <a:pt x="2740347" y="1668810"/>
                  </a:lnTo>
                  <a:lnTo>
                    <a:pt x="2739679" y="1668810"/>
                  </a:lnTo>
                  <a:lnTo>
                    <a:pt x="2739011" y="1668810"/>
                  </a:lnTo>
                  <a:lnTo>
                    <a:pt x="2738343" y="1668810"/>
                  </a:lnTo>
                  <a:lnTo>
                    <a:pt x="2737675" y="1668810"/>
                  </a:lnTo>
                  <a:lnTo>
                    <a:pt x="2737007" y="1668810"/>
                  </a:lnTo>
                  <a:lnTo>
                    <a:pt x="2736339" y="1668810"/>
                  </a:lnTo>
                  <a:lnTo>
                    <a:pt x="2735671" y="1668810"/>
                  </a:lnTo>
                  <a:lnTo>
                    <a:pt x="2735003" y="1668810"/>
                  </a:lnTo>
                  <a:lnTo>
                    <a:pt x="2734335" y="1668810"/>
                  </a:lnTo>
                  <a:lnTo>
                    <a:pt x="2733667" y="1668810"/>
                  </a:lnTo>
                  <a:lnTo>
                    <a:pt x="2732999" y="1668810"/>
                  </a:lnTo>
                  <a:lnTo>
                    <a:pt x="2732331" y="1668810"/>
                  </a:lnTo>
                  <a:lnTo>
                    <a:pt x="2731663" y="1668810"/>
                  </a:lnTo>
                  <a:lnTo>
                    <a:pt x="2730995" y="1668810"/>
                  </a:lnTo>
                  <a:lnTo>
                    <a:pt x="2730327" y="1668810"/>
                  </a:lnTo>
                  <a:lnTo>
                    <a:pt x="2729659" y="1668810"/>
                  </a:lnTo>
                  <a:lnTo>
                    <a:pt x="2728991" y="1668810"/>
                  </a:lnTo>
                  <a:lnTo>
                    <a:pt x="2728323" y="1668810"/>
                  </a:lnTo>
                  <a:lnTo>
                    <a:pt x="2727655" y="1668810"/>
                  </a:lnTo>
                  <a:lnTo>
                    <a:pt x="2726987" y="1668810"/>
                  </a:lnTo>
                  <a:lnTo>
                    <a:pt x="2726319" y="1668810"/>
                  </a:lnTo>
                  <a:lnTo>
                    <a:pt x="2725651" y="1668810"/>
                  </a:lnTo>
                  <a:lnTo>
                    <a:pt x="2724983" y="1668810"/>
                  </a:lnTo>
                  <a:lnTo>
                    <a:pt x="2724315" y="1668810"/>
                  </a:lnTo>
                  <a:lnTo>
                    <a:pt x="2723647" y="1668810"/>
                  </a:lnTo>
                  <a:lnTo>
                    <a:pt x="2722979" y="1668810"/>
                  </a:lnTo>
                  <a:lnTo>
                    <a:pt x="2722311" y="1668810"/>
                  </a:lnTo>
                  <a:lnTo>
                    <a:pt x="2721643" y="1668810"/>
                  </a:lnTo>
                  <a:lnTo>
                    <a:pt x="2720975" y="1668810"/>
                  </a:lnTo>
                  <a:lnTo>
                    <a:pt x="2720307" y="1668810"/>
                  </a:lnTo>
                  <a:lnTo>
                    <a:pt x="2719639" y="1668810"/>
                  </a:lnTo>
                  <a:lnTo>
                    <a:pt x="2718970" y="1668810"/>
                  </a:lnTo>
                  <a:lnTo>
                    <a:pt x="2718302" y="1668810"/>
                  </a:lnTo>
                  <a:lnTo>
                    <a:pt x="2717634" y="1668810"/>
                  </a:lnTo>
                  <a:lnTo>
                    <a:pt x="2716966" y="1668810"/>
                  </a:lnTo>
                  <a:lnTo>
                    <a:pt x="2716298" y="1668810"/>
                  </a:lnTo>
                  <a:lnTo>
                    <a:pt x="2715630" y="1668810"/>
                  </a:lnTo>
                  <a:lnTo>
                    <a:pt x="2714962" y="1668810"/>
                  </a:lnTo>
                  <a:lnTo>
                    <a:pt x="2714294" y="1668810"/>
                  </a:lnTo>
                  <a:lnTo>
                    <a:pt x="2713626" y="1668810"/>
                  </a:lnTo>
                  <a:lnTo>
                    <a:pt x="2712958" y="1668810"/>
                  </a:lnTo>
                  <a:lnTo>
                    <a:pt x="2712290" y="1668810"/>
                  </a:lnTo>
                  <a:lnTo>
                    <a:pt x="2711622" y="1668810"/>
                  </a:lnTo>
                  <a:lnTo>
                    <a:pt x="2710954" y="1668810"/>
                  </a:lnTo>
                  <a:lnTo>
                    <a:pt x="2710286" y="1668810"/>
                  </a:lnTo>
                  <a:lnTo>
                    <a:pt x="2709618" y="1668810"/>
                  </a:lnTo>
                  <a:lnTo>
                    <a:pt x="2708950" y="1668810"/>
                  </a:lnTo>
                  <a:lnTo>
                    <a:pt x="2708282" y="1668810"/>
                  </a:lnTo>
                  <a:lnTo>
                    <a:pt x="2707614" y="1668810"/>
                  </a:lnTo>
                  <a:lnTo>
                    <a:pt x="2706946" y="1668810"/>
                  </a:lnTo>
                  <a:lnTo>
                    <a:pt x="2706278" y="1668810"/>
                  </a:lnTo>
                  <a:lnTo>
                    <a:pt x="2705610" y="1668810"/>
                  </a:lnTo>
                  <a:lnTo>
                    <a:pt x="2704942" y="1668810"/>
                  </a:lnTo>
                  <a:lnTo>
                    <a:pt x="2704274" y="1668810"/>
                  </a:lnTo>
                  <a:lnTo>
                    <a:pt x="2703606" y="1668810"/>
                  </a:lnTo>
                  <a:lnTo>
                    <a:pt x="2702938" y="1668810"/>
                  </a:lnTo>
                  <a:lnTo>
                    <a:pt x="2702270" y="1668810"/>
                  </a:lnTo>
                  <a:lnTo>
                    <a:pt x="2701602" y="1668810"/>
                  </a:lnTo>
                  <a:lnTo>
                    <a:pt x="2700934" y="1668810"/>
                  </a:lnTo>
                  <a:lnTo>
                    <a:pt x="2700266" y="1668810"/>
                  </a:lnTo>
                  <a:lnTo>
                    <a:pt x="2699598" y="1668810"/>
                  </a:lnTo>
                  <a:lnTo>
                    <a:pt x="2698930" y="1668810"/>
                  </a:lnTo>
                  <a:lnTo>
                    <a:pt x="2698262" y="1668810"/>
                  </a:lnTo>
                  <a:lnTo>
                    <a:pt x="2697594" y="1668810"/>
                  </a:lnTo>
                  <a:lnTo>
                    <a:pt x="2696926" y="1668810"/>
                  </a:lnTo>
                  <a:lnTo>
                    <a:pt x="2696258" y="1668810"/>
                  </a:lnTo>
                  <a:lnTo>
                    <a:pt x="2695590" y="1668810"/>
                  </a:lnTo>
                  <a:lnTo>
                    <a:pt x="2694922" y="1668810"/>
                  </a:lnTo>
                  <a:lnTo>
                    <a:pt x="2694253" y="1668810"/>
                  </a:lnTo>
                  <a:lnTo>
                    <a:pt x="2693585" y="1668810"/>
                  </a:lnTo>
                  <a:lnTo>
                    <a:pt x="2692917" y="1668810"/>
                  </a:lnTo>
                  <a:lnTo>
                    <a:pt x="2692249" y="1668810"/>
                  </a:lnTo>
                  <a:lnTo>
                    <a:pt x="2691581" y="1668810"/>
                  </a:lnTo>
                  <a:lnTo>
                    <a:pt x="2690913" y="1668810"/>
                  </a:lnTo>
                  <a:lnTo>
                    <a:pt x="2690245" y="1668810"/>
                  </a:lnTo>
                  <a:lnTo>
                    <a:pt x="2689577" y="1668810"/>
                  </a:lnTo>
                  <a:lnTo>
                    <a:pt x="2688909" y="1668810"/>
                  </a:lnTo>
                  <a:lnTo>
                    <a:pt x="2688241" y="1668810"/>
                  </a:lnTo>
                  <a:lnTo>
                    <a:pt x="2687573" y="1668810"/>
                  </a:lnTo>
                  <a:lnTo>
                    <a:pt x="2686905" y="1668810"/>
                  </a:lnTo>
                  <a:lnTo>
                    <a:pt x="2686237" y="1668810"/>
                  </a:lnTo>
                  <a:lnTo>
                    <a:pt x="2685569" y="1668810"/>
                  </a:lnTo>
                  <a:lnTo>
                    <a:pt x="2684901" y="1668810"/>
                  </a:lnTo>
                  <a:lnTo>
                    <a:pt x="2684233" y="1668810"/>
                  </a:lnTo>
                  <a:lnTo>
                    <a:pt x="2683565" y="1668810"/>
                  </a:lnTo>
                  <a:lnTo>
                    <a:pt x="2682897" y="1668810"/>
                  </a:lnTo>
                  <a:lnTo>
                    <a:pt x="2682229" y="1668810"/>
                  </a:lnTo>
                  <a:lnTo>
                    <a:pt x="2681561" y="1668810"/>
                  </a:lnTo>
                  <a:lnTo>
                    <a:pt x="2680893" y="1668810"/>
                  </a:lnTo>
                  <a:lnTo>
                    <a:pt x="2680225" y="1668810"/>
                  </a:lnTo>
                  <a:lnTo>
                    <a:pt x="2679557" y="1668810"/>
                  </a:lnTo>
                  <a:lnTo>
                    <a:pt x="2678889" y="1668810"/>
                  </a:lnTo>
                  <a:lnTo>
                    <a:pt x="2678221" y="1668810"/>
                  </a:lnTo>
                  <a:lnTo>
                    <a:pt x="2677553" y="1668810"/>
                  </a:lnTo>
                  <a:lnTo>
                    <a:pt x="2676885" y="1668810"/>
                  </a:lnTo>
                  <a:lnTo>
                    <a:pt x="2676217" y="1668810"/>
                  </a:lnTo>
                  <a:lnTo>
                    <a:pt x="2675549" y="1668810"/>
                  </a:lnTo>
                  <a:lnTo>
                    <a:pt x="2674881" y="1668810"/>
                  </a:lnTo>
                  <a:lnTo>
                    <a:pt x="2674213" y="1668810"/>
                  </a:lnTo>
                  <a:lnTo>
                    <a:pt x="2673545" y="1668810"/>
                  </a:lnTo>
                  <a:lnTo>
                    <a:pt x="2672877" y="1668810"/>
                  </a:lnTo>
                  <a:lnTo>
                    <a:pt x="2672209" y="1668810"/>
                  </a:lnTo>
                  <a:lnTo>
                    <a:pt x="2671541" y="1668810"/>
                  </a:lnTo>
                  <a:lnTo>
                    <a:pt x="2670873" y="1668810"/>
                  </a:lnTo>
                  <a:lnTo>
                    <a:pt x="2670204" y="1668810"/>
                  </a:lnTo>
                  <a:lnTo>
                    <a:pt x="2669536" y="1668810"/>
                  </a:lnTo>
                  <a:lnTo>
                    <a:pt x="2668868" y="1668810"/>
                  </a:lnTo>
                  <a:lnTo>
                    <a:pt x="2668200" y="1668810"/>
                  </a:lnTo>
                  <a:lnTo>
                    <a:pt x="2667532" y="1668810"/>
                  </a:lnTo>
                  <a:lnTo>
                    <a:pt x="2666864" y="1668810"/>
                  </a:lnTo>
                  <a:lnTo>
                    <a:pt x="2666196" y="1668810"/>
                  </a:lnTo>
                  <a:lnTo>
                    <a:pt x="2665528" y="1668810"/>
                  </a:lnTo>
                  <a:lnTo>
                    <a:pt x="2664860" y="1668810"/>
                  </a:lnTo>
                  <a:lnTo>
                    <a:pt x="2664192" y="1668810"/>
                  </a:lnTo>
                  <a:lnTo>
                    <a:pt x="2663524" y="1668810"/>
                  </a:lnTo>
                  <a:lnTo>
                    <a:pt x="2662856" y="1668810"/>
                  </a:lnTo>
                  <a:lnTo>
                    <a:pt x="2662188" y="1668810"/>
                  </a:lnTo>
                  <a:lnTo>
                    <a:pt x="2661520" y="1668810"/>
                  </a:lnTo>
                  <a:lnTo>
                    <a:pt x="2660852" y="1668810"/>
                  </a:lnTo>
                  <a:lnTo>
                    <a:pt x="2660184" y="1668810"/>
                  </a:lnTo>
                  <a:lnTo>
                    <a:pt x="2659516" y="1668810"/>
                  </a:lnTo>
                  <a:lnTo>
                    <a:pt x="2658848" y="1668810"/>
                  </a:lnTo>
                  <a:lnTo>
                    <a:pt x="2658180" y="1668810"/>
                  </a:lnTo>
                  <a:lnTo>
                    <a:pt x="2657512" y="1668810"/>
                  </a:lnTo>
                  <a:lnTo>
                    <a:pt x="2656844" y="1668810"/>
                  </a:lnTo>
                  <a:lnTo>
                    <a:pt x="2656176" y="1668810"/>
                  </a:lnTo>
                  <a:lnTo>
                    <a:pt x="2655508" y="1668810"/>
                  </a:lnTo>
                  <a:lnTo>
                    <a:pt x="2654840" y="1668810"/>
                  </a:lnTo>
                  <a:lnTo>
                    <a:pt x="2654172" y="1668810"/>
                  </a:lnTo>
                  <a:lnTo>
                    <a:pt x="2653504" y="1668810"/>
                  </a:lnTo>
                  <a:lnTo>
                    <a:pt x="2652836" y="1668810"/>
                  </a:lnTo>
                  <a:lnTo>
                    <a:pt x="2652168" y="1668810"/>
                  </a:lnTo>
                  <a:lnTo>
                    <a:pt x="2651500" y="1668810"/>
                  </a:lnTo>
                  <a:lnTo>
                    <a:pt x="2650832" y="1668810"/>
                  </a:lnTo>
                  <a:lnTo>
                    <a:pt x="2650164" y="1668810"/>
                  </a:lnTo>
                  <a:lnTo>
                    <a:pt x="2649496" y="1668810"/>
                  </a:lnTo>
                  <a:lnTo>
                    <a:pt x="2648828" y="1668810"/>
                  </a:lnTo>
                  <a:lnTo>
                    <a:pt x="2648160" y="1668810"/>
                  </a:lnTo>
                  <a:lnTo>
                    <a:pt x="2647492" y="1668810"/>
                  </a:lnTo>
                  <a:lnTo>
                    <a:pt x="2646824" y="1668810"/>
                  </a:lnTo>
                  <a:lnTo>
                    <a:pt x="2646156" y="1668810"/>
                  </a:lnTo>
                  <a:lnTo>
                    <a:pt x="2645487" y="1668810"/>
                  </a:lnTo>
                  <a:lnTo>
                    <a:pt x="2644819" y="1668810"/>
                  </a:lnTo>
                  <a:lnTo>
                    <a:pt x="2644151" y="1668810"/>
                  </a:lnTo>
                  <a:lnTo>
                    <a:pt x="2643483" y="1668810"/>
                  </a:lnTo>
                  <a:lnTo>
                    <a:pt x="2642815" y="1668810"/>
                  </a:lnTo>
                  <a:lnTo>
                    <a:pt x="2642147" y="1668810"/>
                  </a:lnTo>
                  <a:lnTo>
                    <a:pt x="2641479" y="1668810"/>
                  </a:lnTo>
                  <a:lnTo>
                    <a:pt x="2640811" y="1668810"/>
                  </a:lnTo>
                  <a:lnTo>
                    <a:pt x="2640143" y="1668810"/>
                  </a:lnTo>
                  <a:lnTo>
                    <a:pt x="2639475" y="1668810"/>
                  </a:lnTo>
                  <a:lnTo>
                    <a:pt x="2638807" y="1668810"/>
                  </a:lnTo>
                  <a:lnTo>
                    <a:pt x="2638139" y="1668810"/>
                  </a:lnTo>
                  <a:lnTo>
                    <a:pt x="2637471" y="1668810"/>
                  </a:lnTo>
                  <a:lnTo>
                    <a:pt x="2636803" y="1668810"/>
                  </a:lnTo>
                  <a:lnTo>
                    <a:pt x="2636135" y="1668810"/>
                  </a:lnTo>
                  <a:lnTo>
                    <a:pt x="2635467" y="1668810"/>
                  </a:lnTo>
                  <a:lnTo>
                    <a:pt x="2634799" y="1668810"/>
                  </a:lnTo>
                  <a:lnTo>
                    <a:pt x="2634131" y="1668810"/>
                  </a:lnTo>
                  <a:lnTo>
                    <a:pt x="2633463" y="1668810"/>
                  </a:lnTo>
                  <a:lnTo>
                    <a:pt x="2632795" y="1668810"/>
                  </a:lnTo>
                  <a:lnTo>
                    <a:pt x="2632127" y="1668810"/>
                  </a:lnTo>
                  <a:lnTo>
                    <a:pt x="2631459" y="1668810"/>
                  </a:lnTo>
                  <a:lnTo>
                    <a:pt x="2630791" y="1668810"/>
                  </a:lnTo>
                  <a:lnTo>
                    <a:pt x="2630123" y="1668810"/>
                  </a:lnTo>
                  <a:lnTo>
                    <a:pt x="2629455" y="1668810"/>
                  </a:lnTo>
                  <a:lnTo>
                    <a:pt x="2628787" y="1668810"/>
                  </a:lnTo>
                  <a:lnTo>
                    <a:pt x="2628119" y="1668810"/>
                  </a:lnTo>
                  <a:lnTo>
                    <a:pt x="2627451" y="1668810"/>
                  </a:lnTo>
                  <a:lnTo>
                    <a:pt x="2626783" y="1668810"/>
                  </a:lnTo>
                  <a:lnTo>
                    <a:pt x="2626115" y="1668810"/>
                  </a:lnTo>
                  <a:lnTo>
                    <a:pt x="2625447" y="1668810"/>
                  </a:lnTo>
                  <a:lnTo>
                    <a:pt x="2624779" y="1668810"/>
                  </a:lnTo>
                  <a:lnTo>
                    <a:pt x="2624111" y="1668810"/>
                  </a:lnTo>
                  <a:lnTo>
                    <a:pt x="2623443" y="1668810"/>
                  </a:lnTo>
                  <a:lnTo>
                    <a:pt x="2622775" y="1668810"/>
                  </a:lnTo>
                  <a:lnTo>
                    <a:pt x="2622107" y="1668810"/>
                  </a:lnTo>
                  <a:lnTo>
                    <a:pt x="2621439" y="1668810"/>
                  </a:lnTo>
                  <a:lnTo>
                    <a:pt x="2620770" y="1668810"/>
                  </a:lnTo>
                  <a:lnTo>
                    <a:pt x="2620102" y="1668810"/>
                  </a:lnTo>
                  <a:lnTo>
                    <a:pt x="2619434" y="1668810"/>
                  </a:lnTo>
                  <a:lnTo>
                    <a:pt x="2618766" y="1668810"/>
                  </a:lnTo>
                  <a:lnTo>
                    <a:pt x="2618098" y="1668810"/>
                  </a:lnTo>
                  <a:lnTo>
                    <a:pt x="2617430" y="1668810"/>
                  </a:lnTo>
                  <a:lnTo>
                    <a:pt x="2616762" y="1668810"/>
                  </a:lnTo>
                  <a:lnTo>
                    <a:pt x="2616094" y="1668810"/>
                  </a:lnTo>
                  <a:lnTo>
                    <a:pt x="2615426" y="1668810"/>
                  </a:lnTo>
                  <a:lnTo>
                    <a:pt x="2614758" y="1668810"/>
                  </a:lnTo>
                  <a:lnTo>
                    <a:pt x="2614090" y="1668810"/>
                  </a:lnTo>
                  <a:lnTo>
                    <a:pt x="2613422" y="1668810"/>
                  </a:lnTo>
                  <a:lnTo>
                    <a:pt x="2612754" y="1668810"/>
                  </a:lnTo>
                  <a:lnTo>
                    <a:pt x="2612086" y="1668810"/>
                  </a:lnTo>
                  <a:lnTo>
                    <a:pt x="2611418" y="1668810"/>
                  </a:lnTo>
                  <a:lnTo>
                    <a:pt x="2610750" y="1668810"/>
                  </a:lnTo>
                  <a:lnTo>
                    <a:pt x="2610082" y="1668810"/>
                  </a:lnTo>
                  <a:lnTo>
                    <a:pt x="2609414" y="1668810"/>
                  </a:lnTo>
                  <a:lnTo>
                    <a:pt x="2608746" y="1668810"/>
                  </a:lnTo>
                  <a:lnTo>
                    <a:pt x="2608078" y="1668810"/>
                  </a:lnTo>
                  <a:lnTo>
                    <a:pt x="2607410" y="1668810"/>
                  </a:lnTo>
                  <a:lnTo>
                    <a:pt x="2606742" y="1668810"/>
                  </a:lnTo>
                  <a:lnTo>
                    <a:pt x="2606074" y="1668810"/>
                  </a:lnTo>
                  <a:lnTo>
                    <a:pt x="2605406" y="1668810"/>
                  </a:lnTo>
                  <a:lnTo>
                    <a:pt x="2604738" y="1668810"/>
                  </a:lnTo>
                  <a:lnTo>
                    <a:pt x="2604070" y="1668810"/>
                  </a:lnTo>
                  <a:lnTo>
                    <a:pt x="2603402" y="1668810"/>
                  </a:lnTo>
                  <a:lnTo>
                    <a:pt x="2602734" y="1668810"/>
                  </a:lnTo>
                  <a:lnTo>
                    <a:pt x="2602066" y="1668810"/>
                  </a:lnTo>
                  <a:lnTo>
                    <a:pt x="2601398" y="1668810"/>
                  </a:lnTo>
                  <a:lnTo>
                    <a:pt x="2600730" y="1668810"/>
                  </a:lnTo>
                  <a:lnTo>
                    <a:pt x="2600062" y="1668810"/>
                  </a:lnTo>
                  <a:lnTo>
                    <a:pt x="2599394" y="1668810"/>
                  </a:lnTo>
                  <a:lnTo>
                    <a:pt x="2598726" y="1668810"/>
                  </a:lnTo>
                  <a:lnTo>
                    <a:pt x="2598058" y="1668810"/>
                  </a:lnTo>
                  <a:lnTo>
                    <a:pt x="2597390" y="1668810"/>
                  </a:lnTo>
                  <a:lnTo>
                    <a:pt x="2596722" y="1668810"/>
                  </a:lnTo>
                  <a:lnTo>
                    <a:pt x="2596053" y="1668810"/>
                  </a:lnTo>
                  <a:lnTo>
                    <a:pt x="2595385" y="1668810"/>
                  </a:lnTo>
                  <a:lnTo>
                    <a:pt x="2594717" y="1668810"/>
                  </a:lnTo>
                  <a:lnTo>
                    <a:pt x="2594049" y="1668810"/>
                  </a:lnTo>
                  <a:lnTo>
                    <a:pt x="2593381" y="1668810"/>
                  </a:lnTo>
                  <a:lnTo>
                    <a:pt x="2592713" y="1668810"/>
                  </a:lnTo>
                  <a:lnTo>
                    <a:pt x="2592045" y="1668810"/>
                  </a:lnTo>
                  <a:lnTo>
                    <a:pt x="2591377" y="1668810"/>
                  </a:lnTo>
                  <a:lnTo>
                    <a:pt x="2590709" y="1668810"/>
                  </a:lnTo>
                  <a:lnTo>
                    <a:pt x="2590041" y="1668810"/>
                  </a:lnTo>
                  <a:lnTo>
                    <a:pt x="2589373" y="1668810"/>
                  </a:lnTo>
                  <a:lnTo>
                    <a:pt x="2588705" y="1668810"/>
                  </a:lnTo>
                  <a:lnTo>
                    <a:pt x="2588037" y="1668810"/>
                  </a:lnTo>
                  <a:lnTo>
                    <a:pt x="2587369" y="1668810"/>
                  </a:lnTo>
                  <a:lnTo>
                    <a:pt x="2586701" y="1668810"/>
                  </a:lnTo>
                  <a:lnTo>
                    <a:pt x="2586033" y="1668810"/>
                  </a:lnTo>
                  <a:lnTo>
                    <a:pt x="2585365" y="1668810"/>
                  </a:lnTo>
                  <a:lnTo>
                    <a:pt x="2584697" y="1668810"/>
                  </a:lnTo>
                  <a:lnTo>
                    <a:pt x="2584029" y="1668810"/>
                  </a:lnTo>
                  <a:lnTo>
                    <a:pt x="2583361" y="1668810"/>
                  </a:lnTo>
                  <a:lnTo>
                    <a:pt x="2582693" y="1668810"/>
                  </a:lnTo>
                  <a:lnTo>
                    <a:pt x="2582025" y="1668810"/>
                  </a:lnTo>
                  <a:lnTo>
                    <a:pt x="2581357" y="1668810"/>
                  </a:lnTo>
                  <a:lnTo>
                    <a:pt x="2580689" y="1668810"/>
                  </a:lnTo>
                  <a:lnTo>
                    <a:pt x="2580021" y="1668810"/>
                  </a:lnTo>
                  <a:lnTo>
                    <a:pt x="2579353" y="1668810"/>
                  </a:lnTo>
                  <a:lnTo>
                    <a:pt x="2578685" y="1668810"/>
                  </a:lnTo>
                  <a:lnTo>
                    <a:pt x="2578017" y="1668810"/>
                  </a:lnTo>
                  <a:lnTo>
                    <a:pt x="2577349" y="1668810"/>
                  </a:lnTo>
                  <a:lnTo>
                    <a:pt x="2576681" y="1668810"/>
                  </a:lnTo>
                  <a:lnTo>
                    <a:pt x="2576013" y="1668810"/>
                  </a:lnTo>
                  <a:lnTo>
                    <a:pt x="2575345" y="1668810"/>
                  </a:lnTo>
                  <a:lnTo>
                    <a:pt x="2574677" y="1668810"/>
                  </a:lnTo>
                  <a:lnTo>
                    <a:pt x="2574009" y="1668810"/>
                  </a:lnTo>
                  <a:lnTo>
                    <a:pt x="2573341" y="1668810"/>
                  </a:lnTo>
                  <a:lnTo>
                    <a:pt x="2572673" y="1668810"/>
                  </a:lnTo>
                  <a:lnTo>
                    <a:pt x="2572004" y="1668810"/>
                  </a:lnTo>
                  <a:lnTo>
                    <a:pt x="2571336" y="1668810"/>
                  </a:lnTo>
                  <a:lnTo>
                    <a:pt x="2570668" y="1668810"/>
                  </a:lnTo>
                  <a:lnTo>
                    <a:pt x="2570000" y="1668810"/>
                  </a:lnTo>
                  <a:lnTo>
                    <a:pt x="2569332" y="1668810"/>
                  </a:lnTo>
                  <a:lnTo>
                    <a:pt x="2568664" y="1668810"/>
                  </a:lnTo>
                  <a:lnTo>
                    <a:pt x="2567996" y="1668810"/>
                  </a:lnTo>
                  <a:lnTo>
                    <a:pt x="2567328" y="1668810"/>
                  </a:lnTo>
                  <a:lnTo>
                    <a:pt x="2566660" y="1668810"/>
                  </a:lnTo>
                  <a:lnTo>
                    <a:pt x="2565992" y="1668810"/>
                  </a:lnTo>
                  <a:lnTo>
                    <a:pt x="2565324" y="1668810"/>
                  </a:lnTo>
                  <a:lnTo>
                    <a:pt x="2564656" y="1668810"/>
                  </a:lnTo>
                  <a:lnTo>
                    <a:pt x="2563988" y="1668810"/>
                  </a:lnTo>
                  <a:lnTo>
                    <a:pt x="2563320" y="1668810"/>
                  </a:lnTo>
                  <a:lnTo>
                    <a:pt x="2562652" y="1668810"/>
                  </a:lnTo>
                  <a:lnTo>
                    <a:pt x="2561984" y="1668810"/>
                  </a:lnTo>
                  <a:lnTo>
                    <a:pt x="2561316" y="1668810"/>
                  </a:lnTo>
                  <a:lnTo>
                    <a:pt x="2560648" y="1668810"/>
                  </a:lnTo>
                  <a:lnTo>
                    <a:pt x="2559980" y="1668810"/>
                  </a:lnTo>
                  <a:lnTo>
                    <a:pt x="2559312" y="1668810"/>
                  </a:lnTo>
                  <a:lnTo>
                    <a:pt x="2558644" y="1668810"/>
                  </a:lnTo>
                  <a:lnTo>
                    <a:pt x="2557976" y="1668810"/>
                  </a:lnTo>
                  <a:lnTo>
                    <a:pt x="2557308" y="1668810"/>
                  </a:lnTo>
                  <a:lnTo>
                    <a:pt x="2556640" y="1668810"/>
                  </a:lnTo>
                  <a:lnTo>
                    <a:pt x="2555972" y="1668810"/>
                  </a:lnTo>
                  <a:lnTo>
                    <a:pt x="2555304" y="1668810"/>
                  </a:lnTo>
                  <a:lnTo>
                    <a:pt x="2554636" y="1668810"/>
                  </a:lnTo>
                  <a:lnTo>
                    <a:pt x="2553968" y="1668810"/>
                  </a:lnTo>
                  <a:lnTo>
                    <a:pt x="2553300" y="1668810"/>
                  </a:lnTo>
                  <a:lnTo>
                    <a:pt x="2552632" y="1668810"/>
                  </a:lnTo>
                  <a:lnTo>
                    <a:pt x="2551964" y="1668810"/>
                  </a:lnTo>
                  <a:lnTo>
                    <a:pt x="2551296" y="1668810"/>
                  </a:lnTo>
                  <a:lnTo>
                    <a:pt x="2550628" y="1668810"/>
                  </a:lnTo>
                  <a:lnTo>
                    <a:pt x="2549960" y="1668810"/>
                  </a:lnTo>
                  <a:lnTo>
                    <a:pt x="2549292" y="1668810"/>
                  </a:lnTo>
                  <a:lnTo>
                    <a:pt x="2548624" y="1668810"/>
                  </a:lnTo>
                  <a:lnTo>
                    <a:pt x="2547956" y="1668810"/>
                  </a:lnTo>
                  <a:lnTo>
                    <a:pt x="2547287" y="1668810"/>
                  </a:lnTo>
                  <a:lnTo>
                    <a:pt x="2546619" y="1668810"/>
                  </a:lnTo>
                  <a:lnTo>
                    <a:pt x="2545951" y="1668810"/>
                  </a:lnTo>
                  <a:lnTo>
                    <a:pt x="2545283" y="1668810"/>
                  </a:lnTo>
                  <a:lnTo>
                    <a:pt x="2544615" y="1668810"/>
                  </a:lnTo>
                  <a:lnTo>
                    <a:pt x="2543947" y="1668810"/>
                  </a:lnTo>
                  <a:lnTo>
                    <a:pt x="2543279" y="1668810"/>
                  </a:lnTo>
                  <a:lnTo>
                    <a:pt x="2542611" y="1668810"/>
                  </a:lnTo>
                  <a:lnTo>
                    <a:pt x="2541943" y="1668810"/>
                  </a:lnTo>
                  <a:lnTo>
                    <a:pt x="2541275" y="1668810"/>
                  </a:lnTo>
                  <a:lnTo>
                    <a:pt x="2540607" y="1668810"/>
                  </a:lnTo>
                  <a:lnTo>
                    <a:pt x="2539939" y="1668810"/>
                  </a:lnTo>
                  <a:lnTo>
                    <a:pt x="2539271" y="1668810"/>
                  </a:lnTo>
                  <a:lnTo>
                    <a:pt x="2538603" y="1668810"/>
                  </a:lnTo>
                  <a:lnTo>
                    <a:pt x="2537935" y="1668810"/>
                  </a:lnTo>
                  <a:lnTo>
                    <a:pt x="2537267" y="1668810"/>
                  </a:lnTo>
                  <a:lnTo>
                    <a:pt x="2536599" y="1668810"/>
                  </a:lnTo>
                  <a:lnTo>
                    <a:pt x="2535931" y="1668810"/>
                  </a:lnTo>
                  <a:lnTo>
                    <a:pt x="2535263" y="1668810"/>
                  </a:lnTo>
                  <a:lnTo>
                    <a:pt x="2534595" y="1668810"/>
                  </a:lnTo>
                  <a:lnTo>
                    <a:pt x="2533927" y="1668810"/>
                  </a:lnTo>
                  <a:lnTo>
                    <a:pt x="2533259" y="1668810"/>
                  </a:lnTo>
                  <a:lnTo>
                    <a:pt x="2532591" y="1668810"/>
                  </a:lnTo>
                  <a:lnTo>
                    <a:pt x="2531923" y="1668810"/>
                  </a:lnTo>
                  <a:lnTo>
                    <a:pt x="2531255" y="1668810"/>
                  </a:lnTo>
                  <a:lnTo>
                    <a:pt x="2530587" y="1668810"/>
                  </a:lnTo>
                  <a:lnTo>
                    <a:pt x="2529919" y="1668810"/>
                  </a:lnTo>
                  <a:lnTo>
                    <a:pt x="2529251" y="1668810"/>
                  </a:lnTo>
                  <a:lnTo>
                    <a:pt x="2528583" y="1668810"/>
                  </a:lnTo>
                  <a:lnTo>
                    <a:pt x="2527915" y="1668810"/>
                  </a:lnTo>
                  <a:lnTo>
                    <a:pt x="2527247" y="1668810"/>
                  </a:lnTo>
                  <a:lnTo>
                    <a:pt x="2526579" y="1668810"/>
                  </a:lnTo>
                  <a:lnTo>
                    <a:pt x="2525911" y="1668810"/>
                  </a:lnTo>
                  <a:lnTo>
                    <a:pt x="2525243" y="1668810"/>
                  </a:lnTo>
                  <a:lnTo>
                    <a:pt x="2524575" y="1668810"/>
                  </a:lnTo>
                  <a:lnTo>
                    <a:pt x="2523907" y="1668810"/>
                  </a:lnTo>
                  <a:lnTo>
                    <a:pt x="2523239" y="1668810"/>
                  </a:lnTo>
                  <a:lnTo>
                    <a:pt x="2522570" y="1668810"/>
                  </a:lnTo>
                  <a:lnTo>
                    <a:pt x="2521902" y="1668810"/>
                  </a:lnTo>
                  <a:lnTo>
                    <a:pt x="2521234" y="1668810"/>
                  </a:lnTo>
                  <a:lnTo>
                    <a:pt x="2520566" y="1668810"/>
                  </a:lnTo>
                  <a:lnTo>
                    <a:pt x="2519898" y="1668810"/>
                  </a:lnTo>
                  <a:lnTo>
                    <a:pt x="2519230" y="1668810"/>
                  </a:lnTo>
                  <a:lnTo>
                    <a:pt x="2518562" y="1668810"/>
                  </a:lnTo>
                  <a:lnTo>
                    <a:pt x="2517894" y="1668810"/>
                  </a:lnTo>
                  <a:lnTo>
                    <a:pt x="2517226" y="1668810"/>
                  </a:lnTo>
                  <a:lnTo>
                    <a:pt x="2516558" y="1668810"/>
                  </a:lnTo>
                  <a:lnTo>
                    <a:pt x="2515890" y="1668810"/>
                  </a:lnTo>
                  <a:lnTo>
                    <a:pt x="2515222" y="1668810"/>
                  </a:lnTo>
                  <a:lnTo>
                    <a:pt x="2514554" y="1668810"/>
                  </a:lnTo>
                  <a:lnTo>
                    <a:pt x="2513886" y="1668810"/>
                  </a:lnTo>
                  <a:lnTo>
                    <a:pt x="2513218" y="1668810"/>
                  </a:lnTo>
                  <a:lnTo>
                    <a:pt x="2512550" y="1668810"/>
                  </a:lnTo>
                  <a:lnTo>
                    <a:pt x="2511882" y="1668810"/>
                  </a:lnTo>
                  <a:lnTo>
                    <a:pt x="2511214" y="1668810"/>
                  </a:lnTo>
                  <a:lnTo>
                    <a:pt x="2510546" y="1668810"/>
                  </a:lnTo>
                  <a:lnTo>
                    <a:pt x="2509878" y="1668810"/>
                  </a:lnTo>
                  <a:lnTo>
                    <a:pt x="2509210" y="1668810"/>
                  </a:lnTo>
                  <a:lnTo>
                    <a:pt x="2508542" y="1668810"/>
                  </a:lnTo>
                  <a:lnTo>
                    <a:pt x="2507874" y="1668810"/>
                  </a:lnTo>
                  <a:lnTo>
                    <a:pt x="2507206" y="1668810"/>
                  </a:lnTo>
                  <a:lnTo>
                    <a:pt x="2506538" y="1668810"/>
                  </a:lnTo>
                  <a:lnTo>
                    <a:pt x="2505870" y="1668810"/>
                  </a:lnTo>
                  <a:lnTo>
                    <a:pt x="2505202" y="1668810"/>
                  </a:lnTo>
                  <a:lnTo>
                    <a:pt x="2504534" y="1668810"/>
                  </a:lnTo>
                  <a:lnTo>
                    <a:pt x="2503866" y="1668810"/>
                  </a:lnTo>
                  <a:lnTo>
                    <a:pt x="2503198" y="1668810"/>
                  </a:lnTo>
                  <a:lnTo>
                    <a:pt x="2502530" y="1668810"/>
                  </a:lnTo>
                  <a:lnTo>
                    <a:pt x="2501862" y="1668810"/>
                  </a:lnTo>
                  <a:lnTo>
                    <a:pt x="2501194" y="1668810"/>
                  </a:lnTo>
                  <a:lnTo>
                    <a:pt x="2500526" y="1668810"/>
                  </a:lnTo>
                  <a:lnTo>
                    <a:pt x="2499858" y="1668810"/>
                  </a:lnTo>
                  <a:lnTo>
                    <a:pt x="2499190" y="1668810"/>
                  </a:lnTo>
                  <a:lnTo>
                    <a:pt x="2498521" y="1668810"/>
                  </a:lnTo>
                  <a:lnTo>
                    <a:pt x="2497853" y="1668810"/>
                  </a:lnTo>
                  <a:lnTo>
                    <a:pt x="2497185" y="1668810"/>
                  </a:lnTo>
                  <a:lnTo>
                    <a:pt x="2496517" y="1668810"/>
                  </a:lnTo>
                  <a:lnTo>
                    <a:pt x="2495849" y="1668810"/>
                  </a:lnTo>
                  <a:lnTo>
                    <a:pt x="2495181" y="1668810"/>
                  </a:lnTo>
                  <a:lnTo>
                    <a:pt x="2494513" y="1668810"/>
                  </a:lnTo>
                  <a:lnTo>
                    <a:pt x="2493845" y="1668810"/>
                  </a:lnTo>
                  <a:lnTo>
                    <a:pt x="2493177" y="1668810"/>
                  </a:lnTo>
                  <a:lnTo>
                    <a:pt x="2492509" y="1668810"/>
                  </a:lnTo>
                  <a:lnTo>
                    <a:pt x="2491841" y="1668810"/>
                  </a:lnTo>
                  <a:lnTo>
                    <a:pt x="2491173" y="1668810"/>
                  </a:lnTo>
                  <a:lnTo>
                    <a:pt x="2490505" y="1668810"/>
                  </a:lnTo>
                  <a:lnTo>
                    <a:pt x="2489837" y="1668810"/>
                  </a:lnTo>
                  <a:lnTo>
                    <a:pt x="2489169" y="1668810"/>
                  </a:lnTo>
                  <a:lnTo>
                    <a:pt x="2488501" y="1668810"/>
                  </a:lnTo>
                  <a:lnTo>
                    <a:pt x="2487833" y="1668810"/>
                  </a:lnTo>
                  <a:lnTo>
                    <a:pt x="2487165" y="1668810"/>
                  </a:lnTo>
                  <a:lnTo>
                    <a:pt x="2486497" y="1668810"/>
                  </a:lnTo>
                  <a:lnTo>
                    <a:pt x="2485829" y="1668810"/>
                  </a:lnTo>
                  <a:lnTo>
                    <a:pt x="2485161" y="1668810"/>
                  </a:lnTo>
                  <a:lnTo>
                    <a:pt x="2484493" y="1668810"/>
                  </a:lnTo>
                  <a:lnTo>
                    <a:pt x="2483825" y="1668810"/>
                  </a:lnTo>
                  <a:lnTo>
                    <a:pt x="2483157" y="1668810"/>
                  </a:lnTo>
                  <a:lnTo>
                    <a:pt x="2482489" y="1668810"/>
                  </a:lnTo>
                  <a:lnTo>
                    <a:pt x="2481821" y="1668810"/>
                  </a:lnTo>
                  <a:lnTo>
                    <a:pt x="2481153" y="1668810"/>
                  </a:lnTo>
                  <a:lnTo>
                    <a:pt x="2480485" y="1668810"/>
                  </a:lnTo>
                  <a:lnTo>
                    <a:pt x="2479817" y="1668810"/>
                  </a:lnTo>
                  <a:lnTo>
                    <a:pt x="2479149" y="1668810"/>
                  </a:lnTo>
                  <a:lnTo>
                    <a:pt x="2478481" y="1668810"/>
                  </a:lnTo>
                  <a:lnTo>
                    <a:pt x="2477813" y="1668810"/>
                  </a:lnTo>
                  <a:lnTo>
                    <a:pt x="2477145" y="1668810"/>
                  </a:lnTo>
                  <a:lnTo>
                    <a:pt x="2476477" y="1668810"/>
                  </a:lnTo>
                  <a:lnTo>
                    <a:pt x="2475809" y="1668810"/>
                  </a:lnTo>
                  <a:lnTo>
                    <a:pt x="2475141" y="1668810"/>
                  </a:lnTo>
                  <a:lnTo>
                    <a:pt x="2474473" y="1668810"/>
                  </a:lnTo>
                  <a:lnTo>
                    <a:pt x="2473804" y="1668810"/>
                  </a:lnTo>
                  <a:lnTo>
                    <a:pt x="2473136" y="1668810"/>
                  </a:lnTo>
                  <a:lnTo>
                    <a:pt x="2472468" y="1668810"/>
                  </a:lnTo>
                  <a:lnTo>
                    <a:pt x="2471800" y="1668810"/>
                  </a:lnTo>
                  <a:lnTo>
                    <a:pt x="2471132" y="1668810"/>
                  </a:lnTo>
                  <a:lnTo>
                    <a:pt x="2470464" y="1668810"/>
                  </a:lnTo>
                  <a:lnTo>
                    <a:pt x="2469796" y="1668810"/>
                  </a:lnTo>
                  <a:lnTo>
                    <a:pt x="2469128" y="1668810"/>
                  </a:lnTo>
                  <a:lnTo>
                    <a:pt x="2468460" y="1668810"/>
                  </a:lnTo>
                  <a:lnTo>
                    <a:pt x="2467792" y="1668810"/>
                  </a:lnTo>
                  <a:lnTo>
                    <a:pt x="2467124" y="1668810"/>
                  </a:lnTo>
                  <a:lnTo>
                    <a:pt x="2466456" y="1668810"/>
                  </a:lnTo>
                  <a:lnTo>
                    <a:pt x="2465788" y="1668810"/>
                  </a:lnTo>
                  <a:lnTo>
                    <a:pt x="2465120" y="1668810"/>
                  </a:lnTo>
                  <a:lnTo>
                    <a:pt x="2464452" y="1668810"/>
                  </a:lnTo>
                  <a:lnTo>
                    <a:pt x="2463784" y="1668810"/>
                  </a:lnTo>
                  <a:lnTo>
                    <a:pt x="2463116" y="1668810"/>
                  </a:lnTo>
                  <a:lnTo>
                    <a:pt x="2462448" y="1668810"/>
                  </a:lnTo>
                  <a:lnTo>
                    <a:pt x="2461780" y="1668810"/>
                  </a:lnTo>
                  <a:lnTo>
                    <a:pt x="2461112" y="1668810"/>
                  </a:lnTo>
                  <a:lnTo>
                    <a:pt x="2460444" y="1668810"/>
                  </a:lnTo>
                  <a:lnTo>
                    <a:pt x="2459776" y="1668810"/>
                  </a:lnTo>
                  <a:lnTo>
                    <a:pt x="2459108" y="1668810"/>
                  </a:lnTo>
                  <a:lnTo>
                    <a:pt x="2458440" y="1668810"/>
                  </a:lnTo>
                  <a:lnTo>
                    <a:pt x="2457772" y="1668810"/>
                  </a:lnTo>
                  <a:lnTo>
                    <a:pt x="2457104" y="1668810"/>
                  </a:lnTo>
                  <a:lnTo>
                    <a:pt x="2456436" y="1668810"/>
                  </a:lnTo>
                  <a:lnTo>
                    <a:pt x="2455768" y="1668810"/>
                  </a:lnTo>
                  <a:lnTo>
                    <a:pt x="2455100" y="1668810"/>
                  </a:lnTo>
                  <a:lnTo>
                    <a:pt x="2454432" y="1668810"/>
                  </a:lnTo>
                  <a:lnTo>
                    <a:pt x="2453764" y="1668810"/>
                  </a:lnTo>
                  <a:lnTo>
                    <a:pt x="2453096" y="1668810"/>
                  </a:lnTo>
                  <a:lnTo>
                    <a:pt x="2452428" y="1668810"/>
                  </a:lnTo>
                  <a:lnTo>
                    <a:pt x="2451760" y="1668810"/>
                  </a:lnTo>
                  <a:lnTo>
                    <a:pt x="2451092" y="1668810"/>
                  </a:lnTo>
                  <a:lnTo>
                    <a:pt x="2450424" y="1668810"/>
                  </a:lnTo>
                  <a:lnTo>
                    <a:pt x="2449756" y="1668810"/>
                  </a:lnTo>
                  <a:lnTo>
                    <a:pt x="2449087" y="1668810"/>
                  </a:lnTo>
                  <a:lnTo>
                    <a:pt x="2448419" y="1668810"/>
                  </a:lnTo>
                  <a:lnTo>
                    <a:pt x="2447751" y="1668810"/>
                  </a:lnTo>
                  <a:lnTo>
                    <a:pt x="2447083" y="1668810"/>
                  </a:lnTo>
                  <a:lnTo>
                    <a:pt x="2446415" y="1668810"/>
                  </a:lnTo>
                  <a:lnTo>
                    <a:pt x="2445747" y="1668810"/>
                  </a:lnTo>
                  <a:lnTo>
                    <a:pt x="2445079" y="1668810"/>
                  </a:lnTo>
                  <a:lnTo>
                    <a:pt x="2444411" y="1668810"/>
                  </a:lnTo>
                  <a:lnTo>
                    <a:pt x="2443743" y="1668810"/>
                  </a:lnTo>
                  <a:lnTo>
                    <a:pt x="2443075" y="1668810"/>
                  </a:lnTo>
                  <a:lnTo>
                    <a:pt x="2442407" y="1668810"/>
                  </a:lnTo>
                  <a:lnTo>
                    <a:pt x="2441739" y="1668810"/>
                  </a:lnTo>
                  <a:lnTo>
                    <a:pt x="2441071" y="1668810"/>
                  </a:lnTo>
                  <a:lnTo>
                    <a:pt x="2440403" y="1668810"/>
                  </a:lnTo>
                  <a:lnTo>
                    <a:pt x="2439735" y="1668810"/>
                  </a:lnTo>
                  <a:lnTo>
                    <a:pt x="2439067" y="1668810"/>
                  </a:lnTo>
                  <a:lnTo>
                    <a:pt x="2438399" y="1668810"/>
                  </a:lnTo>
                  <a:lnTo>
                    <a:pt x="2437731" y="1668810"/>
                  </a:lnTo>
                  <a:lnTo>
                    <a:pt x="2437063" y="1668810"/>
                  </a:lnTo>
                  <a:lnTo>
                    <a:pt x="2436395" y="1668810"/>
                  </a:lnTo>
                  <a:lnTo>
                    <a:pt x="2435727" y="1668810"/>
                  </a:lnTo>
                  <a:lnTo>
                    <a:pt x="2435059" y="1668810"/>
                  </a:lnTo>
                  <a:lnTo>
                    <a:pt x="2434391" y="1668810"/>
                  </a:lnTo>
                  <a:lnTo>
                    <a:pt x="2433723" y="1668810"/>
                  </a:lnTo>
                  <a:lnTo>
                    <a:pt x="2433055" y="1668810"/>
                  </a:lnTo>
                  <a:lnTo>
                    <a:pt x="2432387" y="1668810"/>
                  </a:lnTo>
                  <a:lnTo>
                    <a:pt x="2431719" y="1668810"/>
                  </a:lnTo>
                  <a:lnTo>
                    <a:pt x="2431051" y="1668810"/>
                  </a:lnTo>
                  <a:lnTo>
                    <a:pt x="2430383" y="1668810"/>
                  </a:lnTo>
                  <a:lnTo>
                    <a:pt x="2429715" y="1668810"/>
                  </a:lnTo>
                  <a:lnTo>
                    <a:pt x="2429047" y="1668810"/>
                  </a:lnTo>
                  <a:lnTo>
                    <a:pt x="2428379" y="1668810"/>
                  </a:lnTo>
                  <a:lnTo>
                    <a:pt x="2427711" y="1668810"/>
                  </a:lnTo>
                  <a:lnTo>
                    <a:pt x="2427043" y="1668810"/>
                  </a:lnTo>
                  <a:lnTo>
                    <a:pt x="2426375" y="1668810"/>
                  </a:lnTo>
                  <a:lnTo>
                    <a:pt x="2425707" y="1668810"/>
                  </a:lnTo>
                  <a:lnTo>
                    <a:pt x="2425039" y="1668810"/>
                  </a:lnTo>
                  <a:lnTo>
                    <a:pt x="2424370" y="1668810"/>
                  </a:lnTo>
                  <a:lnTo>
                    <a:pt x="2423702" y="1668810"/>
                  </a:lnTo>
                  <a:lnTo>
                    <a:pt x="2423034" y="1668810"/>
                  </a:lnTo>
                  <a:lnTo>
                    <a:pt x="2422366" y="1668810"/>
                  </a:lnTo>
                  <a:lnTo>
                    <a:pt x="2421698" y="1668810"/>
                  </a:lnTo>
                  <a:lnTo>
                    <a:pt x="2421030" y="1668810"/>
                  </a:lnTo>
                  <a:lnTo>
                    <a:pt x="2420362" y="1668810"/>
                  </a:lnTo>
                  <a:lnTo>
                    <a:pt x="2419694" y="1668810"/>
                  </a:lnTo>
                  <a:lnTo>
                    <a:pt x="2419026" y="1668810"/>
                  </a:lnTo>
                  <a:lnTo>
                    <a:pt x="2418358" y="1668810"/>
                  </a:lnTo>
                  <a:lnTo>
                    <a:pt x="2417690" y="1668810"/>
                  </a:lnTo>
                  <a:lnTo>
                    <a:pt x="2417022" y="1668810"/>
                  </a:lnTo>
                  <a:lnTo>
                    <a:pt x="2416354" y="1668810"/>
                  </a:lnTo>
                  <a:lnTo>
                    <a:pt x="2415686" y="1668810"/>
                  </a:lnTo>
                  <a:lnTo>
                    <a:pt x="2415018" y="1668810"/>
                  </a:lnTo>
                  <a:lnTo>
                    <a:pt x="2414350" y="1668810"/>
                  </a:lnTo>
                  <a:lnTo>
                    <a:pt x="2413682" y="1668810"/>
                  </a:lnTo>
                  <a:lnTo>
                    <a:pt x="2413014" y="1668810"/>
                  </a:lnTo>
                  <a:lnTo>
                    <a:pt x="2412346" y="1668810"/>
                  </a:lnTo>
                  <a:lnTo>
                    <a:pt x="2411678" y="1668810"/>
                  </a:lnTo>
                  <a:lnTo>
                    <a:pt x="2411010" y="1668810"/>
                  </a:lnTo>
                  <a:lnTo>
                    <a:pt x="2410342" y="1668810"/>
                  </a:lnTo>
                  <a:lnTo>
                    <a:pt x="2409674" y="1668810"/>
                  </a:lnTo>
                  <a:lnTo>
                    <a:pt x="2409006" y="1668810"/>
                  </a:lnTo>
                  <a:lnTo>
                    <a:pt x="2408338" y="1668810"/>
                  </a:lnTo>
                  <a:lnTo>
                    <a:pt x="2407670" y="1668810"/>
                  </a:lnTo>
                  <a:lnTo>
                    <a:pt x="2407002" y="1668810"/>
                  </a:lnTo>
                  <a:lnTo>
                    <a:pt x="2406334" y="1668810"/>
                  </a:lnTo>
                  <a:lnTo>
                    <a:pt x="2405666" y="1668810"/>
                  </a:lnTo>
                  <a:lnTo>
                    <a:pt x="2404998" y="1668810"/>
                  </a:lnTo>
                  <a:lnTo>
                    <a:pt x="2404330" y="1668810"/>
                  </a:lnTo>
                  <a:lnTo>
                    <a:pt x="2403662" y="1668810"/>
                  </a:lnTo>
                  <a:lnTo>
                    <a:pt x="2402994" y="1668810"/>
                  </a:lnTo>
                  <a:lnTo>
                    <a:pt x="2402326" y="1668810"/>
                  </a:lnTo>
                  <a:lnTo>
                    <a:pt x="2401658" y="1668810"/>
                  </a:lnTo>
                  <a:lnTo>
                    <a:pt x="2400990" y="1668810"/>
                  </a:lnTo>
                  <a:lnTo>
                    <a:pt x="2400321" y="1668810"/>
                  </a:lnTo>
                  <a:lnTo>
                    <a:pt x="2399653" y="1668810"/>
                  </a:lnTo>
                  <a:lnTo>
                    <a:pt x="2398985" y="1668810"/>
                  </a:lnTo>
                  <a:lnTo>
                    <a:pt x="2398317" y="1668810"/>
                  </a:lnTo>
                  <a:lnTo>
                    <a:pt x="2397649" y="1668810"/>
                  </a:lnTo>
                  <a:lnTo>
                    <a:pt x="2396981" y="1668810"/>
                  </a:lnTo>
                  <a:lnTo>
                    <a:pt x="2396313" y="1668810"/>
                  </a:lnTo>
                  <a:lnTo>
                    <a:pt x="2395645" y="1668810"/>
                  </a:lnTo>
                  <a:lnTo>
                    <a:pt x="2394977" y="1668810"/>
                  </a:lnTo>
                  <a:lnTo>
                    <a:pt x="2394309" y="1668810"/>
                  </a:lnTo>
                  <a:lnTo>
                    <a:pt x="2393641" y="1668810"/>
                  </a:lnTo>
                  <a:lnTo>
                    <a:pt x="2392973" y="1668810"/>
                  </a:lnTo>
                  <a:lnTo>
                    <a:pt x="2392305" y="1668810"/>
                  </a:lnTo>
                  <a:lnTo>
                    <a:pt x="2391637" y="1668810"/>
                  </a:lnTo>
                  <a:lnTo>
                    <a:pt x="2390969" y="1668810"/>
                  </a:lnTo>
                  <a:lnTo>
                    <a:pt x="2390301" y="1668810"/>
                  </a:lnTo>
                  <a:lnTo>
                    <a:pt x="2389633" y="1668810"/>
                  </a:lnTo>
                  <a:lnTo>
                    <a:pt x="2388965" y="1668810"/>
                  </a:lnTo>
                  <a:lnTo>
                    <a:pt x="2388297" y="1668810"/>
                  </a:lnTo>
                  <a:lnTo>
                    <a:pt x="2387629" y="1668810"/>
                  </a:lnTo>
                  <a:lnTo>
                    <a:pt x="2386961" y="1668810"/>
                  </a:lnTo>
                  <a:lnTo>
                    <a:pt x="2386293" y="1668810"/>
                  </a:lnTo>
                  <a:lnTo>
                    <a:pt x="2385625" y="1668810"/>
                  </a:lnTo>
                  <a:lnTo>
                    <a:pt x="2384957" y="1668810"/>
                  </a:lnTo>
                  <a:lnTo>
                    <a:pt x="2384289" y="1668810"/>
                  </a:lnTo>
                  <a:lnTo>
                    <a:pt x="2383621" y="1668810"/>
                  </a:lnTo>
                  <a:lnTo>
                    <a:pt x="2382953" y="1668810"/>
                  </a:lnTo>
                  <a:lnTo>
                    <a:pt x="2382285" y="1668810"/>
                  </a:lnTo>
                  <a:lnTo>
                    <a:pt x="2381617" y="1668810"/>
                  </a:lnTo>
                  <a:lnTo>
                    <a:pt x="2380949" y="1668810"/>
                  </a:lnTo>
                  <a:lnTo>
                    <a:pt x="2380281" y="1668810"/>
                  </a:lnTo>
                  <a:lnTo>
                    <a:pt x="2379613" y="1668810"/>
                  </a:lnTo>
                  <a:lnTo>
                    <a:pt x="2378945" y="1668810"/>
                  </a:lnTo>
                  <a:lnTo>
                    <a:pt x="2378277" y="1668810"/>
                  </a:lnTo>
                  <a:lnTo>
                    <a:pt x="2377609" y="1668810"/>
                  </a:lnTo>
                  <a:lnTo>
                    <a:pt x="2376941" y="1668810"/>
                  </a:lnTo>
                  <a:lnTo>
                    <a:pt x="2376273" y="1668810"/>
                  </a:lnTo>
                  <a:lnTo>
                    <a:pt x="2375604" y="1668810"/>
                  </a:lnTo>
                  <a:lnTo>
                    <a:pt x="2374936" y="1668810"/>
                  </a:lnTo>
                  <a:lnTo>
                    <a:pt x="2374268" y="1668810"/>
                  </a:lnTo>
                  <a:lnTo>
                    <a:pt x="2373600" y="1668810"/>
                  </a:lnTo>
                  <a:lnTo>
                    <a:pt x="2372932" y="1668810"/>
                  </a:lnTo>
                  <a:lnTo>
                    <a:pt x="2372264" y="1668810"/>
                  </a:lnTo>
                  <a:lnTo>
                    <a:pt x="2371596" y="1668810"/>
                  </a:lnTo>
                  <a:lnTo>
                    <a:pt x="2370928" y="1668810"/>
                  </a:lnTo>
                  <a:lnTo>
                    <a:pt x="2370260" y="1668810"/>
                  </a:lnTo>
                  <a:lnTo>
                    <a:pt x="2369592" y="1668810"/>
                  </a:lnTo>
                  <a:lnTo>
                    <a:pt x="2368924" y="1668810"/>
                  </a:lnTo>
                  <a:lnTo>
                    <a:pt x="2368256" y="1668810"/>
                  </a:lnTo>
                  <a:lnTo>
                    <a:pt x="2367588" y="1668810"/>
                  </a:lnTo>
                  <a:lnTo>
                    <a:pt x="2366920" y="1668810"/>
                  </a:lnTo>
                  <a:lnTo>
                    <a:pt x="2366252" y="1668810"/>
                  </a:lnTo>
                  <a:lnTo>
                    <a:pt x="2365584" y="1668810"/>
                  </a:lnTo>
                  <a:lnTo>
                    <a:pt x="2364916" y="1668810"/>
                  </a:lnTo>
                  <a:lnTo>
                    <a:pt x="2364248" y="1668810"/>
                  </a:lnTo>
                  <a:lnTo>
                    <a:pt x="2363580" y="1668810"/>
                  </a:lnTo>
                  <a:lnTo>
                    <a:pt x="2362912" y="1668810"/>
                  </a:lnTo>
                  <a:lnTo>
                    <a:pt x="2362244" y="1668810"/>
                  </a:lnTo>
                  <a:lnTo>
                    <a:pt x="2361576" y="1668810"/>
                  </a:lnTo>
                  <a:lnTo>
                    <a:pt x="2360908" y="1668810"/>
                  </a:lnTo>
                  <a:lnTo>
                    <a:pt x="2360240" y="1668810"/>
                  </a:lnTo>
                  <a:lnTo>
                    <a:pt x="2359572" y="1668810"/>
                  </a:lnTo>
                  <a:lnTo>
                    <a:pt x="2358904" y="1668810"/>
                  </a:lnTo>
                  <a:lnTo>
                    <a:pt x="2358236" y="1668810"/>
                  </a:lnTo>
                  <a:lnTo>
                    <a:pt x="2357568" y="1668810"/>
                  </a:lnTo>
                  <a:lnTo>
                    <a:pt x="2356900" y="1668810"/>
                  </a:lnTo>
                  <a:lnTo>
                    <a:pt x="2356232" y="1668810"/>
                  </a:lnTo>
                  <a:lnTo>
                    <a:pt x="2355564" y="1668810"/>
                  </a:lnTo>
                  <a:lnTo>
                    <a:pt x="2354896" y="1668810"/>
                  </a:lnTo>
                  <a:lnTo>
                    <a:pt x="2354228" y="1668810"/>
                  </a:lnTo>
                  <a:lnTo>
                    <a:pt x="2353560" y="1668810"/>
                  </a:lnTo>
                  <a:lnTo>
                    <a:pt x="2352892" y="1668810"/>
                  </a:lnTo>
                  <a:lnTo>
                    <a:pt x="2352224" y="1668810"/>
                  </a:lnTo>
                  <a:lnTo>
                    <a:pt x="2351556" y="1668810"/>
                  </a:lnTo>
                  <a:lnTo>
                    <a:pt x="2350887" y="1668810"/>
                  </a:lnTo>
                  <a:lnTo>
                    <a:pt x="2350219" y="1668810"/>
                  </a:lnTo>
                  <a:lnTo>
                    <a:pt x="2349551" y="1668810"/>
                  </a:lnTo>
                  <a:lnTo>
                    <a:pt x="2348883" y="1668810"/>
                  </a:lnTo>
                  <a:lnTo>
                    <a:pt x="2348215" y="1668810"/>
                  </a:lnTo>
                  <a:lnTo>
                    <a:pt x="2347547" y="1668810"/>
                  </a:lnTo>
                  <a:lnTo>
                    <a:pt x="2346879" y="1668810"/>
                  </a:lnTo>
                  <a:lnTo>
                    <a:pt x="2346211" y="1668810"/>
                  </a:lnTo>
                  <a:lnTo>
                    <a:pt x="2345543" y="1668810"/>
                  </a:lnTo>
                  <a:lnTo>
                    <a:pt x="2344875" y="1668810"/>
                  </a:lnTo>
                  <a:lnTo>
                    <a:pt x="2344207" y="1668810"/>
                  </a:lnTo>
                  <a:lnTo>
                    <a:pt x="2343539" y="1668810"/>
                  </a:lnTo>
                  <a:lnTo>
                    <a:pt x="2342871" y="1668810"/>
                  </a:lnTo>
                  <a:lnTo>
                    <a:pt x="2342203" y="1668810"/>
                  </a:lnTo>
                  <a:lnTo>
                    <a:pt x="2341535" y="1668810"/>
                  </a:lnTo>
                  <a:lnTo>
                    <a:pt x="2340867" y="1668810"/>
                  </a:lnTo>
                  <a:lnTo>
                    <a:pt x="2340199" y="1668810"/>
                  </a:lnTo>
                  <a:lnTo>
                    <a:pt x="2339531" y="1668810"/>
                  </a:lnTo>
                  <a:lnTo>
                    <a:pt x="2338863" y="1668810"/>
                  </a:lnTo>
                  <a:lnTo>
                    <a:pt x="2338195" y="1668810"/>
                  </a:lnTo>
                  <a:lnTo>
                    <a:pt x="2337527" y="1668810"/>
                  </a:lnTo>
                  <a:lnTo>
                    <a:pt x="2336859" y="1668810"/>
                  </a:lnTo>
                  <a:lnTo>
                    <a:pt x="2336191" y="1668810"/>
                  </a:lnTo>
                  <a:lnTo>
                    <a:pt x="2335523" y="1668810"/>
                  </a:lnTo>
                  <a:lnTo>
                    <a:pt x="2334855" y="1668810"/>
                  </a:lnTo>
                  <a:lnTo>
                    <a:pt x="2334187" y="1668810"/>
                  </a:lnTo>
                  <a:lnTo>
                    <a:pt x="2333519" y="1668810"/>
                  </a:lnTo>
                  <a:lnTo>
                    <a:pt x="2332851" y="1668810"/>
                  </a:lnTo>
                  <a:lnTo>
                    <a:pt x="2332183" y="1668810"/>
                  </a:lnTo>
                  <a:lnTo>
                    <a:pt x="2331515" y="1668810"/>
                  </a:lnTo>
                  <a:lnTo>
                    <a:pt x="2330847" y="1668810"/>
                  </a:lnTo>
                  <a:lnTo>
                    <a:pt x="2330179" y="1668810"/>
                  </a:lnTo>
                  <a:lnTo>
                    <a:pt x="2329511" y="1668810"/>
                  </a:lnTo>
                  <a:lnTo>
                    <a:pt x="2328843" y="1668810"/>
                  </a:lnTo>
                  <a:lnTo>
                    <a:pt x="2328175" y="1668810"/>
                  </a:lnTo>
                  <a:lnTo>
                    <a:pt x="2327507" y="1668810"/>
                  </a:lnTo>
                  <a:lnTo>
                    <a:pt x="2326839" y="1668810"/>
                  </a:lnTo>
                  <a:lnTo>
                    <a:pt x="2326170" y="1668810"/>
                  </a:lnTo>
                  <a:lnTo>
                    <a:pt x="2325502" y="1668810"/>
                  </a:lnTo>
                  <a:lnTo>
                    <a:pt x="2324834" y="1668810"/>
                  </a:lnTo>
                  <a:lnTo>
                    <a:pt x="2324166" y="1668810"/>
                  </a:lnTo>
                  <a:lnTo>
                    <a:pt x="2323498" y="1668810"/>
                  </a:lnTo>
                  <a:lnTo>
                    <a:pt x="2322830" y="1668810"/>
                  </a:lnTo>
                  <a:lnTo>
                    <a:pt x="2322162" y="1668810"/>
                  </a:lnTo>
                  <a:lnTo>
                    <a:pt x="2321494" y="1668810"/>
                  </a:lnTo>
                  <a:lnTo>
                    <a:pt x="2320826" y="1668810"/>
                  </a:lnTo>
                  <a:lnTo>
                    <a:pt x="2320158" y="1668810"/>
                  </a:lnTo>
                  <a:lnTo>
                    <a:pt x="2319490" y="1668810"/>
                  </a:lnTo>
                  <a:lnTo>
                    <a:pt x="2318822" y="1668810"/>
                  </a:lnTo>
                  <a:lnTo>
                    <a:pt x="2318154" y="1668810"/>
                  </a:lnTo>
                  <a:lnTo>
                    <a:pt x="2317486" y="1668810"/>
                  </a:lnTo>
                  <a:lnTo>
                    <a:pt x="2316818" y="1668810"/>
                  </a:lnTo>
                  <a:lnTo>
                    <a:pt x="2316150" y="1668810"/>
                  </a:lnTo>
                  <a:lnTo>
                    <a:pt x="2315482" y="1668810"/>
                  </a:lnTo>
                  <a:lnTo>
                    <a:pt x="2314814" y="1668810"/>
                  </a:lnTo>
                  <a:lnTo>
                    <a:pt x="2314146" y="1668810"/>
                  </a:lnTo>
                  <a:lnTo>
                    <a:pt x="2313478" y="1668810"/>
                  </a:lnTo>
                  <a:lnTo>
                    <a:pt x="2312810" y="1668810"/>
                  </a:lnTo>
                  <a:lnTo>
                    <a:pt x="2312142" y="1668810"/>
                  </a:lnTo>
                  <a:lnTo>
                    <a:pt x="2311474" y="1668810"/>
                  </a:lnTo>
                  <a:lnTo>
                    <a:pt x="2310806" y="1668810"/>
                  </a:lnTo>
                  <a:lnTo>
                    <a:pt x="2310138" y="1668810"/>
                  </a:lnTo>
                  <a:lnTo>
                    <a:pt x="2309470" y="1668810"/>
                  </a:lnTo>
                  <a:lnTo>
                    <a:pt x="2308802" y="1668810"/>
                  </a:lnTo>
                  <a:lnTo>
                    <a:pt x="2308134" y="1668810"/>
                  </a:lnTo>
                  <a:lnTo>
                    <a:pt x="2307466" y="1668810"/>
                  </a:lnTo>
                  <a:lnTo>
                    <a:pt x="2306798" y="1668810"/>
                  </a:lnTo>
                  <a:lnTo>
                    <a:pt x="2306130" y="1668810"/>
                  </a:lnTo>
                  <a:lnTo>
                    <a:pt x="2305462" y="1668810"/>
                  </a:lnTo>
                  <a:lnTo>
                    <a:pt x="2304794" y="1668810"/>
                  </a:lnTo>
                  <a:lnTo>
                    <a:pt x="2304126" y="1668810"/>
                  </a:lnTo>
                  <a:lnTo>
                    <a:pt x="2303458" y="1668810"/>
                  </a:lnTo>
                  <a:lnTo>
                    <a:pt x="2302790" y="1668810"/>
                  </a:lnTo>
                  <a:lnTo>
                    <a:pt x="2302121" y="1668810"/>
                  </a:lnTo>
                  <a:lnTo>
                    <a:pt x="2301453" y="1668810"/>
                  </a:lnTo>
                  <a:lnTo>
                    <a:pt x="2300785" y="1668810"/>
                  </a:lnTo>
                  <a:lnTo>
                    <a:pt x="2300117" y="1668810"/>
                  </a:lnTo>
                  <a:lnTo>
                    <a:pt x="2299449" y="1668810"/>
                  </a:lnTo>
                  <a:lnTo>
                    <a:pt x="2298781" y="1668810"/>
                  </a:lnTo>
                  <a:lnTo>
                    <a:pt x="2298113" y="1668810"/>
                  </a:lnTo>
                  <a:lnTo>
                    <a:pt x="2297445" y="1668810"/>
                  </a:lnTo>
                  <a:lnTo>
                    <a:pt x="2296777" y="1668810"/>
                  </a:lnTo>
                  <a:lnTo>
                    <a:pt x="2296109" y="1668810"/>
                  </a:lnTo>
                  <a:lnTo>
                    <a:pt x="2295441" y="1668810"/>
                  </a:lnTo>
                  <a:lnTo>
                    <a:pt x="2294773" y="1668810"/>
                  </a:lnTo>
                  <a:lnTo>
                    <a:pt x="2294105" y="1668810"/>
                  </a:lnTo>
                  <a:lnTo>
                    <a:pt x="2293437" y="1668810"/>
                  </a:lnTo>
                  <a:lnTo>
                    <a:pt x="2292769" y="1668810"/>
                  </a:lnTo>
                  <a:lnTo>
                    <a:pt x="2292101" y="1668810"/>
                  </a:lnTo>
                  <a:lnTo>
                    <a:pt x="2291433" y="1668810"/>
                  </a:lnTo>
                  <a:lnTo>
                    <a:pt x="2290765" y="1668810"/>
                  </a:lnTo>
                  <a:lnTo>
                    <a:pt x="2290097" y="1668810"/>
                  </a:lnTo>
                  <a:lnTo>
                    <a:pt x="2289429" y="1668810"/>
                  </a:lnTo>
                  <a:lnTo>
                    <a:pt x="2288761" y="1668810"/>
                  </a:lnTo>
                  <a:lnTo>
                    <a:pt x="2288093" y="1668810"/>
                  </a:lnTo>
                  <a:lnTo>
                    <a:pt x="2287425" y="1668810"/>
                  </a:lnTo>
                  <a:lnTo>
                    <a:pt x="2286757" y="1668810"/>
                  </a:lnTo>
                  <a:lnTo>
                    <a:pt x="2286089" y="1668810"/>
                  </a:lnTo>
                  <a:lnTo>
                    <a:pt x="2285421" y="1668810"/>
                  </a:lnTo>
                  <a:lnTo>
                    <a:pt x="2284753" y="1668810"/>
                  </a:lnTo>
                  <a:lnTo>
                    <a:pt x="2284085" y="1668810"/>
                  </a:lnTo>
                  <a:lnTo>
                    <a:pt x="2283417" y="1668810"/>
                  </a:lnTo>
                  <a:lnTo>
                    <a:pt x="2282749" y="1668810"/>
                  </a:lnTo>
                  <a:lnTo>
                    <a:pt x="2282081" y="1668810"/>
                  </a:lnTo>
                  <a:lnTo>
                    <a:pt x="2281413" y="1668810"/>
                  </a:lnTo>
                  <a:lnTo>
                    <a:pt x="2280745" y="1668810"/>
                  </a:lnTo>
                  <a:lnTo>
                    <a:pt x="2280077" y="1668810"/>
                  </a:lnTo>
                  <a:lnTo>
                    <a:pt x="2279409" y="1668810"/>
                  </a:lnTo>
                  <a:lnTo>
                    <a:pt x="2278741" y="1668810"/>
                  </a:lnTo>
                  <a:lnTo>
                    <a:pt x="2278073" y="1668810"/>
                  </a:lnTo>
                  <a:lnTo>
                    <a:pt x="2277404" y="1668810"/>
                  </a:lnTo>
                  <a:lnTo>
                    <a:pt x="2276736" y="1668810"/>
                  </a:lnTo>
                  <a:lnTo>
                    <a:pt x="2276068" y="1668810"/>
                  </a:lnTo>
                  <a:lnTo>
                    <a:pt x="2275400" y="1668810"/>
                  </a:lnTo>
                  <a:lnTo>
                    <a:pt x="2274732" y="1668810"/>
                  </a:lnTo>
                  <a:lnTo>
                    <a:pt x="2274064" y="1668810"/>
                  </a:lnTo>
                  <a:lnTo>
                    <a:pt x="2273396" y="1668810"/>
                  </a:lnTo>
                  <a:lnTo>
                    <a:pt x="2272728" y="1668810"/>
                  </a:lnTo>
                  <a:lnTo>
                    <a:pt x="2272060" y="1668810"/>
                  </a:lnTo>
                  <a:lnTo>
                    <a:pt x="2271392" y="1668810"/>
                  </a:lnTo>
                  <a:lnTo>
                    <a:pt x="2270724" y="1668810"/>
                  </a:lnTo>
                  <a:lnTo>
                    <a:pt x="2270056" y="1668810"/>
                  </a:lnTo>
                  <a:lnTo>
                    <a:pt x="2269388" y="1668810"/>
                  </a:lnTo>
                  <a:lnTo>
                    <a:pt x="2268720" y="1668810"/>
                  </a:lnTo>
                  <a:lnTo>
                    <a:pt x="2268052" y="1668810"/>
                  </a:lnTo>
                  <a:lnTo>
                    <a:pt x="2267384" y="1668810"/>
                  </a:lnTo>
                  <a:lnTo>
                    <a:pt x="2266716" y="1668810"/>
                  </a:lnTo>
                  <a:lnTo>
                    <a:pt x="2266048" y="1668810"/>
                  </a:lnTo>
                  <a:lnTo>
                    <a:pt x="2265380" y="1668810"/>
                  </a:lnTo>
                  <a:lnTo>
                    <a:pt x="2264712" y="1668810"/>
                  </a:lnTo>
                  <a:lnTo>
                    <a:pt x="2264044" y="1668810"/>
                  </a:lnTo>
                  <a:lnTo>
                    <a:pt x="2263376" y="1668810"/>
                  </a:lnTo>
                  <a:lnTo>
                    <a:pt x="2262708" y="1668810"/>
                  </a:lnTo>
                  <a:lnTo>
                    <a:pt x="2262040" y="1668810"/>
                  </a:lnTo>
                  <a:lnTo>
                    <a:pt x="2261372" y="1668810"/>
                  </a:lnTo>
                  <a:lnTo>
                    <a:pt x="2260704" y="1668810"/>
                  </a:lnTo>
                  <a:lnTo>
                    <a:pt x="2260036" y="1668810"/>
                  </a:lnTo>
                  <a:lnTo>
                    <a:pt x="2259368" y="1668810"/>
                  </a:lnTo>
                  <a:lnTo>
                    <a:pt x="2258700" y="1668810"/>
                  </a:lnTo>
                  <a:lnTo>
                    <a:pt x="2258032" y="1668810"/>
                  </a:lnTo>
                  <a:lnTo>
                    <a:pt x="2257364" y="1668810"/>
                  </a:lnTo>
                  <a:lnTo>
                    <a:pt x="2256696" y="1668810"/>
                  </a:lnTo>
                  <a:lnTo>
                    <a:pt x="2256028" y="1668810"/>
                  </a:lnTo>
                  <a:lnTo>
                    <a:pt x="2255360" y="1668810"/>
                  </a:lnTo>
                  <a:lnTo>
                    <a:pt x="2254692" y="1668810"/>
                  </a:lnTo>
                  <a:lnTo>
                    <a:pt x="2254024" y="1668810"/>
                  </a:lnTo>
                  <a:lnTo>
                    <a:pt x="2253356" y="1668810"/>
                  </a:lnTo>
                  <a:lnTo>
                    <a:pt x="2252687" y="1668810"/>
                  </a:lnTo>
                  <a:lnTo>
                    <a:pt x="2252019" y="1668810"/>
                  </a:lnTo>
                  <a:lnTo>
                    <a:pt x="2251351" y="1668810"/>
                  </a:lnTo>
                  <a:lnTo>
                    <a:pt x="2250683" y="1668810"/>
                  </a:lnTo>
                  <a:lnTo>
                    <a:pt x="2250015" y="1668810"/>
                  </a:lnTo>
                  <a:lnTo>
                    <a:pt x="2249347" y="1668810"/>
                  </a:lnTo>
                  <a:lnTo>
                    <a:pt x="2248679" y="1668810"/>
                  </a:lnTo>
                  <a:lnTo>
                    <a:pt x="2248011" y="1668810"/>
                  </a:lnTo>
                  <a:lnTo>
                    <a:pt x="2247343" y="1668810"/>
                  </a:lnTo>
                  <a:lnTo>
                    <a:pt x="2246675" y="1668810"/>
                  </a:lnTo>
                  <a:lnTo>
                    <a:pt x="2246007" y="1668810"/>
                  </a:lnTo>
                  <a:lnTo>
                    <a:pt x="2245339" y="1668810"/>
                  </a:lnTo>
                  <a:lnTo>
                    <a:pt x="2244671" y="1668810"/>
                  </a:lnTo>
                  <a:lnTo>
                    <a:pt x="2244003" y="1668810"/>
                  </a:lnTo>
                  <a:lnTo>
                    <a:pt x="2243335" y="1668810"/>
                  </a:lnTo>
                  <a:lnTo>
                    <a:pt x="2242667" y="1668810"/>
                  </a:lnTo>
                  <a:lnTo>
                    <a:pt x="2241999" y="1668810"/>
                  </a:lnTo>
                  <a:lnTo>
                    <a:pt x="2241331" y="1668810"/>
                  </a:lnTo>
                  <a:lnTo>
                    <a:pt x="2240663" y="1668810"/>
                  </a:lnTo>
                  <a:lnTo>
                    <a:pt x="2239995" y="1668810"/>
                  </a:lnTo>
                  <a:lnTo>
                    <a:pt x="2239327" y="1668810"/>
                  </a:lnTo>
                  <a:lnTo>
                    <a:pt x="2238659" y="1668810"/>
                  </a:lnTo>
                  <a:lnTo>
                    <a:pt x="2237991" y="1668810"/>
                  </a:lnTo>
                  <a:lnTo>
                    <a:pt x="2237323" y="1668810"/>
                  </a:lnTo>
                  <a:lnTo>
                    <a:pt x="2236655" y="1668810"/>
                  </a:lnTo>
                  <a:lnTo>
                    <a:pt x="2235987" y="1668810"/>
                  </a:lnTo>
                  <a:lnTo>
                    <a:pt x="2235319" y="1668810"/>
                  </a:lnTo>
                  <a:lnTo>
                    <a:pt x="2234651" y="1668810"/>
                  </a:lnTo>
                  <a:lnTo>
                    <a:pt x="2233983" y="1668810"/>
                  </a:lnTo>
                  <a:lnTo>
                    <a:pt x="2233315" y="1668810"/>
                  </a:lnTo>
                  <a:lnTo>
                    <a:pt x="2232647" y="1668810"/>
                  </a:lnTo>
                  <a:lnTo>
                    <a:pt x="2231979" y="1668810"/>
                  </a:lnTo>
                  <a:lnTo>
                    <a:pt x="2231311" y="1668810"/>
                  </a:lnTo>
                  <a:lnTo>
                    <a:pt x="2230643" y="1668810"/>
                  </a:lnTo>
                  <a:lnTo>
                    <a:pt x="2229975" y="1668810"/>
                  </a:lnTo>
                  <a:lnTo>
                    <a:pt x="2229307" y="1668810"/>
                  </a:lnTo>
                  <a:lnTo>
                    <a:pt x="2228639" y="1668810"/>
                  </a:lnTo>
                  <a:lnTo>
                    <a:pt x="2227970" y="1668810"/>
                  </a:lnTo>
                  <a:lnTo>
                    <a:pt x="2227302" y="1668810"/>
                  </a:lnTo>
                  <a:lnTo>
                    <a:pt x="2226634" y="1668810"/>
                  </a:lnTo>
                  <a:lnTo>
                    <a:pt x="2225966" y="1668810"/>
                  </a:lnTo>
                  <a:lnTo>
                    <a:pt x="2225298" y="1668810"/>
                  </a:lnTo>
                  <a:lnTo>
                    <a:pt x="2224630" y="1668810"/>
                  </a:lnTo>
                  <a:lnTo>
                    <a:pt x="2223962" y="1668810"/>
                  </a:lnTo>
                  <a:lnTo>
                    <a:pt x="2223294" y="1668810"/>
                  </a:lnTo>
                  <a:lnTo>
                    <a:pt x="2222626" y="1668810"/>
                  </a:lnTo>
                  <a:lnTo>
                    <a:pt x="2221958" y="1668810"/>
                  </a:lnTo>
                  <a:lnTo>
                    <a:pt x="2221290" y="1668810"/>
                  </a:lnTo>
                  <a:lnTo>
                    <a:pt x="2220622" y="1668810"/>
                  </a:lnTo>
                  <a:lnTo>
                    <a:pt x="2219954" y="1668810"/>
                  </a:lnTo>
                  <a:lnTo>
                    <a:pt x="2219286" y="1668810"/>
                  </a:lnTo>
                  <a:lnTo>
                    <a:pt x="2218618" y="1668810"/>
                  </a:lnTo>
                  <a:lnTo>
                    <a:pt x="2217950" y="1668810"/>
                  </a:lnTo>
                  <a:lnTo>
                    <a:pt x="2217282" y="1668810"/>
                  </a:lnTo>
                  <a:lnTo>
                    <a:pt x="2216614" y="1668810"/>
                  </a:lnTo>
                  <a:lnTo>
                    <a:pt x="2215946" y="1668810"/>
                  </a:lnTo>
                  <a:lnTo>
                    <a:pt x="2215278" y="1668810"/>
                  </a:lnTo>
                  <a:lnTo>
                    <a:pt x="2214610" y="1668810"/>
                  </a:lnTo>
                  <a:lnTo>
                    <a:pt x="2213942" y="1668810"/>
                  </a:lnTo>
                  <a:lnTo>
                    <a:pt x="2213274" y="1668810"/>
                  </a:lnTo>
                  <a:lnTo>
                    <a:pt x="2212606" y="1668810"/>
                  </a:lnTo>
                  <a:lnTo>
                    <a:pt x="2211938" y="1668810"/>
                  </a:lnTo>
                  <a:lnTo>
                    <a:pt x="2211270" y="1668810"/>
                  </a:lnTo>
                  <a:lnTo>
                    <a:pt x="2210602" y="1668810"/>
                  </a:lnTo>
                  <a:lnTo>
                    <a:pt x="2209934" y="1668810"/>
                  </a:lnTo>
                  <a:lnTo>
                    <a:pt x="2209266" y="1668810"/>
                  </a:lnTo>
                  <a:lnTo>
                    <a:pt x="2208598" y="1668810"/>
                  </a:lnTo>
                  <a:lnTo>
                    <a:pt x="2207930" y="1668810"/>
                  </a:lnTo>
                  <a:lnTo>
                    <a:pt x="2207262" y="1668810"/>
                  </a:lnTo>
                  <a:lnTo>
                    <a:pt x="2206594" y="1668810"/>
                  </a:lnTo>
                  <a:lnTo>
                    <a:pt x="2205926" y="1668810"/>
                  </a:lnTo>
                  <a:lnTo>
                    <a:pt x="2205258" y="1668810"/>
                  </a:lnTo>
                  <a:lnTo>
                    <a:pt x="2204590" y="1668810"/>
                  </a:lnTo>
                  <a:lnTo>
                    <a:pt x="2203921" y="1668810"/>
                  </a:lnTo>
                  <a:lnTo>
                    <a:pt x="2203253" y="1668810"/>
                  </a:lnTo>
                  <a:lnTo>
                    <a:pt x="2202585" y="1668810"/>
                  </a:lnTo>
                  <a:lnTo>
                    <a:pt x="2201917" y="1668810"/>
                  </a:lnTo>
                  <a:lnTo>
                    <a:pt x="2201249" y="1668810"/>
                  </a:lnTo>
                  <a:lnTo>
                    <a:pt x="2200581" y="1668810"/>
                  </a:lnTo>
                  <a:lnTo>
                    <a:pt x="2199913" y="1668810"/>
                  </a:lnTo>
                  <a:lnTo>
                    <a:pt x="2199245" y="1668810"/>
                  </a:lnTo>
                  <a:lnTo>
                    <a:pt x="2198577" y="1668810"/>
                  </a:lnTo>
                  <a:lnTo>
                    <a:pt x="2197909" y="1668810"/>
                  </a:lnTo>
                  <a:lnTo>
                    <a:pt x="2197241" y="1668810"/>
                  </a:lnTo>
                  <a:lnTo>
                    <a:pt x="2196573" y="1668810"/>
                  </a:lnTo>
                  <a:lnTo>
                    <a:pt x="2195905" y="1668810"/>
                  </a:lnTo>
                  <a:lnTo>
                    <a:pt x="2195237" y="1668810"/>
                  </a:lnTo>
                  <a:lnTo>
                    <a:pt x="2194569" y="1668810"/>
                  </a:lnTo>
                  <a:lnTo>
                    <a:pt x="2193901" y="1668810"/>
                  </a:lnTo>
                  <a:lnTo>
                    <a:pt x="2193233" y="1668810"/>
                  </a:lnTo>
                  <a:lnTo>
                    <a:pt x="2192565" y="1668810"/>
                  </a:lnTo>
                  <a:lnTo>
                    <a:pt x="2191897" y="1668810"/>
                  </a:lnTo>
                  <a:lnTo>
                    <a:pt x="2191229" y="1668810"/>
                  </a:lnTo>
                  <a:lnTo>
                    <a:pt x="2190561" y="1668810"/>
                  </a:lnTo>
                  <a:lnTo>
                    <a:pt x="2189893" y="1668810"/>
                  </a:lnTo>
                  <a:lnTo>
                    <a:pt x="2189225" y="1668810"/>
                  </a:lnTo>
                  <a:lnTo>
                    <a:pt x="2188557" y="1668810"/>
                  </a:lnTo>
                  <a:lnTo>
                    <a:pt x="2187889" y="1668810"/>
                  </a:lnTo>
                  <a:lnTo>
                    <a:pt x="2187221" y="1668810"/>
                  </a:lnTo>
                  <a:lnTo>
                    <a:pt x="2186553" y="1668810"/>
                  </a:lnTo>
                  <a:lnTo>
                    <a:pt x="2185885" y="1668810"/>
                  </a:lnTo>
                  <a:lnTo>
                    <a:pt x="2185217" y="1668810"/>
                  </a:lnTo>
                  <a:lnTo>
                    <a:pt x="2184549" y="1668810"/>
                  </a:lnTo>
                  <a:lnTo>
                    <a:pt x="2183881" y="1668810"/>
                  </a:lnTo>
                  <a:lnTo>
                    <a:pt x="2183213" y="1668810"/>
                  </a:lnTo>
                  <a:lnTo>
                    <a:pt x="2182545" y="1668810"/>
                  </a:lnTo>
                  <a:lnTo>
                    <a:pt x="2181877" y="1668810"/>
                  </a:lnTo>
                  <a:lnTo>
                    <a:pt x="2181209" y="1668810"/>
                  </a:lnTo>
                  <a:lnTo>
                    <a:pt x="2180541" y="1668810"/>
                  </a:lnTo>
                  <a:lnTo>
                    <a:pt x="2179873" y="1668810"/>
                  </a:lnTo>
                  <a:lnTo>
                    <a:pt x="2179204" y="1668810"/>
                  </a:lnTo>
                  <a:lnTo>
                    <a:pt x="2178536" y="1668810"/>
                  </a:lnTo>
                  <a:lnTo>
                    <a:pt x="2177868" y="1668810"/>
                  </a:lnTo>
                  <a:lnTo>
                    <a:pt x="2177200" y="1668810"/>
                  </a:lnTo>
                  <a:lnTo>
                    <a:pt x="2176532" y="1668810"/>
                  </a:lnTo>
                  <a:lnTo>
                    <a:pt x="2175864" y="1668810"/>
                  </a:lnTo>
                  <a:lnTo>
                    <a:pt x="2175196" y="1668810"/>
                  </a:lnTo>
                  <a:lnTo>
                    <a:pt x="2174528" y="1668810"/>
                  </a:lnTo>
                  <a:lnTo>
                    <a:pt x="2173860" y="1668810"/>
                  </a:lnTo>
                  <a:lnTo>
                    <a:pt x="2173192" y="1668810"/>
                  </a:lnTo>
                  <a:lnTo>
                    <a:pt x="2172524" y="1668810"/>
                  </a:lnTo>
                  <a:lnTo>
                    <a:pt x="2171856" y="1668810"/>
                  </a:lnTo>
                  <a:lnTo>
                    <a:pt x="2171188" y="1668810"/>
                  </a:lnTo>
                  <a:lnTo>
                    <a:pt x="2170520" y="1668810"/>
                  </a:lnTo>
                  <a:lnTo>
                    <a:pt x="2169852" y="1668810"/>
                  </a:lnTo>
                  <a:lnTo>
                    <a:pt x="2169184" y="1668810"/>
                  </a:lnTo>
                  <a:lnTo>
                    <a:pt x="2168516" y="1668810"/>
                  </a:lnTo>
                  <a:lnTo>
                    <a:pt x="2167848" y="1668810"/>
                  </a:lnTo>
                  <a:lnTo>
                    <a:pt x="2167180" y="1668810"/>
                  </a:lnTo>
                  <a:lnTo>
                    <a:pt x="2166512" y="1668810"/>
                  </a:lnTo>
                  <a:lnTo>
                    <a:pt x="2165844" y="1668810"/>
                  </a:lnTo>
                  <a:lnTo>
                    <a:pt x="2165176" y="1668810"/>
                  </a:lnTo>
                  <a:lnTo>
                    <a:pt x="2164508" y="1668810"/>
                  </a:lnTo>
                  <a:lnTo>
                    <a:pt x="2163840" y="1668810"/>
                  </a:lnTo>
                  <a:lnTo>
                    <a:pt x="2163172" y="1668810"/>
                  </a:lnTo>
                  <a:lnTo>
                    <a:pt x="2162504" y="1668810"/>
                  </a:lnTo>
                  <a:lnTo>
                    <a:pt x="2161836" y="1668810"/>
                  </a:lnTo>
                  <a:lnTo>
                    <a:pt x="2161168" y="1668810"/>
                  </a:lnTo>
                  <a:lnTo>
                    <a:pt x="2160500" y="1668810"/>
                  </a:lnTo>
                  <a:lnTo>
                    <a:pt x="2159832" y="1668810"/>
                  </a:lnTo>
                  <a:lnTo>
                    <a:pt x="2159164" y="1668810"/>
                  </a:lnTo>
                  <a:lnTo>
                    <a:pt x="2158496" y="1668810"/>
                  </a:lnTo>
                  <a:lnTo>
                    <a:pt x="2157828" y="1668810"/>
                  </a:lnTo>
                  <a:lnTo>
                    <a:pt x="2157160" y="1668810"/>
                  </a:lnTo>
                  <a:lnTo>
                    <a:pt x="2156492" y="1668810"/>
                  </a:lnTo>
                  <a:lnTo>
                    <a:pt x="2155824" y="1668810"/>
                  </a:lnTo>
                  <a:lnTo>
                    <a:pt x="2155156" y="1668810"/>
                  </a:lnTo>
                  <a:lnTo>
                    <a:pt x="2154487" y="1668810"/>
                  </a:lnTo>
                  <a:lnTo>
                    <a:pt x="2153819" y="1668810"/>
                  </a:lnTo>
                  <a:lnTo>
                    <a:pt x="2153151" y="1668810"/>
                  </a:lnTo>
                  <a:lnTo>
                    <a:pt x="2152483" y="1668810"/>
                  </a:lnTo>
                  <a:lnTo>
                    <a:pt x="2151815" y="1668810"/>
                  </a:lnTo>
                  <a:lnTo>
                    <a:pt x="2151147" y="1668810"/>
                  </a:lnTo>
                  <a:lnTo>
                    <a:pt x="2150479" y="1668810"/>
                  </a:lnTo>
                  <a:lnTo>
                    <a:pt x="2149811" y="1668810"/>
                  </a:lnTo>
                  <a:lnTo>
                    <a:pt x="2149143" y="1668810"/>
                  </a:lnTo>
                  <a:lnTo>
                    <a:pt x="2148475" y="1668810"/>
                  </a:lnTo>
                  <a:lnTo>
                    <a:pt x="2147807" y="1668810"/>
                  </a:lnTo>
                  <a:lnTo>
                    <a:pt x="2147139" y="1668810"/>
                  </a:lnTo>
                  <a:lnTo>
                    <a:pt x="2146471" y="1668810"/>
                  </a:lnTo>
                  <a:lnTo>
                    <a:pt x="2145803" y="1668810"/>
                  </a:lnTo>
                  <a:lnTo>
                    <a:pt x="2145135" y="1668810"/>
                  </a:lnTo>
                  <a:lnTo>
                    <a:pt x="2144467" y="1668810"/>
                  </a:lnTo>
                  <a:lnTo>
                    <a:pt x="2143799" y="1668810"/>
                  </a:lnTo>
                  <a:lnTo>
                    <a:pt x="2143131" y="1668810"/>
                  </a:lnTo>
                  <a:lnTo>
                    <a:pt x="2142463" y="1668810"/>
                  </a:lnTo>
                  <a:lnTo>
                    <a:pt x="2141795" y="1668810"/>
                  </a:lnTo>
                  <a:lnTo>
                    <a:pt x="2141127" y="1668810"/>
                  </a:lnTo>
                  <a:lnTo>
                    <a:pt x="2140459" y="1668810"/>
                  </a:lnTo>
                  <a:lnTo>
                    <a:pt x="2139791" y="1668810"/>
                  </a:lnTo>
                  <a:lnTo>
                    <a:pt x="2139123" y="1668810"/>
                  </a:lnTo>
                  <a:lnTo>
                    <a:pt x="2138455" y="1668810"/>
                  </a:lnTo>
                  <a:lnTo>
                    <a:pt x="2137787" y="1668810"/>
                  </a:lnTo>
                  <a:lnTo>
                    <a:pt x="2137119" y="1668810"/>
                  </a:lnTo>
                  <a:lnTo>
                    <a:pt x="2136451" y="1668810"/>
                  </a:lnTo>
                  <a:lnTo>
                    <a:pt x="2135783" y="1668810"/>
                  </a:lnTo>
                  <a:lnTo>
                    <a:pt x="2135115" y="1668810"/>
                  </a:lnTo>
                  <a:lnTo>
                    <a:pt x="2134447" y="1668810"/>
                  </a:lnTo>
                  <a:lnTo>
                    <a:pt x="2133779" y="1668810"/>
                  </a:lnTo>
                  <a:lnTo>
                    <a:pt x="2133111" y="1668810"/>
                  </a:lnTo>
                  <a:lnTo>
                    <a:pt x="2132443" y="1668810"/>
                  </a:lnTo>
                  <a:lnTo>
                    <a:pt x="2131775" y="1668810"/>
                  </a:lnTo>
                  <a:lnTo>
                    <a:pt x="2131107" y="1668810"/>
                  </a:lnTo>
                  <a:lnTo>
                    <a:pt x="2130439" y="1668810"/>
                  </a:lnTo>
                  <a:lnTo>
                    <a:pt x="2129770" y="1668810"/>
                  </a:lnTo>
                  <a:lnTo>
                    <a:pt x="2129102" y="1668810"/>
                  </a:lnTo>
                  <a:lnTo>
                    <a:pt x="2128434" y="1668810"/>
                  </a:lnTo>
                  <a:lnTo>
                    <a:pt x="2127766" y="1668810"/>
                  </a:lnTo>
                  <a:lnTo>
                    <a:pt x="2127098" y="1668810"/>
                  </a:lnTo>
                  <a:lnTo>
                    <a:pt x="2126430" y="1668810"/>
                  </a:lnTo>
                  <a:lnTo>
                    <a:pt x="2125762" y="1668810"/>
                  </a:lnTo>
                  <a:lnTo>
                    <a:pt x="2125094" y="1668810"/>
                  </a:lnTo>
                  <a:lnTo>
                    <a:pt x="2124426" y="1668810"/>
                  </a:lnTo>
                  <a:lnTo>
                    <a:pt x="2123758" y="1668810"/>
                  </a:lnTo>
                  <a:lnTo>
                    <a:pt x="2123090" y="1668810"/>
                  </a:lnTo>
                  <a:lnTo>
                    <a:pt x="2122422" y="1668810"/>
                  </a:lnTo>
                  <a:lnTo>
                    <a:pt x="2121754" y="1668810"/>
                  </a:lnTo>
                  <a:lnTo>
                    <a:pt x="2121086" y="1668810"/>
                  </a:lnTo>
                  <a:lnTo>
                    <a:pt x="2120418" y="1668810"/>
                  </a:lnTo>
                  <a:lnTo>
                    <a:pt x="2119750" y="1668810"/>
                  </a:lnTo>
                  <a:lnTo>
                    <a:pt x="2119082" y="1668810"/>
                  </a:lnTo>
                  <a:lnTo>
                    <a:pt x="2118414" y="1668810"/>
                  </a:lnTo>
                  <a:lnTo>
                    <a:pt x="2117746" y="1668810"/>
                  </a:lnTo>
                  <a:lnTo>
                    <a:pt x="2117078" y="1668810"/>
                  </a:lnTo>
                  <a:lnTo>
                    <a:pt x="2116410" y="1668810"/>
                  </a:lnTo>
                  <a:lnTo>
                    <a:pt x="2115742" y="1668810"/>
                  </a:lnTo>
                  <a:lnTo>
                    <a:pt x="2115074" y="1668810"/>
                  </a:lnTo>
                  <a:lnTo>
                    <a:pt x="2114406" y="1668810"/>
                  </a:lnTo>
                  <a:lnTo>
                    <a:pt x="2113738" y="1668810"/>
                  </a:lnTo>
                  <a:lnTo>
                    <a:pt x="2113070" y="1668810"/>
                  </a:lnTo>
                  <a:lnTo>
                    <a:pt x="2112402" y="1668810"/>
                  </a:lnTo>
                  <a:lnTo>
                    <a:pt x="2111734" y="1668810"/>
                  </a:lnTo>
                  <a:lnTo>
                    <a:pt x="2111066" y="1668810"/>
                  </a:lnTo>
                  <a:lnTo>
                    <a:pt x="2110398" y="1668810"/>
                  </a:lnTo>
                  <a:lnTo>
                    <a:pt x="2109730" y="1668810"/>
                  </a:lnTo>
                  <a:lnTo>
                    <a:pt x="2109062" y="1668810"/>
                  </a:lnTo>
                  <a:lnTo>
                    <a:pt x="2108394" y="1668810"/>
                  </a:lnTo>
                  <a:lnTo>
                    <a:pt x="2107726" y="1668810"/>
                  </a:lnTo>
                  <a:lnTo>
                    <a:pt x="2107058" y="1668810"/>
                  </a:lnTo>
                  <a:lnTo>
                    <a:pt x="2106390" y="1668810"/>
                  </a:lnTo>
                  <a:lnTo>
                    <a:pt x="2105721" y="1668810"/>
                  </a:lnTo>
                  <a:lnTo>
                    <a:pt x="2105053" y="1668810"/>
                  </a:lnTo>
                  <a:lnTo>
                    <a:pt x="2104385" y="1668810"/>
                  </a:lnTo>
                  <a:lnTo>
                    <a:pt x="2103717" y="1668810"/>
                  </a:lnTo>
                  <a:lnTo>
                    <a:pt x="2103049" y="1668810"/>
                  </a:lnTo>
                  <a:lnTo>
                    <a:pt x="2102381" y="1668810"/>
                  </a:lnTo>
                  <a:lnTo>
                    <a:pt x="2101713" y="1668810"/>
                  </a:lnTo>
                  <a:lnTo>
                    <a:pt x="2101045" y="1668810"/>
                  </a:lnTo>
                  <a:lnTo>
                    <a:pt x="2100377" y="1668810"/>
                  </a:lnTo>
                  <a:lnTo>
                    <a:pt x="2099709" y="1668810"/>
                  </a:lnTo>
                  <a:lnTo>
                    <a:pt x="2099041" y="1668810"/>
                  </a:lnTo>
                  <a:lnTo>
                    <a:pt x="2098373" y="1668810"/>
                  </a:lnTo>
                  <a:lnTo>
                    <a:pt x="2097705" y="1668810"/>
                  </a:lnTo>
                  <a:lnTo>
                    <a:pt x="2097037" y="1668810"/>
                  </a:lnTo>
                  <a:lnTo>
                    <a:pt x="2096369" y="1668810"/>
                  </a:lnTo>
                  <a:lnTo>
                    <a:pt x="2095701" y="1668810"/>
                  </a:lnTo>
                  <a:lnTo>
                    <a:pt x="2095033" y="1668810"/>
                  </a:lnTo>
                  <a:lnTo>
                    <a:pt x="2094365" y="1668810"/>
                  </a:lnTo>
                  <a:lnTo>
                    <a:pt x="2093697" y="1668810"/>
                  </a:lnTo>
                  <a:lnTo>
                    <a:pt x="2093029" y="1668810"/>
                  </a:lnTo>
                  <a:lnTo>
                    <a:pt x="2092361" y="1668810"/>
                  </a:lnTo>
                  <a:lnTo>
                    <a:pt x="2091693" y="1668810"/>
                  </a:lnTo>
                  <a:lnTo>
                    <a:pt x="2091025" y="1668810"/>
                  </a:lnTo>
                  <a:lnTo>
                    <a:pt x="2090357" y="1668810"/>
                  </a:lnTo>
                  <a:lnTo>
                    <a:pt x="2089689" y="1668810"/>
                  </a:lnTo>
                  <a:lnTo>
                    <a:pt x="2089021" y="1668810"/>
                  </a:lnTo>
                  <a:lnTo>
                    <a:pt x="2088353" y="1668810"/>
                  </a:lnTo>
                  <a:lnTo>
                    <a:pt x="2087685" y="1668810"/>
                  </a:lnTo>
                  <a:lnTo>
                    <a:pt x="2087017" y="1668810"/>
                  </a:lnTo>
                  <a:lnTo>
                    <a:pt x="2086349" y="1668810"/>
                  </a:lnTo>
                  <a:lnTo>
                    <a:pt x="2085681" y="1668810"/>
                  </a:lnTo>
                  <a:lnTo>
                    <a:pt x="2085013" y="1668810"/>
                  </a:lnTo>
                  <a:lnTo>
                    <a:pt x="2084345" y="1668810"/>
                  </a:lnTo>
                  <a:lnTo>
                    <a:pt x="2083677" y="1668810"/>
                  </a:lnTo>
                  <a:lnTo>
                    <a:pt x="2083009" y="1668810"/>
                  </a:lnTo>
                  <a:lnTo>
                    <a:pt x="2082341" y="1668810"/>
                  </a:lnTo>
                  <a:lnTo>
                    <a:pt x="2081673" y="1668810"/>
                  </a:lnTo>
                  <a:lnTo>
                    <a:pt x="2081004" y="1668810"/>
                  </a:lnTo>
                  <a:lnTo>
                    <a:pt x="2080336" y="1668810"/>
                  </a:lnTo>
                  <a:lnTo>
                    <a:pt x="2079668" y="1668810"/>
                  </a:lnTo>
                  <a:lnTo>
                    <a:pt x="2079000" y="1668810"/>
                  </a:lnTo>
                  <a:lnTo>
                    <a:pt x="2078332" y="1668810"/>
                  </a:lnTo>
                  <a:lnTo>
                    <a:pt x="2077664" y="1668810"/>
                  </a:lnTo>
                  <a:lnTo>
                    <a:pt x="2076996" y="1668810"/>
                  </a:lnTo>
                  <a:lnTo>
                    <a:pt x="2076328" y="1668810"/>
                  </a:lnTo>
                  <a:lnTo>
                    <a:pt x="2075660" y="1668810"/>
                  </a:lnTo>
                  <a:lnTo>
                    <a:pt x="2074992" y="1668810"/>
                  </a:lnTo>
                  <a:lnTo>
                    <a:pt x="2074324" y="1668810"/>
                  </a:lnTo>
                  <a:lnTo>
                    <a:pt x="2073656" y="1668810"/>
                  </a:lnTo>
                  <a:lnTo>
                    <a:pt x="2072988" y="1668810"/>
                  </a:lnTo>
                  <a:lnTo>
                    <a:pt x="2072320" y="1668810"/>
                  </a:lnTo>
                  <a:lnTo>
                    <a:pt x="2071652" y="1668810"/>
                  </a:lnTo>
                  <a:lnTo>
                    <a:pt x="2070984" y="1668810"/>
                  </a:lnTo>
                  <a:lnTo>
                    <a:pt x="2070316" y="1668810"/>
                  </a:lnTo>
                  <a:lnTo>
                    <a:pt x="2069648" y="1668810"/>
                  </a:lnTo>
                  <a:lnTo>
                    <a:pt x="2068980" y="1668810"/>
                  </a:lnTo>
                  <a:lnTo>
                    <a:pt x="2068312" y="1668810"/>
                  </a:lnTo>
                  <a:lnTo>
                    <a:pt x="2067644" y="1668810"/>
                  </a:lnTo>
                  <a:lnTo>
                    <a:pt x="2066976" y="1668810"/>
                  </a:lnTo>
                  <a:lnTo>
                    <a:pt x="2066308" y="1668810"/>
                  </a:lnTo>
                  <a:lnTo>
                    <a:pt x="2065640" y="1668810"/>
                  </a:lnTo>
                  <a:lnTo>
                    <a:pt x="2064972" y="1668810"/>
                  </a:lnTo>
                  <a:lnTo>
                    <a:pt x="2064304" y="1668810"/>
                  </a:lnTo>
                  <a:lnTo>
                    <a:pt x="2063636" y="1668810"/>
                  </a:lnTo>
                  <a:lnTo>
                    <a:pt x="2062968" y="1668810"/>
                  </a:lnTo>
                  <a:lnTo>
                    <a:pt x="2062300" y="1668810"/>
                  </a:lnTo>
                  <a:lnTo>
                    <a:pt x="2061632" y="1668810"/>
                  </a:lnTo>
                  <a:lnTo>
                    <a:pt x="2060964" y="1668810"/>
                  </a:lnTo>
                  <a:lnTo>
                    <a:pt x="2060296" y="1668810"/>
                  </a:lnTo>
                  <a:lnTo>
                    <a:pt x="2059628" y="1668810"/>
                  </a:lnTo>
                  <a:lnTo>
                    <a:pt x="2058960" y="1668810"/>
                  </a:lnTo>
                  <a:lnTo>
                    <a:pt x="2058292" y="1668810"/>
                  </a:lnTo>
                  <a:lnTo>
                    <a:pt x="2057624" y="1668810"/>
                  </a:lnTo>
                  <a:lnTo>
                    <a:pt x="2056956" y="1668810"/>
                  </a:lnTo>
                  <a:lnTo>
                    <a:pt x="2056287" y="1668810"/>
                  </a:lnTo>
                  <a:lnTo>
                    <a:pt x="2055619" y="1668810"/>
                  </a:lnTo>
                  <a:lnTo>
                    <a:pt x="2054951" y="1668810"/>
                  </a:lnTo>
                  <a:lnTo>
                    <a:pt x="2054283" y="1668810"/>
                  </a:lnTo>
                  <a:lnTo>
                    <a:pt x="2053615" y="1668810"/>
                  </a:lnTo>
                  <a:lnTo>
                    <a:pt x="2052947" y="1668810"/>
                  </a:lnTo>
                  <a:lnTo>
                    <a:pt x="2052279" y="1668810"/>
                  </a:lnTo>
                  <a:lnTo>
                    <a:pt x="2051611" y="1668810"/>
                  </a:lnTo>
                  <a:lnTo>
                    <a:pt x="2050943" y="1668810"/>
                  </a:lnTo>
                  <a:lnTo>
                    <a:pt x="2050275" y="1668810"/>
                  </a:lnTo>
                  <a:lnTo>
                    <a:pt x="2049607" y="1668810"/>
                  </a:lnTo>
                  <a:lnTo>
                    <a:pt x="2048939" y="1668810"/>
                  </a:lnTo>
                  <a:lnTo>
                    <a:pt x="2048271" y="1668810"/>
                  </a:lnTo>
                  <a:lnTo>
                    <a:pt x="2047603" y="1668810"/>
                  </a:lnTo>
                  <a:lnTo>
                    <a:pt x="2046935" y="1668810"/>
                  </a:lnTo>
                  <a:lnTo>
                    <a:pt x="2046267" y="1668810"/>
                  </a:lnTo>
                  <a:lnTo>
                    <a:pt x="2045599" y="1668810"/>
                  </a:lnTo>
                  <a:lnTo>
                    <a:pt x="2044931" y="1668810"/>
                  </a:lnTo>
                  <a:lnTo>
                    <a:pt x="2044263" y="1668810"/>
                  </a:lnTo>
                  <a:lnTo>
                    <a:pt x="2043595" y="1668810"/>
                  </a:lnTo>
                  <a:lnTo>
                    <a:pt x="2042927" y="1668810"/>
                  </a:lnTo>
                  <a:lnTo>
                    <a:pt x="2042259" y="1668810"/>
                  </a:lnTo>
                  <a:lnTo>
                    <a:pt x="2041591" y="1668810"/>
                  </a:lnTo>
                  <a:lnTo>
                    <a:pt x="2040923" y="1668810"/>
                  </a:lnTo>
                  <a:lnTo>
                    <a:pt x="2040255" y="1668810"/>
                  </a:lnTo>
                  <a:lnTo>
                    <a:pt x="2039587" y="1668810"/>
                  </a:lnTo>
                  <a:lnTo>
                    <a:pt x="2038919" y="1668810"/>
                  </a:lnTo>
                  <a:lnTo>
                    <a:pt x="2038251" y="1668810"/>
                  </a:lnTo>
                  <a:lnTo>
                    <a:pt x="2037583" y="1668810"/>
                  </a:lnTo>
                  <a:lnTo>
                    <a:pt x="2036915" y="1668810"/>
                  </a:lnTo>
                  <a:lnTo>
                    <a:pt x="2036247" y="1668810"/>
                  </a:lnTo>
                  <a:lnTo>
                    <a:pt x="2035579" y="1668810"/>
                  </a:lnTo>
                  <a:lnTo>
                    <a:pt x="2034911" y="1668810"/>
                  </a:lnTo>
                  <a:lnTo>
                    <a:pt x="2034243" y="1668810"/>
                  </a:lnTo>
                  <a:lnTo>
                    <a:pt x="2033575" y="1668810"/>
                  </a:lnTo>
                  <a:lnTo>
                    <a:pt x="2032907" y="1668810"/>
                  </a:lnTo>
                  <a:lnTo>
                    <a:pt x="2032239" y="1668810"/>
                  </a:lnTo>
                  <a:lnTo>
                    <a:pt x="2031570" y="1668810"/>
                  </a:lnTo>
                  <a:lnTo>
                    <a:pt x="2030902" y="1668810"/>
                  </a:lnTo>
                  <a:lnTo>
                    <a:pt x="2030234" y="1668810"/>
                  </a:lnTo>
                  <a:lnTo>
                    <a:pt x="2029566" y="1668810"/>
                  </a:lnTo>
                  <a:lnTo>
                    <a:pt x="2028898" y="1668810"/>
                  </a:lnTo>
                  <a:lnTo>
                    <a:pt x="2028230" y="1668810"/>
                  </a:lnTo>
                  <a:lnTo>
                    <a:pt x="2027562" y="1668810"/>
                  </a:lnTo>
                  <a:lnTo>
                    <a:pt x="2026894" y="1668810"/>
                  </a:lnTo>
                  <a:lnTo>
                    <a:pt x="2026226" y="1668810"/>
                  </a:lnTo>
                  <a:lnTo>
                    <a:pt x="2025558" y="1668810"/>
                  </a:lnTo>
                  <a:lnTo>
                    <a:pt x="2024890" y="1668810"/>
                  </a:lnTo>
                  <a:lnTo>
                    <a:pt x="2024222" y="1668810"/>
                  </a:lnTo>
                  <a:lnTo>
                    <a:pt x="2023554" y="1668810"/>
                  </a:lnTo>
                  <a:lnTo>
                    <a:pt x="2022886" y="1668810"/>
                  </a:lnTo>
                  <a:lnTo>
                    <a:pt x="2022218" y="1668810"/>
                  </a:lnTo>
                  <a:lnTo>
                    <a:pt x="2021550" y="1668810"/>
                  </a:lnTo>
                  <a:lnTo>
                    <a:pt x="2020882" y="1668810"/>
                  </a:lnTo>
                  <a:lnTo>
                    <a:pt x="2020214" y="1668810"/>
                  </a:lnTo>
                  <a:lnTo>
                    <a:pt x="2019546" y="1668810"/>
                  </a:lnTo>
                  <a:lnTo>
                    <a:pt x="2018878" y="1668810"/>
                  </a:lnTo>
                  <a:lnTo>
                    <a:pt x="2018210" y="1668810"/>
                  </a:lnTo>
                  <a:lnTo>
                    <a:pt x="2017542" y="1668810"/>
                  </a:lnTo>
                  <a:lnTo>
                    <a:pt x="2016874" y="1668810"/>
                  </a:lnTo>
                  <a:lnTo>
                    <a:pt x="2016206" y="1668810"/>
                  </a:lnTo>
                  <a:lnTo>
                    <a:pt x="2015538" y="1668810"/>
                  </a:lnTo>
                  <a:lnTo>
                    <a:pt x="2014870" y="1668810"/>
                  </a:lnTo>
                  <a:lnTo>
                    <a:pt x="2014202" y="1668810"/>
                  </a:lnTo>
                  <a:lnTo>
                    <a:pt x="2013534" y="1668810"/>
                  </a:lnTo>
                  <a:lnTo>
                    <a:pt x="2012866" y="1668810"/>
                  </a:lnTo>
                  <a:lnTo>
                    <a:pt x="2012198" y="1668810"/>
                  </a:lnTo>
                  <a:lnTo>
                    <a:pt x="2011530" y="1668810"/>
                  </a:lnTo>
                  <a:lnTo>
                    <a:pt x="2010862" y="1668810"/>
                  </a:lnTo>
                  <a:lnTo>
                    <a:pt x="2010194" y="1668810"/>
                  </a:lnTo>
                  <a:lnTo>
                    <a:pt x="2009526" y="1668810"/>
                  </a:lnTo>
                  <a:lnTo>
                    <a:pt x="2008858" y="1668810"/>
                  </a:lnTo>
                  <a:lnTo>
                    <a:pt x="2008190" y="1668810"/>
                  </a:lnTo>
                  <a:lnTo>
                    <a:pt x="2007521" y="1668810"/>
                  </a:lnTo>
                  <a:lnTo>
                    <a:pt x="2006853" y="1668810"/>
                  </a:lnTo>
                  <a:lnTo>
                    <a:pt x="2006185" y="1668810"/>
                  </a:lnTo>
                  <a:lnTo>
                    <a:pt x="2005517" y="1668810"/>
                  </a:lnTo>
                  <a:lnTo>
                    <a:pt x="2004849" y="1668810"/>
                  </a:lnTo>
                  <a:lnTo>
                    <a:pt x="2004181" y="1668810"/>
                  </a:lnTo>
                  <a:lnTo>
                    <a:pt x="2003513" y="1668810"/>
                  </a:lnTo>
                  <a:lnTo>
                    <a:pt x="2002845" y="1668810"/>
                  </a:lnTo>
                  <a:lnTo>
                    <a:pt x="2002177" y="1668810"/>
                  </a:lnTo>
                  <a:lnTo>
                    <a:pt x="2001509" y="1668810"/>
                  </a:lnTo>
                  <a:lnTo>
                    <a:pt x="2000841" y="1668810"/>
                  </a:lnTo>
                  <a:lnTo>
                    <a:pt x="2000173" y="1668810"/>
                  </a:lnTo>
                  <a:lnTo>
                    <a:pt x="1999505" y="1668810"/>
                  </a:lnTo>
                  <a:lnTo>
                    <a:pt x="1998837" y="1668810"/>
                  </a:lnTo>
                  <a:lnTo>
                    <a:pt x="1998169" y="1668810"/>
                  </a:lnTo>
                  <a:lnTo>
                    <a:pt x="1997501" y="1668810"/>
                  </a:lnTo>
                  <a:lnTo>
                    <a:pt x="1996833" y="1668810"/>
                  </a:lnTo>
                  <a:lnTo>
                    <a:pt x="1996165" y="1668810"/>
                  </a:lnTo>
                  <a:lnTo>
                    <a:pt x="1995497" y="1668810"/>
                  </a:lnTo>
                  <a:lnTo>
                    <a:pt x="1994829" y="1668810"/>
                  </a:lnTo>
                  <a:lnTo>
                    <a:pt x="1994161" y="1668810"/>
                  </a:lnTo>
                  <a:lnTo>
                    <a:pt x="1993493" y="1668810"/>
                  </a:lnTo>
                  <a:lnTo>
                    <a:pt x="1992825" y="1668810"/>
                  </a:lnTo>
                  <a:lnTo>
                    <a:pt x="1992157" y="1668810"/>
                  </a:lnTo>
                  <a:lnTo>
                    <a:pt x="1991489" y="1668810"/>
                  </a:lnTo>
                  <a:lnTo>
                    <a:pt x="1990821" y="1668810"/>
                  </a:lnTo>
                  <a:lnTo>
                    <a:pt x="1990153" y="1668810"/>
                  </a:lnTo>
                  <a:lnTo>
                    <a:pt x="1989485" y="1668810"/>
                  </a:lnTo>
                  <a:lnTo>
                    <a:pt x="1988817" y="1668810"/>
                  </a:lnTo>
                  <a:lnTo>
                    <a:pt x="1988149" y="1668810"/>
                  </a:lnTo>
                  <a:lnTo>
                    <a:pt x="1987481" y="1668810"/>
                  </a:lnTo>
                  <a:lnTo>
                    <a:pt x="1986813" y="1668810"/>
                  </a:lnTo>
                  <a:lnTo>
                    <a:pt x="1986145" y="1668810"/>
                  </a:lnTo>
                  <a:lnTo>
                    <a:pt x="1985477" y="1668810"/>
                  </a:lnTo>
                  <a:lnTo>
                    <a:pt x="1984809" y="1668810"/>
                  </a:lnTo>
                  <a:lnTo>
                    <a:pt x="1984141" y="1668810"/>
                  </a:lnTo>
                  <a:lnTo>
                    <a:pt x="1983473" y="1668810"/>
                  </a:lnTo>
                  <a:lnTo>
                    <a:pt x="1982804" y="1668810"/>
                  </a:lnTo>
                  <a:lnTo>
                    <a:pt x="1982136" y="1668810"/>
                  </a:lnTo>
                  <a:lnTo>
                    <a:pt x="1981468" y="1668810"/>
                  </a:lnTo>
                  <a:lnTo>
                    <a:pt x="1980800" y="1668810"/>
                  </a:lnTo>
                  <a:lnTo>
                    <a:pt x="1980132" y="1668810"/>
                  </a:lnTo>
                  <a:lnTo>
                    <a:pt x="1979464" y="1668810"/>
                  </a:lnTo>
                  <a:lnTo>
                    <a:pt x="1978796" y="1668810"/>
                  </a:lnTo>
                  <a:lnTo>
                    <a:pt x="1978128" y="1668810"/>
                  </a:lnTo>
                  <a:lnTo>
                    <a:pt x="1977460" y="1668810"/>
                  </a:lnTo>
                  <a:lnTo>
                    <a:pt x="1976792" y="1668810"/>
                  </a:lnTo>
                  <a:lnTo>
                    <a:pt x="1976124" y="1668810"/>
                  </a:lnTo>
                  <a:lnTo>
                    <a:pt x="1975456" y="1668810"/>
                  </a:lnTo>
                  <a:lnTo>
                    <a:pt x="1974788" y="1668810"/>
                  </a:lnTo>
                  <a:lnTo>
                    <a:pt x="1974120" y="1668810"/>
                  </a:lnTo>
                  <a:lnTo>
                    <a:pt x="1973452" y="1668810"/>
                  </a:lnTo>
                  <a:lnTo>
                    <a:pt x="1972784" y="1668810"/>
                  </a:lnTo>
                  <a:lnTo>
                    <a:pt x="1972116" y="1668810"/>
                  </a:lnTo>
                  <a:lnTo>
                    <a:pt x="1971448" y="1668810"/>
                  </a:lnTo>
                  <a:lnTo>
                    <a:pt x="1970780" y="1668810"/>
                  </a:lnTo>
                  <a:lnTo>
                    <a:pt x="1970112" y="1668810"/>
                  </a:lnTo>
                  <a:lnTo>
                    <a:pt x="1969444" y="1668810"/>
                  </a:lnTo>
                  <a:lnTo>
                    <a:pt x="1968776" y="1668810"/>
                  </a:lnTo>
                  <a:lnTo>
                    <a:pt x="1968108" y="1668810"/>
                  </a:lnTo>
                  <a:lnTo>
                    <a:pt x="1967440" y="1668810"/>
                  </a:lnTo>
                  <a:lnTo>
                    <a:pt x="1966772" y="1668810"/>
                  </a:lnTo>
                  <a:lnTo>
                    <a:pt x="1966104" y="1668810"/>
                  </a:lnTo>
                  <a:lnTo>
                    <a:pt x="1965436" y="1668810"/>
                  </a:lnTo>
                  <a:lnTo>
                    <a:pt x="1964768" y="1668810"/>
                  </a:lnTo>
                  <a:lnTo>
                    <a:pt x="1964100" y="1668810"/>
                  </a:lnTo>
                  <a:lnTo>
                    <a:pt x="1963432" y="1668810"/>
                  </a:lnTo>
                  <a:lnTo>
                    <a:pt x="1962764" y="1668810"/>
                  </a:lnTo>
                  <a:lnTo>
                    <a:pt x="1962096" y="1668810"/>
                  </a:lnTo>
                  <a:lnTo>
                    <a:pt x="1961428" y="1668810"/>
                  </a:lnTo>
                  <a:lnTo>
                    <a:pt x="1960760" y="1668810"/>
                  </a:lnTo>
                  <a:lnTo>
                    <a:pt x="1960092" y="1668810"/>
                  </a:lnTo>
                  <a:lnTo>
                    <a:pt x="1959424" y="1668810"/>
                  </a:lnTo>
                  <a:lnTo>
                    <a:pt x="1958756" y="1668810"/>
                  </a:lnTo>
                  <a:lnTo>
                    <a:pt x="1958087" y="1668810"/>
                  </a:lnTo>
                  <a:lnTo>
                    <a:pt x="1957419" y="1668810"/>
                  </a:lnTo>
                  <a:lnTo>
                    <a:pt x="1956751" y="1668810"/>
                  </a:lnTo>
                  <a:lnTo>
                    <a:pt x="1956083" y="1668810"/>
                  </a:lnTo>
                  <a:lnTo>
                    <a:pt x="1955415" y="1668810"/>
                  </a:lnTo>
                  <a:lnTo>
                    <a:pt x="1954747" y="1668810"/>
                  </a:lnTo>
                  <a:lnTo>
                    <a:pt x="1954079" y="1668810"/>
                  </a:lnTo>
                  <a:lnTo>
                    <a:pt x="1953411" y="1668810"/>
                  </a:lnTo>
                  <a:lnTo>
                    <a:pt x="1952743" y="1668810"/>
                  </a:lnTo>
                  <a:lnTo>
                    <a:pt x="1952075" y="1668810"/>
                  </a:lnTo>
                  <a:lnTo>
                    <a:pt x="1951407" y="1668810"/>
                  </a:lnTo>
                  <a:lnTo>
                    <a:pt x="1950739" y="1668810"/>
                  </a:lnTo>
                  <a:lnTo>
                    <a:pt x="1950071" y="1668810"/>
                  </a:lnTo>
                  <a:lnTo>
                    <a:pt x="1949403" y="1668810"/>
                  </a:lnTo>
                  <a:lnTo>
                    <a:pt x="1948735" y="1668810"/>
                  </a:lnTo>
                  <a:lnTo>
                    <a:pt x="1948067" y="1668810"/>
                  </a:lnTo>
                  <a:lnTo>
                    <a:pt x="1947399" y="1668810"/>
                  </a:lnTo>
                  <a:lnTo>
                    <a:pt x="1946731" y="1668810"/>
                  </a:lnTo>
                  <a:lnTo>
                    <a:pt x="1946063" y="1668810"/>
                  </a:lnTo>
                  <a:lnTo>
                    <a:pt x="1945395" y="1668810"/>
                  </a:lnTo>
                  <a:lnTo>
                    <a:pt x="1944727" y="1668810"/>
                  </a:lnTo>
                  <a:lnTo>
                    <a:pt x="1944059" y="1668810"/>
                  </a:lnTo>
                  <a:lnTo>
                    <a:pt x="1943391" y="1668810"/>
                  </a:lnTo>
                  <a:lnTo>
                    <a:pt x="1942723" y="1668810"/>
                  </a:lnTo>
                  <a:lnTo>
                    <a:pt x="1942055" y="1668810"/>
                  </a:lnTo>
                  <a:lnTo>
                    <a:pt x="1941387" y="1668810"/>
                  </a:lnTo>
                  <a:lnTo>
                    <a:pt x="1940719" y="1668810"/>
                  </a:lnTo>
                  <a:lnTo>
                    <a:pt x="1940051" y="1668810"/>
                  </a:lnTo>
                  <a:lnTo>
                    <a:pt x="1939383" y="1668810"/>
                  </a:lnTo>
                  <a:lnTo>
                    <a:pt x="1938715" y="1668810"/>
                  </a:lnTo>
                  <a:lnTo>
                    <a:pt x="1938047" y="1668810"/>
                  </a:lnTo>
                  <a:lnTo>
                    <a:pt x="1937379" y="1668810"/>
                  </a:lnTo>
                  <a:lnTo>
                    <a:pt x="1936711" y="1668810"/>
                  </a:lnTo>
                  <a:lnTo>
                    <a:pt x="1936043" y="1668810"/>
                  </a:lnTo>
                  <a:lnTo>
                    <a:pt x="1935375" y="1668810"/>
                  </a:lnTo>
                  <a:lnTo>
                    <a:pt x="1934707" y="1668810"/>
                  </a:lnTo>
                  <a:lnTo>
                    <a:pt x="1934039" y="1668810"/>
                  </a:lnTo>
                  <a:lnTo>
                    <a:pt x="1933370" y="1668810"/>
                  </a:lnTo>
                  <a:lnTo>
                    <a:pt x="1932702" y="1668810"/>
                  </a:lnTo>
                  <a:lnTo>
                    <a:pt x="1932034" y="1668810"/>
                  </a:lnTo>
                  <a:lnTo>
                    <a:pt x="1931366" y="1668810"/>
                  </a:lnTo>
                  <a:lnTo>
                    <a:pt x="1930698" y="1668810"/>
                  </a:lnTo>
                  <a:lnTo>
                    <a:pt x="1930030" y="1668810"/>
                  </a:lnTo>
                  <a:lnTo>
                    <a:pt x="1929362" y="1668810"/>
                  </a:lnTo>
                  <a:lnTo>
                    <a:pt x="1928694" y="1668810"/>
                  </a:lnTo>
                  <a:lnTo>
                    <a:pt x="1928026" y="1668810"/>
                  </a:lnTo>
                  <a:lnTo>
                    <a:pt x="1927358" y="1668810"/>
                  </a:lnTo>
                  <a:lnTo>
                    <a:pt x="1926690" y="1668810"/>
                  </a:lnTo>
                  <a:lnTo>
                    <a:pt x="1926022" y="1668810"/>
                  </a:lnTo>
                  <a:lnTo>
                    <a:pt x="1925354" y="1668810"/>
                  </a:lnTo>
                  <a:lnTo>
                    <a:pt x="1924686" y="1668810"/>
                  </a:lnTo>
                  <a:lnTo>
                    <a:pt x="1924018" y="1668810"/>
                  </a:lnTo>
                  <a:lnTo>
                    <a:pt x="1923350" y="1668810"/>
                  </a:lnTo>
                  <a:lnTo>
                    <a:pt x="1922682" y="1668810"/>
                  </a:lnTo>
                  <a:lnTo>
                    <a:pt x="1922014" y="1668810"/>
                  </a:lnTo>
                  <a:lnTo>
                    <a:pt x="1921346" y="1668810"/>
                  </a:lnTo>
                  <a:lnTo>
                    <a:pt x="1920678" y="1668810"/>
                  </a:lnTo>
                  <a:lnTo>
                    <a:pt x="1920010" y="1668810"/>
                  </a:lnTo>
                  <a:lnTo>
                    <a:pt x="1919342" y="1668810"/>
                  </a:lnTo>
                  <a:lnTo>
                    <a:pt x="1918674" y="1668810"/>
                  </a:lnTo>
                  <a:lnTo>
                    <a:pt x="1918006" y="1668810"/>
                  </a:lnTo>
                  <a:lnTo>
                    <a:pt x="1917338" y="1668810"/>
                  </a:lnTo>
                  <a:lnTo>
                    <a:pt x="1916670" y="1668810"/>
                  </a:lnTo>
                  <a:lnTo>
                    <a:pt x="1916002" y="1668810"/>
                  </a:lnTo>
                  <a:lnTo>
                    <a:pt x="1915334" y="1668810"/>
                  </a:lnTo>
                  <a:lnTo>
                    <a:pt x="1914666" y="1668810"/>
                  </a:lnTo>
                  <a:lnTo>
                    <a:pt x="1913998" y="1668810"/>
                  </a:lnTo>
                  <a:lnTo>
                    <a:pt x="1913330" y="1668810"/>
                  </a:lnTo>
                  <a:lnTo>
                    <a:pt x="1912662" y="1668810"/>
                  </a:lnTo>
                  <a:lnTo>
                    <a:pt x="1911994" y="1668810"/>
                  </a:lnTo>
                  <a:lnTo>
                    <a:pt x="1911326" y="1668810"/>
                  </a:lnTo>
                  <a:lnTo>
                    <a:pt x="1910658" y="1668810"/>
                  </a:lnTo>
                  <a:lnTo>
                    <a:pt x="1909990" y="1668810"/>
                  </a:lnTo>
                  <a:lnTo>
                    <a:pt x="1909321" y="1668810"/>
                  </a:lnTo>
                  <a:lnTo>
                    <a:pt x="1908653" y="1668810"/>
                  </a:lnTo>
                  <a:lnTo>
                    <a:pt x="1907985" y="1668810"/>
                  </a:lnTo>
                  <a:lnTo>
                    <a:pt x="1907317" y="1668810"/>
                  </a:lnTo>
                  <a:lnTo>
                    <a:pt x="1906649" y="1668810"/>
                  </a:lnTo>
                  <a:lnTo>
                    <a:pt x="1905981" y="1668810"/>
                  </a:lnTo>
                  <a:lnTo>
                    <a:pt x="1905313" y="1668810"/>
                  </a:lnTo>
                  <a:lnTo>
                    <a:pt x="1904645" y="1668810"/>
                  </a:lnTo>
                  <a:lnTo>
                    <a:pt x="1903977" y="1668810"/>
                  </a:lnTo>
                  <a:lnTo>
                    <a:pt x="1903309" y="1668810"/>
                  </a:lnTo>
                  <a:lnTo>
                    <a:pt x="1902641" y="1668810"/>
                  </a:lnTo>
                  <a:lnTo>
                    <a:pt x="1901973" y="1668810"/>
                  </a:lnTo>
                  <a:lnTo>
                    <a:pt x="1901305" y="1668810"/>
                  </a:lnTo>
                  <a:lnTo>
                    <a:pt x="1900637" y="1668810"/>
                  </a:lnTo>
                  <a:lnTo>
                    <a:pt x="1899969" y="1668810"/>
                  </a:lnTo>
                  <a:lnTo>
                    <a:pt x="1899301" y="1668810"/>
                  </a:lnTo>
                  <a:lnTo>
                    <a:pt x="1898633" y="1668810"/>
                  </a:lnTo>
                  <a:lnTo>
                    <a:pt x="1897965" y="1668810"/>
                  </a:lnTo>
                  <a:lnTo>
                    <a:pt x="1897297" y="1668810"/>
                  </a:lnTo>
                  <a:lnTo>
                    <a:pt x="1896629" y="1668810"/>
                  </a:lnTo>
                  <a:lnTo>
                    <a:pt x="1895961" y="1668810"/>
                  </a:lnTo>
                  <a:lnTo>
                    <a:pt x="1895293" y="1668810"/>
                  </a:lnTo>
                  <a:lnTo>
                    <a:pt x="1894625" y="1668810"/>
                  </a:lnTo>
                  <a:lnTo>
                    <a:pt x="1893957" y="1668810"/>
                  </a:lnTo>
                  <a:lnTo>
                    <a:pt x="1893289" y="1668810"/>
                  </a:lnTo>
                  <a:lnTo>
                    <a:pt x="1892621" y="1668810"/>
                  </a:lnTo>
                  <a:lnTo>
                    <a:pt x="1891953" y="1668810"/>
                  </a:lnTo>
                  <a:lnTo>
                    <a:pt x="1891285" y="1668810"/>
                  </a:lnTo>
                  <a:lnTo>
                    <a:pt x="1890617" y="1668810"/>
                  </a:lnTo>
                  <a:lnTo>
                    <a:pt x="1889949" y="1668810"/>
                  </a:lnTo>
                  <a:lnTo>
                    <a:pt x="1889281" y="1668810"/>
                  </a:lnTo>
                  <a:lnTo>
                    <a:pt x="1888613" y="1668810"/>
                  </a:lnTo>
                  <a:lnTo>
                    <a:pt x="1887945" y="1668810"/>
                  </a:lnTo>
                  <a:lnTo>
                    <a:pt x="1887277" y="1668810"/>
                  </a:lnTo>
                  <a:lnTo>
                    <a:pt x="1886609" y="1668810"/>
                  </a:lnTo>
                  <a:lnTo>
                    <a:pt x="1885941" y="1668810"/>
                  </a:lnTo>
                  <a:lnTo>
                    <a:pt x="1885273" y="1668810"/>
                  </a:lnTo>
                  <a:lnTo>
                    <a:pt x="1884604" y="1668810"/>
                  </a:lnTo>
                  <a:lnTo>
                    <a:pt x="1883936" y="1668810"/>
                  </a:lnTo>
                  <a:lnTo>
                    <a:pt x="1883268" y="1668810"/>
                  </a:lnTo>
                  <a:lnTo>
                    <a:pt x="1882600" y="1668810"/>
                  </a:lnTo>
                  <a:lnTo>
                    <a:pt x="1881932" y="1668810"/>
                  </a:lnTo>
                  <a:lnTo>
                    <a:pt x="1881264" y="1668810"/>
                  </a:lnTo>
                  <a:lnTo>
                    <a:pt x="1880596" y="1668810"/>
                  </a:lnTo>
                  <a:lnTo>
                    <a:pt x="1879928" y="1668810"/>
                  </a:lnTo>
                  <a:lnTo>
                    <a:pt x="1879260" y="1668810"/>
                  </a:lnTo>
                  <a:lnTo>
                    <a:pt x="1878592" y="1668810"/>
                  </a:lnTo>
                  <a:lnTo>
                    <a:pt x="1877924" y="1668810"/>
                  </a:lnTo>
                  <a:lnTo>
                    <a:pt x="1877256" y="1668810"/>
                  </a:lnTo>
                  <a:lnTo>
                    <a:pt x="1876588" y="1668810"/>
                  </a:lnTo>
                  <a:lnTo>
                    <a:pt x="1875920" y="1668810"/>
                  </a:lnTo>
                  <a:lnTo>
                    <a:pt x="1875252" y="1668810"/>
                  </a:lnTo>
                  <a:lnTo>
                    <a:pt x="1874584" y="1668810"/>
                  </a:lnTo>
                  <a:lnTo>
                    <a:pt x="1873916" y="1668810"/>
                  </a:lnTo>
                  <a:lnTo>
                    <a:pt x="1873248" y="1668810"/>
                  </a:lnTo>
                  <a:lnTo>
                    <a:pt x="1872580" y="1668810"/>
                  </a:lnTo>
                  <a:lnTo>
                    <a:pt x="1871912" y="1668810"/>
                  </a:lnTo>
                  <a:lnTo>
                    <a:pt x="1871244" y="1668810"/>
                  </a:lnTo>
                  <a:lnTo>
                    <a:pt x="1870576" y="1668810"/>
                  </a:lnTo>
                  <a:lnTo>
                    <a:pt x="1869908" y="1668810"/>
                  </a:lnTo>
                  <a:lnTo>
                    <a:pt x="1869240" y="1668810"/>
                  </a:lnTo>
                  <a:lnTo>
                    <a:pt x="1868572" y="1668810"/>
                  </a:lnTo>
                  <a:lnTo>
                    <a:pt x="1867904" y="1668810"/>
                  </a:lnTo>
                  <a:lnTo>
                    <a:pt x="1867236" y="1668810"/>
                  </a:lnTo>
                  <a:lnTo>
                    <a:pt x="1866568" y="1668810"/>
                  </a:lnTo>
                  <a:lnTo>
                    <a:pt x="1865900" y="1668810"/>
                  </a:lnTo>
                  <a:lnTo>
                    <a:pt x="1865232" y="1668810"/>
                  </a:lnTo>
                  <a:lnTo>
                    <a:pt x="1864564" y="1668810"/>
                  </a:lnTo>
                  <a:lnTo>
                    <a:pt x="1863896" y="1668810"/>
                  </a:lnTo>
                  <a:lnTo>
                    <a:pt x="1863228" y="1668810"/>
                  </a:lnTo>
                  <a:lnTo>
                    <a:pt x="1862560" y="1668810"/>
                  </a:lnTo>
                  <a:lnTo>
                    <a:pt x="1861892" y="1668810"/>
                  </a:lnTo>
                  <a:lnTo>
                    <a:pt x="1861224" y="1668810"/>
                  </a:lnTo>
                  <a:lnTo>
                    <a:pt x="1860556" y="1668810"/>
                  </a:lnTo>
                  <a:lnTo>
                    <a:pt x="1859887" y="1668810"/>
                  </a:lnTo>
                  <a:lnTo>
                    <a:pt x="1859219" y="1668810"/>
                  </a:lnTo>
                  <a:lnTo>
                    <a:pt x="1858551" y="1668810"/>
                  </a:lnTo>
                  <a:lnTo>
                    <a:pt x="1857883" y="1668810"/>
                  </a:lnTo>
                  <a:lnTo>
                    <a:pt x="1857215" y="1668810"/>
                  </a:lnTo>
                  <a:lnTo>
                    <a:pt x="1856547" y="1668810"/>
                  </a:lnTo>
                  <a:lnTo>
                    <a:pt x="1855879" y="1668810"/>
                  </a:lnTo>
                  <a:lnTo>
                    <a:pt x="1855211" y="1668810"/>
                  </a:lnTo>
                  <a:lnTo>
                    <a:pt x="1854543" y="1668810"/>
                  </a:lnTo>
                  <a:lnTo>
                    <a:pt x="1853875" y="1668810"/>
                  </a:lnTo>
                  <a:lnTo>
                    <a:pt x="1853207" y="1668810"/>
                  </a:lnTo>
                  <a:lnTo>
                    <a:pt x="1852539" y="1668810"/>
                  </a:lnTo>
                  <a:lnTo>
                    <a:pt x="1851871" y="1668810"/>
                  </a:lnTo>
                  <a:lnTo>
                    <a:pt x="1851203" y="1668810"/>
                  </a:lnTo>
                  <a:lnTo>
                    <a:pt x="1850535" y="1668810"/>
                  </a:lnTo>
                  <a:lnTo>
                    <a:pt x="1849867" y="1668810"/>
                  </a:lnTo>
                  <a:lnTo>
                    <a:pt x="1849199" y="1668810"/>
                  </a:lnTo>
                  <a:lnTo>
                    <a:pt x="1848531" y="1668810"/>
                  </a:lnTo>
                  <a:lnTo>
                    <a:pt x="1847863" y="1668810"/>
                  </a:lnTo>
                  <a:lnTo>
                    <a:pt x="1847195" y="1668810"/>
                  </a:lnTo>
                  <a:lnTo>
                    <a:pt x="1846527" y="1668810"/>
                  </a:lnTo>
                  <a:lnTo>
                    <a:pt x="1845859" y="1668810"/>
                  </a:lnTo>
                  <a:lnTo>
                    <a:pt x="1845191" y="1668810"/>
                  </a:lnTo>
                  <a:lnTo>
                    <a:pt x="1844523" y="1668810"/>
                  </a:lnTo>
                  <a:lnTo>
                    <a:pt x="1843855" y="1668810"/>
                  </a:lnTo>
                  <a:lnTo>
                    <a:pt x="1843187" y="1668810"/>
                  </a:lnTo>
                  <a:lnTo>
                    <a:pt x="1842519" y="1668810"/>
                  </a:lnTo>
                  <a:lnTo>
                    <a:pt x="1841851" y="1668810"/>
                  </a:lnTo>
                  <a:lnTo>
                    <a:pt x="1841183" y="1668810"/>
                  </a:lnTo>
                  <a:lnTo>
                    <a:pt x="1840515" y="1668810"/>
                  </a:lnTo>
                  <a:lnTo>
                    <a:pt x="1839847" y="1668810"/>
                  </a:lnTo>
                  <a:lnTo>
                    <a:pt x="1839179" y="1668810"/>
                  </a:lnTo>
                  <a:lnTo>
                    <a:pt x="1838511" y="1668810"/>
                  </a:lnTo>
                  <a:lnTo>
                    <a:pt x="1837843" y="1668810"/>
                  </a:lnTo>
                  <a:lnTo>
                    <a:pt x="1837175" y="1668810"/>
                  </a:lnTo>
                  <a:lnTo>
                    <a:pt x="1836507" y="1668810"/>
                  </a:lnTo>
                  <a:lnTo>
                    <a:pt x="1835838" y="1668810"/>
                  </a:lnTo>
                  <a:lnTo>
                    <a:pt x="1835170" y="1668810"/>
                  </a:lnTo>
                  <a:lnTo>
                    <a:pt x="1834502" y="1668810"/>
                  </a:lnTo>
                  <a:lnTo>
                    <a:pt x="1833834" y="1668810"/>
                  </a:lnTo>
                  <a:lnTo>
                    <a:pt x="1833166" y="1668810"/>
                  </a:lnTo>
                  <a:lnTo>
                    <a:pt x="1832498" y="1668810"/>
                  </a:lnTo>
                  <a:lnTo>
                    <a:pt x="1831830" y="1668810"/>
                  </a:lnTo>
                  <a:lnTo>
                    <a:pt x="1831162" y="1668810"/>
                  </a:lnTo>
                  <a:lnTo>
                    <a:pt x="1830494" y="1668810"/>
                  </a:lnTo>
                  <a:lnTo>
                    <a:pt x="1829826" y="1668810"/>
                  </a:lnTo>
                  <a:lnTo>
                    <a:pt x="1829158" y="1668810"/>
                  </a:lnTo>
                  <a:lnTo>
                    <a:pt x="1828490" y="1668810"/>
                  </a:lnTo>
                  <a:lnTo>
                    <a:pt x="1827822" y="1668810"/>
                  </a:lnTo>
                  <a:lnTo>
                    <a:pt x="1827154" y="1668810"/>
                  </a:lnTo>
                  <a:lnTo>
                    <a:pt x="1826486" y="1668810"/>
                  </a:lnTo>
                  <a:lnTo>
                    <a:pt x="1825818" y="1668810"/>
                  </a:lnTo>
                  <a:lnTo>
                    <a:pt x="1825150" y="1668810"/>
                  </a:lnTo>
                  <a:lnTo>
                    <a:pt x="1824482" y="1668810"/>
                  </a:lnTo>
                  <a:lnTo>
                    <a:pt x="1823814" y="1668810"/>
                  </a:lnTo>
                  <a:lnTo>
                    <a:pt x="1823146" y="1668810"/>
                  </a:lnTo>
                  <a:lnTo>
                    <a:pt x="1822478" y="1668810"/>
                  </a:lnTo>
                  <a:lnTo>
                    <a:pt x="1821810" y="1668810"/>
                  </a:lnTo>
                  <a:lnTo>
                    <a:pt x="1821142" y="1668810"/>
                  </a:lnTo>
                  <a:lnTo>
                    <a:pt x="1820474" y="1668810"/>
                  </a:lnTo>
                  <a:lnTo>
                    <a:pt x="1819806" y="1668810"/>
                  </a:lnTo>
                  <a:lnTo>
                    <a:pt x="1819138" y="1668810"/>
                  </a:lnTo>
                  <a:lnTo>
                    <a:pt x="1818470" y="1668810"/>
                  </a:lnTo>
                  <a:lnTo>
                    <a:pt x="1817802" y="1668810"/>
                  </a:lnTo>
                  <a:lnTo>
                    <a:pt x="1817134" y="1668810"/>
                  </a:lnTo>
                  <a:lnTo>
                    <a:pt x="1816466" y="1668810"/>
                  </a:lnTo>
                  <a:lnTo>
                    <a:pt x="1815798" y="1668810"/>
                  </a:lnTo>
                  <a:lnTo>
                    <a:pt x="1815130" y="1668810"/>
                  </a:lnTo>
                  <a:lnTo>
                    <a:pt x="1814462" y="1668810"/>
                  </a:lnTo>
                  <a:lnTo>
                    <a:pt x="1813794" y="1668810"/>
                  </a:lnTo>
                  <a:lnTo>
                    <a:pt x="1813126" y="1668810"/>
                  </a:lnTo>
                  <a:lnTo>
                    <a:pt x="1812458" y="1668810"/>
                  </a:lnTo>
                  <a:lnTo>
                    <a:pt x="1811790" y="1668810"/>
                  </a:lnTo>
                  <a:lnTo>
                    <a:pt x="1811121" y="1668810"/>
                  </a:lnTo>
                  <a:lnTo>
                    <a:pt x="1810453" y="1668810"/>
                  </a:lnTo>
                  <a:lnTo>
                    <a:pt x="1809785" y="1668810"/>
                  </a:lnTo>
                  <a:lnTo>
                    <a:pt x="1809117" y="1668810"/>
                  </a:lnTo>
                  <a:lnTo>
                    <a:pt x="1808449" y="1668810"/>
                  </a:lnTo>
                  <a:lnTo>
                    <a:pt x="1807781" y="1668810"/>
                  </a:lnTo>
                  <a:lnTo>
                    <a:pt x="1807113" y="1668810"/>
                  </a:lnTo>
                  <a:lnTo>
                    <a:pt x="1806445" y="1668810"/>
                  </a:lnTo>
                  <a:lnTo>
                    <a:pt x="1805777" y="1668810"/>
                  </a:lnTo>
                  <a:lnTo>
                    <a:pt x="1805109" y="1668810"/>
                  </a:lnTo>
                  <a:lnTo>
                    <a:pt x="1804441" y="1668810"/>
                  </a:lnTo>
                  <a:lnTo>
                    <a:pt x="1803773" y="1668810"/>
                  </a:lnTo>
                  <a:lnTo>
                    <a:pt x="1803105" y="1668810"/>
                  </a:lnTo>
                  <a:lnTo>
                    <a:pt x="1802437" y="1668810"/>
                  </a:lnTo>
                  <a:lnTo>
                    <a:pt x="1801769" y="1668810"/>
                  </a:lnTo>
                  <a:lnTo>
                    <a:pt x="1801101" y="1668810"/>
                  </a:lnTo>
                  <a:lnTo>
                    <a:pt x="1800433" y="1668810"/>
                  </a:lnTo>
                  <a:lnTo>
                    <a:pt x="1799765" y="1668810"/>
                  </a:lnTo>
                  <a:lnTo>
                    <a:pt x="1799097" y="1668810"/>
                  </a:lnTo>
                  <a:lnTo>
                    <a:pt x="1798429" y="1668810"/>
                  </a:lnTo>
                  <a:lnTo>
                    <a:pt x="1797761" y="1668810"/>
                  </a:lnTo>
                  <a:lnTo>
                    <a:pt x="1797093" y="1668810"/>
                  </a:lnTo>
                  <a:lnTo>
                    <a:pt x="1796425" y="1668810"/>
                  </a:lnTo>
                  <a:lnTo>
                    <a:pt x="1795757" y="1668810"/>
                  </a:lnTo>
                  <a:lnTo>
                    <a:pt x="1795089" y="1668810"/>
                  </a:lnTo>
                  <a:lnTo>
                    <a:pt x="1794421" y="1668810"/>
                  </a:lnTo>
                  <a:lnTo>
                    <a:pt x="1793753" y="1668810"/>
                  </a:lnTo>
                  <a:lnTo>
                    <a:pt x="1793085" y="1668810"/>
                  </a:lnTo>
                  <a:lnTo>
                    <a:pt x="1792417" y="1668810"/>
                  </a:lnTo>
                  <a:lnTo>
                    <a:pt x="1791749" y="1668810"/>
                  </a:lnTo>
                  <a:lnTo>
                    <a:pt x="1791081" y="1668810"/>
                  </a:lnTo>
                  <a:lnTo>
                    <a:pt x="1790413" y="1668810"/>
                  </a:lnTo>
                  <a:lnTo>
                    <a:pt x="1789745" y="1668810"/>
                  </a:lnTo>
                  <a:lnTo>
                    <a:pt x="1789077" y="1668810"/>
                  </a:lnTo>
                  <a:lnTo>
                    <a:pt x="1788409" y="1668810"/>
                  </a:lnTo>
                  <a:lnTo>
                    <a:pt x="1787741" y="1668810"/>
                  </a:lnTo>
                  <a:lnTo>
                    <a:pt x="1787073" y="1668810"/>
                  </a:lnTo>
                  <a:lnTo>
                    <a:pt x="1786404" y="1668810"/>
                  </a:lnTo>
                  <a:lnTo>
                    <a:pt x="1785736" y="1668810"/>
                  </a:lnTo>
                  <a:lnTo>
                    <a:pt x="1785068" y="1668810"/>
                  </a:lnTo>
                  <a:lnTo>
                    <a:pt x="1784400" y="1668810"/>
                  </a:lnTo>
                  <a:lnTo>
                    <a:pt x="1783732" y="1668810"/>
                  </a:lnTo>
                  <a:lnTo>
                    <a:pt x="1783064" y="1668810"/>
                  </a:lnTo>
                  <a:lnTo>
                    <a:pt x="1782396" y="1668810"/>
                  </a:lnTo>
                  <a:lnTo>
                    <a:pt x="1781728" y="1668810"/>
                  </a:lnTo>
                  <a:lnTo>
                    <a:pt x="1781060" y="1668810"/>
                  </a:lnTo>
                  <a:lnTo>
                    <a:pt x="1780392" y="1668810"/>
                  </a:lnTo>
                  <a:lnTo>
                    <a:pt x="1779724" y="1668810"/>
                  </a:lnTo>
                  <a:lnTo>
                    <a:pt x="1779056" y="1668810"/>
                  </a:lnTo>
                  <a:lnTo>
                    <a:pt x="1778388" y="1668810"/>
                  </a:lnTo>
                  <a:lnTo>
                    <a:pt x="1777720" y="1668810"/>
                  </a:lnTo>
                  <a:lnTo>
                    <a:pt x="1777052" y="1668810"/>
                  </a:lnTo>
                  <a:lnTo>
                    <a:pt x="1776384" y="1668810"/>
                  </a:lnTo>
                  <a:lnTo>
                    <a:pt x="1775716" y="1668810"/>
                  </a:lnTo>
                  <a:lnTo>
                    <a:pt x="1775048" y="1668810"/>
                  </a:lnTo>
                  <a:lnTo>
                    <a:pt x="1774380" y="1668810"/>
                  </a:lnTo>
                  <a:lnTo>
                    <a:pt x="1773712" y="1668810"/>
                  </a:lnTo>
                  <a:lnTo>
                    <a:pt x="1773044" y="1668810"/>
                  </a:lnTo>
                  <a:lnTo>
                    <a:pt x="1772376" y="1668810"/>
                  </a:lnTo>
                  <a:lnTo>
                    <a:pt x="1771708" y="1668810"/>
                  </a:lnTo>
                  <a:lnTo>
                    <a:pt x="1771040" y="1668810"/>
                  </a:lnTo>
                  <a:lnTo>
                    <a:pt x="1770372" y="1668810"/>
                  </a:lnTo>
                  <a:lnTo>
                    <a:pt x="1769704" y="1668810"/>
                  </a:lnTo>
                  <a:lnTo>
                    <a:pt x="1769036" y="1668810"/>
                  </a:lnTo>
                  <a:lnTo>
                    <a:pt x="1768368" y="1668810"/>
                  </a:lnTo>
                  <a:lnTo>
                    <a:pt x="1767700" y="1668810"/>
                  </a:lnTo>
                  <a:lnTo>
                    <a:pt x="1767032" y="1668810"/>
                  </a:lnTo>
                  <a:lnTo>
                    <a:pt x="1766364" y="1668810"/>
                  </a:lnTo>
                  <a:lnTo>
                    <a:pt x="1765696" y="1668810"/>
                  </a:lnTo>
                  <a:lnTo>
                    <a:pt x="1765028" y="1668810"/>
                  </a:lnTo>
                  <a:lnTo>
                    <a:pt x="1764360" y="1668810"/>
                  </a:lnTo>
                  <a:lnTo>
                    <a:pt x="1763692" y="1668810"/>
                  </a:lnTo>
                  <a:lnTo>
                    <a:pt x="1763024" y="1668810"/>
                  </a:lnTo>
                  <a:lnTo>
                    <a:pt x="1762356" y="1668810"/>
                  </a:lnTo>
                  <a:lnTo>
                    <a:pt x="1761687" y="1668810"/>
                  </a:lnTo>
                  <a:lnTo>
                    <a:pt x="1761019" y="1668810"/>
                  </a:lnTo>
                  <a:lnTo>
                    <a:pt x="1760351" y="1668810"/>
                  </a:lnTo>
                  <a:lnTo>
                    <a:pt x="1759683" y="1668810"/>
                  </a:lnTo>
                  <a:lnTo>
                    <a:pt x="1759015" y="1668810"/>
                  </a:lnTo>
                  <a:lnTo>
                    <a:pt x="1758347" y="1668810"/>
                  </a:lnTo>
                  <a:lnTo>
                    <a:pt x="1757679" y="1668810"/>
                  </a:lnTo>
                  <a:lnTo>
                    <a:pt x="1757011" y="1668810"/>
                  </a:lnTo>
                  <a:lnTo>
                    <a:pt x="1756343" y="1668810"/>
                  </a:lnTo>
                  <a:lnTo>
                    <a:pt x="1755675" y="1668810"/>
                  </a:lnTo>
                  <a:lnTo>
                    <a:pt x="1755007" y="1668810"/>
                  </a:lnTo>
                  <a:lnTo>
                    <a:pt x="1754339" y="1668810"/>
                  </a:lnTo>
                  <a:lnTo>
                    <a:pt x="1753671" y="1668810"/>
                  </a:lnTo>
                  <a:lnTo>
                    <a:pt x="1753003" y="1668810"/>
                  </a:lnTo>
                  <a:lnTo>
                    <a:pt x="1752335" y="1668810"/>
                  </a:lnTo>
                  <a:lnTo>
                    <a:pt x="1751667" y="1668810"/>
                  </a:lnTo>
                  <a:lnTo>
                    <a:pt x="1750999" y="1668810"/>
                  </a:lnTo>
                  <a:lnTo>
                    <a:pt x="1750331" y="1668810"/>
                  </a:lnTo>
                  <a:lnTo>
                    <a:pt x="1749663" y="1668810"/>
                  </a:lnTo>
                  <a:lnTo>
                    <a:pt x="1748995" y="1668810"/>
                  </a:lnTo>
                  <a:lnTo>
                    <a:pt x="1748327" y="1668810"/>
                  </a:lnTo>
                  <a:lnTo>
                    <a:pt x="1747659" y="1668810"/>
                  </a:lnTo>
                  <a:lnTo>
                    <a:pt x="1746991" y="1668810"/>
                  </a:lnTo>
                  <a:lnTo>
                    <a:pt x="1746323" y="1668810"/>
                  </a:lnTo>
                  <a:lnTo>
                    <a:pt x="1745655" y="1668810"/>
                  </a:lnTo>
                  <a:lnTo>
                    <a:pt x="1744987" y="1668810"/>
                  </a:lnTo>
                  <a:lnTo>
                    <a:pt x="1744319" y="1668810"/>
                  </a:lnTo>
                  <a:lnTo>
                    <a:pt x="1743651" y="1668810"/>
                  </a:lnTo>
                  <a:lnTo>
                    <a:pt x="1742983" y="1668810"/>
                  </a:lnTo>
                  <a:lnTo>
                    <a:pt x="1742315" y="1668810"/>
                  </a:lnTo>
                  <a:lnTo>
                    <a:pt x="1741647" y="1668810"/>
                  </a:lnTo>
                  <a:lnTo>
                    <a:pt x="1740979" y="1668810"/>
                  </a:lnTo>
                  <a:lnTo>
                    <a:pt x="1740311" y="1668810"/>
                  </a:lnTo>
                  <a:lnTo>
                    <a:pt x="1739643" y="1668810"/>
                  </a:lnTo>
                  <a:lnTo>
                    <a:pt x="1738975" y="1668810"/>
                  </a:lnTo>
                  <a:lnTo>
                    <a:pt x="1738307" y="1668810"/>
                  </a:lnTo>
                  <a:lnTo>
                    <a:pt x="1737638" y="1668810"/>
                  </a:lnTo>
                  <a:lnTo>
                    <a:pt x="1736970" y="1668810"/>
                  </a:lnTo>
                  <a:lnTo>
                    <a:pt x="1736302" y="1668810"/>
                  </a:lnTo>
                  <a:lnTo>
                    <a:pt x="1735634" y="1668810"/>
                  </a:lnTo>
                  <a:lnTo>
                    <a:pt x="1734966" y="1668810"/>
                  </a:lnTo>
                  <a:lnTo>
                    <a:pt x="1734298" y="1668810"/>
                  </a:lnTo>
                  <a:lnTo>
                    <a:pt x="1733630" y="1668810"/>
                  </a:lnTo>
                  <a:lnTo>
                    <a:pt x="1732962" y="1668810"/>
                  </a:lnTo>
                  <a:lnTo>
                    <a:pt x="1732294" y="1668810"/>
                  </a:lnTo>
                  <a:lnTo>
                    <a:pt x="1731626" y="1668810"/>
                  </a:lnTo>
                  <a:lnTo>
                    <a:pt x="1730958" y="1668810"/>
                  </a:lnTo>
                  <a:lnTo>
                    <a:pt x="1730290" y="1668810"/>
                  </a:lnTo>
                  <a:lnTo>
                    <a:pt x="1729622" y="1668810"/>
                  </a:lnTo>
                  <a:lnTo>
                    <a:pt x="1728954" y="1668810"/>
                  </a:lnTo>
                  <a:lnTo>
                    <a:pt x="1728286" y="1668810"/>
                  </a:lnTo>
                  <a:lnTo>
                    <a:pt x="1727618" y="1668810"/>
                  </a:lnTo>
                  <a:lnTo>
                    <a:pt x="1726950" y="1668810"/>
                  </a:lnTo>
                  <a:lnTo>
                    <a:pt x="1726282" y="1668810"/>
                  </a:lnTo>
                  <a:lnTo>
                    <a:pt x="1725614" y="1668810"/>
                  </a:lnTo>
                  <a:lnTo>
                    <a:pt x="1724946" y="1668810"/>
                  </a:lnTo>
                  <a:lnTo>
                    <a:pt x="1724278" y="1668810"/>
                  </a:lnTo>
                  <a:lnTo>
                    <a:pt x="1723610" y="1668810"/>
                  </a:lnTo>
                  <a:lnTo>
                    <a:pt x="1722942" y="1668810"/>
                  </a:lnTo>
                  <a:lnTo>
                    <a:pt x="1722274" y="1668810"/>
                  </a:lnTo>
                  <a:lnTo>
                    <a:pt x="1721606" y="1668810"/>
                  </a:lnTo>
                  <a:lnTo>
                    <a:pt x="1720938" y="1668810"/>
                  </a:lnTo>
                  <a:lnTo>
                    <a:pt x="1720270" y="1668810"/>
                  </a:lnTo>
                  <a:lnTo>
                    <a:pt x="1719602" y="1668810"/>
                  </a:lnTo>
                  <a:lnTo>
                    <a:pt x="1718934" y="1668810"/>
                  </a:lnTo>
                  <a:lnTo>
                    <a:pt x="1718266" y="1668810"/>
                  </a:lnTo>
                  <a:lnTo>
                    <a:pt x="1717598" y="1668810"/>
                  </a:lnTo>
                  <a:lnTo>
                    <a:pt x="1716930" y="1668810"/>
                  </a:lnTo>
                  <a:lnTo>
                    <a:pt x="1716262" y="1668810"/>
                  </a:lnTo>
                  <a:lnTo>
                    <a:pt x="1715594" y="1668810"/>
                  </a:lnTo>
                  <a:lnTo>
                    <a:pt x="1714926" y="1668810"/>
                  </a:lnTo>
                  <a:lnTo>
                    <a:pt x="1714258" y="1668810"/>
                  </a:lnTo>
                  <a:lnTo>
                    <a:pt x="1713590" y="1668810"/>
                  </a:lnTo>
                  <a:lnTo>
                    <a:pt x="1712921" y="1668810"/>
                  </a:lnTo>
                  <a:lnTo>
                    <a:pt x="1712253" y="1668810"/>
                  </a:lnTo>
                  <a:lnTo>
                    <a:pt x="1711585" y="1668810"/>
                  </a:lnTo>
                  <a:lnTo>
                    <a:pt x="1710917" y="1668810"/>
                  </a:lnTo>
                  <a:lnTo>
                    <a:pt x="1710249" y="1668810"/>
                  </a:lnTo>
                  <a:lnTo>
                    <a:pt x="1709581" y="1668810"/>
                  </a:lnTo>
                  <a:lnTo>
                    <a:pt x="1708913" y="1668810"/>
                  </a:lnTo>
                  <a:lnTo>
                    <a:pt x="1708245" y="1668810"/>
                  </a:lnTo>
                  <a:lnTo>
                    <a:pt x="1707577" y="1668810"/>
                  </a:lnTo>
                  <a:lnTo>
                    <a:pt x="1706909" y="1668810"/>
                  </a:lnTo>
                  <a:lnTo>
                    <a:pt x="1706241" y="1668810"/>
                  </a:lnTo>
                  <a:lnTo>
                    <a:pt x="1705573" y="1668810"/>
                  </a:lnTo>
                  <a:lnTo>
                    <a:pt x="1704905" y="1668810"/>
                  </a:lnTo>
                  <a:lnTo>
                    <a:pt x="1704237" y="1668810"/>
                  </a:lnTo>
                  <a:lnTo>
                    <a:pt x="1703569" y="1668810"/>
                  </a:lnTo>
                  <a:lnTo>
                    <a:pt x="1702901" y="1668810"/>
                  </a:lnTo>
                  <a:lnTo>
                    <a:pt x="1702233" y="1668810"/>
                  </a:lnTo>
                  <a:lnTo>
                    <a:pt x="1701565" y="1668810"/>
                  </a:lnTo>
                  <a:lnTo>
                    <a:pt x="1700897" y="1668810"/>
                  </a:lnTo>
                  <a:lnTo>
                    <a:pt x="1700229" y="1668810"/>
                  </a:lnTo>
                  <a:lnTo>
                    <a:pt x="1699561" y="1668810"/>
                  </a:lnTo>
                  <a:lnTo>
                    <a:pt x="1698893" y="1668810"/>
                  </a:lnTo>
                  <a:lnTo>
                    <a:pt x="1698225" y="1668810"/>
                  </a:lnTo>
                  <a:lnTo>
                    <a:pt x="1697557" y="1668810"/>
                  </a:lnTo>
                  <a:lnTo>
                    <a:pt x="1696889" y="1668810"/>
                  </a:lnTo>
                  <a:lnTo>
                    <a:pt x="1696221" y="1668810"/>
                  </a:lnTo>
                  <a:lnTo>
                    <a:pt x="1695553" y="1668810"/>
                  </a:lnTo>
                  <a:lnTo>
                    <a:pt x="1694885" y="1668810"/>
                  </a:lnTo>
                  <a:lnTo>
                    <a:pt x="1694217" y="1668810"/>
                  </a:lnTo>
                  <a:lnTo>
                    <a:pt x="1693549" y="1668810"/>
                  </a:lnTo>
                  <a:lnTo>
                    <a:pt x="1692881" y="1668810"/>
                  </a:lnTo>
                  <a:lnTo>
                    <a:pt x="1692213" y="1668810"/>
                  </a:lnTo>
                  <a:lnTo>
                    <a:pt x="1691545" y="1668810"/>
                  </a:lnTo>
                  <a:lnTo>
                    <a:pt x="1690877" y="1668810"/>
                  </a:lnTo>
                  <a:lnTo>
                    <a:pt x="1690209" y="1668810"/>
                  </a:lnTo>
                  <a:lnTo>
                    <a:pt x="1689541" y="1668810"/>
                  </a:lnTo>
                  <a:lnTo>
                    <a:pt x="1688873" y="1668810"/>
                  </a:lnTo>
                  <a:lnTo>
                    <a:pt x="1688204" y="1668810"/>
                  </a:lnTo>
                  <a:lnTo>
                    <a:pt x="1687536" y="1668810"/>
                  </a:lnTo>
                  <a:lnTo>
                    <a:pt x="1686868" y="1668810"/>
                  </a:lnTo>
                  <a:lnTo>
                    <a:pt x="1686200" y="1668810"/>
                  </a:lnTo>
                  <a:lnTo>
                    <a:pt x="1685532" y="1668810"/>
                  </a:lnTo>
                  <a:lnTo>
                    <a:pt x="1684864" y="1668810"/>
                  </a:lnTo>
                  <a:lnTo>
                    <a:pt x="1684196" y="1668810"/>
                  </a:lnTo>
                  <a:lnTo>
                    <a:pt x="1683528" y="1668810"/>
                  </a:lnTo>
                  <a:lnTo>
                    <a:pt x="1682860" y="1668810"/>
                  </a:lnTo>
                  <a:lnTo>
                    <a:pt x="1682192" y="1668810"/>
                  </a:lnTo>
                  <a:lnTo>
                    <a:pt x="1681524" y="1668810"/>
                  </a:lnTo>
                  <a:lnTo>
                    <a:pt x="1680856" y="1668810"/>
                  </a:lnTo>
                  <a:lnTo>
                    <a:pt x="1680188" y="1668810"/>
                  </a:lnTo>
                  <a:lnTo>
                    <a:pt x="1679520" y="1668810"/>
                  </a:lnTo>
                  <a:lnTo>
                    <a:pt x="1678852" y="1668810"/>
                  </a:lnTo>
                  <a:lnTo>
                    <a:pt x="1678184" y="1668810"/>
                  </a:lnTo>
                  <a:lnTo>
                    <a:pt x="1677516" y="1668810"/>
                  </a:lnTo>
                  <a:lnTo>
                    <a:pt x="1676848" y="1668810"/>
                  </a:lnTo>
                  <a:lnTo>
                    <a:pt x="1676180" y="1668810"/>
                  </a:lnTo>
                  <a:lnTo>
                    <a:pt x="1675512" y="1668810"/>
                  </a:lnTo>
                  <a:lnTo>
                    <a:pt x="1674844" y="1668810"/>
                  </a:lnTo>
                  <a:lnTo>
                    <a:pt x="1674176" y="1668810"/>
                  </a:lnTo>
                  <a:lnTo>
                    <a:pt x="1673508" y="1668810"/>
                  </a:lnTo>
                  <a:lnTo>
                    <a:pt x="1672840" y="1668810"/>
                  </a:lnTo>
                  <a:lnTo>
                    <a:pt x="1672172" y="1668810"/>
                  </a:lnTo>
                  <a:lnTo>
                    <a:pt x="1671504" y="1668810"/>
                  </a:lnTo>
                  <a:lnTo>
                    <a:pt x="1670836" y="1668810"/>
                  </a:lnTo>
                  <a:lnTo>
                    <a:pt x="1670168" y="1668810"/>
                  </a:lnTo>
                  <a:lnTo>
                    <a:pt x="1669500" y="1668810"/>
                  </a:lnTo>
                  <a:lnTo>
                    <a:pt x="1668832" y="1668810"/>
                  </a:lnTo>
                  <a:lnTo>
                    <a:pt x="1668164" y="1668810"/>
                  </a:lnTo>
                  <a:lnTo>
                    <a:pt x="1667496" y="1668810"/>
                  </a:lnTo>
                  <a:lnTo>
                    <a:pt x="1666828" y="1668810"/>
                  </a:lnTo>
                  <a:lnTo>
                    <a:pt x="1666160" y="1668810"/>
                  </a:lnTo>
                  <a:lnTo>
                    <a:pt x="1665492" y="1668810"/>
                  </a:lnTo>
                  <a:lnTo>
                    <a:pt x="1664824" y="1668810"/>
                  </a:lnTo>
                  <a:lnTo>
                    <a:pt x="1664156" y="1668810"/>
                  </a:lnTo>
                  <a:lnTo>
                    <a:pt x="1663487" y="1668810"/>
                  </a:lnTo>
                  <a:lnTo>
                    <a:pt x="1662819" y="1668810"/>
                  </a:lnTo>
                  <a:lnTo>
                    <a:pt x="1662151" y="1668810"/>
                  </a:lnTo>
                  <a:lnTo>
                    <a:pt x="1661483" y="1668810"/>
                  </a:lnTo>
                  <a:lnTo>
                    <a:pt x="1660815" y="1668810"/>
                  </a:lnTo>
                  <a:lnTo>
                    <a:pt x="1660147" y="1668810"/>
                  </a:lnTo>
                  <a:lnTo>
                    <a:pt x="1659479" y="1668810"/>
                  </a:lnTo>
                  <a:lnTo>
                    <a:pt x="1658811" y="1668810"/>
                  </a:lnTo>
                  <a:lnTo>
                    <a:pt x="1658143" y="1668810"/>
                  </a:lnTo>
                  <a:lnTo>
                    <a:pt x="1657475" y="1668810"/>
                  </a:lnTo>
                  <a:lnTo>
                    <a:pt x="1656807" y="1668810"/>
                  </a:lnTo>
                  <a:lnTo>
                    <a:pt x="1656139" y="1668810"/>
                  </a:lnTo>
                  <a:lnTo>
                    <a:pt x="1655471" y="1668810"/>
                  </a:lnTo>
                  <a:lnTo>
                    <a:pt x="1654803" y="1668810"/>
                  </a:lnTo>
                  <a:lnTo>
                    <a:pt x="1654135" y="1668810"/>
                  </a:lnTo>
                  <a:lnTo>
                    <a:pt x="1653467" y="1668810"/>
                  </a:lnTo>
                  <a:lnTo>
                    <a:pt x="1652799" y="1668810"/>
                  </a:lnTo>
                  <a:lnTo>
                    <a:pt x="1652131" y="1668810"/>
                  </a:lnTo>
                  <a:lnTo>
                    <a:pt x="1651463" y="1668810"/>
                  </a:lnTo>
                  <a:lnTo>
                    <a:pt x="1650795" y="1668810"/>
                  </a:lnTo>
                  <a:lnTo>
                    <a:pt x="1650127" y="1668810"/>
                  </a:lnTo>
                  <a:lnTo>
                    <a:pt x="1649459" y="1668810"/>
                  </a:lnTo>
                  <a:lnTo>
                    <a:pt x="1648791" y="1668810"/>
                  </a:lnTo>
                  <a:lnTo>
                    <a:pt x="1648123" y="1668810"/>
                  </a:lnTo>
                  <a:lnTo>
                    <a:pt x="1647455" y="1668810"/>
                  </a:lnTo>
                  <a:lnTo>
                    <a:pt x="1646787" y="1668810"/>
                  </a:lnTo>
                  <a:lnTo>
                    <a:pt x="1646119" y="1668810"/>
                  </a:lnTo>
                  <a:lnTo>
                    <a:pt x="1645451" y="1668810"/>
                  </a:lnTo>
                  <a:lnTo>
                    <a:pt x="1644783" y="1668810"/>
                  </a:lnTo>
                  <a:lnTo>
                    <a:pt x="1644115" y="1668810"/>
                  </a:lnTo>
                  <a:lnTo>
                    <a:pt x="1643447" y="1668810"/>
                  </a:lnTo>
                  <a:lnTo>
                    <a:pt x="1642779" y="1668810"/>
                  </a:lnTo>
                  <a:lnTo>
                    <a:pt x="1642111" y="1668810"/>
                  </a:lnTo>
                  <a:lnTo>
                    <a:pt x="1641443" y="1668810"/>
                  </a:lnTo>
                  <a:lnTo>
                    <a:pt x="1640775" y="1668810"/>
                  </a:lnTo>
                  <a:lnTo>
                    <a:pt x="1640107" y="1668810"/>
                  </a:lnTo>
                  <a:lnTo>
                    <a:pt x="1639438" y="1668810"/>
                  </a:lnTo>
                  <a:lnTo>
                    <a:pt x="1638770" y="1668810"/>
                  </a:lnTo>
                  <a:lnTo>
                    <a:pt x="1638102" y="1668810"/>
                  </a:lnTo>
                  <a:lnTo>
                    <a:pt x="1637434" y="1668810"/>
                  </a:lnTo>
                  <a:lnTo>
                    <a:pt x="1636766" y="1668810"/>
                  </a:lnTo>
                  <a:lnTo>
                    <a:pt x="1636098" y="1668810"/>
                  </a:lnTo>
                  <a:lnTo>
                    <a:pt x="1635430" y="1668810"/>
                  </a:lnTo>
                  <a:lnTo>
                    <a:pt x="1634762" y="1668810"/>
                  </a:lnTo>
                  <a:lnTo>
                    <a:pt x="1634094" y="1668810"/>
                  </a:lnTo>
                  <a:lnTo>
                    <a:pt x="1633426" y="1668810"/>
                  </a:lnTo>
                  <a:lnTo>
                    <a:pt x="1632758" y="1668810"/>
                  </a:lnTo>
                  <a:lnTo>
                    <a:pt x="1632090" y="1668810"/>
                  </a:lnTo>
                  <a:lnTo>
                    <a:pt x="1631422" y="1668810"/>
                  </a:lnTo>
                  <a:lnTo>
                    <a:pt x="1630754" y="1668810"/>
                  </a:lnTo>
                  <a:lnTo>
                    <a:pt x="1630086" y="1668810"/>
                  </a:lnTo>
                  <a:lnTo>
                    <a:pt x="1629418" y="1668810"/>
                  </a:lnTo>
                  <a:lnTo>
                    <a:pt x="1628750" y="1668810"/>
                  </a:lnTo>
                  <a:lnTo>
                    <a:pt x="1628082" y="1668810"/>
                  </a:lnTo>
                  <a:lnTo>
                    <a:pt x="1627414" y="1668810"/>
                  </a:lnTo>
                  <a:lnTo>
                    <a:pt x="1626746" y="1668810"/>
                  </a:lnTo>
                  <a:lnTo>
                    <a:pt x="1626078" y="1668810"/>
                  </a:lnTo>
                  <a:lnTo>
                    <a:pt x="1625410" y="1668810"/>
                  </a:lnTo>
                  <a:lnTo>
                    <a:pt x="1624742" y="1668810"/>
                  </a:lnTo>
                  <a:lnTo>
                    <a:pt x="1624074" y="1668810"/>
                  </a:lnTo>
                  <a:lnTo>
                    <a:pt x="1623406" y="1668810"/>
                  </a:lnTo>
                  <a:lnTo>
                    <a:pt x="1622738" y="1668810"/>
                  </a:lnTo>
                  <a:lnTo>
                    <a:pt x="1622070" y="1668810"/>
                  </a:lnTo>
                  <a:lnTo>
                    <a:pt x="1621402" y="1668810"/>
                  </a:lnTo>
                  <a:lnTo>
                    <a:pt x="1620734" y="1668810"/>
                  </a:lnTo>
                  <a:lnTo>
                    <a:pt x="1620066" y="1668810"/>
                  </a:lnTo>
                  <a:lnTo>
                    <a:pt x="1619398" y="1668810"/>
                  </a:lnTo>
                  <a:lnTo>
                    <a:pt x="1618730" y="1668810"/>
                  </a:lnTo>
                  <a:lnTo>
                    <a:pt x="1618062" y="1668810"/>
                  </a:lnTo>
                  <a:lnTo>
                    <a:pt x="1617394" y="1668810"/>
                  </a:lnTo>
                  <a:lnTo>
                    <a:pt x="1616726" y="1668810"/>
                  </a:lnTo>
                  <a:lnTo>
                    <a:pt x="1616058" y="1668810"/>
                  </a:lnTo>
                  <a:lnTo>
                    <a:pt x="1615390" y="1668810"/>
                  </a:lnTo>
                  <a:lnTo>
                    <a:pt x="1614721" y="1668810"/>
                  </a:lnTo>
                  <a:lnTo>
                    <a:pt x="1614053" y="1668810"/>
                  </a:lnTo>
                  <a:lnTo>
                    <a:pt x="1613385" y="1668810"/>
                  </a:lnTo>
                  <a:lnTo>
                    <a:pt x="1612717" y="1668810"/>
                  </a:lnTo>
                  <a:lnTo>
                    <a:pt x="1612049" y="1668810"/>
                  </a:lnTo>
                  <a:lnTo>
                    <a:pt x="1611381" y="1668810"/>
                  </a:lnTo>
                  <a:lnTo>
                    <a:pt x="1610713" y="1668810"/>
                  </a:lnTo>
                  <a:lnTo>
                    <a:pt x="1610045" y="1668810"/>
                  </a:lnTo>
                  <a:lnTo>
                    <a:pt x="1609377" y="1668810"/>
                  </a:lnTo>
                  <a:lnTo>
                    <a:pt x="1608709" y="1668810"/>
                  </a:lnTo>
                  <a:lnTo>
                    <a:pt x="1608041" y="1668810"/>
                  </a:lnTo>
                  <a:lnTo>
                    <a:pt x="1607373" y="1668810"/>
                  </a:lnTo>
                  <a:lnTo>
                    <a:pt x="1606705" y="1668810"/>
                  </a:lnTo>
                  <a:lnTo>
                    <a:pt x="1606037" y="1668810"/>
                  </a:lnTo>
                  <a:lnTo>
                    <a:pt x="1605369" y="1668810"/>
                  </a:lnTo>
                  <a:lnTo>
                    <a:pt x="1604701" y="1668810"/>
                  </a:lnTo>
                  <a:lnTo>
                    <a:pt x="1604033" y="1668810"/>
                  </a:lnTo>
                  <a:lnTo>
                    <a:pt x="1603365" y="1668810"/>
                  </a:lnTo>
                  <a:lnTo>
                    <a:pt x="1602697" y="1668810"/>
                  </a:lnTo>
                  <a:lnTo>
                    <a:pt x="1602029" y="1668810"/>
                  </a:lnTo>
                  <a:lnTo>
                    <a:pt x="1601361" y="1668810"/>
                  </a:lnTo>
                  <a:lnTo>
                    <a:pt x="1600693" y="1668810"/>
                  </a:lnTo>
                  <a:lnTo>
                    <a:pt x="1600025" y="1668810"/>
                  </a:lnTo>
                  <a:lnTo>
                    <a:pt x="1599357" y="1668810"/>
                  </a:lnTo>
                  <a:lnTo>
                    <a:pt x="1598689" y="1668810"/>
                  </a:lnTo>
                  <a:lnTo>
                    <a:pt x="1598021" y="1668810"/>
                  </a:lnTo>
                  <a:lnTo>
                    <a:pt x="1597353" y="1668810"/>
                  </a:lnTo>
                  <a:lnTo>
                    <a:pt x="1596685" y="1668810"/>
                  </a:lnTo>
                  <a:lnTo>
                    <a:pt x="1596017" y="1668810"/>
                  </a:lnTo>
                  <a:lnTo>
                    <a:pt x="1595349" y="1668810"/>
                  </a:lnTo>
                  <a:lnTo>
                    <a:pt x="1594681" y="1668810"/>
                  </a:lnTo>
                  <a:lnTo>
                    <a:pt x="1594013" y="1668810"/>
                  </a:lnTo>
                  <a:lnTo>
                    <a:pt x="1593345" y="1668810"/>
                  </a:lnTo>
                  <a:lnTo>
                    <a:pt x="1592677" y="1668810"/>
                  </a:lnTo>
                  <a:lnTo>
                    <a:pt x="1592009" y="1668810"/>
                  </a:lnTo>
                  <a:lnTo>
                    <a:pt x="1591341" y="1668810"/>
                  </a:lnTo>
                  <a:lnTo>
                    <a:pt x="1590673" y="1668810"/>
                  </a:lnTo>
                  <a:lnTo>
                    <a:pt x="1590004" y="1668810"/>
                  </a:lnTo>
                  <a:lnTo>
                    <a:pt x="1589336" y="1668810"/>
                  </a:lnTo>
                  <a:lnTo>
                    <a:pt x="1588668" y="1668810"/>
                  </a:lnTo>
                  <a:lnTo>
                    <a:pt x="1588000" y="1668810"/>
                  </a:lnTo>
                  <a:lnTo>
                    <a:pt x="1587332" y="1668810"/>
                  </a:lnTo>
                  <a:lnTo>
                    <a:pt x="1586664" y="1668810"/>
                  </a:lnTo>
                  <a:lnTo>
                    <a:pt x="1585996" y="1668810"/>
                  </a:lnTo>
                  <a:lnTo>
                    <a:pt x="1585328" y="1668810"/>
                  </a:lnTo>
                  <a:lnTo>
                    <a:pt x="1584660" y="1668810"/>
                  </a:lnTo>
                  <a:lnTo>
                    <a:pt x="1583992" y="1668810"/>
                  </a:lnTo>
                  <a:lnTo>
                    <a:pt x="1583324" y="1668810"/>
                  </a:lnTo>
                  <a:lnTo>
                    <a:pt x="1582656" y="1668810"/>
                  </a:lnTo>
                  <a:lnTo>
                    <a:pt x="1581988" y="1668810"/>
                  </a:lnTo>
                  <a:lnTo>
                    <a:pt x="1581320" y="1668810"/>
                  </a:lnTo>
                  <a:lnTo>
                    <a:pt x="1580652" y="1668810"/>
                  </a:lnTo>
                  <a:lnTo>
                    <a:pt x="1579984" y="1668810"/>
                  </a:lnTo>
                  <a:lnTo>
                    <a:pt x="1579316" y="1668810"/>
                  </a:lnTo>
                  <a:lnTo>
                    <a:pt x="1578648" y="1668810"/>
                  </a:lnTo>
                  <a:lnTo>
                    <a:pt x="1577980" y="1668810"/>
                  </a:lnTo>
                  <a:lnTo>
                    <a:pt x="1577312" y="1668810"/>
                  </a:lnTo>
                  <a:lnTo>
                    <a:pt x="1576644" y="1668810"/>
                  </a:lnTo>
                  <a:lnTo>
                    <a:pt x="1575976" y="1668810"/>
                  </a:lnTo>
                  <a:lnTo>
                    <a:pt x="1575308" y="1668810"/>
                  </a:lnTo>
                  <a:lnTo>
                    <a:pt x="1574640" y="1668810"/>
                  </a:lnTo>
                  <a:lnTo>
                    <a:pt x="1573972" y="1668810"/>
                  </a:lnTo>
                  <a:lnTo>
                    <a:pt x="1573304" y="1668810"/>
                  </a:lnTo>
                  <a:lnTo>
                    <a:pt x="1572636" y="1668810"/>
                  </a:lnTo>
                  <a:lnTo>
                    <a:pt x="1571968" y="1668810"/>
                  </a:lnTo>
                  <a:lnTo>
                    <a:pt x="1571300" y="1668810"/>
                  </a:lnTo>
                  <a:lnTo>
                    <a:pt x="1570632" y="1668810"/>
                  </a:lnTo>
                  <a:lnTo>
                    <a:pt x="1569964" y="1668810"/>
                  </a:lnTo>
                  <a:lnTo>
                    <a:pt x="1569296" y="1668810"/>
                  </a:lnTo>
                  <a:lnTo>
                    <a:pt x="1568628" y="1668810"/>
                  </a:lnTo>
                  <a:lnTo>
                    <a:pt x="1567960" y="1668810"/>
                  </a:lnTo>
                  <a:lnTo>
                    <a:pt x="1567292" y="1668810"/>
                  </a:lnTo>
                  <a:lnTo>
                    <a:pt x="1566624" y="1668810"/>
                  </a:lnTo>
                  <a:lnTo>
                    <a:pt x="1565956" y="1668810"/>
                  </a:lnTo>
                  <a:lnTo>
                    <a:pt x="1565287" y="1668810"/>
                  </a:lnTo>
                  <a:lnTo>
                    <a:pt x="1564619" y="1668810"/>
                  </a:lnTo>
                  <a:lnTo>
                    <a:pt x="1563951" y="1668810"/>
                  </a:lnTo>
                  <a:lnTo>
                    <a:pt x="1563283" y="1668810"/>
                  </a:lnTo>
                  <a:lnTo>
                    <a:pt x="1562615" y="1668810"/>
                  </a:lnTo>
                  <a:lnTo>
                    <a:pt x="1561947" y="1668810"/>
                  </a:lnTo>
                  <a:lnTo>
                    <a:pt x="1561279" y="1668810"/>
                  </a:lnTo>
                  <a:lnTo>
                    <a:pt x="1560611" y="1668810"/>
                  </a:lnTo>
                  <a:lnTo>
                    <a:pt x="1559943" y="1668810"/>
                  </a:lnTo>
                  <a:lnTo>
                    <a:pt x="1559275" y="1668810"/>
                  </a:lnTo>
                  <a:lnTo>
                    <a:pt x="1558607" y="1668810"/>
                  </a:lnTo>
                  <a:lnTo>
                    <a:pt x="1557939" y="1668810"/>
                  </a:lnTo>
                  <a:lnTo>
                    <a:pt x="1557271" y="1668810"/>
                  </a:lnTo>
                  <a:lnTo>
                    <a:pt x="1556603" y="1668810"/>
                  </a:lnTo>
                  <a:lnTo>
                    <a:pt x="1555935" y="1668810"/>
                  </a:lnTo>
                  <a:lnTo>
                    <a:pt x="1555267" y="1668810"/>
                  </a:lnTo>
                  <a:lnTo>
                    <a:pt x="1554599" y="1668810"/>
                  </a:lnTo>
                  <a:lnTo>
                    <a:pt x="1553931" y="1668810"/>
                  </a:lnTo>
                  <a:lnTo>
                    <a:pt x="1553263" y="1668810"/>
                  </a:lnTo>
                  <a:lnTo>
                    <a:pt x="1552595" y="1668810"/>
                  </a:lnTo>
                  <a:lnTo>
                    <a:pt x="1551927" y="1668810"/>
                  </a:lnTo>
                  <a:lnTo>
                    <a:pt x="1551259" y="1668810"/>
                  </a:lnTo>
                  <a:lnTo>
                    <a:pt x="1550591" y="1668810"/>
                  </a:lnTo>
                  <a:lnTo>
                    <a:pt x="1549923" y="1668810"/>
                  </a:lnTo>
                  <a:lnTo>
                    <a:pt x="1549255" y="1668810"/>
                  </a:lnTo>
                  <a:lnTo>
                    <a:pt x="1548587" y="1668810"/>
                  </a:lnTo>
                  <a:lnTo>
                    <a:pt x="1547919" y="1668810"/>
                  </a:lnTo>
                  <a:lnTo>
                    <a:pt x="1547251" y="1668810"/>
                  </a:lnTo>
                  <a:lnTo>
                    <a:pt x="1546583" y="1668810"/>
                  </a:lnTo>
                  <a:lnTo>
                    <a:pt x="1545915" y="1668810"/>
                  </a:lnTo>
                  <a:lnTo>
                    <a:pt x="1545247" y="1668810"/>
                  </a:lnTo>
                  <a:lnTo>
                    <a:pt x="1544579" y="1668810"/>
                  </a:lnTo>
                  <a:lnTo>
                    <a:pt x="1543911" y="1668810"/>
                  </a:lnTo>
                  <a:lnTo>
                    <a:pt x="1543243" y="1668810"/>
                  </a:lnTo>
                  <a:lnTo>
                    <a:pt x="1542575" y="1668810"/>
                  </a:lnTo>
                  <a:lnTo>
                    <a:pt x="1541907" y="1668810"/>
                  </a:lnTo>
                  <a:lnTo>
                    <a:pt x="1541238" y="1668810"/>
                  </a:lnTo>
                  <a:lnTo>
                    <a:pt x="1540570" y="1668810"/>
                  </a:lnTo>
                  <a:lnTo>
                    <a:pt x="1539902" y="1668810"/>
                  </a:lnTo>
                  <a:lnTo>
                    <a:pt x="1539234" y="1668810"/>
                  </a:lnTo>
                  <a:lnTo>
                    <a:pt x="1538566" y="1668810"/>
                  </a:lnTo>
                  <a:lnTo>
                    <a:pt x="1537898" y="1668810"/>
                  </a:lnTo>
                  <a:lnTo>
                    <a:pt x="1537230" y="1668810"/>
                  </a:lnTo>
                  <a:lnTo>
                    <a:pt x="1536562" y="1668810"/>
                  </a:lnTo>
                  <a:lnTo>
                    <a:pt x="1535894" y="1668810"/>
                  </a:lnTo>
                  <a:lnTo>
                    <a:pt x="1535226" y="1668810"/>
                  </a:lnTo>
                  <a:lnTo>
                    <a:pt x="1534558" y="1668810"/>
                  </a:lnTo>
                  <a:lnTo>
                    <a:pt x="1533890" y="1668810"/>
                  </a:lnTo>
                  <a:lnTo>
                    <a:pt x="1533222" y="1668810"/>
                  </a:lnTo>
                  <a:lnTo>
                    <a:pt x="1532554" y="1668810"/>
                  </a:lnTo>
                  <a:lnTo>
                    <a:pt x="1531886" y="1668810"/>
                  </a:lnTo>
                  <a:lnTo>
                    <a:pt x="1531218" y="1668810"/>
                  </a:lnTo>
                  <a:lnTo>
                    <a:pt x="1530550" y="1668810"/>
                  </a:lnTo>
                  <a:lnTo>
                    <a:pt x="1529882" y="1668810"/>
                  </a:lnTo>
                  <a:lnTo>
                    <a:pt x="1529214" y="1668810"/>
                  </a:lnTo>
                  <a:lnTo>
                    <a:pt x="1528546" y="1668810"/>
                  </a:lnTo>
                  <a:lnTo>
                    <a:pt x="1527878" y="1668810"/>
                  </a:lnTo>
                  <a:lnTo>
                    <a:pt x="1527210" y="1668810"/>
                  </a:lnTo>
                  <a:lnTo>
                    <a:pt x="1526542" y="1668810"/>
                  </a:lnTo>
                  <a:lnTo>
                    <a:pt x="1525874" y="1668810"/>
                  </a:lnTo>
                  <a:lnTo>
                    <a:pt x="1525206" y="1668810"/>
                  </a:lnTo>
                  <a:lnTo>
                    <a:pt x="1524538" y="1668810"/>
                  </a:lnTo>
                  <a:lnTo>
                    <a:pt x="1523870" y="1668810"/>
                  </a:lnTo>
                  <a:lnTo>
                    <a:pt x="1523202" y="1668810"/>
                  </a:lnTo>
                  <a:lnTo>
                    <a:pt x="1522534" y="1668810"/>
                  </a:lnTo>
                  <a:lnTo>
                    <a:pt x="1521866" y="1668810"/>
                  </a:lnTo>
                  <a:lnTo>
                    <a:pt x="1521198" y="1668810"/>
                  </a:lnTo>
                  <a:lnTo>
                    <a:pt x="1520530" y="1668810"/>
                  </a:lnTo>
                  <a:lnTo>
                    <a:pt x="1519862" y="1668810"/>
                  </a:lnTo>
                  <a:lnTo>
                    <a:pt x="1519194" y="1668810"/>
                  </a:lnTo>
                  <a:lnTo>
                    <a:pt x="1518526" y="1668810"/>
                  </a:lnTo>
                  <a:lnTo>
                    <a:pt x="1517858" y="1668810"/>
                  </a:lnTo>
                  <a:lnTo>
                    <a:pt x="1517190" y="1668810"/>
                  </a:lnTo>
                  <a:lnTo>
                    <a:pt x="1516521" y="1668810"/>
                  </a:lnTo>
                  <a:lnTo>
                    <a:pt x="1515853" y="1668810"/>
                  </a:lnTo>
                  <a:lnTo>
                    <a:pt x="1515185" y="1668810"/>
                  </a:lnTo>
                  <a:lnTo>
                    <a:pt x="1514517" y="1668810"/>
                  </a:lnTo>
                  <a:lnTo>
                    <a:pt x="1513849" y="1668810"/>
                  </a:lnTo>
                  <a:lnTo>
                    <a:pt x="1513181" y="1668810"/>
                  </a:lnTo>
                  <a:lnTo>
                    <a:pt x="1512513" y="1668810"/>
                  </a:lnTo>
                  <a:lnTo>
                    <a:pt x="1511845" y="1668810"/>
                  </a:lnTo>
                  <a:lnTo>
                    <a:pt x="1511177" y="1668810"/>
                  </a:lnTo>
                  <a:lnTo>
                    <a:pt x="1510509" y="1668810"/>
                  </a:lnTo>
                  <a:lnTo>
                    <a:pt x="1509841" y="1668810"/>
                  </a:lnTo>
                  <a:lnTo>
                    <a:pt x="1509173" y="1668810"/>
                  </a:lnTo>
                  <a:lnTo>
                    <a:pt x="1508505" y="1668810"/>
                  </a:lnTo>
                  <a:lnTo>
                    <a:pt x="1507837" y="1668810"/>
                  </a:lnTo>
                  <a:lnTo>
                    <a:pt x="1507169" y="1668810"/>
                  </a:lnTo>
                  <a:lnTo>
                    <a:pt x="1506501" y="1668810"/>
                  </a:lnTo>
                  <a:lnTo>
                    <a:pt x="1505833" y="1668810"/>
                  </a:lnTo>
                  <a:lnTo>
                    <a:pt x="1505165" y="1668810"/>
                  </a:lnTo>
                  <a:lnTo>
                    <a:pt x="1504497" y="1668810"/>
                  </a:lnTo>
                  <a:lnTo>
                    <a:pt x="1503829" y="1668810"/>
                  </a:lnTo>
                  <a:lnTo>
                    <a:pt x="1503161" y="1668810"/>
                  </a:lnTo>
                  <a:lnTo>
                    <a:pt x="1502493" y="1668810"/>
                  </a:lnTo>
                  <a:lnTo>
                    <a:pt x="1501825" y="1668810"/>
                  </a:lnTo>
                  <a:lnTo>
                    <a:pt x="1501157" y="1668810"/>
                  </a:lnTo>
                  <a:lnTo>
                    <a:pt x="1500489" y="1668810"/>
                  </a:lnTo>
                  <a:lnTo>
                    <a:pt x="1499821" y="1668810"/>
                  </a:lnTo>
                  <a:lnTo>
                    <a:pt x="1499153" y="1668810"/>
                  </a:lnTo>
                  <a:lnTo>
                    <a:pt x="1498485" y="1668810"/>
                  </a:lnTo>
                  <a:lnTo>
                    <a:pt x="1497817" y="1668810"/>
                  </a:lnTo>
                  <a:lnTo>
                    <a:pt x="1497149" y="1668810"/>
                  </a:lnTo>
                  <a:lnTo>
                    <a:pt x="1496481" y="1668810"/>
                  </a:lnTo>
                  <a:lnTo>
                    <a:pt x="1495813" y="1668810"/>
                  </a:lnTo>
                  <a:lnTo>
                    <a:pt x="1495145" y="1668810"/>
                  </a:lnTo>
                  <a:lnTo>
                    <a:pt x="1494477" y="1668810"/>
                  </a:lnTo>
                  <a:lnTo>
                    <a:pt x="1493809" y="1668810"/>
                  </a:lnTo>
                  <a:lnTo>
                    <a:pt x="1493141" y="1668810"/>
                  </a:lnTo>
                  <a:lnTo>
                    <a:pt x="1492473" y="1668810"/>
                  </a:lnTo>
                  <a:lnTo>
                    <a:pt x="1491804" y="1668810"/>
                  </a:lnTo>
                  <a:lnTo>
                    <a:pt x="1491136" y="1668810"/>
                  </a:lnTo>
                  <a:lnTo>
                    <a:pt x="1490468" y="1668810"/>
                  </a:lnTo>
                  <a:lnTo>
                    <a:pt x="1489800" y="1668810"/>
                  </a:lnTo>
                  <a:lnTo>
                    <a:pt x="1489132" y="1668810"/>
                  </a:lnTo>
                  <a:lnTo>
                    <a:pt x="1488464" y="1668810"/>
                  </a:lnTo>
                  <a:lnTo>
                    <a:pt x="1487796" y="1668810"/>
                  </a:lnTo>
                  <a:lnTo>
                    <a:pt x="1487128" y="1668810"/>
                  </a:lnTo>
                  <a:lnTo>
                    <a:pt x="1486460" y="1668810"/>
                  </a:lnTo>
                  <a:lnTo>
                    <a:pt x="1485792" y="1668810"/>
                  </a:lnTo>
                  <a:lnTo>
                    <a:pt x="1485124" y="1668810"/>
                  </a:lnTo>
                  <a:lnTo>
                    <a:pt x="1484456" y="1668810"/>
                  </a:lnTo>
                  <a:lnTo>
                    <a:pt x="1483788" y="1668810"/>
                  </a:lnTo>
                  <a:lnTo>
                    <a:pt x="1483120" y="1668810"/>
                  </a:lnTo>
                  <a:lnTo>
                    <a:pt x="1482452" y="1668810"/>
                  </a:lnTo>
                  <a:lnTo>
                    <a:pt x="1481784" y="1668810"/>
                  </a:lnTo>
                  <a:lnTo>
                    <a:pt x="1481116" y="1668810"/>
                  </a:lnTo>
                  <a:lnTo>
                    <a:pt x="1480448" y="1668810"/>
                  </a:lnTo>
                  <a:lnTo>
                    <a:pt x="1479780" y="1668810"/>
                  </a:lnTo>
                  <a:lnTo>
                    <a:pt x="1479112" y="1668810"/>
                  </a:lnTo>
                  <a:lnTo>
                    <a:pt x="1478444" y="1668810"/>
                  </a:lnTo>
                  <a:lnTo>
                    <a:pt x="1477776" y="1668810"/>
                  </a:lnTo>
                  <a:lnTo>
                    <a:pt x="1477108" y="1668810"/>
                  </a:lnTo>
                  <a:lnTo>
                    <a:pt x="1476440" y="1668810"/>
                  </a:lnTo>
                  <a:lnTo>
                    <a:pt x="1475772" y="1668810"/>
                  </a:lnTo>
                  <a:lnTo>
                    <a:pt x="1475104" y="1668810"/>
                  </a:lnTo>
                  <a:lnTo>
                    <a:pt x="1474436" y="1668810"/>
                  </a:lnTo>
                  <a:lnTo>
                    <a:pt x="1473768" y="1668810"/>
                  </a:lnTo>
                  <a:lnTo>
                    <a:pt x="1473100" y="1668810"/>
                  </a:lnTo>
                  <a:lnTo>
                    <a:pt x="1472432" y="1668810"/>
                  </a:lnTo>
                  <a:lnTo>
                    <a:pt x="1471764" y="1668810"/>
                  </a:lnTo>
                  <a:lnTo>
                    <a:pt x="1471096" y="1668810"/>
                  </a:lnTo>
                  <a:lnTo>
                    <a:pt x="1470428" y="1668810"/>
                  </a:lnTo>
                  <a:lnTo>
                    <a:pt x="1469760" y="1668810"/>
                  </a:lnTo>
                  <a:lnTo>
                    <a:pt x="1469092" y="1668810"/>
                  </a:lnTo>
                  <a:lnTo>
                    <a:pt x="1468424" y="1668810"/>
                  </a:lnTo>
                  <a:lnTo>
                    <a:pt x="1467756" y="1668810"/>
                  </a:lnTo>
                  <a:lnTo>
                    <a:pt x="1467087" y="1668810"/>
                  </a:lnTo>
                  <a:lnTo>
                    <a:pt x="1466419" y="1668810"/>
                  </a:lnTo>
                  <a:lnTo>
                    <a:pt x="1465751" y="1668810"/>
                  </a:lnTo>
                  <a:lnTo>
                    <a:pt x="1465083" y="1668810"/>
                  </a:lnTo>
                  <a:lnTo>
                    <a:pt x="1464415" y="1668810"/>
                  </a:lnTo>
                  <a:lnTo>
                    <a:pt x="1463747" y="1668810"/>
                  </a:lnTo>
                  <a:lnTo>
                    <a:pt x="1463079" y="1668810"/>
                  </a:lnTo>
                  <a:lnTo>
                    <a:pt x="1462411" y="1668810"/>
                  </a:lnTo>
                  <a:lnTo>
                    <a:pt x="1461743" y="1668810"/>
                  </a:lnTo>
                  <a:lnTo>
                    <a:pt x="1461075" y="1668810"/>
                  </a:lnTo>
                  <a:lnTo>
                    <a:pt x="1460407" y="1668810"/>
                  </a:lnTo>
                  <a:lnTo>
                    <a:pt x="1459739" y="1668810"/>
                  </a:lnTo>
                  <a:lnTo>
                    <a:pt x="1459071" y="1668810"/>
                  </a:lnTo>
                  <a:lnTo>
                    <a:pt x="1458403" y="1668810"/>
                  </a:lnTo>
                  <a:lnTo>
                    <a:pt x="1457735" y="1668810"/>
                  </a:lnTo>
                  <a:lnTo>
                    <a:pt x="1457067" y="1668810"/>
                  </a:lnTo>
                  <a:lnTo>
                    <a:pt x="1456399" y="1668810"/>
                  </a:lnTo>
                  <a:lnTo>
                    <a:pt x="1455731" y="1668810"/>
                  </a:lnTo>
                  <a:lnTo>
                    <a:pt x="1455063" y="1668810"/>
                  </a:lnTo>
                  <a:lnTo>
                    <a:pt x="1454395" y="1668810"/>
                  </a:lnTo>
                  <a:lnTo>
                    <a:pt x="1453727" y="1668810"/>
                  </a:lnTo>
                  <a:lnTo>
                    <a:pt x="1453059" y="1668810"/>
                  </a:lnTo>
                  <a:lnTo>
                    <a:pt x="1452391" y="1668810"/>
                  </a:lnTo>
                  <a:lnTo>
                    <a:pt x="1451723" y="1668810"/>
                  </a:lnTo>
                  <a:lnTo>
                    <a:pt x="1451055" y="1668810"/>
                  </a:lnTo>
                  <a:lnTo>
                    <a:pt x="1450387" y="1668810"/>
                  </a:lnTo>
                  <a:lnTo>
                    <a:pt x="1449719" y="1668810"/>
                  </a:lnTo>
                  <a:lnTo>
                    <a:pt x="1449051" y="1668810"/>
                  </a:lnTo>
                  <a:lnTo>
                    <a:pt x="1448383" y="1668810"/>
                  </a:lnTo>
                  <a:lnTo>
                    <a:pt x="1447715" y="1668810"/>
                  </a:lnTo>
                  <a:lnTo>
                    <a:pt x="1447047" y="1668810"/>
                  </a:lnTo>
                  <a:lnTo>
                    <a:pt x="1446379" y="1668810"/>
                  </a:lnTo>
                  <a:lnTo>
                    <a:pt x="1445711" y="1668810"/>
                  </a:lnTo>
                  <a:lnTo>
                    <a:pt x="1445043" y="1668810"/>
                  </a:lnTo>
                  <a:lnTo>
                    <a:pt x="1444375" y="1668810"/>
                  </a:lnTo>
                  <a:lnTo>
                    <a:pt x="1443707" y="1668810"/>
                  </a:lnTo>
                  <a:lnTo>
                    <a:pt x="1443038" y="1668810"/>
                  </a:lnTo>
                  <a:lnTo>
                    <a:pt x="1442370" y="1668810"/>
                  </a:lnTo>
                  <a:lnTo>
                    <a:pt x="1441702" y="1668810"/>
                  </a:lnTo>
                  <a:lnTo>
                    <a:pt x="1441034" y="1668810"/>
                  </a:lnTo>
                  <a:lnTo>
                    <a:pt x="1440366" y="1668810"/>
                  </a:lnTo>
                  <a:lnTo>
                    <a:pt x="1439698" y="1668810"/>
                  </a:lnTo>
                  <a:lnTo>
                    <a:pt x="1439030" y="1668810"/>
                  </a:lnTo>
                  <a:lnTo>
                    <a:pt x="1438362" y="1668810"/>
                  </a:lnTo>
                  <a:lnTo>
                    <a:pt x="1437694" y="1668810"/>
                  </a:lnTo>
                  <a:lnTo>
                    <a:pt x="1437026" y="1668810"/>
                  </a:lnTo>
                  <a:lnTo>
                    <a:pt x="1436358" y="1668810"/>
                  </a:lnTo>
                  <a:lnTo>
                    <a:pt x="1435690" y="1668810"/>
                  </a:lnTo>
                  <a:lnTo>
                    <a:pt x="1435022" y="1668810"/>
                  </a:lnTo>
                  <a:lnTo>
                    <a:pt x="1434354" y="1668810"/>
                  </a:lnTo>
                  <a:lnTo>
                    <a:pt x="1433686" y="1668810"/>
                  </a:lnTo>
                  <a:lnTo>
                    <a:pt x="1433018" y="1668810"/>
                  </a:lnTo>
                  <a:lnTo>
                    <a:pt x="1432350" y="1668810"/>
                  </a:lnTo>
                  <a:lnTo>
                    <a:pt x="1431682" y="1668810"/>
                  </a:lnTo>
                  <a:lnTo>
                    <a:pt x="1431014" y="1668810"/>
                  </a:lnTo>
                  <a:lnTo>
                    <a:pt x="1430346" y="1668810"/>
                  </a:lnTo>
                  <a:lnTo>
                    <a:pt x="1429678" y="1668810"/>
                  </a:lnTo>
                  <a:lnTo>
                    <a:pt x="1429010" y="1668810"/>
                  </a:lnTo>
                  <a:lnTo>
                    <a:pt x="1428342" y="1668810"/>
                  </a:lnTo>
                  <a:lnTo>
                    <a:pt x="1427674" y="1668810"/>
                  </a:lnTo>
                  <a:lnTo>
                    <a:pt x="1427006" y="1668810"/>
                  </a:lnTo>
                  <a:lnTo>
                    <a:pt x="1426338" y="1668810"/>
                  </a:lnTo>
                  <a:lnTo>
                    <a:pt x="1425670" y="1668810"/>
                  </a:lnTo>
                  <a:lnTo>
                    <a:pt x="1425002" y="1668810"/>
                  </a:lnTo>
                  <a:lnTo>
                    <a:pt x="1424334" y="1668810"/>
                  </a:lnTo>
                  <a:lnTo>
                    <a:pt x="1423666" y="1668810"/>
                  </a:lnTo>
                  <a:lnTo>
                    <a:pt x="1422998" y="1668810"/>
                  </a:lnTo>
                  <a:lnTo>
                    <a:pt x="1422330" y="1668810"/>
                  </a:lnTo>
                  <a:lnTo>
                    <a:pt x="1421662" y="1668810"/>
                  </a:lnTo>
                  <a:lnTo>
                    <a:pt x="1420994" y="1668810"/>
                  </a:lnTo>
                  <a:lnTo>
                    <a:pt x="1420326" y="1668810"/>
                  </a:lnTo>
                  <a:lnTo>
                    <a:pt x="1419658" y="1668810"/>
                  </a:lnTo>
                  <a:lnTo>
                    <a:pt x="1418990" y="1668810"/>
                  </a:lnTo>
                  <a:lnTo>
                    <a:pt x="1418321" y="1668810"/>
                  </a:lnTo>
                  <a:lnTo>
                    <a:pt x="1417653" y="1668810"/>
                  </a:lnTo>
                  <a:lnTo>
                    <a:pt x="1416985" y="1668810"/>
                  </a:lnTo>
                  <a:lnTo>
                    <a:pt x="1416317" y="1668810"/>
                  </a:lnTo>
                  <a:lnTo>
                    <a:pt x="1415649" y="1668810"/>
                  </a:lnTo>
                  <a:lnTo>
                    <a:pt x="1414981" y="1668810"/>
                  </a:lnTo>
                  <a:lnTo>
                    <a:pt x="1414313" y="1668810"/>
                  </a:lnTo>
                  <a:lnTo>
                    <a:pt x="1413645" y="1668810"/>
                  </a:lnTo>
                  <a:lnTo>
                    <a:pt x="1412977" y="1668810"/>
                  </a:lnTo>
                  <a:lnTo>
                    <a:pt x="1412309" y="1668810"/>
                  </a:lnTo>
                  <a:lnTo>
                    <a:pt x="1411641" y="1668810"/>
                  </a:lnTo>
                  <a:lnTo>
                    <a:pt x="1410973" y="1668810"/>
                  </a:lnTo>
                  <a:lnTo>
                    <a:pt x="1410305" y="1668810"/>
                  </a:lnTo>
                  <a:lnTo>
                    <a:pt x="1409637" y="1668810"/>
                  </a:lnTo>
                  <a:lnTo>
                    <a:pt x="1408969" y="1668810"/>
                  </a:lnTo>
                  <a:lnTo>
                    <a:pt x="1408301" y="1668810"/>
                  </a:lnTo>
                  <a:lnTo>
                    <a:pt x="1407633" y="1668810"/>
                  </a:lnTo>
                  <a:lnTo>
                    <a:pt x="1406965" y="1668810"/>
                  </a:lnTo>
                  <a:lnTo>
                    <a:pt x="1406297" y="1668810"/>
                  </a:lnTo>
                  <a:lnTo>
                    <a:pt x="1405629" y="1668810"/>
                  </a:lnTo>
                  <a:lnTo>
                    <a:pt x="1404961" y="1668810"/>
                  </a:lnTo>
                  <a:lnTo>
                    <a:pt x="1404293" y="1668810"/>
                  </a:lnTo>
                  <a:lnTo>
                    <a:pt x="1403625" y="1668810"/>
                  </a:lnTo>
                  <a:lnTo>
                    <a:pt x="1402957" y="1668810"/>
                  </a:lnTo>
                  <a:lnTo>
                    <a:pt x="1402289" y="1668810"/>
                  </a:lnTo>
                  <a:lnTo>
                    <a:pt x="1401621" y="1668810"/>
                  </a:lnTo>
                  <a:lnTo>
                    <a:pt x="1400953" y="1668810"/>
                  </a:lnTo>
                  <a:lnTo>
                    <a:pt x="1400285" y="1668810"/>
                  </a:lnTo>
                  <a:lnTo>
                    <a:pt x="1399617" y="1668810"/>
                  </a:lnTo>
                  <a:lnTo>
                    <a:pt x="1398949" y="1668810"/>
                  </a:lnTo>
                  <a:lnTo>
                    <a:pt x="1398281" y="1668810"/>
                  </a:lnTo>
                  <a:lnTo>
                    <a:pt x="1397613" y="1668810"/>
                  </a:lnTo>
                  <a:lnTo>
                    <a:pt x="1396945" y="1668810"/>
                  </a:lnTo>
                  <a:lnTo>
                    <a:pt x="1396277" y="1668810"/>
                  </a:lnTo>
                  <a:lnTo>
                    <a:pt x="1395609" y="1668810"/>
                  </a:lnTo>
                  <a:lnTo>
                    <a:pt x="1394941" y="1668810"/>
                  </a:lnTo>
                  <a:lnTo>
                    <a:pt x="1394273" y="1668810"/>
                  </a:lnTo>
                  <a:lnTo>
                    <a:pt x="1393604" y="1668810"/>
                  </a:lnTo>
                  <a:lnTo>
                    <a:pt x="1392936" y="1668810"/>
                  </a:lnTo>
                  <a:lnTo>
                    <a:pt x="1392268" y="1668810"/>
                  </a:lnTo>
                  <a:lnTo>
                    <a:pt x="1391600" y="1668810"/>
                  </a:lnTo>
                  <a:lnTo>
                    <a:pt x="1390932" y="1668810"/>
                  </a:lnTo>
                  <a:lnTo>
                    <a:pt x="1390264" y="1668810"/>
                  </a:lnTo>
                  <a:lnTo>
                    <a:pt x="1389596" y="1668810"/>
                  </a:lnTo>
                  <a:lnTo>
                    <a:pt x="1388928" y="1668810"/>
                  </a:lnTo>
                  <a:lnTo>
                    <a:pt x="1388260" y="1668810"/>
                  </a:lnTo>
                  <a:lnTo>
                    <a:pt x="1387592" y="1668810"/>
                  </a:lnTo>
                  <a:lnTo>
                    <a:pt x="1386924" y="1668810"/>
                  </a:lnTo>
                  <a:lnTo>
                    <a:pt x="1386256" y="1668810"/>
                  </a:lnTo>
                  <a:lnTo>
                    <a:pt x="1385588" y="1668810"/>
                  </a:lnTo>
                  <a:lnTo>
                    <a:pt x="1384920" y="1668810"/>
                  </a:lnTo>
                  <a:lnTo>
                    <a:pt x="1384252" y="1668810"/>
                  </a:lnTo>
                  <a:lnTo>
                    <a:pt x="1383584" y="1668810"/>
                  </a:lnTo>
                  <a:lnTo>
                    <a:pt x="1382916" y="1668810"/>
                  </a:lnTo>
                  <a:lnTo>
                    <a:pt x="1382248" y="1668810"/>
                  </a:lnTo>
                  <a:lnTo>
                    <a:pt x="1381580" y="1668810"/>
                  </a:lnTo>
                  <a:lnTo>
                    <a:pt x="1380912" y="1668810"/>
                  </a:lnTo>
                  <a:lnTo>
                    <a:pt x="1380244" y="1668810"/>
                  </a:lnTo>
                  <a:lnTo>
                    <a:pt x="1379576" y="1668810"/>
                  </a:lnTo>
                  <a:lnTo>
                    <a:pt x="1378908" y="1668810"/>
                  </a:lnTo>
                  <a:lnTo>
                    <a:pt x="1378240" y="1668810"/>
                  </a:lnTo>
                  <a:lnTo>
                    <a:pt x="1377572" y="1668810"/>
                  </a:lnTo>
                  <a:lnTo>
                    <a:pt x="1376904" y="1668810"/>
                  </a:lnTo>
                  <a:lnTo>
                    <a:pt x="1376236" y="1668810"/>
                  </a:lnTo>
                  <a:lnTo>
                    <a:pt x="1375568" y="1668810"/>
                  </a:lnTo>
                  <a:lnTo>
                    <a:pt x="1374900" y="1668810"/>
                  </a:lnTo>
                  <a:lnTo>
                    <a:pt x="1374232" y="1668810"/>
                  </a:lnTo>
                  <a:lnTo>
                    <a:pt x="1373564" y="1668810"/>
                  </a:lnTo>
                  <a:lnTo>
                    <a:pt x="1372896" y="1668810"/>
                  </a:lnTo>
                  <a:lnTo>
                    <a:pt x="1372228" y="1668810"/>
                  </a:lnTo>
                  <a:lnTo>
                    <a:pt x="1371560" y="1668810"/>
                  </a:lnTo>
                  <a:lnTo>
                    <a:pt x="1370892" y="1668810"/>
                  </a:lnTo>
                  <a:lnTo>
                    <a:pt x="1370224" y="1668810"/>
                  </a:lnTo>
                  <a:lnTo>
                    <a:pt x="1369556" y="1668810"/>
                  </a:lnTo>
                  <a:lnTo>
                    <a:pt x="1368887" y="1668810"/>
                  </a:lnTo>
                  <a:lnTo>
                    <a:pt x="1368219" y="1668810"/>
                  </a:lnTo>
                  <a:lnTo>
                    <a:pt x="1367551" y="1668810"/>
                  </a:lnTo>
                  <a:lnTo>
                    <a:pt x="1366883" y="1668810"/>
                  </a:lnTo>
                  <a:lnTo>
                    <a:pt x="1366215" y="1668810"/>
                  </a:lnTo>
                  <a:lnTo>
                    <a:pt x="1365547" y="1668810"/>
                  </a:lnTo>
                  <a:lnTo>
                    <a:pt x="1364879" y="1668810"/>
                  </a:lnTo>
                  <a:lnTo>
                    <a:pt x="1364211" y="1668810"/>
                  </a:lnTo>
                  <a:lnTo>
                    <a:pt x="1363543" y="1668810"/>
                  </a:lnTo>
                  <a:lnTo>
                    <a:pt x="1362875" y="1668810"/>
                  </a:lnTo>
                  <a:lnTo>
                    <a:pt x="1362207" y="1668810"/>
                  </a:lnTo>
                  <a:lnTo>
                    <a:pt x="1361539" y="1668810"/>
                  </a:lnTo>
                  <a:lnTo>
                    <a:pt x="1360871" y="1668810"/>
                  </a:lnTo>
                  <a:lnTo>
                    <a:pt x="1360203" y="1668810"/>
                  </a:lnTo>
                  <a:lnTo>
                    <a:pt x="1359535" y="1668810"/>
                  </a:lnTo>
                  <a:lnTo>
                    <a:pt x="1358867" y="1668810"/>
                  </a:lnTo>
                  <a:lnTo>
                    <a:pt x="1358199" y="1668810"/>
                  </a:lnTo>
                  <a:lnTo>
                    <a:pt x="1357531" y="1668810"/>
                  </a:lnTo>
                  <a:lnTo>
                    <a:pt x="1356863" y="1668810"/>
                  </a:lnTo>
                  <a:lnTo>
                    <a:pt x="1356195" y="1668810"/>
                  </a:lnTo>
                  <a:lnTo>
                    <a:pt x="1355527" y="1668810"/>
                  </a:lnTo>
                  <a:lnTo>
                    <a:pt x="1354859" y="1668810"/>
                  </a:lnTo>
                  <a:lnTo>
                    <a:pt x="1354191" y="1668810"/>
                  </a:lnTo>
                  <a:lnTo>
                    <a:pt x="1353523" y="1668810"/>
                  </a:lnTo>
                  <a:lnTo>
                    <a:pt x="1352855" y="1668810"/>
                  </a:lnTo>
                  <a:lnTo>
                    <a:pt x="1352187" y="1668810"/>
                  </a:lnTo>
                  <a:lnTo>
                    <a:pt x="1351519" y="1668810"/>
                  </a:lnTo>
                  <a:lnTo>
                    <a:pt x="1350851" y="1668810"/>
                  </a:lnTo>
                  <a:lnTo>
                    <a:pt x="1350183" y="1668810"/>
                  </a:lnTo>
                  <a:lnTo>
                    <a:pt x="1349515" y="1668810"/>
                  </a:lnTo>
                  <a:lnTo>
                    <a:pt x="1348847" y="1668810"/>
                  </a:lnTo>
                  <a:lnTo>
                    <a:pt x="1348179" y="1668810"/>
                  </a:lnTo>
                  <a:lnTo>
                    <a:pt x="1347511" y="1668810"/>
                  </a:lnTo>
                  <a:lnTo>
                    <a:pt x="1346843" y="1668810"/>
                  </a:lnTo>
                  <a:lnTo>
                    <a:pt x="1346175" y="1668810"/>
                  </a:lnTo>
                  <a:lnTo>
                    <a:pt x="1345507" y="1668810"/>
                  </a:lnTo>
                  <a:lnTo>
                    <a:pt x="1344838" y="1668810"/>
                  </a:lnTo>
                  <a:lnTo>
                    <a:pt x="1344170" y="1668810"/>
                  </a:lnTo>
                  <a:lnTo>
                    <a:pt x="1343502" y="1668810"/>
                  </a:lnTo>
                  <a:lnTo>
                    <a:pt x="1342834" y="1668810"/>
                  </a:lnTo>
                  <a:lnTo>
                    <a:pt x="1342166" y="1668810"/>
                  </a:lnTo>
                  <a:lnTo>
                    <a:pt x="1341498" y="1668810"/>
                  </a:lnTo>
                  <a:lnTo>
                    <a:pt x="1340830" y="1668810"/>
                  </a:lnTo>
                  <a:lnTo>
                    <a:pt x="1340162" y="1668810"/>
                  </a:lnTo>
                  <a:lnTo>
                    <a:pt x="1339494" y="1668810"/>
                  </a:lnTo>
                  <a:lnTo>
                    <a:pt x="1338826" y="1668810"/>
                  </a:lnTo>
                  <a:lnTo>
                    <a:pt x="1338158" y="1668810"/>
                  </a:lnTo>
                  <a:lnTo>
                    <a:pt x="1337490" y="1668810"/>
                  </a:lnTo>
                  <a:lnTo>
                    <a:pt x="1336822" y="1668810"/>
                  </a:lnTo>
                  <a:lnTo>
                    <a:pt x="1336154" y="1668810"/>
                  </a:lnTo>
                  <a:lnTo>
                    <a:pt x="1335486" y="1668810"/>
                  </a:lnTo>
                  <a:lnTo>
                    <a:pt x="1334818" y="1668810"/>
                  </a:lnTo>
                  <a:lnTo>
                    <a:pt x="1334150" y="1668810"/>
                  </a:lnTo>
                  <a:lnTo>
                    <a:pt x="1333482" y="1668810"/>
                  </a:lnTo>
                  <a:lnTo>
                    <a:pt x="1332814" y="1668810"/>
                  </a:lnTo>
                  <a:lnTo>
                    <a:pt x="1332146" y="1668810"/>
                  </a:lnTo>
                  <a:lnTo>
                    <a:pt x="1331478" y="1668810"/>
                  </a:lnTo>
                  <a:lnTo>
                    <a:pt x="1330810" y="1668810"/>
                  </a:lnTo>
                  <a:lnTo>
                    <a:pt x="1330142" y="1668810"/>
                  </a:lnTo>
                  <a:lnTo>
                    <a:pt x="1329474" y="1668810"/>
                  </a:lnTo>
                  <a:lnTo>
                    <a:pt x="1328806" y="1668810"/>
                  </a:lnTo>
                  <a:lnTo>
                    <a:pt x="1328138" y="1668810"/>
                  </a:lnTo>
                  <a:lnTo>
                    <a:pt x="1327470" y="1668810"/>
                  </a:lnTo>
                  <a:lnTo>
                    <a:pt x="1326802" y="1668810"/>
                  </a:lnTo>
                  <a:lnTo>
                    <a:pt x="1326134" y="1668810"/>
                  </a:lnTo>
                  <a:lnTo>
                    <a:pt x="1325466" y="1668810"/>
                  </a:lnTo>
                  <a:lnTo>
                    <a:pt x="1324798" y="1668810"/>
                  </a:lnTo>
                  <a:lnTo>
                    <a:pt x="1324130" y="1668810"/>
                  </a:lnTo>
                  <a:lnTo>
                    <a:pt x="1323462" y="1668810"/>
                  </a:lnTo>
                  <a:lnTo>
                    <a:pt x="1322794" y="1668810"/>
                  </a:lnTo>
                  <a:lnTo>
                    <a:pt x="1322126" y="1668810"/>
                  </a:lnTo>
                  <a:lnTo>
                    <a:pt x="1321458" y="1668810"/>
                  </a:lnTo>
                  <a:lnTo>
                    <a:pt x="1320790" y="1668810"/>
                  </a:lnTo>
                  <a:lnTo>
                    <a:pt x="1320121" y="1668810"/>
                  </a:lnTo>
                  <a:lnTo>
                    <a:pt x="1319453" y="1668810"/>
                  </a:lnTo>
                  <a:lnTo>
                    <a:pt x="1318785" y="1668810"/>
                  </a:lnTo>
                  <a:lnTo>
                    <a:pt x="1318117" y="1668810"/>
                  </a:lnTo>
                  <a:lnTo>
                    <a:pt x="1317449" y="1668810"/>
                  </a:lnTo>
                  <a:lnTo>
                    <a:pt x="1316781" y="1668810"/>
                  </a:lnTo>
                  <a:lnTo>
                    <a:pt x="1316113" y="1668810"/>
                  </a:lnTo>
                  <a:lnTo>
                    <a:pt x="1315445" y="1668810"/>
                  </a:lnTo>
                  <a:lnTo>
                    <a:pt x="1314777" y="1668810"/>
                  </a:lnTo>
                  <a:lnTo>
                    <a:pt x="1314109" y="1668810"/>
                  </a:lnTo>
                  <a:lnTo>
                    <a:pt x="1313441" y="1668810"/>
                  </a:lnTo>
                  <a:lnTo>
                    <a:pt x="1312773" y="1668810"/>
                  </a:lnTo>
                  <a:lnTo>
                    <a:pt x="1312105" y="1668810"/>
                  </a:lnTo>
                  <a:lnTo>
                    <a:pt x="1311437" y="1668810"/>
                  </a:lnTo>
                  <a:lnTo>
                    <a:pt x="1310769" y="1668810"/>
                  </a:lnTo>
                  <a:lnTo>
                    <a:pt x="1310101" y="1668810"/>
                  </a:lnTo>
                  <a:lnTo>
                    <a:pt x="1309433" y="1668810"/>
                  </a:lnTo>
                  <a:lnTo>
                    <a:pt x="1308765" y="1668810"/>
                  </a:lnTo>
                  <a:lnTo>
                    <a:pt x="1308097" y="1668810"/>
                  </a:lnTo>
                  <a:lnTo>
                    <a:pt x="1307429" y="1668810"/>
                  </a:lnTo>
                  <a:lnTo>
                    <a:pt x="1306761" y="1668810"/>
                  </a:lnTo>
                  <a:lnTo>
                    <a:pt x="1306093" y="1668810"/>
                  </a:lnTo>
                  <a:lnTo>
                    <a:pt x="1305425" y="1668810"/>
                  </a:lnTo>
                  <a:lnTo>
                    <a:pt x="1304757" y="1668810"/>
                  </a:lnTo>
                  <a:lnTo>
                    <a:pt x="1304089" y="1668810"/>
                  </a:lnTo>
                  <a:lnTo>
                    <a:pt x="1303421" y="1668810"/>
                  </a:lnTo>
                  <a:lnTo>
                    <a:pt x="1302753" y="1668810"/>
                  </a:lnTo>
                  <a:lnTo>
                    <a:pt x="1302085" y="1668810"/>
                  </a:lnTo>
                  <a:lnTo>
                    <a:pt x="1301417" y="1668810"/>
                  </a:lnTo>
                  <a:lnTo>
                    <a:pt x="1300749" y="1668810"/>
                  </a:lnTo>
                  <a:lnTo>
                    <a:pt x="1300081" y="1668810"/>
                  </a:lnTo>
                  <a:lnTo>
                    <a:pt x="1299413" y="1668810"/>
                  </a:lnTo>
                  <a:lnTo>
                    <a:pt x="1298745" y="1668810"/>
                  </a:lnTo>
                  <a:lnTo>
                    <a:pt x="1298077" y="1668810"/>
                  </a:lnTo>
                  <a:lnTo>
                    <a:pt x="1297409" y="1668810"/>
                  </a:lnTo>
                  <a:lnTo>
                    <a:pt x="1296741" y="1668810"/>
                  </a:lnTo>
                  <a:lnTo>
                    <a:pt x="1296073" y="1668810"/>
                  </a:lnTo>
                  <a:lnTo>
                    <a:pt x="1295404" y="1668810"/>
                  </a:lnTo>
                  <a:lnTo>
                    <a:pt x="1294736" y="1668810"/>
                  </a:lnTo>
                  <a:lnTo>
                    <a:pt x="1294068" y="1668810"/>
                  </a:lnTo>
                  <a:lnTo>
                    <a:pt x="1293400" y="1668810"/>
                  </a:lnTo>
                  <a:lnTo>
                    <a:pt x="1292732" y="1668810"/>
                  </a:lnTo>
                  <a:lnTo>
                    <a:pt x="1292064" y="1668810"/>
                  </a:lnTo>
                  <a:lnTo>
                    <a:pt x="1291396" y="1668810"/>
                  </a:lnTo>
                  <a:lnTo>
                    <a:pt x="1290728" y="1668810"/>
                  </a:lnTo>
                  <a:lnTo>
                    <a:pt x="1290060" y="1668810"/>
                  </a:lnTo>
                  <a:lnTo>
                    <a:pt x="1289392" y="1668810"/>
                  </a:lnTo>
                  <a:lnTo>
                    <a:pt x="1288724" y="1668810"/>
                  </a:lnTo>
                  <a:lnTo>
                    <a:pt x="1288056" y="1668810"/>
                  </a:lnTo>
                  <a:lnTo>
                    <a:pt x="1287388" y="1668810"/>
                  </a:lnTo>
                  <a:lnTo>
                    <a:pt x="1286720" y="1668810"/>
                  </a:lnTo>
                  <a:lnTo>
                    <a:pt x="1286052" y="1668810"/>
                  </a:lnTo>
                  <a:lnTo>
                    <a:pt x="1285384" y="1668810"/>
                  </a:lnTo>
                  <a:lnTo>
                    <a:pt x="1284716" y="1668810"/>
                  </a:lnTo>
                  <a:lnTo>
                    <a:pt x="1284048" y="1668810"/>
                  </a:lnTo>
                  <a:lnTo>
                    <a:pt x="1283380" y="1668810"/>
                  </a:lnTo>
                  <a:lnTo>
                    <a:pt x="1282712" y="1668810"/>
                  </a:lnTo>
                  <a:lnTo>
                    <a:pt x="1282044" y="1668810"/>
                  </a:lnTo>
                  <a:lnTo>
                    <a:pt x="1281376" y="1668810"/>
                  </a:lnTo>
                  <a:lnTo>
                    <a:pt x="1280708" y="1668810"/>
                  </a:lnTo>
                  <a:lnTo>
                    <a:pt x="1280040" y="1668810"/>
                  </a:lnTo>
                  <a:lnTo>
                    <a:pt x="1279372" y="1668810"/>
                  </a:lnTo>
                  <a:lnTo>
                    <a:pt x="1278704" y="1668810"/>
                  </a:lnTo>
                  <a:lnTo>
                    <a:pt x="1278036" y="1668810"/>
                  </a:lnTo>
                  <a:lnTo>
                    <a:pt x="1277368" y="1668810"/>
                  </a:lnTo>
                  <a:lnTo>
                    <a:pt x="1276700" y="1668810"/>
                  </a:lnTo>
                  <a:lnTo>
                    <a:pt x="1276032" y="1668810"/>
                  </a:lnTo>
                  <a:lnTo>
                    <a:pt x="1275364" y="1668810"/>
                  </a:lnTo>
                  <a:lnTo>
                    <a:pt x="1274696" y="1668810"/>
                  </a:lnTo>
                  <a:lnTo>
                    <a:pt x="1274028" y="1668810"/>
                  </a:lnTo>
                  <a:lnTo>
                    <a:pt x="1273360" y="1668810"/>
                  </a:lnTo>
                  <a:lnTo>
                    <a:pt x="1272692" y="1668810"/>
                  </a:lnTo>
                  <a:lnTo>
                    <a:pt x="1272024" y="1668810"/>
                  </a:lnTo>
                  <a:lnTo>
                    <a:pt x="1271355" y="1668810"/>
                  </a:lnTo>
                  <a:lnTo>
                    <a:pt x="1270687" y="1668810"/>
                  </a:lnTo>
                  <a:lnTo>
                    <a:pt x="1270019" y="1668810"/>
                  </a:lnTo>
                  <a:lnTo>
                    <a:pt x="1269351" y="1668810"/>
                  </a:lnTo>
                  <a:lnTo>
                    <a:pt x="1268683" y="1668810"/>
                  </a:lnTo>
                  <a:lnTo>
                    <a:pt x="1268015" y="1668810"/>
                  </a:lnTo>
                  <a:lnTo>
                    <a:pt x="1267347" y="1668810"/>
                  </a:lnTo>
                  <a:lnTo>
                    <a:pt x="1266679" y="1668810"/>
                  </a:lnTo>
                  <a:lnTo>
                    <a:pt x="1266011" y="1668810"/>
                  </a:lnTo>
                  <a:lnTo>
                    <a:pt x="1265343" y="1668810"/>
                  </a:lnTo>
                  <a:lnTo>
                    <a:pt x="1264675" y="1668810"/>
                  </a:lnTo>
                  <a:lnTo>
                    <a:pt x="1264007" y="1668810"/>
                  </a:lnTo>
                  <a:lnTo>
                    <a:pt x="1263339" y="1668810"/>
                  </a:lnTo>
                  <a:lnTo>
                    <a:pt x="1262671" y="1668810"/>
                  </a:lnTo>
                  <a:lnTo>
                    <a:pt x="1262003" y="1668810"/>
                  </a:lnTo>
                  <a:lnTo>
                    <a:pt x="1261335" y="1668810"/>
                  </a:lnTo>
                  <a:lnTo>
                    <a:pt x="1260667" y="1668810"/>
                  </a:lnTo>
                  <a:lnTo>
                    <a:pt x="1259999" y="1668810"/>
                  </a:lnTo>
                  <a:lnTo>
                    <a:pt x="1259331" y="1668810"/>
                  </a:lnTo>
                  <a:lnTo>
                    <a:pt x="1258663" y="1668810"/>
                  </a:lnTo>
                  <a:lnTo>
                    <a:pt x="1257995" y="1668810"/>
                  </a:lnTo>
                  <a:lnTo>
                    <a:pt x="1257327" y="1668810"/>
                  </a:lnTo>
                  <a:lnTo>
                    <a:pt x="1256659" y="1668810"/>
                  </a:lnTo>
                  <a:lnTo>
                    <a:pt x="1255991" y="1668810"/>
                  </a:lnTo>
                  <a:lnTo>
                    <a:pt x="1255323" y="1668810"/>
                  </a:lnTo>
                  <a:lnTo>
                    <a:pt x="1254655" y="1668810"/>
                  </a:lnTo>
                  <a:lnTo>
                    <a:pt x="1253987" y="1668810"/>
                  </a:lnTo>
                  <a:lnTo>
                    <a:pt x="1253319" y="1668810"/>
                  </a:lnTo>
                  <a:lnTo>
                    <a:pt x="1252651" y="1668810"/>
                  </a:lnTo>
                  <a:lnTo>
                    <a:pt x="1251983" y="1668810"/>
                  </a:lnTo>
                  <a:lnTo>
                    <a:pt x="1251315" y="1668810"/>
                  </a:lnTo>
                  <a:lnTo>
                    <a:pt x="1250647" y="1668810"/>
                  </a:lnTo>
                  <a:lnTo>
                    <a:pt x="1249979" y="1668810"/>
                  </a:lnTo>
                  <a:lnTo>
                    <a:pt x="1249311" y="1668810"/>
                  </a:lnTo>
                  <a:lnTo>
                    <a:pt x="1248643" y="1668810"/>
                  </a:lnTo>
                  <a:lnTo>
                    <a:pt x="1247975" y="1668810"/>
                  </a:lnTo>
                  <a:lnTo>
                    <a:pt x="1247307" y="1668810"/>
                  </a:lnTo>
                  <a:lnTo>
                    <a:pt x="1246638" y="1668810"/>
                  </a:lnTo>
                  <a:lnTo>
                    <a:pt x="1245970" y="1668810"/>
                  </a:lnTo>
                  <a:lnTo>
                    <a:pt x="1245302" y="1668810"/>
                  </a:lnTo>
                  <a:lnTo>
                    <a:pt x="1244634" y="1668810"/>
                  </a:lnTo>
                  <a:lnTo>
                    <a:pt x="1243966" y="1668810"/>
                  </a:lnTo>
                  <a:lnTo>
                    <a:pt x="1243298" y="1668810"/>
                  </a:lnTo>
                  <a:lnTo>
                    <a:pt x="1242630" y="1668810"/>
                  </a:lnTo>
                  <a:lnTo>
                    <a:pt x="1241962" y="1668810"/>
                  </a:lnTo>
                  <a:lnTo>
                    <a:pt x="1241294" y="1668810"/>
                  </a:lnTo>
                  <a:lnTo>
                    <a:pt x="1240626" y="1668810"/>
                  </a:lnTo>
                  <a:lnTo>
                    <a:pt x="1239958" y="1668810"/>
                  </a:lnTo>
                  <a:lnTo>
                    <a:pt x="1239290" y="1668810"/>
                  </a:lnTo>
                  <a:lnTo>
                    <a:pt x="1238622" y="1668810"/>
                  </a:lnTo>
                  <a:lnTo>
                    <a:pt x="1237954" y="1668810"/>
                  </a:lnTo>
                  <a:lnTo>
                    <a:pt x="1237286" y="1668810"/>
                  </a:lnTo>
                  <a:lnTo>
                    <a:pt x="1236618" y="1668810"/>
                  </a:lnTo>
                  <a:lnTo>
                    <a:pt x="1235950" y="1668810"/>
                  </a:lnTo>
                  <a:lnTo>
                    <a:pt x="1235282" y="1668810"/>
                  </a:lnTo>
                  <a:lnTo>
                    <a:pt x="1234614" y="1668810"/>
                  </a:lnTo>
                  <a:lnTo>
                    <a:pt x="1233946" y="1668810"/>
                  </a:lnTo>
                  <a:lnTo>
                    <a:pt x="1233278" y="1668810"/>
                  </a:lnTo>
                  <a:lnTo>
                    <a:pt x="1232610" y="1668810"/>
                  </a:lnTo>
                  <a:lnTo>
                    <a:pt x="1231942" y="1668810"/>
                  </a:lnTo>
                  <a:lnTo>
                    <a:pt x="1231274" y="1668810"/>
                  </a:lnTo>
                  <a:lnTo>
                    <a:pt x="1230606" y="1668810"/>
                  </a:lnTo>
                  <a:lnTo>
                    <a:pt x="1229938" y="1668810"/>
                  </a:lnTo>
                  <a:lnTo>
                    <a:pt x="1229270" y="1668810"/>
                  </a:lnTo>
                  <a:lnTo>
                    <a:pt x="1228602" y="1668810"/>
                  </a:lnTo>
                  <a:lnTo>
                    <a:pt x="1227934" y="1668810"/>
                  </a:lnTo>
                  <a:lnTo>
                    <a:pt x="1227266" y="1668810"/>
                  </a:lnTo>
                  <a:lnTo>
                    <a:pt x="1226598" y="1668810"/>
                  </a:lnTo>
                  <a:lnTo>
                    <a:pt x="1225930" y="1668810"/>
                  </a:lnTo>
                  <a:lnTo>
                    <a:pt x="1225262" y="1668810"/>
                  </a:lnTo>
                  <a:lnTo>
                    <a:pt x="1224594" y="1668810"/>
                  </a:lnTo>
                  <a:lnTo>
                    <a:pt x="1223926" y="1668810"/>
                  </a:lnTo>
                  <a:lnTo>
                    <a:pt x="1223258" y="1668810"/>
                  </a:lnTo>
                  <a:lnTo>
                    <a:pt x="1222590" y="1668810"/>
                  </a:lnTo>
                  <a:lnTo>
                    <a:pt x="1221921" y="1668810"/>
                  </a:lnTo>
                  <a:lnTo>
                    <a:pt x="1221253" y="1668810"/>
                  </a:lnTo>
                  <a:lnTo>
                    <a:pt x="1220585" y="1668810"/>
                  </a:lnTo>
                  <a:lnTo>
                    <a:pt x="1219917" y="1668810"/>
                  </a:lnTo>
                  <a:lnTo>
                    <a:pt x="1219249" y="1668810"/>
                  </a:lnTo>
                  <a:lnTo>
                    <a:pt x="1218581" y="1668810"/>
                  </a:lnTo>
                  <a:lnTo>
                    <a:pt x="1217913" y="1668810"/>
                  </a:lnTo>
                  <a:lnTo>
                    <a:pt x="1217245" y="1668810"/>
                  </a:lnTo>
                  <a:lnTo>
                    <a:pt x="1216577" y="1668810"/>
                  </a:lnTo>
                  <a:lnTo>
                    <a:pt x="1215909" y="1668810"/>
                  </a:lnTo>
                  <a:lnTo>
                    <a:pt x="1215241" y="1668810"/>
                  </a:lnTo>
                  <a:lnTo>
                    <a:pt x="1214573" y="1668810"/>
                  </a:lnTo>
                  <a:lnTo>
                    <a:pt x="1213905" y="1668810"/>
                  </a:lnTo>
                  <a:lnTo>
                    <a:pt x="1213237" y="1668810"/>
                  </a:lnTo>
                  <a:lnTo>
                    <a:pt x="1212569" y="1668810"/>
                  </a:lnTo>
                  <a:lnTo>
                    <a:pt x="1211901" y="1668810"/>
                  </a:lnTo>
                  <a:lnTo>
                    <a:pt x="1211233" y="1668810"/>
                  </a:lnTo>
                  <a:lnTo>
                    <a:pt x="1210565" y="1668810"/>
                  </a:lnTo>
                  <a:lnTo>
                    <a:pt x="1209897" y="1668810"/>
                  </a:lnTo>
                  <a:lnTo>
                    <a:pt x="1209229" y="1668810"/>
                  </a:lnTo>
                  <a:lnTo>
                    <a:pt x="1208561" y="1668810"/>
                  </a:lnTo>
                  <a:lnTo>
                    <a:pt x="1207893" y="1668810"/>
                  </a:lnTo>
                  <a:lnTo>
                    <a:pt x="1207225" y="1668810"/>
                  </a:lnTo>
                  <a:lnTo>
                    <a:pt x="1206557" y="1668810"/>
                  </a:lnTo>
                  <a:lnTo>
                    <a:pt x="1205889" y="1668810"/>
                  </a:lnTo>
                  <a:lnTo>
                    <a:pt x="1205221" y="1668810"/>
                  </a:lnTo>
                  <a:lnTo>
                    <a:pt x="1204553" y="1668810"/>
                  </a:lnTo>
                  <a:lnTo>
                    <a:pt x="1203885" y="1668810"/>
                  </a:lnTo>
                  <a:lnTo>
                    <a:pt x="1203217" y="1668810"/>
                  </a:lnTo>
                  <a:lnTo>
                    <a:pt x="1202549" y="1668810"/>
                  </a:lnTo>
                  <a:lnTo>
                    <a:pt x="1201881" y="1668810"/>
                  </a:lnTo>
                  <a:lnTo>
                    <a:pt x="1201213" y="1668810"/>
                  </a:lnTo>
                  <a:lnTo>
                    <a:pt x="1200545" y="1668810"/>
                  </a:lnTo>
                  <a:lnTo>
                    <a:pt x="1199877" y="1668810"/>
                  </a:lnTo>
                  <a:lnTo>
                    <a:pt x="1199209" y="1668810"/>
                  </a:lnTo>
                  <a:lnTo>
                    <a:pt x="1198541" y="1668810"/>
                  </a:lnTo>
                  <a:lnTo>
                    <a:pt x="1197873" y="1668810"/>
                  </a:lnTo>
                  <a:lnTo>
                    <a:pt x="1197204" y="1668810"/>
                  </a:lnTo>
                  <a:lnTo>
                    <a:pt x="1196536" y="1668810"/>
                  </a:lnTo>
                  <a:lnTo>
                    <a:pt x="1195868" y="1668810"/>
                  </a:lnTo>
                  <a:lnTo>
                    <a:pt x="1195200" y="1668810"/>
                  </a:lnTo>
                  <a:lnTo>
                    <a:pt x="1194532" y="1668810"/>
                  </a:lnTo>
                  <a:lnTo>
                    <a:pt x="1193864" y="1668810"/>
                  </a:lnTo>
                  <a:lnTo>
                    <a:pt x="1193196" y="1668810"/>
                  </a:lnTo>
                  <a:lnTo>
                    <a:pt x="1192528" y="1668810"/>
                  </a:lnTo>
                  <a:lnTo>
                    <a:pt x="1191860" y="1668810"/>
                  </a:lnTo>
                  <a:lnTo>
                    <a:pt x="1191192" y="1668810"/>
                  </a:lnTo>
                  <a:lnTo>
                    <a:pt x="1190524" y="1668810"/>
                  </a:lnTo>
                  <a:lnTo>
                    <a:pt x="1189856" y="1668810"/>
                  </a:lnTo>
                  <a:lnTo>
                    <a:pt x="1189188" y="1668810"/>
                  </a:lnTo>
                  <a:lnTo>
                    <a:pt x="1188520" y="1668810"/>
                  </a:lnTo>
                  <a:lnTo>
                    <a:pt x="1187852" y="1668810"/>
                  </a:lnTo>
                  <a:lnTo>
                    <a:pt x="1187184" y="1668810"/>
                  </a:lnTo>
                  <a:lnTo>
                    <a:pt x="1186516" y="1668810"/>
                  </a:lnTo>
                  <a:lnTo>
                    <a:pt x="1185848" y="1668810"/>
                  </a:lnTo>
                  <a:lnTo>
                    <a:pt x="1185180" y="1668810"/>
                  </a:lnTo>
                  <a:lnTo>
                    <a:pt x="1184512" y="1668810"/>
                  </a:lnTo>
                  <a:lnTo>
                    <a:pt x="1183844" y="1668810"/>
                  </a:lnTo>
                  <a:lnTo>
                    <a:pt x="1183176" y="1668810"/>
                  </a:lnTo>
                  <a:lnTo>
                    <a:pt x="1182508" y="1668810"/>
                  </a:lnTo>
                  <a:lnTo>
                    <a:pt x="1181840" y="1668810"/>
                  </a:lnTo>
                  <a:lnTo>
                    <a:pt x="1181172" y="1668810"/>
                  </a:lnTo>
                  <a:lnTo>
                    <a:pt x="1180504" y="1668810"/>
                  </a:lnTo>
                  <a:lnTo>
                    <a:pt x="1179836" y="1668810"/>
                  </a:lnTo>
                  <a:lnTo>
                    <a:pt x="1179168" y="1668810"/>
                  </a:lnTo>
                  <a:lnTo>
                    <a:pt x="1178500" y="1668810"/>
                  </a:lnTo>
                  <a:lnTo>
                    <a:pt x="1177832" y="1668810"/>
                  </a:lnTo>
                  <a:lnTo>
                    <a:pt x="1177164" y="1668810"/>
                  </a:lnTo>
                  <a:lnTo>
                    <a:pt x="1176496" y="1668810"/>
                  </a:lnTo>
                  <a:lnTo>
                    <a:pt x="1175828" y="1668810"/>
                  </a:lnTo>
                  <a:lnTo>
                    <a:pt x="1175160" y="1668810"/>
                  </a:lnTo>
                  <a:lnTo>
                    <a:pt x="1174492" y="1668810"/>
                  </a:lnTo>
                  <a:lnTo>
                    <a:pt x="1173824" y="1668810"/>
                  </a:lnTo>
                  <a:lnTo>
                    <a:pt x="1173155" y="1668810"/>
                  </a:lnTo>
                  <a:lnTo>
                    <a:pt x="1172487" y="1668810"/>
                  </a:lnTo>
                  <a:lnTo>
                    <a:pt x="1171819" y="1668810"/>
                  </a:lnTo>
                  <a:lnTo>
                    <a:pt x="1171151" y="1668810"/>
                  </a:lnTo>
                  <a:lnTo>
                    <a:pt x="1170483" y="1668810"/>
                  </a:lnTo>
                  <a:lnTo>
                    <a:pt x="1169815" y="1668810"/>
                  </a:lnTo>
                  <a:lnTo>
                    <a:pt x="1169147" y="1668810"/>
                  </a:lnTo>
                  <a:lnTo>
                    <a:pt x="1168479" y="1668810"/>
                  </a:lnTo>
                  <a:lnTo>
                    <a:pt x="1167811" y="1668810"/>
                  </a:lnTo>
                  <a:lnTo>
                    <a:pt x="1167143" y="1668810"/>
                  </a:lnTo>
                  <a:lnTo>
                    <a:pt x="1166475" y="1668810"/>
                  </a:lnTo>
                  <a:lnTo>
                    <a:pt x="1165807" y="1668810"/>
                  </a:lnTo>
                  <a:lnTo>
                    <a:pt x="1165139" y="1668810"/>
                  </a:lnTo>
                  <a:lnTo>
                    <a:pt x="1164471" y="1668810"/>
                  </a:lnTo>
                  <a:lnTo>
                    <a:pt x="1163803" y="1668810"/>
                  </a:lnTo>
                  <a:lnTo>
                    <a:pt x="1163135" y="1668810"/>
                  </a:lnTo>
                  <a:lnTo>
                    <a:pt x="1162467" y="1668810"/>
                  </a:lnTo>
                  <a:lnTo>
                    <a:pt x="1161799" y="1668810"/>
                  </a:lnTo>
                  <a:lnTo>
                    <a:pt x="1161131" y="1668810"/>
                  </a:lnTo>
                  <a:lnTo>
                    <a:pt x="1160463" y="1668810"/>
                  </a:lnTo>
                  <a:lnTo>
                    <a:pt x="1159795" y="1668810"/>
                  </a:lnTo>
                  <a:lnTo>
                    <a:pt x="1159127" y="1668810"/>
                  </a:lnTo>
                  <a:lnTo>
                    <a:pt x="1158459" y="1668810"/>
                  </a:lnTo>
                  <a:lnTo>
                    <a:pt x="1157791" y="1668810"/>
                  </a:lnTo>
                  <a:lnTo>
                    <a:pt x="1157123" y="1668810"/>
                  </a:lnTo>
                  <a:lnTo>
                    <a:pt x="1156455" y="1668810"/>
                  </a:lnTo>
                  <a:lnTo>
                    <a:pt x="1155787" y="1668810"/>
                  </a:lnTo>
                  <a:lnTo>
                    <a:pt x="1155119" y="1668810"/>
                  </a:lnTo>
                  <a:lnTo>
                    <a:pt x="1154451" y="1668810"/>
                  </a:lnTo>
                  <a:lnTo>
                    <a:pt x="1153783" y="1668810"/>
                  </a:lnTo>
                  <a:lnTo>
                    <a:pt x="1153115" y="1668810"/>
                  </a:lnTo>
                  <a:lnTo>
                    <a:pt x="1152447" y="1668810"/>
                  </a:lnTo>
                  <a:lnTo>
                    <a:pt x="1151779" y="1668810"/>
                  </a:lnTo>
                  <a:lnTo>
                    <a:pt x="1151111" y="1668810"/>
                  </a:lnTo>
                  <a:lnTo>
                    <a:pt x="1150443" y="1668810"/>
                  </a:lnTo>
                  <a:lnTo>
                    <a:pt x="1149775" y="1668810"/>
                  </a:lnTo>
                  <a:lnTo>
                    <a:pt x="1149107" y="1668810"/>
                  </a:lnTo>
                  <a:lnTo>
                    <a:pt x="1148438" y="1668810"/>
                  </a:lnTo>
                  <a:lnTo>
                    <a:pt x="1147770" y="1668810"/>
                  </a:lnTo>
                  <a:lnTo>
                    <a:pt x="1147102" y="1668810"/>
                  </a:lnTo>
                  <a:lnTo>
                    <a:pt x="1146434" y="1668810"/>
                  </a:lnTo>
                  <a:lnTo>
                    <a:pt x="1145766" y="1668810"/>
                  </a:lnTo>
                  <a:lnTo>
                    <a:pt x="1145098" y="1668810"/>
                  </a:lnTo>
                  <a:lnTo>
                    <a:pt x="1144430" y="1668810"/>
                  </a:lnTo>
                  <a:lnTo>
                    <a:pt x="1143762" y="1668810"/>
                  </a:lnTo>
                  <a:lnTo>
                    <a:pt x="1143094" y="1668810"/>
                  </a:lnTo>
                  <a:lnTo>
                    <a:pt x="1142426" y="1668810"/>
                  </a:lnTo>
                  <a:lnTo>
                    <a:pt x="1141758" y="1668810"/>
                  </a:lnTo>
                  <a:lnTo>
                    <a:pt x="1141090" y="1668810"/>
                  </a:lnTo>
                  <a:lnTo>
                    <a:pt x="1140422" y="1668810"/>
                  </a:lnTo>
                  <a:lnTo>
                    <a:pt x="1139754" y="1668810"/>
                  </a:lnTo>
                  <a:lnTo>
                    <a:pt x="1139086" y="1668810"/>
                  </a:lnTo>
                  <a:lnTo>
                    <a:pt x="1138418" y="1668810"/>
                  </a:lnTo>
                  <a:lnTo>
                    <a:pt x="1137750" y="1668810"/>
                  </a:lnTo>
                  <a:lnTo>
                    <a:pt x="1137082" y="1668810"/>
                  </a:lnTo>
                  <a:lnTo>
                    <a:pt x="1136414" y="1668810"/>
                  </a:lnTo>
                  <a:lnTo>
                    <a:pt x="1135746" y="1668810"/>
                  </a:lnTo>
                  <a:lnTo>
                    <a:pt x="1135078" y="1668810"/>
                  </a:lnTo>
                  <a:lnTo>
                    <a:pt x="1134410" y="1668810"/>
                  </a:lnTo>
                  <a:lnTo>
                    <a:pt x="1133742" y="1668810"/>
                  </a:lnTo>
                  <a:lnTo>
                    <a:pt x="1133074" y="1668810"/>
                  </a:lnTo>
                  <a:lnTo>
                    <a:pt x="1132406" y="1668810"/>
                  </a:lnTo>
                  <a:lnTo>
                    <a:pt x="1131738" y="1668810"/>
                  </a:lnTo>
                  <a:lnTo>
                    <a:pt x="1131070" y="1668810"/>
                  </a:lnTo>
                  <a:lnTo>
                    <a:pt x="1130402" y="1668810"/>
                  </a:lnTo>
                  <a:lnTo>
                    <a:pt x="1129734" y="1668810"/>
                  </a:lnTo>
                  <a:lnTo>
                    <a:pt x="1129066" y="1668810"/>
                  </a:lnTo>
                  <a:lnTo>
                    <a:pt x="1128398" y="1668810"/>
                  </a:lnTo>
                  <a:lnTo>
                    <a:pt x="1127730" y="1668810"/>
                  </a:lnTo>
                  <a:lnTo>
                    <a:pt x="1127062" y="1668810"/>
                  </a:lnTo>
                  <a:lnTo>
                    <a:pt x="1126394" y="1668810"/>
                  </a:lnTo>
                  <a:lnTo>
                    <a:pt x="1125726" y="1668810"/>
                  </a:lnTo>
                  <a:lnTo>
                    <a:pt x="1125058" y="1668810"/>
                  </a:lnTo>
                  <a:lnTo>
                    <a:pt x="1124390" y="1668810"/>
                  </a:lnTo>
                  <a:lnTo>
                    <a:pt x="1123721" y="1668810"/>
                  </a:lnTo>
                  <a:lnTo>
                    <a:pt x="1123053" y="1668810"/>
                  </a:lnTo>
                  <a:lnTo>
                    <a:pt x="1122385" y="1668810"/>
                  </a:lnTo>
                  <a:lnTo>
                    <a:pt x="1121717" y="1668810"/>
                  </a:lnTo>
                  <a:lnTo>
                    <a:pt x="1121049" y="1668810"/>
                  </a:lnTo>
                  <a:lnTo>
                    <a:pt x="1120381" y="1668810"/>
                  </a:lnTo>
                  <a:lnTo>
                    <a:pt x="1119713" y="1668810"/>
                  </a:lnTo>
                  <a:lnTo>
                    <a:pt x="1119045" y="1668810"/>
                  </a:lnTo>
                  <a:lnTo>
                    <a:pt x="1118377" y="1668810"/>
                  </a:lnTo>
                  <a:lnTo>
                    <a:pt x="1117709" y="1668810"/>
                  </a:lnTo>
                  <a:lnTo>
                    <a:pt x="1117041" y="1668810"/>
                  </a:lnTo>
                  <a:lnTo>
                    <a:pt x="1116373" y="1668810"/>
                  </a:lnTo>
                  <a:lnTo>
                    <a:pt x="1115705" y="1668810"/>
                  </a:lnTo>
                  <a:lnTo>
                    <a:pt x="1115037" y="1668810"/>
                  </a:lnTo>
                  <a:lnTo>
                    <a:pt x="1114369" y="1668810"/>
                  </a:lnTo>
                  <a:lnTo>
                    <a:pt x="1113701" y="1668810"/>
                  </a:lnTo>
                  <a:lnTo>
                    <a:pt x="1113033" y="1668810"/>
                  </a:lnTo>
                  <a:lnTo>
                    <a:pt x="1112365" y="1668810"/>
                  </a:lnTo>
                  <a:lnTo>
                    <a:pt x="1111697" y="1668810"/>
                  </a:lnTo>
                  <a:lnTo>
                    <a:pt x="1111029" y="1668810"/>
                  </a:lnTo>
                  <a:lnTo>
                    <a:pt x="1110361" y="1668810"/>
                  </a:lnTo>
                  <a:lnTo>
                    <a:pt x="1109693" y="1668810"/>
                  </a:lnTo>
                  <a:lnTo>
                    <a:pt x="1109025" y="1668810"/>
                  </a:lnTo>
                  <a:lnTo>
                    <a:pt x="1108357" y="1668810"/>
                  </a:lnTo>
                  <a:lnTo>
                    <a:pt x="1107689" y="1668810"/>
                  </a:lnTo>
                  <a:lnTo>
                    <a:pt x="1107021" y="1668810"/>
                  </a:lnTo>
                  <a:lnTo>
                    <a:pt x="1106353" y="1668810"/>
                  </a:lnTo>
                  <a:lnTo>
                    <a:pt x="1105685" y="1668810"/>
                  </a:lnTo>
                  <a:lnTo>
                    <a:pt x="1105017" y="1668810"/>
                  </a:lnTo>
                  <a:lnTo>
                    <a:pt x="1104349" y="1668810"/>
                  </a:lnTo>
                  <a:lnTo>
                    <a:pt x="1103681" y="1668810"/>
                  </a:lnTo>
                  <a:lnTo>
                    <a:pt x="1103013" y="1668810"/>
                  </a:lnTo>
                  <a:lnTo>
                    <a:pt x="1102345" y="1668810"/>
                  </a:lnTo>
                  <a:lnTo>
                    <a:pt x="1101677" y="1668810"/>
                  </a:lnTo>
                  <a:lnTo>
                    <a:pt x="1101009" y="1668810"/>
                  </a:lnTo>
                  <a:lnTo>
                    <a:pt x="1100341" y="1668810"/>
                  </a:lnTo>
                  <a:lnTo>
                    <a:pt x="1099673" y="1668810"/>
                  </a:lnTo>
                  <a:lnTo>
                    <a:pt x="1099004" y="1668810"/>
                  </a:lnTo>
                  <a:lnTo>
                    <a:pt x="1098336" y="1668810"/>
                  </a:lnTo>
                  <a:lnTo>
                    <a:pt x="1097668" y="1668810"/>
                  </a:lnTo>
                  <a:lnTo>
                    <a:pt x="1097000" y="1668810"/>
                  </a:lnTo>
                  <a:lnTo>
                    <a:pt x="1096332" y="1668810"/>
                  </a:lnTo>
                  <a:lnTo>
                    <a:pt x="1095664" y="1668810"/>
                  </a:lnTo>
                  <a:lnTo>
                    <a:pt x="1094996" y="1668810"/>
                  </a:lnTo>
                  <a:lnTo>
                    <a:pt x="1094328" y="1668810"/>
                  </a:lnTo>
                  <a:lnTo>
                    <a:pt x="1093660" y="1668810"/>
                  </a:lnTo>
                  <a:lnTo>
                    <a:pt x="1092992" y="1668810"/>
                  </a:lnTo>
                  <a:lnTo>
                    <a:pt x="1092324" y="1668810"/>
                  </a:lnTo>
                  <a:lnTo>
                    <a:pt x="1091656" y="1668810"/>
                  </a:lnTo>
                  <a:lnTo>
                    <a:pt x="1090988" y="1668810"/>
                  </a:lnTo>
                  <a:lnTo>
                    <a:pt x="1090320" y="1668810"/>
                  </a:lnTo>
                  <a:lnTo>
                    <a:pt x="1089652" y="1668810"/>
                  </a:lnTo>
                  <a:lnTo>
                    <a:pt x="1088984" y="1668810"/>
                  </a:lnTo>
                  <a:lnTo>
                    <a:pt x="1088316" y="1668810"/>
                  </a:lnTo>
                  <a:lnTo>
                    <a:pt x="1087648" y="1668810"/>
                  </a:lnTo>
                  <a:lnTo>
                    <a:pt x="1086980" y="1668810"/>
                  </a:lnTo>
                  <a:lnTo>
                    <a:pt x="1086312" y="1668810"/>
                  </a:lnTo>
                  <a:lnTo>
                    <a:pt x="1085644" y="1668810"/>
                  </a:lnTo>
                  <a:lnTo>
                    <a:pt x="1084976" y="1668810"/>
                  </a:lnTo>
                  <a:lnTo>
                    <a:pt x="1084308" y="1668810"/>
                  </a:lnTo>
                  <a:lnTo>
                    <a:pt x="1083640" y="1668810"/>
                  </a:lnTo>
                  <a:lnTo>
                    <a:pt x="1082972" y="1668810"/>
                  </a:lnTo>
                  <a:lnTo>
                    <a:pt x="1082304" y="1668810"/>
                  </a:lnTo>
                  <a:lnTo>
                    <a:pt x="1081636" y="1668810"/>
                  </a:lnTo>
                  <a:lnTo>
                    <a:pt x="1080968" y="1668810"/>
                  </a:lnTo>
                  <a:lnTo>
                    <a:pt x="1080300" y="1668810"/>
                  </a:lnTo>
                  <a:lnTo>
                    <a:pt x="1079632" y="1668810"/>
                  </a:lnTo>
                  <a:lnTo>
                    <a:pt x="1078964" y="1668810"/>
                  </a:lnTo>
                  <a:lnTo>
                    <a:pt x="1078296" y="1668810"/>
                  </a:lnTo>
                  <a:lnTo>
                    <a:pt x="1077628" y="1668810"/>
                  </a:lnTo>
                  <a:lnTo>
                    <a:pt x="1076960" y="1668810"/>
                  </a:lnTo>
                  <a:lnTo>
                    <a:pt x="1076292" y="1668810"/>
                  </a:lnTo>
                  <a:lnTo>
                    <a:pt x="1075624" y="1668810"/>
                  </a:lnTo>
                  <a:lnTo>
                    <a:pt x="1074955" y="1668810"/>
                  </a:lnTo>
                  <a:lnTo>
                    <a:pt x="1074287" y="1668810"/>
                  </a:lnTo>
                  <a:lnTo>
                    <a:pt x="1073619" y="1668810"/>
                  </a:lnTo>
                  <a:lnTo>
                    <a:pt x="1072951" y="1668810"/>
                  </a:lnTo>
                  <a:lnTo>
                    <a:pt x="1072283" y="1668810"/>
                  </a:lnTo>
                  <a:lnTo>
                    <a:pt x="1071615" y="1668810"/>
                  </a:lnTo>
                  <a:lnTo>
                    <a:pt x="1070947" y="1668810"/>
                  </a:lnTo>
                  <a:lnTo>
                    <a:pt x="1070279" y="1668810"/>
                  </a:lnTo>
                  <a:lnTo>
                    <a:pt x="1069611" y="1668810"/>
                  </a:lnTo>
                  <a:lnTo>
                    <a:pt x="1068943" y="1668810"/>
                  </a:lnTo>
                  <a:lnTo>
                    <a:pt x="1068275" y="1668810"/>
                  </a:lnTo>
                  <a:lnTo>
                    <a:pt x="1067607" y="1668810"/>
                  </a:lnTo>
                  <a:lnTo>
                    <a:pt x="1066939" y="1668810"/>
                  </a:lnTo>
                  <a:lnTo>
                    <a:pt x="1066271" y="1668810"/>
                  </a:lnTo>
                  <a:lnTo>
                    <a:pt x="1065603" y="1668810"/>
                  </a:lnTo>
                  <a:lnTo>
                    <a:pt x="1064935" y="1668810"/>
                  </a:lnTo>
                  <a:lnTo>
                    <a:pt x="1064267" y="1668810"/>
                  </a:lnTo>
                  <a:lnTo>
                    <a:pt x="1063599" y="1668810"/>
                  </a:lnTo>
                  <a:lnTo>
                    <a:pt x="1062931" y="1668810"/>
                  </a:lnTo>
                  <a:lnTo>
                    <a:pt x="1062263" y="1668810"/>
                  </a:lnTo>
                  <a:lnTo>
                    <a:pt x="1061595" y="1668810"/>
                  </a:lnTo>
                  <a:lnTo>
                    <a:pt x="1060927" y="1668810"/>
                  </a:lnTo>
                  <a:lnTo>
                    <a:pt x="1060259" y="1668810"/>
                  </a:lnTo>
                  <a:lnTo>
                    <a:pt x="1059591" y="1668810"/>
                  </a:lnTo>
                  <a:lnTo>
                    <a:pt x="1058923" y="1668810"/>
                  </a:lnTo>
                  <a:lnTo>
                    <a:pt x="1058255" y="1668810"/>
                  </a:lnTo>
                  <a:lnTo>
                    <a:pt x="1057587" y="1668810"/>
                  </a:lnTo>
                  <a:lnTo>
                    <a:pt x="1056919" y="1668810"/>
                  </a:lnTo>
                  <a:lnTo>
                    <a:pt x="1056251" y="1668810"/>
                  </a:lnTo>
                  <a:lnTo>
                    <a:pt x="1055583" y="1668810"/>
                  </a:lnTo>
                  <a:lnTo>
                    <a:pt x="1054915" y="1668810"/>
                  </a:lnTo>
                  <a:lnTo>
                    <a:pt x="1054247" y="1668810"/>
                  </a:lnTo>
                  <a:lnTo>
                    <a:pt x="1053579" y="1668810"/>
                  </a:lnTo>
                  <a:lnTo>
                    <a:pt x="1052911" y="1668810"/>
                  </a:lnTo>
                  <a:lnTo>
                    <a:pt x="1052243" y="1668810"/>
                  </a:lnTo>
                  <a:lnTo>
                    <a:pt x="1051575" y="1668810"/>
                  </a:lnTo>
                  <a:lnTo>
                    <a:pt x="1050907" y="1668810"/>
                  </a:lnTo>
                  <a:lnTo>
                    <a:pt x="1050238" y="1668810"/>
                  </a:lnTo>
                  <a:lnTo>
                    <a:pt x="1049570" y="1668810"/>
                  </a:lnTo>
                  <a:lnTo>
                    <a:pt x="1048902" y="1668810"/>
                  </a:lnTo>
                  <a:lnTo>
                    <a:pt x="1048234" y="1668810"/>
                  </a:lnTo>
                  <a:lnTo>
                    <a:pt x="1047566" y="1668810"/>
                  </a:lnTo>
                  <a:lnTo>
                    <a:pt x="1046898" y="1668810"/>
                  </a:lnTo>
                  <a:lnTo>
                    <a:pt x="1046230" y="1668810"/>
                  </a:lnTo>
                  <a:lnTo>
                    <a:pt x="1045562" y="1668810"/>
                  </a:lnTo>
                  <a:lnTo>
                    <a:pt x="1044894" y="1668810"/>
                  </a:lnTo>
                  <a:lnTo>
                    <a:pt x="1044226" y="1668810"/>
                  </a:lnTo>
                  <a:lnTo>
                    <a:pt x="1043558" y="1668810"/>
                  </a:lnTo>
                  <a:lnTo>
                    <a:pt x="1042890" y="1668810"/>
                  </a:lnTo>
                  <a:lnTo>
                    <a:pt x="1042222" y="1668810"/>
                  </a:lnTo>
                  <a:lnTo>
                    <a:pt x="1041554" y="1668810"/>
                  </a:lnTo>
                  <a:lnTo>
                    <a:pt x="1040886" y="1668810"/>
                  </a:lnTo>
                  <a:lnTo>
                    <a:pt x="1040218" y="1668810"/>
                  </a:lnTo>
                  <a:lnTo>
                    <a:pt x="1039550" y="1668810"/>
                  </a:lnTo>
                  <a:lnTo>
                    <a:pt x="1038882" y="1668810"/>
                  </a:lnTo>
                  <a:lnTo>
                    <a:pt x="1038214" y="1668810"/>
                  </a:lnTo>
                  <a:lnTo>
                    <a:pt x="1037546" y="1668810"/>
                  </a:lnTo>
                  <a:lnTo>
                    <a:pt x="1036878" y="1668810"/>
                  </a:lnTo>
                  <a:lnTo>
                    <a:pt x="1036210" y="1668810"/>
                  </a:lnTo>
                  <a:lnTo>
                    <a:pt x="1035542" y="1668810"/>
                  </a:lnTo>
                  <a:lnTo>
                    <a:pt x="1034874" y="1668810"/>
                  </a:lnTo>
                  <a:lnTo>
                    <a:pt x="1034206" y="1668810"/>
                  </a:lnTo>
                  <a:lnTo>
                    <a:pt x="1033538" y="1668810"/>
                  </a:lnTo>
                  <a:lnTo>
                    <a:pt x="1032870" y="1668810"/>
                  </a:lnTo>
                  <a:lnTo>
                    <a:pt x="1032202" y="1668810"/>
                  </a:lnTo>
                  <a:lnTo>
                    <a:pt x="1031534" y="1668810"/>
                  </a:lnTo>
                  <a:lnTo>
                    <a:pt x="1030866" y="1668810"/>
                  </a:lnTo>
                  <a:lnTo>
                    <a:pt x="1030198" y="1668810"/>
                  </a:lnTo>
                  <a:lnTo>
                    <a:pt x="1029530" y="1668810"/>
                  </a:lnTo>
                  <a:lnTo>
                    <a:pt x="1028862" y="1668810"/>
                  </a:lnTo>
                  <a:lnTo>
                    <a:pt x="1028194" y="1668810"/>
                  </a:lnTo>
                  <a:lnTo>
                    <a:pt x="1027526" y="1668810"/>
                  </a:lnTo>
                  <a:lnTo>
                    <a:pt x="1026858" y="1668810"/>
                  </a:lnTo>
                  <a:lnTo>
                    <a:pt x="1026190" y="1668810"/>
                  </a:lnTo>
                  <a:lnTo>
                    <a:pt x="1025521" y="1668810"/>
                  </a:lnTo>
                  <a:lnTo>
                    <a:pt x="1024853" y="1668810"/>
                  </a:lnTo>
                  <a:lnTo>
                    <a:pt x="1024185" y="1668810"/>
                  </a:lnTo>
                  <a:lnTo>
                    <a:pt x="1023517" y="1668810"/>
                  </a:lnTo>
                  <a:lnTo>
                    <a:pt x="1022849" y="1668810"/>
                  </a:lnTo>
                  <a:lnTo>
                    <a:pt x="1022181" y="1668810"/>
                  </a:lnTo>
                  <a:lnTo>
                    <a:pt x="1021513" y="1668810"/>
                  </a:lnTo>
                  <a:lnTo>
                    <a:pt x="1020845" y="1668810"/>
                  </a:lnTo>
                  <a:lnTo>
                    <a:pt x="1020177" y="1668810"/>
                  </a:lnTo>
                  <a:lnTo>
                    <a:pt x="1019509" y="1668810"/>
                  </a:lnTo>
                  <a:lnTo>
                    <a:pt x="1018841" y="1668810"/>
                  </a:lnTo>
                  <a:lnTo>
                    <a:pt x="1018173" y="1668810"/>
                  </a:lnTo>
                  <a:lnTo>
                    <a:pt x="1017505" y="1668810"/>
                  </a:lnTo>
                  <a:lnTo>
                    <a:pt x="1016837" y="1668810"/>
                  </a:lnTo>
                  <a:lnTo>
                    <a:pt x="1016169" y="1668810"/>
                  </a:lnTo>
                  <a:lnTo>
                    <a:pt x="1015501" y="1668810"/>
                  </a:lnTo>
                  <a:lnTo>
                    <a:pt x="1014833" y="1668810"/>
                  </a:lnTo>
                  <a:lnTo>
                    <a:pt x="1014165" y="1668810"/>
                  </a:lnTo>
                  <a:lnTo>
                    <a:pt x="1013497" y="1668810"/>
                  </a:lnTo>
                  <a:lnTo>
                    <a:pt x="1012829" y="1668810"/>
                  </a:lnTo>
                  <a:lnTo>
                    <a:pt x="1012161" y="1668810"/>
                  </a:lnTo>
                  <a:lnTo>
                    <a:pt x="1011493" y="1668810"/>
                  </a:lnTo>
                  <a:lnTo>
                    <a:pt x="1010825" y="1668810"/>
                  </a:lnTo>
                  <a:lnTo>
                    <a:pt x="1010157" y="1668810"/>
                  </a:lnTo>
                  <a:lnTo>
                    <a:pt x="1009489" y="1668810"/>
                  </a:lnTo>
                  <a:lnTo>
                    <a:pt x="1008821" y="1668810"/>
                  </a:lnTo>
                  <a:lnTo>
                    <a:pt x="1008153" y="1668810"/>
                  </a:lnTo>
                  <a:lnTo>
                    <a:pt x="1007485" y="1668810"/>
                  </a:lnTo>
                  <a:lnTo>
                    <a:pt x="1006817" y="1668810"/>
                  </a:lnTo>
                  <a:lnTo>
                    <a:pt x="1006149" y="1668810"/>
                  </a:lnTo>
                  <a:lnTo>
                    <a:pt x="1005481" y="1668810"/>
                  </a:lnTo>
                  <a:lnTo>
                    <a:pt x="1004813" y="1668810"/>
                  </a:lnTo>
                  <a:lnTo>
                    <a:pt x="1004145" y="1668810"/>
                  </a:lnTo>
                  <a:lnTo>
                    <a:pt x="1003477" y="1668810"/>
                  </a:lnTo>
                  <a:lnTo>
                    <a:pt x="1002809" y="1668810"/>
                  </a:lnTo>
                  <a:lnTo>
                    <a:pt x="1002141" y="1668810"/>
                  </a:lnTo>
                  <a:lnTo>
                    <a:pt x="1001473" y="1668810"/>
                  </a:lnTo>
                  <a:lnTo>
                    <a:pt x="1000804" y="1668810"/>
                  </a:lnTo>
                  <a:lnTo>
                    <a:pt x="1000136" y="1668810"/>
                  </a:lnTo>
                  <a:lnTo>
                    <a:pt x="999468" y="1668810"/>
                  </a:lnTo>
                  <a:lnTo>
                    <a:pt x="998800" y="1668810"/>
                  </a:lnTo>
                  <a:lnTo>
                    <a:pt x="998132" y="1668810"/>
                  </a:lnTo>
                  <a:lnTo>
                    <a:pt x="997464" y="1668810"/>
                  </a:lnTo>
                  <a:lnTo>
                    <a:pt x="996796" y="1668810"/>
                  </a:lnTo>
                  <a:lnTo>
                    <a:pt x="996128" y="1668810"/>
                  </a:lnTo>
                  <a:lnTo>
                    <a:pt x="995460" y="1668810"/>
                  </a:lnTo>
                  <a:lnTo>
                    <a:pt x="994792" y="1668810"/>
                  </a:lnTo>
                  <a:lnTo>
                    <a:pt x="994124" y="1668810"/>
                  </a:lnTo>
                  <a:lnTo>
                    <a:pt x="993456" y="1668810"/>
                  </a:lnTo>
                  <a:lnTo>
                    <a:pt x="992788" y="1668810"/>
                  </a:lnTo>
                  <a:lnTo>
                    <a:pt x="992120" y="1668810"/>
                  </a:lnTo>
                  <a:lnTo>
                    <a:pt x="991452" y="1668810"/>
                  </a:lnTo>
                  <a:lnTo>
                    <a:pt x="990784" y="1668810"/>
                  </a:lnTo>
                  <a:lnTo>
                    <a:pt x="990116" y="1668810"/>
                  </a:lnTo>
                  <a:lnTo>
                    <a:pt x="989448" y="1668810"/>
                  </a:lnTo>
                  <a:lnTo>
                    <a:pt x="988780" y="1668810"/>
                  </a:lnTo>
                  <a:lnTo>
                    <a:pt x="988112" y="1668810"/>
                  </a:lnTo>
                  <a:lnTo>
                    <a:pt x="987444" y="1668810"/>
                  </a:lnTo>
                  <a:lnTo>
                    <a:pt x="986776" y="1668810"/>
                  </a:lnTo>
                  <a:lnTo>
                    <a:pt x="986108" y="1668810"/>
                  </a:lnTo>
                  <a:lnTo>
                    <a:pt x="985440" y="1668810"/>
                  </a:lnTo>
                  <a:lnTo>
                    <a:pt x="984772" y="1668810"/>
                  </a:lnTo>
                  <a:lnTo>
                    <a:pt x="984104" y="1668810"/>
                  </a:lnTo>
                  <a:lnTo>
                    <a:pt x="983436" y="1668810"/>
                  </a:lnTo>
                  <a:lnTo>
                    <a:pt x="982768" y="1668810"/>
                  </a:lnTo>
                  <a:lnTo>
                    <a:pt x="982100" y="1668810"/>
                  </a:lnTo>
                  <a:lnTo>
                    <a:pt x="981432" y="1668810"/>
                  </a:lnTo>
                  <a:lnTo>
                    <a:pt x="980764" y="1668810"/>
                  </a:lnTo>
                  <a:lnTo>
                    <a:pt x="980096" y="1668810"/>
                  </a:lnTo>
                  <a:lnTo>
                    <a:pt x="979428" y="1668810"/>
                  </a:lnTo>
                  <a:lnTo>
                    <a:pt x="978760" y="1668810"/>
                  </a:lnTo>
                  <a:lnTo>
                    <a:pt x="978092" y="1668810"/>
                  </a:lnTo>
                  <a:lnTo>
                    <a:pt x="977424" y="1668810"/>
                  </a:lnTo>
                  <a:lnTo>
                    <a:pt x="976755" y="1668810"/>
                  </a:lnTo>
                  <a:lnTo>
                    <a:pt x="976087" y="1668810"/>
                  </a:lnTo>
                  <a:lnTo>
                    <a:pt x="975419" y="1668810"/>
                  </a:lnTo>
                  <a:lnTo>
                    <a:pt x="974751" y="1668810"/>
                  </a:lnTo>
                  <a:lnTo>
                    <a:pt x="974083" y="1668810"/>
                  </a:lnTo>
                  <a:lnTo>
                    <a:pt x="973415" y="1668810"/>
                  </a:lnTo>
                  <a:lnTo>
                    <a:pt x="972747" y="1668810"/>
                  </a:lnTo>
                  <a:lnTo>
                    <a:pt x="972079" y="1668810"/>
                  </a:lnTo>
                  <a:lnTo>
                    <a:pt x="971411" y="1668810"/>
                  </a:lnTo>
                  <a:lnTo>
                    <a:pt x="970743" y="1668810"/>
                  </a:lnTo>
                  <a:lnTo>
                    <a:pt x="970075" y="1668810"/>
                  </a:lnTo>
                  <a:lnTo>
                    <a:pt x="969407" y="1668810"/>
                  </a:lnTo>
                  <a:lnTo>
                    <a:pt x="968739" y="1668810"/>
                  </a:lnTo>
                  <a:lnTo>
                    <a:pt x="968071" y="1668810"/>
                  </a:lnTo>
                  <a:lnTo>
                    <a:pt x="967403" y="1668810"/>
                  </a:lnTo>
                  <a:lnTo>
                    <a:pt x="966735" y="1668810"/>
                  </a:lnTo>
                  <a:lnTo>
                    <a:pt x="966067" y="1668810"/>
                  </a:lnTo>
                  <a:lnTo>
                    <a:pt x="965399" y="1668810"/>
                  </a:lnTo>
                  <a:lnTo>
                    <a:pt x="964731" y="1668810"/>
                  </a:lnTo>
                  <a:lnTo>
                    <a:pt x="964063" y="1668810"/>
                  </a:lnTo>
                  <a:lnTo>
                    <a:pt x="963395" y="1668810"/>
                  </a:lnTo>
                  <a:lnTo>
                    <a:pt x="962727" y="1668810"/>
                  </a:lnTo>
                  <a:lnTo>
                    <a:pt x="962059" y="1668810"/>
                  </a:lnTo>
                  <a:lnTo>
                    <a:pt x="961391" y="1668810"/>
                  </a:lnTo>
                  <a:lnTo>
                    <a:pt x="960723" y="1668810"/>
                  </a:lnTo>
                  <a:lnTo>
                    <a:pt x="960055" y="1668810"/>
                  </a:lnTo>
                  <a:lnTo>
                    <a:pt x="959387" y="1668810"/>
                  </a:lnTo>
                  <a:lnTo>
                    <a:pt x="958719" y="1668810"/>
                  </a:lnTo>
                  <a:lnTo>
                    <a:pt x="958051" y="1668810"/>
                  </a:lnTo>
                  <a:lnTo>
                    <a:pt x="957383" y="1668810"/>
                  </a:lnTo>
                  <a:lnTo>
                    <a:pt x="956715" y="1668810"/>
                  </a:lnTo>
                  <a:lnTo>
                    <a:pt x="956047" y="1668810"/>
                  </a:lnTo>
                  <a:lnTo>
                    <a:pt x="955379" y="1668810"/>
                  </a:lnTo>
                  <a:lnTo>
                    <a:pt x="954711" y="1668810"/>
                  </a:lnTo>
                  <a:lnTo>
                    <a:pt x="954043" y="1668810"/>
                  </a:lnTo>
                  <a:lnTo>
                    <a:pt x="953375" y="1668810"/>
                  </a:lnTo>
                  <a:lnTo>
                    <a:pt x="952707" y="1668810"/>
                  </a:lnTo>
                  <a:lnTo>
                    <a:pt x="952038" y="1668810"/>
                  </a:lnTo>
                  <a:lnTo>
                    <a:pt x="951370" y="1668810"/>
                  </a:lnTo>
                  <a:lnTo>
                    <a:pt x="950702" y="1668810"/>
                  </a:lnTo>
                  <a:lnTo>
                    <a:pt x="950034" y="1668810"/>
                  </a:lnTo>
                  <a:lnTo>
                    <a:pt x="949366" y="1668810"/>
                  </a:lnTo>
                  <a:lnTo>
                    <a:pt x="948698" y="1668810"/>
                  </a:lnTo>
                  <a:lnTo>
                    <a:pt x="948030" y="1668810"/>
                  </a:lnTo>
                  <a:lnTo>
                    <a:pt x="947362" y="1668810"/>
                  </a:lnTo>
                  <a:lnTo>
                    <a:pt x="946694" y="1668810"/>
                  </a:lnTo>
                  <a:lnTo>
                    <a:pt x="946026" y="1668810"/>
                  </a:lnTo>
                  <a:lnTo>
                    <a:pt x="945358" y="1668810"/>
                  </a:lnTo>
                  <a:lnTo>
                    <a:pt x="944690" y="1668810"/>
                  </a:lnTo>
                  <a:lnTo>
                    <a:pt x="944022" y="1668810"/>
                  </a:lnTo>
                  <a:lnTo>
                    <a:pt x="943354" y="1668810"/>
                  </a:lnTo>
                  <a:lnTo>
                    <a:pt x="942686" y="1668810"/>
                  </a:lnTo>
                  <a:lnTo>
                    <a:pt x="942018" y="1668810"/>
                  </a:lnTo>
                  <a:lnTo>
                    <a:pt x="941350" y="1668810"/>
                  </a:lnTo>
                  <a:lnTo>
                    <a:pt x="940682" y="1668810"/>
                  </a:lnTo>
                  <a:lnTo>
                    <a:pt x="940014" y="1668810"/>
                  </a:lnTo>
                  <a:lnTo>
                    <a:pt x="939346" y="1668810"/>
                  </a:lnTo>
                  <a:lnTo>
                    <a:pt x="938678" y="1668810"/>
                  </a:lnTo>
                  <a:lnTo>
                    <a:pt x="938010" y="1668810"/>
                  </a:lnTo>
                  <a:lnTo>
                    <a:pt x="937342" y="1668810"/>
                  </a:lnTo>
                  <a:lnTo>
                    <a:pt x="936674" y="1668810"/>
                  </a:lnTo>
                  <a:lnTo>
                    <a:pt x="936006" y="1668810"/>
                  </a:lnTo>
                  <a:lnTo>
                    <a:pt x="935338" y="1668810"/>
                  </a:lnTo>
                  <a:lnTo>
                    <a:pt x="934670" y="1668810"/>
                  </a:lnTo>
                  <a:lnTo>
                    <a:pt x="934002" y="1668810"/>
                  </a:lnTo>
                  <a:lnTo>
                    <a:pt x="933334" y="1668810"/>
                  </a:lnTo>
                  <a:lnTo>
                    <a:pt x="932666" y="1668810"/>
                  </a:lnTo>
                  <a:lnTo>
                    <a:pt x="931998" y="1668810"/>
                  </a:lnTo>
                  <a:lnTo>
                    <a:pt x="931330" y="1668810"/>
                  </a:lnTo>
                  <a:lnTo>
                    <a:pt x="930662" y="1668810"/>
                  </a:lnTo>
                  <a:lnTo>
                    <a:pt x="929994" y="1668810"/>
                  </a:lnTo>
                  <a:lnTo>
                    <a:pt x="929326" y="1668810"/>
                  </a:lnTo>
                  <a:lnTo>
                    <a:pt x="928658" y="1668810"/>
                  </a:lnTo>
                  <a:lnTo>
                    <a:pt x="927990" y="1668810"/>
                  </a:lnTo>
                  <a:lnTo>
                    <a:pt x="927321" y="1668810"/>
                  </a:lnTo>
                  <a:lnTo>
                    <a:pt x="926653" y="1668810"/>
                  </a:lnTo>
                  <a:lnTo>
                    <a:pt x="925985" y="1668810"/>
                  </a:lnTo>
                  <a:lnTo>
                    <a:pt x="925317" y="1668810"/>
                  </a:lnTo>
                  <a:lnTo>
                    <a:pt x="924649" y="1668810"/>
                  </a:lnTo>
                  <a:lnTo>
                    <a:pt x="923981" y="1668810"/>
                  </a:lnTo>
                  <a:lnTo>
                    <a:pt x="923313" y="1668810"/>
                  </a:lnTo>
                  <a:lnTo>
                    <a:pt x="922645" y="1668810"/>
                  </a:lnTo>
                  <a:lnTo>
                    <a:pt x="921977" y="1668810"/>
                  </a:lnTo>
                  <a:lnTo>
                    <a:pt x="921309" y="1668810"/>
                  </a:lnTo>
                  <a:lnTo>
                    <a:pt x="920641" y="1668810"/>
                  </a:lnTo>
                  <a:lnTo>
                    <a:pt x="919973" y="1668810"/>
                  </a:lnTo>
                  <a:lnTo>
                    <a:pt x="919305" y="1668810"/>
                  </a:lnTo>
                  <a:lnTo>
                    <a:pt x="918637" y="1668810"/>
                  </a:lnTo>
                  <a:lnTo>
                    <a:pt x="917969" y="1668810"/>
                  </a:lnTo>
                  <a:lnTo>
                    <a:pt x="917301" y="1668810"/>
                  </a:lnTo>
                  <a:lnTo>
                    <a:pt x="916633" y="1668810"/>
                  </a:lnTo>
                  <a:lnTo>
                    <a:pt x="915965" y="1668810"/>
                  </a:lnTo>
                  <a:lnTo>
                    <a:pt x="915297" y="1668810"/>
                  </a:lnTo>
                  <a:lnTo>
                    <a:pt x="914629" y="1668810"/>
                  </a:lnTo>
                  <a:lnTo>
                    <a:pt x="913961" y="1668810"/>
                  </a:lnTo>
                  <a:lnTo>
                    <a:pt x="913293" y="1668810"/>
                  </a:lnTo>
                  <a:lnTo>
                    <a:pt x="912625" y="1668810"/>
                  </a:lnTo>
                  <a:lnTo>
                    <a:pt x="911957" y="1668810"/>
                  </a:lnTo>
                  <a:lnTo>
                    <a:pt x="911289" y="1668810"/>
                  </a:lnTo>
                  <a:lnTo>
                    <a:pt x="910621" y="1668810"/>
                  </a:lnTo>
                  <a:lnTo>
                    <a:pt x="909953" y="1668810"/>
                  </a:lnTo>
                  <a:lnTo>
                    <a:pt x="909285" y="1668810"/>
                  </a:lnTo>
                  <a:lnTo>
                    <a:pt x="908617" y="1668810"/>
                  </a:lnTo>
                  <a:lnTo>
                    <a:pt x="907949" y="1668810"/>
                  </a:lnTo>
                  <a:lnTo>
                    <a:pt x="907281" y="1668810"/>
                  </a:lnTo>
                  <a:lnTo>
                    <a:pt x="906613" y="1668810"/>
                  </a:lnTo>
                  <a:lnTo>
                    <a:pt x="905945" y="1668810"/>
                  </a:lnTo>
                  <a:lnTo>
                    <a:pt x="905277" y="1668810"/>
                  </a:lnTo>
                  <a:lnTo>
                    <a:pt x="904609" y="1668810"/>
                  </a:lnTo>
                  <a:lnTo>
                    <a:pt x="903941" y="1668810"/>
                  </a:lnTo>
                  <a:lnTo>
                    <a:pt x="903273" y="1668810"/>
                  </a:lnTo>
                  <a:lnTo>
                    <a:pt x="902604" y="1668810"/>
                  </a:lnTo>
                  <a:lnTo>
                    <a:pt x="901936" y="1668810"/>
                  </a:lnTo>
                  <a:lnTo>
                    <a:pt x="901268" y="1668810"/>
                  </a:lnTo>
                  <a:lnTo>
                    <a:pt x="900600" y="1668810"/>
                  </a:lnTo>
                  <a:lnTo>
                    <a:pt x="899932" y="1668810"/>
                  </a:lnTo>
                  <a:lnTo>
                    <a:pt x="899264" y="1668810"/>
                  </a:lnTo>
                  <a:lnTo>
                    <a:pt x="898596" y="1668810"/>
                  </a:lnTo>
                  <a:lnTo>
                    <a:pt x="897928" y="1668810"/>
                  </a:lnTo>
                  <a:lnTo>
                    <a:pt x="897260" y="1668810"/>
                  </a:lnTo>
                  <a:lnTo>
                    <a:pt x="896592" y="1668810"/>
                  </a:lnTo>
                  <a:lnTo>
                    <a:pt x="895924" y="1668810"/>
                  </a:lnTo>
                  <a:lnTo>
                    <a:pt x="895256" y="1668810"/>
                  </a:lnTo>
                  <a:lnTo>
                    <a:pt x="894588" y="1668810"/>
                  </a:lnTo>
                  <a:lnTo>
                    <a:pt x="893920" y="1668810"/>
                  </a:lnTo>
                  <a:lnTo>
                    <a:pt x="893252" y="1668810"/>
                  </a:lnTo>
                  <a:lnTo>
                    <a:pt x="892584" y="1668810"/>
                  </a:lnTo>
                  <a:lnTo>
                    <a:pt x="891916" y="1668810"/>
                  </a:lnTo>
                  <a:lnTo>
                    <a:pt x="891248" y="1668810"/>
                  </a:lnTo>
                  <a:lnTo>
                    <a:pt x="890580" y="1668810"/>
                  </a:lnTo>
                  <a:lnTo>
                    <a:pt x="889912" y="1668810"/>
                  </a:lnTo>
                  <a:lnTo>
                    <a:pt x="889244" y="1668810"/>
                  </a:lnTo>
                  <a:lnTo>
                    <a:pt x="888576" y="1668810"/>
                  </a:lnTo>
                  <a:lnTo>
                    <a:pt x="887908" y="1668810"/>
                  </a:lnTo>
                  <a:lnTo>
                    <a:pt x="887240" y="1668810"/>
                  </a:lnTo>
                  <a:lnTo>
                    <a:pt x="886572" y="1668810"/>
                  </a:lnTo>
                  <a:lnTo>
                    <a:pt x="885904" y="1668810"/>
                  </a:lnTo>
                  <a:lnTo>
                    <a:pt x="885236" y="1668810"/>
                  </a:lnTo>
                  <a:lnTo>
                    <a:pt x="884568" y="1668810"/>
                  </a:lnTo>
                  <a:lnTo>
                    <a:pt x="883900" y="1668810"/>
                  </a:lnTo>
                  <a:lnTo>
                    <a:pt x="883232" y="1668810"/>
                  </a:lnTo>
                  <a:lnTo>
                    <a:pt x="882564" y="1668810"/>
                  </a:lnTo>
                  <a:lnTo>
                    <a:pt x="881896" y="1668810"/>
                  </a:lnTo>
                  <a:lnTo>
                    <a:pt x="881228" y="1668810"/>
                  </a:lnTo>
                  <a:lnTo>
                    <a:pt x="880560" y="1668810"/>
                  </a:lnTo>
                  <a:lnTo>
                    <a:pt x="879892" y="1668810"/>
                  </a:lnTo>
                  <a:lnTo>
                    <a:pt x="879224" y="1668810"/>
                  </a:lnTo>
                  <a:lnTo>
                    <a:pt x="878555" y="1668810"/>
                  </a:lnTo>
                  <a:lnTo>
                    <a:pt x="877887" y="1668810"/>
                  </a:lnTo>
                  <a:lnTo>
                    <a:pt x="877219" y="1668810"/>
                  </a:lnTo>
                  <a:lnTo>
                    <a:pt x="876551" y="1668810"/>
                  </a:lnTo>
                  <a:lnTo>
                    <a:pt x="875883" y="1668810"/>
                  </a:lnTo>
                  <a:lnTo>
                    <a:pt x="875215" y="1668810"/>
                  </a:lnTo>
                  <a:lnTo>
                    <a:pt x="874547" y="1668810"/>
                  </a:lnTo>
                  <a:lnTo>
                    <a:pt x="873879" y="1668810"/>
                  </a:lnTo>
                  <a:lnTo>
                    <a:pt x="873211" y="1668810"/>
                  </a:lnTo>
                  <a:lnTo>
                    <a:pt x="872543" y="1668810"/>
                  </a:lnTo>
                  <a:lnTo>
                    <a:pt x="871875" y="1668810"/>
                  </a:lnTo>
                  <a:lnTo>
                    <a:pt x="871207" y="1668810"/>
                  </a:lnTo>
                  <a:lnTo>
                    <a:pt x="870539" y="1668810"/>
                  </a:lnTo>
                  <a:lnTo>
                    <a:pt x="869871" y="1668810"/>
                  </a:lnTo>
                  <a:lnTo>
                    <a:pt x="869203" y="1668810"/>
                  </a:lnTo>
                  <a:lnTo>
                    <a:pt x="868535" y="1668810"/>
                  </a:lnTo>
                  <a:lnTo>
                    <a:pt x="867867" y="1668810"/>
                  </a:lnTo>
                  <a:lnTo>
                    <a:pt x="867199" y="1668810"/>
                  </a:lnTo>
                  <a:lnTo>
                    <a:pt x="866531" y="1668810"/>
                  </a:lnTo>
                  <a:lnTo>
                    <a:pt x="865863" y="1668810"/>
                  </a:lnTo>
                  <a:lnTo>
                    <a:pt x="865195" y="1668810"/>
                  </a:lnTo>
                  <a:lnTo>
                    <a:pt x="864527" y="1668810"/>
                  </a:lnTo>
                  <a:lnTo>
                    <a:pt x="863859" y="1668810"/>
                  </a:lnTo>
                  <a:lnTo>
                    <a:pt x="863191" y="1668810"/>
                  </a:lnTo>
                  <a:lnTo>
                    <a:pt x="862523" y="1668810"/>
                  </a:lnTo>
                  <a:lnTo>
                    <a:pt x="861855" y="1668810"/>
                  </a:lnTo>
                  <a:lnTo>
                    <a:pt x="861187" y="1668810"/>
                  </a:lnTo>
                  <a:lnTo>
                    <a:pt x="860519" y="1668810"/>
                  </a:lnTo>
                  <a:lnTo>
                    <a:pt x="859851" y="1668810"/>
                  </a:lnTo>
                  <a:lnTo>
                    <a:pt x="859183" y="1668810"/>
                  </a:lnTo>
                  <a:lnTo>
                    <a:pt x="858515" y="1668810"/>
                  </a:lnTo>
                  <a:lnTo>
                    <a:pt x="857847" y="1668810"/>
                  </a:lnTo>
                  <a:lnTo>
                    <a:pt x="857179" y="1668810"/>
                  </a:lnTo>
                  <a:lnTo>
                    <a:pt x="856511" y="1668810"/>
                  </a:lnTo>
                  <a:lnTo>
                    <a:pt x="855843" y="1668810"/>
                  </a:lnTo>
                  <a:lnTo>
                    <a:pt x="855175" y="1668810"/>
                  </a:lnTo>
                  <a:lnTo>
                    <a:pt x="854507" y="1668810"/>
                  </a:lnTo>
                  <a:lnTo>
                    <a:pt x="853838" y="1668810"/>
                  </a:lnTo>
                  <a:lnTo>
                    <a:pt x="853170" y="1668810"/>
                  </a:lnTo>
                  <a:lnTo>
                    <a:pt x="852502" y="1668810"/>
                  </a:lnTo>
                  <a:lnTo>
                    <a:pt x="851834" y="1668810"/>
                  </a:lnTo>
                  <a:lnTo>
                    <a:pt x="851166" y="1668810"/>
                  </a:lnTo>
                  <a:lnTo>
                    <a:pt x="850498" y="1668810"/>
                  </a:lnTo>
                  <a:lnTo>
                    <a:pt x="849830" y="1668810"/>
                  </a:lnTo>
                  <a:lnTo>
                    <a:pt x="849162" y="1668810"/>
                  </a:lnTo>
                  <a:lnTo>
                    <a:pt x="848494" y="1668810"/>
                  </a:lnTo>
                  <a:lnTo>
                    <a:pt x="847826" y="1668810"/>
                  </a:lnTo>
                  <a:lnTo>
                    <a:pt x="847158" y="1668810"/>
                  </a:lnTo>
                  <a:lnTo>
                    <a:pt x="846490" y="1668810"/>
                  </a:lnTo>
                  <a:lnTo>
                    <a:pt x="845822" y="1668810"/>
                  </a:lnTo>
                  <a:lnTo>
                    <a:pt x="845154" y="1668810"/>
                  </a:lnTo>
                  <a:lnTo>
                    <a:pt x="844486" y="1668810"/>
                  </a:lnTo>
                  <a:lnTo>
                    <a:pt x="843818" y="1668810"/>
                  </a:lnTo>
                  <a:lnTo>
                    <a:pt x="843150" y="1668810"/>
                  </a:lnTo>
                  <a:lnTo>
                    <a:pt x="842482" y="1668810"/>
                  </a:lnTo>
                  <a:lnTo>
                    <a:pt x="841814" y="1668810"/>
                  </a:lnTo>
                  <a:lnTo>
                    <a:pt x="841146" y="1668810"/>
                  </a:lnTo>
                  <a:lnTo>
                    <a:pt x="840478" y="1668810"/>
                  </a:lnTo>
                  <a:lnTo>
                    <a:pt x="839810" y="1668810"/>
                  </a:lnTo>
                  <a:lnTo>
                    <a:pt x="839142" y="1668810"/>
                  </a:lnTo>
                  <a:lnTo>
                    <a:pt x="838474" y="1668810"/>
                  </a:lnTo>
                  <a:lnTo>
                    <a:pt x="837806" y="1668810"/>
                  </a:lnTo>
                  <a:lnTo>
                    <a:pt x="837138" y="1668810"/>
                  </a:lnTo>
                  <a:lnTo>
                    <a:pt x="836470" y="1668810"/>
                  </a:lnTo>
                  <a:lnTo>
                    <a:pt x="835802" y="1668810"/>
                  </a:lnTo>
                  <a:lnTo>
                    <a:pt x="835134" y="1668810"/>
                  </a:lnTo>
                  <a:lnTo>
                    <a:pt x="834466" y="1668810"/>
                  </a:lnTo>
                  <a:lnTo>
                    <a:pt x="833798" y="1668810"/>
                  </a:lnTo>
                  <a:lnTo>
                    <a:pt x="833130" y="1668810"/>
                  </a:lnTo>
                  <a:lnTo>
                    <a:pt x="832462" y="1668810"/>
                  </a:lnTo>
                  <a:lnTo>
                    <a:pt x="831794" y="1668810"/>
                  </a:lnTo>
                  <a:lnTo>
                    <a:pt x="831126" y="1668810"/>
                  </a:lnTo>
                  <a:lnTo>
                    <a:pt x="830458" y="1668810"/>
                  </a:lnTo>
                  <a:lnTo>
                    <a:pt x="829790" y="1668810"/>
                  </a:lnTo>
                  <a:lnTo>
                    <a:pt x="829121" y="1668810"/>
                  </a:lnTo>
                  <a:lnTo>
                    <a:pt x="828453" y="1668810"/>
                  </a:lnTo>
                  <a:lnTo>
                    <a:pt x="827785" y="1668810"/>
                  </a:lnTo>
                  <a:lnTo>
                    <a:pt x="827117" y="1668810"/>
                  </a:lnTo>
                  <a:lnTo>
                    <a:pt x="826449" y="1668810"/>
                  </a:lnTo>
                  <a:lnTo>
                    <a:pt x="825781" y="1668810"/>
                  </a:lnTo>
                  <a:lnTo>
                    <a:pt x="825113" y="1668810"/>
                  </a:lnTo>
                  <a:lnTo>
                    <a:pt x="824445" y="1668810"/>
                  </a:lnTo>
                  <a:lnTo>
                    <a:pt x="823777" y="1668810"/>
                  </a:lnTo>
                  <a:lnTo>
                    <a:pt x="823109" y="1668810"/>
                  </a:lnTo>
                  <a:lnTo>
                    <a:pt x="822441" y="1668810"/>
                  </a:lnTo>
                  <a:lnTo>
                    <a:pt x="821773" y="1668810"/>
                  </a:lnTo>
                  <a:lnTo>
                    <a:pt x="821105" y="1668810"/>
                  </a:lnTo>
                  <a:lnTo>
                    <a:pt x="820437" y="1668810"/>
                  </a:lnTo>
                  <a:lnTo>
                    <a:pt x="819769" y="1668810"/>
                  </a:lnTo>
                  <a:lnTo>
                    <a:pt x="819101" y="1668810"/>
                  </a:lnTo>
                  <a:lnTo>
                    <a:pt x="818433" y="1668810"/>
                  </a:lnTo>
                  <a:lnTo>
                    <a:pt x="817765" y="1668810"/>
                  </a:lnTo>
                  <a:lnTo>
                    <a:pt x="817097" y="1668810"/>
                  </a:lnTo>
                  <a:lnTo>
                    <a:pt x="816429" y="1668810"/>
                  </a:lnTo>
                  <a:lnTo>
                    <a:pt x="815761" y="1668810"/>
                  </a:lnTo>
                  <a:lnTo>
                    <a:pt x="815093" y="1668810"/>
                  </a:lnTo>
                  <a:lnTo>
                    <a:pt x="814425" y="1668810"/>
                  </a:lnTo>
                  <a:lnTo>
                    <a:pt x="813757" y="1668810"/>
                  </a:lnTo>
                  <a:lnTo>
                    <a:pt x="813089" y="1668810"/>
                  </a:lnTo>
                  <a:lnTo>
                    <a:pt x="812421" y="1668810"/>
                  </a:lnTo>
                  <a:lnTo>
                    <a:pt x="811753" y="1668810"/>
                  </a:lnTo>
                  <a:lnTo>
                    <a:pt x="811085" y="1668810"/>
                  </a:lnTo>
                  <a:lnTo>
                    <a:pt x="810417" y="1668810"/>
                  </a:lnTo>
                  <a:lnTo>
                    <a:pt x="809749" y="1668810"/>
                  </a:lnTo>
                  <a:lnTo>
                    <a:pt x="809081" y="1668810"/>
                  </a:lnTo>
                  <a:lnTo>
                    <a:pt x="808413" y="1668810"/>
                  </a:lnTo>
                  <a:lnTo>
                    <a:pt x="807745" y="1668810"/>
                  </a:lnTo>
                  <a:lnTo>
                    <a:pt x="807077" y="1668810"/>
                  </a:lnTo>
                  <a:lnTo>
                    <a:pt x="806409" y="1668810"/>
                  </a:lnTo>
                  <a:lnTo>
                    <a:pt x="805741" y="1668810"/>
                  </a:lnTo>
                  <a:lnTo>
                    <a:pt x="805073" y="1668810"/>
                  </a:lnTo>
                  <a:lnTo>
                    <a:pt x="804404" y="1668810"/>
                  </a:lnTo>
                  <a:lnTo>
                    <a:pt x="803736" y="1668810"/>
                  </a:lnTo>
                  <a:lnTo>
                    <a:pt x="803068" y="1668810"/>
                  </a:lnTo>
                  <a:lnTo>
                    <a:pt x="802400" y="1668810"/>
                  </a:lnTo>
                  <a:lnTo>
                    <a:pt x="801732" y="1668810"/>
                  </a:lnTo>
                  <a:lnTo>
                    <a:pt x="801064" y="1668810"/>
                  </a:lnTo>
                  <a:lnTo>
                    <a:pt x="800396" y="1668810"/>
                  </a:lnTo>
                  <a:lnTo>
                    <a:pt x="799728" y="1668810"/>
                  </a:lnTo>
                  <a:lnTo>
                    <a:pt x="799060" y="1668810"/>
                  </a:lnTo>
                  <a:lnTo>
                    <a:pt x="798392" y="1668810"/>
                  </a:lnTo>
                  <a:lnTo>
                    <a:pt x="797724" y="1668810"/>
                  </a:lnTo>
                  <a:lnTo>
                    <a:pt x="797056" y="1668810"/>
                  </a:lnTo>
                  <a:lnTo>
                    <a:pt x="796388" y="1668810"/>
                  </a:lnTo>
                  <a:lnTo>
                    <a:pt x="795720" y="1668810"/>
                  </a:lnTo>
                  <a:lnTo>
                    <a:pt x="795052" y="1668810"/>
                  </a:lnTo>
                  <a:lnTo>
                    <a:pt x="794384" y="1668810"/>
                  </a:lnTo>
                  <a:lnTo>
                    <a:pt x="793716" y="1668810"/>
                  </a:lnTo>
                  <a:lnTo>
                    <a:pt x="793048" y="1668810"/>
                  </a:lnTo>
                  <a:lnTo>
                    <a:pt x="792380" y="1668810"/>
                  </a:lnTo>
                  <a:lnTo>
                    <a:pt x="791712" y="1668810"/>
                  </a:lnTo>
                  <a:lnTo>
                    <a:pt x="791044" y="1668810"/>
                  </a:lnTo>
                  <a:lnTo>
                    <a:pt x="790376" y="1668810"/>
                  </a:lnTo>
                  <a:lnTo>
                    <a:pt x="789708" y="1668810"/>
                  </a:lnTo>
                  <a:lnTo>
                    <a:pt x="789040" y="1668810"/>
                  </a:lnTo>
                  <a:lnTo>
                    <a:pt x="788372" y="1668810"/>
                  </a:lnTo>
                  <a:lnTo>
                    <a:pt x="787704" y="1668810"/>
                  </a:lnTo>
                  <a:lnTo>
                    <a:pt x="787036" y="1668810"/>
                  </a:lnTo>
                  <a:lnTo>
                    <a:pt x="786368" y="1668810"/>
                  </a:lnTo>
                  <a:lnTo>
                    <a:pt x="785700" y="1668810"/>
                  </a:lnTo>
                  <a:lnTo>
                    <a:pt x="785032" y="1668810"/>
                  </a:lnTo>
                  <a:lnTo>
                    <a:pt x="784364" y="1668810"/>
                  </a:lnTo>
                  <a:lnTo>
                    <a:pt x="783696" y="1668810"/>
                  </a:lnTo>
                  <a:lnTo>
                    <a:pt x="783028" y="1668810"/>
                  </a:lnTo>
                  <a:lnTo>
                    <a:pt x="782360" y="1668810"/>
                  </a:lnTo>
                  <a:lnTo>
                    <a:pt x="781692" y="1668810"/>
                  </a:lnTo>
                  <a:lnTo>
                    <a:pt x="781024" y="1668810"/>
                  </a:lnTo>
                  <a:lnTo>
                    <a:pt x="780355" y="1668810"/>
                  </a:lnTo>
                  <a:lnTo>
                    <a:pt x="779687" y="1668810"/>
                  </a:lnTo>
                  <a:lnTo>
                    <a:pt x="779019" y="1668810"/>
                  </a:lnTo>
                  <a:lnTo>
                    <a:pt x="778351" y="1668810"/>
                  </a:lnTo>
                  <a:lnTo>
                    <a:pt x="777683" y="1668810"/>
                  </a:lnTo>
                  <a:lnTo>
                    <a:pt x="777015" y="1668810"/>
                  </a:lnTo>
                  <a:lnTo>
                    <a:pt x="776347" y="1668810"/>
                  </a:lnTo>
                  <a:lnTo>
                    <a:pt x="775679" y="1668810"/>
                  </a:lnTo>
                  <a:lnTo>
                    <a:pt x="775011" y="1668810"/>
                  </a:lnTo>
                  <a:lnTo>
                    <a:pt x="774343" y="1668810"/>
                  </a:lnTo>
                  <a:lnTo>
                    <a:pt x="773675" y="1668810"/>
                  </a:lnTo>
                  <a:lnTo>
                    <a:pt x="773007" y="1668810"/>
                  </a:lnTo>
                  <a:lnTo>
                    <a:pt x="772339" y="1668810"/>
                  </a:lnTo>
                  <a:lnTo>
                    <a:pt x="771671" y="1668810"/>
                  </a:lnTo>
                  <a:lnTo>
                    <a:pt x="771003" y="1668810"/>
                  </a:lnTo>
                  <a:lnTo>
                    <a:pt x="770335" y="1668810"/>
                  </a:lnTo>
                  <a:lnTo>
                    <a:pt x="769667" y="1668810"/>
                  </a:lnTo>
                  <a:lnTo>
                    <a:pt x="768999" y="1668810"/>
                  </a:lnTo>
                  <a:lnTo>
                    <a:pt x="768331" y="1668810"/>
                  </a:lnTo>
                  <a:lnTo>
                    <a:pt x="767663" y="1668810"/>
                  </a:lnTo>
                  <a:lnTo>
                    <a:pt x="766995" y="1668810"/>
                  </a:lnTo>
                  <a:lnTo>
                    <a:pt x="766327" y="1668810"/>
                  </a:lnTo>
                  <a:lnTo>
                    <a:pt x="765659" y="1668810"/>
                  </a:lnTo>
                  <a:lnTo>
                    <a:pt x="764991" y="1668810"/>
                  </a:lnTo>
                  <a:lnTo>
                    <a:pt x="764323" y="1668810"/>
                  </a:lnTo>
                  <a:lnTo>
                    <a:pt x="763655" y="1668810"/>
                  </a:lnTo>
                  <a:lnTo>
                    <a:pt x="762987" y="1668810"/>
                  </a:lnTo>
                  <a:lnTo>
                    <a:pt x="762319" y="1668810"/>
                  </a:lnTo>
                  <a:lnTo>
                    <a:pt x="761651" y="1668810"/>
                  </a:lnTo>
                  <a:lnTo>
                    <a:pt x="760983" y="1668810"/>
                  </a:lnTo>
                  <a:lnTo>
                    <a:pt x="760315" y="1668810"/>
                  </a:lnTo>
                  <a:lnTo>
                    <a:pt x="759647" y="1668810"/>
                  </a:lnTo>
                  <a:lnTo>
                    <a:pt x="758979" y="1668810"/>
                  </a:lnTo>
                  <a:lnTo>
                    <a:pt x="758311" y="1668810"/>
                  </a:lnTo>
                  <a:lnTo>
                    <a:pt x="757643" y="1668810"/>
                  </a:lnTo>
                  <a:lnTo>
                    <a:pt x="756975" y="1668810"/>
                  </a:lnTo>
                  <a:lnTo>
                    <a:pt x="756307" y="1668810"/>
                  </a:lnTo>
                  <a:lnTo>
                    <a:pt x="755638" y="1668810"/>
                  </a:lnTo>
                  <a:lnTo>
                    <a:pt x="754970" y="1668810"/>
                  </a:lnTo>
                  <a:lnTo>
                    <a:pt x="754302" y="1668810"/>
                  </a:lnTo>
                  <a:lnTo>
                    <a:pt x="753634" y="1668810"/>
                  </a:lnTo>
                  <a:lnTo>
                    <a:pt x="752966" y="1668810"/>
                  </a:lnTo>
                  <a:lnTo>
                    <a:pt x="752298" y="1668810"/>
                  </a:lnTo>
                  <a:lnTo>
                    <a:pt x="751630" y="1668810"/>
                  </a:lnTo>
                  <a:lnTo>
                    <a:pt x="750962" y="1668810"/>
                  </a:lnTo>
                  <a:lnTo>
                    <a:pt x="750294" y="1668810"/>
                  </a:lnTo>
                  <a:lnTo>
                    <a:pt x="749626" y="1668810"/>
                  </a:lnTo>
                  <a:lnTo>
                    <a:pt x="748958" y="1668810"/>
                  </a:lnTo>
                  <a:lnTo>
                    <a:pt x="748290" y="1668810"/>
                  </a:lnTo>
                  <a:lnTo>
                    <a:pt x="747622" y="1668810"/>
                  </a:lnTo>
                  <a:lnTo>
                    <a:pt x="746954" y="1668810"/>
                  </a:lnTo>
                  <a:lnTo>
                    <a:pt x="746286" y="1668810"/>
                  </a:lnTo>
                  <a:lnTo>
                    <a:pt x="745618" y="1668810"/>
                  </a:lnTo>
                  <a:lnTo>
                    <a:pt x="744950" y="1668810"/>
                  </a:lnTo>
                  <a:lnTo>
                    <a:pt x="744282" y="1668810"/>
                  </a:lnTo>
                  <a:lnTo>
                    <a:pt x="743614" y="1668810"/>
                  </a:lnTo>
                  <a:lnTo>
                    <a:pt x="742946" y="1668810"/>
                  </a:lnTo>
                  <a:lnTo>
                    <a:pt x="742278" y="1668810"/>
                  </a:lnTo>
                  <a:lnTo>
                    <a:pt x="741610" y="1668810"/>
                  </a:lnTo>
                  <a:lnTo>
                    <a:pt x="740942" y="1668810"/>
                  </a:lnTo>
                  <a:lnTo>
                    <a:pt x="740274" y="1668810"/>
                  </a:lnTo>
                  <a:lnTo>
                    <a:pt x="739606" y="1668810"/>
                  </a:lnTo>
                  <a:lnTo>
                    <a:pt x="738938" y="1668810"/>
                  </a:lnTo>
                  <a:lnTo>
                    <a:pt x="738270" y="1668810"/>
                  </a:lnTo>
                  <a:lnTo>
                    <a:pt x="737602" y="1668810"/>
                  </a:lnTo>
                  <a:lnTo>
                    <a:pt x="736934" y="1668810"/>
                  </a:lnTo>
                  <a:lnTo>
                    <a:pt x="736266" y="1668810"/>
                  </a:lnTo>
                  <a:lnTo>
                    <a:pt x="735598" y="1668810"/>
                  </a:lnTo>
                  <a:lnTo>
                    <a:pt x="734930" y="1668810"/>
                  </a:lnTo>
                  <a:lnTo>
                    <a:pt x="734262" y="1668810"/>
                  </a:lnTo>
                  <a:lnTo>
                    <a:pt x="733594" y="1668810"/>
                  </a:lnTo>
                  <a:lnTo>
                    <a:pt x="732926" y="1668810"/>
                  </a:lnTo>
                  <a:lnTo>
                    <a:pt x="732258" y="1668810"/>
                  </a:lnTo>
                  <a:lnTo>
                    <a:pt x="731590" y="1668810"/>
                  </a:lnTo>
                  <a:lnTo>
                    <a:pt x="730921" y="1668810"/>
                  </a:lnTo>
                  <a:lnTo>
                    <a:pt x="730253" y="1668810"/>
                  </a:lnTo>
                  <a:lnTo>
                    <a:pt x="729585" y="1668810"/>
                  </a:lnTo>
                  <a:lnTo>
                    <a:pt x="728917" y="1668810"/>
                  </a:lnTo>
                  <a:lnTo>
                    <a:pt x="728249" y="1668810"/>
                  </a:lnTo>
                  <a:lnTo>
                    <a:pt x="727581" y="1668810"/>
                  </a:lnTo>
                  <a:lnTo>
                    <a:pt x="726913" y="1668810"/>
                  </a:lnTo>
                  <a:lnTo>
                    <a:pt x="726245" y="1668810"/>
                  </a:lnTo>
                  <a:lnTo>
                    <a:pt x="725577" y="1668810"/>
                  </a:lnTo>
                  <a:lnTo>
                    <a:pt x="724909" y="1668810"/>
                  </a:lnTo>
                  <a:lnTo>
                    <a:pt x="724241" y="1668810"/>
                  </a:lnTo>
                  <a:lnTo>
                    <a:pt x="723573" y="1668810"/>
                  </a:lnTo>
                  <a:lnTo>
                    <a:pt x="722905" y="1668810"/>
                  </a:lnTo>
                  <a:lnTo>
                    <a:pt x="722237" y="1668810"/>
                  </a:lnTo>
                  <a:lnTo>
                    <a:pt x="721569" y="1668810"/>
                  </a:lnTo>
                  <a:lnTo>
                    <a:pt x="720901" y="1668810"/>
                  </a:lnTo>
                  <a:lnTo>
                    <a:pt x="720233" y="1668810"/>
                  </a:lnTo>
                  <a:lnTo>
                    <a:pt x="719565" y="1668810"/>
                  </a:lnTo>
                  <a:lnTo>
                    <a:pt x="718897" y="1668810"/>
                  </a:lnTo>
                  <a:lnTo>
                    <a:pt x="718229" y="1668810"/>
                  </a:lnTo>
                  <a:lnTo>
                    <a:pt x="717561" y="1668810"/>
                  </a:lnTo>
                  <a:lnTo>
                    <a:pt x="716893" y="1668810"/>
                  </a:lnTo>
                  <a:lnTo>
                    <a:pt x="716225" y="1668810"/>
                  </a:lnTo>
                  <a:lnTo>
                    <a:pt x="715557" y="1668810"/>
                  </a:lnTo>
                  <a:lnTo>
                    <a:pt x="714889" y="1668810"/>
                  </a:lnTo>
                  <a:lnTo>
                    <a:pt x="714221" y="1668810"/>
                  </a:lnTo>
                  <a:lnTo>
                    <a:pt x="713553" y="1668810"/>
                  </a:lnTo>
                  <a:lnTo>
                    <a:pt x="712885" y="1668810"/>
                  </a:lnTo>
                  <a:lnTo>
                    <a:pt x="712217" y="1668810"/>
                  </a:lnTo>
                  <a:lnTo>
                    <a:pt x="711549" y="1668810"/>
                  </a:lnTo>
                  <a:lnTo>
                    <a:pt x="710881" y="1668810"/>
                  </a:lnTo>
                  <a:lnTo>
                    <a:pt x="710213" y="1668810"/>
                  </a:lnTo>
                  <a:lnTo>
                    <a:pt x="709545" y="1668810"/>
                  </a:lnTo>
                  <a:lnTo>
                    <a:pt x="708877" y="1668810"/>
                  </a:lnTo>
                  <a:lnTo>
                    <a:pt x="708209" y="1668810"/>
                  </a:lnTo>
                  <a:lnTo>
                    <a:pt x="707541" y="1668810"/>
                  </a:lnTo>
                  <a:lnTo>
                    <a:pt x="706873" y="1668810"/>
                  </a:lnTo>
                  <a:lnTo>
                    <a:pt x="706204" y="1668810"/>
                  </a:lnTo>
                  <a:lnTo>
                    <a:pt x="705536" y="1668810"/>
                  </a:lnTo>
                  <a:lnTo>
                    <a:pt x="704868" y="1668810"/>
                  </a:lnTo>
                  <a:lnTo>
                    <a:pt x="704200" y="1668810"/>
                  </a:lnTo>
                  <a:lnTo>
                    <a:pt x="703532" y="1668810"/>
                  </a:lnTo>
                  <a:lnTo>
                    <a:pt x="702864" y="1668810"/>
                  </a:lnTo>
                  <a:lnTo>
                    <a:pt x="702196" y="1668810"/>
                  </a:lnTo>
                  <a:lnTo>
                    <a:pt x="701528" y="1668810"/>
                  </a:lnTo>
                  <a:lnTo>
                    <a:pt x="700860" y="1668810"/>
                  </a:lnTo>
                  <a:lnTo>
                    <a:pt x="700192" y="1668810"/>
                  </a:lnTo>
                  <a:lnTo>
                    <a:pt x="699524" y="1668810"/>
                  </a:lnTo>
                  <a:lnTo>
                    <a:pt x="698856" y="1668810"/>
                  </a:lnTo>
                  <a:lnTo>
                    <a:pt x="698188" y="1668810"/>
                  </a:lnTo>
                  <a:lnTo>
                    <a:pt x="697520" y="1668810"/>
                  </a:lnTo>
                  <a:lnTo>
                    <a:pt x="696852" y="1668810"/>
                  </a:lnTo>
                  <a:lnTo>
                    <a:pt x="696184" y="1668810"/>
                  </a:lnTo>
                  <a:lnTo>
                    <a:pt x="695516" y="1668810"/>
                  </a:lnTo>
                  <a:lnTo>
                    <a:pt x="694848" y="1668810"/>
                  </a:lnTo>
                  <a:lnTo>
                    <a:pt x="694180" y="1668810"/>
                  </a:lnTo>
                  <a:lnTo>
                    <a:pt x="693512" y="1668810"/>
                  </a:lnTo>
                  <a:lnTo>
                    <a:pt x="692844" y="1668810"/>
                  </a:lnTo>
                  <a:lnTo>
                    <a:pt x="692176" y="1668810"/>
                  </a:lnTo>
                  <a:lnTo>
                    <a:pt x="691508" y="1668810"/>
                  </a:lnTo>
                  <a:lnTo>
                    <a:pt x="690840" y="1668810"/>
                  </a:lnTo>
                  <a:lnTo>
                    <a:pt x="690172" y="1668810"/>
                  </a:lnTo>
                  <a:lnTo>
                    <a:pt x="689504" y="1668810"/>
                  </a:lnTo>
                  <a:lnTo>
                    <a:pt x="688836" y="1668810"/>
                  </a:lnTo>
                  <a:lnTo>
                    <a:pt x="688168" y="1668810"/>
                  </a:lnTo>
                  <a:lnTo>
                    <a:pt x="687500" y="1668810"/>
                  </a:lnTo>
                  <a:lnTo>
                    <a:pt x="686832" y="1668810"/>
                  </a:lnTo>
                  <a:lnTo>
                    <a:pt x="686164" y="1668810"/>
                  </a:lnTo>
                  <a:lnTo>
                    <a:pt x="685496" y="1668810"/>
                  </a:lnTo>
                  <a:lnTo>
                    <a:pt x="684828" y="1668810"/>
                  </a:lnTo>
                  <a:lnTo>
                    <a:pt x="684160" y="1668810"/>
                  </a:lnTo>
                  <a:lnTo>
                    <a:pt x="683492" y="1668810"/>
                  </a:lnTo>
                  <a:lnTo>
                    <a:pt x="682824" y="1668810"/>
                  </a:lnTo>
                  <a:lnTo>
                    <a:pt x="682155" y="1668810"/>
                  </a:lnTo>
                  <a:lnTo>
                    <a:pt x="681487" y="1668810"/>
                  </a:lnTo>
                  <a:lnTo>
                    <a:pt x="680819" y="1668810"/>
                  </a:lnTo>
                  <a:lnTo>
                    <a:pt x="680151" y="1668810"/>
                  </a:lnTo>
                  <a:lnTo>
                    <a:pt x="679483" y="1668810"/>
                  </a:lnTo>
                  <a:lnTo>
                    <a:pt x="678815" y="1668810"/>
                  </a:lnTo>
                  <a:lnTo>
                    <a:pt x="678147" y="1668810"/>
                  </a:lnTo>
                  <a:lnTo>
                    <a:pt x="677479" y="1668810"/>
                  </a:lnTo>
                  <a:lnTo>
                    <a:pt x="676811" y="1668810"/>
                  </a:lnTo>
                  <a:lnTo>
                    <a:pt x="676143" y="1668810"/>
                  </a:lnTo>
                  <a:lnTo>
                    <a:pt x="675475" y="1668810"/>
                  </a:lnTo>
                  <a:lnTo>
                    <a:pt x="674807" y="1668810"/>
                  </a:lnTo>
                  <a:lnTo>
                    <a:pt x="674139" y="1668810"/>
                  </a:lnTo>
                  <a:lnTo>
                    <a:pt x="673471" y="1668810"/>
                  </a:lnTo>
                  <a:lnTo>
                    <a:pt x="672803" y="1668810"/>
                  </a:lnTo>
                  <a:lnTo>
                    <a:pt x="672135" y="1668810"/>
                  </a:lnTo>
                  <a:lnTo>
                    <a:pt x="671467" y="1668810"/>
                  </a:lnTo>
                  <a:lnTo>
                    <a:pt x="670799" y="1668810"/>
                  </a:lnTo>
                  <a:lnTo>
                    <a:pt x="670131" y="1668810"/>
                  </a:lnTo>
                  <a:lnTo>
                    <a:pt x="669463" y="1668810"/>
                  </a:lnTo>
                  <a:lnTo>
                    <a:pt x="668795" y="1668810"/>
                  </a:lnTo>
                  <a:lnTo>
                    <a:pt x="668127" y="1668810"/>
                  </a:lnTo>
                  <a:lnTo>
                    <a:pt x="667459" y="1668810"/>
                  </a:lnTo>
                  <a:lnTo>
                    <a:pt x="666791" y="1668810"/>
                  </a:lnTo>
                  <a:lnTo>
                    <a:pt x="666123" y="1668810"/>
                  </a:lnTo>
                  <a:lnTo>
                    <a:pt x="665455" y="1668810"/>
                  </a:lnTo>
                  <a:lnTo>
                    <a:pt x="664787" y="1668810"/>
                  </a:lnTo>
                  <a:lnTo>
                    <a:pt x="664119" y="1668810"/>
                  </a:lnTo>
                  <a:lnTo>
                    <a:pt x="663451" y="1668810"/>
                  </a:lnTo>
                  <a:lnTo>
                    <a:pt x="662783" y="1668810"/>
                  </a:lnTo>
                  <a:lnTo>
                    <a:pt x="662115" y="1668810"/>
                  </a:lnTo>
                  <a:lnTo>
                    <a:pt x="661447" y="1668810"/>
                  </a:lnTo>
                  <a:lnTo>
                    <a:pt x="660779" y="1668810"/>
                  </a:lnTo>
                  <a:lnTo>
                    <a:pt x="660111" y="1668810"/>
                  </a:lnTo>
                  <a:lnTo>
                    <a:pt x="659443" y="1668810"/>
                  </a:lnTo>
                  <a:lnTo>
                    <a:pt x="658775" y="1668810"/>
                  </a:lnTo>
                  <a:lnTo>
                    <a:pt x="658107" y="1668810"/>
                  </a:lnTo>
                  <a:lnTo>
                    <a:pt x="657438" y="1668810"/>
                  </a:lnTo>
                  <a:lnTo>
                    <a:pt x="656770" y="1668810"/>
                  </a:lnTo>
                  <a:lnTo>
                    <a:pt x="656102" y="1668810"/>
                  </a:lnTo>
                  <a:lnTo>
                    <a:pt x="655434" y="1668810"/>
                  </a:lnTo>
                  <a:lnTo>
                    <a:pt x="654766" y="1668810"/>
                  </a:lnTo>
                  <a:lnTo>
                    <a:pt x="654098" y="1668810"/>
                  </a:lnTo>
                  <a:lnTo>
                    <a:pt x="653430" y="1668810"/>
                  </a:lnTo>
                  <a:lnTo>
                    <a:pt x="652762" y="1668810"/>
                  </a:lnTo>
                  <a:lnTo>
                    <a:pt x="652094" y="1668810"/>
                  </a:lnTo>
                  <a:lnTo>
                    <a:pt x="651426" y="1668810"/>
                  </a:lnTo>
                  <a:lnTo>
                    <a:pt x="650758" y="1668810"/>
                  </a:lnTo>
                  <a:lnTo>
                    <a:pt x="650090" y="1668810"/>
                  </a:lnTo>
                  <a:lnTo>
                    <a:pt x="649422" y="1668810"/>
                  </a:lnTo>
                  <a:lnTo>
                    <a:pt x="648754" y="1668810"/>
                  </a:lnTo>
                  <a:lnTo>
                    <a:pt x="648086" y="1668810"/>
                  </a:lnTo>
                  <a:lnTo>
                    <a:pt x="647418" y="1668810"/>
                  </a:lnTo>
                  <a:lnTo>
                    <a:pt x="646750" y="1668810"/>
                  </a:lnTo>
                  <a:lnTo>
                    <a:pt x="646082" y="1668810"/>
                  </a:lnTo>
                  <a:lnTo>
                    <a:pt x="645414" y="1668810"/>
                  </a:lnTo>
                  <a:lnTo>
                    <a:pt x="644746" y="1668810"/>
                  </a:lnTo>
                  <a:lnTo>
                    <a:pt x="644078" y="1668810"/>
                  </a:lnTo>
                  <a:lnTo>
                    <a:pt x="643410" y="1668810"/>
                  </a:lnTo>
                  <a:lnTo>
                    <a:pt x="642742" y="1668810"/>
                  </a:lnTo>
                  <a:lnTo>
                    <a:pt x="642074" y="1668810"/>
                  </a:lnTo>
                  <a:lnTo>
                    <a:pt x="641406" y="1668810"/>
                  </a:lnTo>
                  <a:lnTo>
                    <a:pt x="640738" y="1668810"/>
                  </a:lnTo>
                  <a:lnTo>
                    <a:pt x="640070" y="1668810"/>
                  </a:lnTo>
                  <a:lnTo>
                    <a:pt x="639402" y="1668810"/>
                  </a:lnTo>
                  <a:lnTo>
                    <a:pt x="638734" y="1668810"/>
                  </a:lnTo>
                  <a:lnTo>
                    <a:pt x="638066" y="1668810"/>
                  </a:lnTo>
                  <a:lnTo>
                    <a:pt x="637398" y="1668810"/>
                  </a:lnTo>
                  <a:lnTo>
                    <a:pt x="636730" y="1668810"/>
                  </a:lnTo>
                  <a:lnTo>
                    <a:pt x="636062" y="1668810"/>
                  </a:lnTo>
                  <a:lnTo>
                    <a:pt x="635394" y="1668810"/>
                  </a:lnTo>
                  <a:lnTo>
                    <a:pt x="634726" y="1668810"/>
                  </a:lnTo>
                  <a:lnTo>
                    <a:pt x="634058" y="1668810"/>
                  </a:lnTo>
                  <a:lnTo>
                    <a:pt x="633390" y="1668810"/>
                  </a:lnTo>
                  <a:lnTo>
                    <a:pt x="632721" y="1668810"/>
                  </a:lnTo>
                  <a:lnTo>
                    <a:pt x="632053" y="1668810"/>
                  </a:lnTo>
                  <a:lnTo>
                    <a:pt x="631385" y="1668810"/>
                  </a:lnTo>
                  <a:lnTo>
                    <a:pt x="630717" y="1668810"/>
                  </a:lnTo>
                  <a:lnTo>
                    <a:pt x="630049" y="1668810"/>
                  </a:lnTo>
                  <a:lnTo>
                    <a:pt x="629381" y="1668810"/>
                  </a:lnTo>
                  <a:lnTo>
                    <a:pt x="628713" y="1668810"/>
                  </a:lnTo>
                  <a:lnTo>
                    <a:pt x="628045" y="1668810"/>
                  </a:lnTo>
                  <a:lnTo>
                    <a:pt x="627377" y="1668810"/>
                  </a:lnTo>
                  <a:lnTo>
                    <a:pt x="626709" y="1668810"/>
                  </a:lnTo>
                  <a:lnTo>
                    <a:pt x="626041" y="1668810"/>
                  </a:lnTo>
                  <a:lnTo>
                    <a:pt x="625373" y="1668810"/>
                  </a:lnTo>
                  <a:lnTo>
                    <a:pt x="624705" y="1668810"/>
                  </a:lnTo>
                  <a:lnTo>
                    <a:pt x="624037" y="1668810"/>
                  </a:lnTo>
                  <a:lnTo>
                    <a:pt x="623369" y="1668810"/>
                  </a:lnTo>
                  <a:lnTo>
                    <a:pt x="622701" y="1668810"/>
                  </a:lnTo>
                  <a:lnTo>
                    <a:pt x="622033" y="1668810"/>
                  </a:lnTo>
                  <a:lnTo>
                    <a:pt x="621365" y="1668810"/>
                  </a:lnTo>
                  <a:lnTo>
                    <a:pt x="620697" y="1668810"/>
                  </a:lnTo>
                  <a:lnTo>
                    <a:pt x="620029" y="1668810"/>
                  </a:lnTo>
                  <a:lnTo>
                    <a:pt x="619361" y="1668810"/>
                  </a:lnTo>
                  <a:lnTo>
                    <a:pt x="618693" y="1668810"/>
                  </a:lnTo>
                  <a:lnTo>
                    <a:pt x="618025" y="1668810"/>
                  </a:lnTo>
                  <a:lnTo>
                    <a:pt x="617357" y="1668810"/>
                  </a:lnTo>
                  <a:lnTo>
                    <a:pt x="616689" y="1668810"/>
                  </a:lnTo>
                  <a:lnTo>
                    <a:pt x="616021" y="1668810"/>
                  </a:lnTo>
                  <a:lnTo>
                    <a:pt x="615353" y="1668810"/>
                  </a:lnTo>
                  <a:lnTo>
                    <a:pt x="614685" y="1668810"/>
                  </a:lnTo>
                  <a:lnTo>
                    <a:pt x="614017" y="1668810"/>
                  </a:lnTo>
                  <a:lnTo>
                    <a:pt x="613349" y="1668810"/>
                  </a:lnTo>
                  <a:lnTo>
                    <a:pt x="612681" y="1668810"/>
                  </a:lnTo>
                  <a:lnTo>
                    <a:pt x="612013" y="1668810"/>
                  </a:lnTo>
                  <a:lnTo>
                    <a:pt x="611345" y="1668810"/>
                  </a:lnTo>
                  <a:lnTo>
                    <a:pt x="610677" y="1668810"/>
                  </a:lnTo>
                  <a:lnTo>
                    <a:pt x="610009" y="1668810"/>
                  </a:lnTo>
                  <a:lnTo>
                    <a:pt x="609341" y="1668810"/>
                  </a:lnTo>
                  <a:lnTo>
                    <a:pt x="608672" y="1668810"/>
                  </a:lnTo>
                  <a:lnTo>
                    <a:pt x="608004" y="1668810"/>
                  </a:lnTo>
                  <a:lnTo>
                    <a:pt x="607336" y="1668810"/>
                  </a:lnTo>
                  <a:lnTo>
                    <a:pt x="606668" y="1668810"/>
                  </a:lnTo>
                  <a:lnTo>
                    <a:pt x="606000" y="1668810"/>
                  </a:lnTo>
                  <a:lnTo>
                    <a:pt x="605332" y="1668810"/>
                  </a:lnTo>
                  <a:lnTo>
                    <a:pt x="604664" y="1668810"/>
                  </a:lnTo>
                  <a:lnTo>
                    <a:pt x="603996" y="1668810"/>
                  </a:lnTo>
                  <a:lnTo>
                    <a:pt x="603328" y="1668810"/>
                  </a:lnTo>
                  <a:lnTo>
                    <a:pt x="602660" y="1668810"/>
                  </a:lnTo>
                  <a:lnTo>
                    <a:pt x="601992" y="1668810"/>
                  </a:lnTo>
                  <a:lnTo>
                    <a:pt x="601324" y="1668810"/>
                  </a:lnTo>
                  <a:lnTo>
                    <a:pt x="600656" y="1668810"/>
                  </a:lnTo>
                  <a:lnTo>
                    <a:pt x="599988" y="1668810"/>
                  </a:lnTo>
                  <a:lnTo>
                    <a:pt x="599320" y="1668810"/>
                  </a:lnTo>
                  <a:lnTo>
                    <a:pt x="598652" y="1668810"/>
                  </a:lnTo>
                  <a:lnTo>
                    <a:pt x="597984" y="1668810"/>
                  </a:lnTo>
                  <a:lnTo>
                    <a:pt x="597316" y="1668810"/>
                  </a:lnTo>
                  <a:lnTo>
                    <a:pt x="596648" y="1668810"/>
                  </a:lnTo>
                  <a:lnTo>
                    <a:pt x="595980" y="1668810"/>
                  </a:lnTo>
                  <a:lnTo>
                    <a:pt x="595312" y="1668810"/>
                  </a:lnTo>
                  <a:lnTo>
                    <a:pt x="594644" y="1668810"/>
                  </a:lnTo>
                  <a:lnTo>
                    <a:pt x="593976" y="1668810"/>
                  </a:lnTo>
                  <a:lnTo>
                    <a:pt x="593308" y="1668810"/>
                  </a:lnTo>
                  <a:lnTo>
                    <a:pt x="592640" y="1668810"/>
                  </a:lnTo>
                  <a:lnTo>
                    <a:pt x="591972" y="1668810"/>
                  </a:lnTo>
                  <a:lnTo>
                    <a:pt x="591304" y="1668810"/>
                  </a:lnTo>
                  <a:lnTo>
                    <a:pt x="590636" y="1668810"/>
                  </a:lnTo>
                  <a:lnTo>
                    <a:pt x="589968" y="1668810"/>
                  </a:lnTo>
                  <a:lnTo>
                    <a:pt x="589300" y="1668810"/>
                  </a:lnTo>
                  <a:lnTo>
                    <a:pt x="588632" y="1668810"/>
                  </a:lnTo>
                  <a:lnTo>
                    <a:pt x="587964" y="1668810"/>
                  </a:lnTo>
                  <a:lnTo>
                    <a:pt x="587296" y="1668810"/>
                  </a:lnTo>
                  <a:lnTo>
                    <a:pt x="586628" y="1668810"/>
                  </a:lnTo>
                  <a:lnTo>
                    <a:pt x="585960" y="1668810"/>
                  </a:lnTo>
                  <a:lnTo>
                    <a:pt x="585292" y="1668810"/>
                  </a:lnTo>
                  <a:lnTo>
                    <a:pt x="584624" y="1668810"/>
                  </a:lnTo>
                  <a:lnTo>
                    <a:pt x="583955" y="1668810"/>
                  </a:lnTo>
                  <a:lnTo>
                    <a:pt x="583287" y="1668810"/>
                  </a:lnTo>
                  <a:lnTo>
                    <a:pt x="582619" y="1668810"/>
                  </a:lnTo>
                  <a:lnTo>
                    <a:pt x="581951" y="1668810"/>
                  </a:lnTo>
                  <a:lnTo>
                    <a:pt x="581283" y="1668810"/>
                  </a:lnTo>
                  <a:lnTo>
                    <a:pt x="580615" y="1668810"/>
                  </a:lnTo>
                  <a:lnTo>
                    <a:pt x="579947" y="1668810"/>
                  </a:lnTo>
                  <a:lnTo>
                    <a:pt x="579279" y="1668810"/>
                  </a:lnTo>
                  <a:lnTo>
                    <a:pt x="578611" y="1668810"/>
                  </a:lnTo>
                  <a:lnTo>
                    <a:pt x="577943" y="1668810"/>
                  </a:lnTo>
                  <a:lnTo>
                    <a:pt x="577275" y="1668810"/>
                  </a:lnTo>
                  <a:lnTo>
                    <a:pt x="576607" y="1668810"/>
                  </a:lnTo>
                  <a:lnTo>
                    <a:pt x="575939" y="1668810"/>
                  </a:lnTo>
                  <a:lnTo>
                    <a:pt x="575271" y="1668810"/>
                  </a:lnTo>
                  <a:lnTo>
                    <a:pt x="574603" y="1668810"/>
                  </a:lnTo>
                  <a:lnTo>
                    <a:pt x="573935" y="1668810"/>
                  </a:lnTo>
                  <a:lnTo>
                    <a:pt x="573267" y="1668810"/>
                  </a:lnTo>
                  <a:lnTo>
                    <a:pt x="572599" y="1668810"/>
                  </a:lnTo>
                  <a:lnTo>
                    <a:pt x="571931" y="1668810"/>
                  </a:lnTo>
                  <a:lnTo>
                    <a:pt x="571263" y="1668810"/>
                  </a:lnTo>
                  <a:lnTo>
                    <a:pt x="570595" y="1668810"/>
                  </a:lnTo>
                  <a:lnTo>
                    <a:pt x="569927" y="1668810"/>
                  </a:lnTo>
                  <a:lnTo>
                    <a:pt x="569259" y="1668810"/>
                  </a:lnTo>
                  <a:lnTo>
                    <a:pt x="568591" y="1668810"/>
                  </a:lnTo>
                  <a:lnTo>
                    <a:pt x="567923" y="1668810"/>
                  </a:lnTo>
                  <a:lnTo>
                    <a:pt x="567255" y="1668810"/>
                  </a:lnTo>
                  <a:lnTo>
                    <a:pt x="566587" y="1668810"/>
                  </a:lnTo>
                  <a:lnTo>
                    <a:pt x="565919" y="1668810"/>
                  </a:lnTo>
                  <a:lnTo>
                    <a:pt x="565251" y="1668810"/>
                  </a:lnTo>
                  <a:lnTo>
                    <a:pt x="564583" y="1668810"/>
                  </a:lnTo>
                  <a:lnTo>
                    <a:pt x="563915" y="1668810"/>
                  </a:lnTo>
                  <a:lnTo>
                    <a:pt x="563247" y="1668810"/>
                  </a:lnTo>
                  <a:lnTo>
                    <a:pt x="562579" y="1668810"/>
                  </a:lnTo>
                  <a:lnTo>
                    <a:pt x="561911" y="1668810"/>
                  </a:lnTo>
                  <a:lnTo>
                    <a:pt x="561243" y="1668810"/>
                  </a:lnTo>
                  <a:lnTo>
                    <a:pt x="560575" y="1668810"/>
                  </a:lnTo>
                  <a:lnTo>
                    <a:pt x="559907" y="1668810"/>
                  </a:lnTo>
                  <a:lnTo>
                    <a:pt x="559238" y="1668810"/>
                  </a:lnTo>
                  <a:lnTo>
                    <a:pt x="558570" y="1668810"/>
                  </a:lnTo>
                  <a:lnTo>
                    <a:pt x="557902" y="1668810"/>
                  </a:lnTo>
                  <a:lnTo>
                    <a:pt x="557234" y="1668810"/>
                  </a:lnTo>
                  <a:lnTo>
                    <a:pt x="556566" y="1668810"/>
                  </a:lnTo>
                  <a:lnTo>
                    <a:pt x="555898" y="1668810"/>
                  </a:lnTo>
                  <a:lnTo>
                    <a:pt x="555230" y="1668810"/>
                  </a:lnTo>
                  <a:lnTo>
                    <a:pt x="554562" y="1668810"/>
                  </a:lnTo>
                  <a:lnTo>
                    <a:pt x="553894" y="1668810"/>
                  </a:lnTo>
                  <a:lnTo>
                    <a:pt x="553226" y="1668810"/>
                  </a:lnTo>
                  <a:lnTo>
                    <a:pt x="552558" y="1668810"/>
                  </a:lnTo>
                  <a:lnTo>
                    <a:pt x="551890" y="1668810"/>
                  </a:lnTo>
                  <a:lnTo>
                    <a:pt x="551222" y="1668810"/>
                  </a:lnTo>
                  <a:lnTo>
                    <a:pt x="550554" y="1668810"/>
                  </a:lnTo>
                  <a:lnTo>
                    <a:pt x="549886" y="1668810"/>
                  </a:lnTo>
                  <a:lnTo>
                    <a:pt x="549218" y="1668810"/>
                  </a:lnTo>
                  <a:lnTo>
                    <a:pt x="548550" y="1668810"/>
                  </a:lnTo>
                  <a:lnTo>
                    <a:pt x="547882" y="1668810"/>
                  </a:lnTo>
                  <a:lnTo>
                    <a:pt x="547214" y="1668810"/>
                  </a:lnTo>
                  <a:lnTo>
                    <a:pt x="546546" y="1668810"/>
                  </a:lnTo>
                  <a:lnTo>
                    <a:pt x="545878" y="1668810"/>
                  </a:lnTo>
                  <a:lnTo>
                    <a:pt x="545210" y="1668810"/>
                  </a:lnTo>
                  <a:lnTo>
                    <a:pt x="544542" y="1668810"/>
                  </a:lnTo>
                  <a:lnTo>
                    <a:pt x="543874" y="1668810"/>
                  </a:lnTo>
                  <a:lnTo>
                    <a:pt x="543206" y="1668810"/>
                  </a:lnTo>
                  <a:lnTo>
                    <a:pt x="542538" y="1668810"/>
                  </a:lnTo>
                  <a:lnTo>
                    <a:pt x="541870" y="1668810"/>
                  </a:lnTo>
                  <a:lnTo>
                    <a:pt x="541202" y="1668810"/>
                  </a:lnTo>
                  <a:lnTo>
                    <a:pt x="540534" y="1668810"/>
                  </a:lnTo>
                  <a:lnTo>
                    <a:pt x="539866" y="1668810"/>
                  </a:lnTo>
                  <a:lnTo>
                    <a:pt x="539198" y="1668810"/>
                  </a:lnTo>
                  <a:lnTo>
                    <a:pt x="538530" y="1668810"/>
                  </a:lnTo>
                  <a:lnTo>
                    <a:pt x="537862" y="1668810"/>
                  </a:lnTo>
                  <a:lnTo>
                    <a:pt x="537194" y="1668810"/>
                  </a:lnTo>
                  <a:lnTo>
                    <a:pt x="536526" y="1668810"/>
                  </a:lnTo>
                  <a:lnTo>
                    <a:pt x="535858" y="1668810"/>
                  </a:lnTo>
                  <a:lnTo>
                    <a:pt x="535190" y="1668810"/>
                  </a:lnTo>
                  <a:lnTo>
                    <a:pt x="534521" y="1668810"/>
                  </a:lnTo>
                  <a:lnTo>
                    <a:pt x="533853" y="1668810"/>
                  </a:lnTo>
                  <a:lnTo>
                    <a:pt x="533185" y="1668810"/>
                  </a:lnTo>
                  <a:lnTo>
                    <a:pt x="532517" y="1668810"/>
                  </a:lnTo>
                  <a:lnTo>
                    <a:pt x="531849" y="1668810"/>
                  </a:lnTo>
                  <a:lnTo>
                    <a:pt x="531181" y="1668810"/>
                  </a:lnTo>
                  <a:lnTo>
                    <a:pt x="530513" y="1668810"/>
                  </a:lnTo>
                  <a:lnTo>
                    <a:pt x="529845" y="1668810"/>
                  </a:lnTo>
                  <a:lnTo>
                    <a:pt x="529177" y="1668810"/>
                  </a:lnTo>
                  <a:lnTo>
                    <a:pt x="528509" y="1668810"/>
                  </a:lnTo>
                  <a:lnTo>
                    <a:pt x="527841" y="1668810"/>
                  </a:lnTo>
                  <a:lnTo>
                    <a:pt x="527173" y="1668810"/>
                  </a:lnTo>
                  <a:lnTo>
                    <a:pt x="526505" y="1668810"/>
                  </a:lnTo>
                  <a:lnTo>
                    <a:pt x="525837" y="1668810"/>
                  </a:lnTo>
                  <a:lnTo>
                    <a:pt x="525169" y="1668810"/>
                  </a:lnTo>
                  <a:lnTo>
                    <a:pt x="524501" y="1668810"/>
                  </a:lnTo>
                  <a:lnTo>
                    <a:pt x="523833" y="1668810"/>
                  </a:lnTo>
                  <a:lnTo>
                    <a:pt x="523165" y="1668810"/>
                  </a:lnTo>
                  <a:lnTo>
                    <a:pt x="522497" y="1668810"/>
                  </a:lnTo>
                  <a:lnTo>
                    <a:pt x="521829" y="1668810"/>
                  </a:lnTo>
                  <a:lnTo>
                    <a:pt x="521161" y="1668810"/>
                  </a:lnTo>
                  <a:lnTo>
                    <a:pt x="520493" y="1668810"/>
                  </a:lnTo>
                  <a:lnTo>
                    <a:pt x="519825" y="1668810"/>
                  </a:lnTo>
                  <a:lnTo>
                    <a:pt x="519157" y="1668810"/>
                  </a:lnTo>
                  <a:lnTo>
                    <a:pt x="518489" y="1668810"/>
                  </a:lnTo>
                  <a:lnTo>
                    <a:pt x="517821" y="1668810"/>
                  </a:lnTo>
                  <a:lnTo>
                    <a:pt x="517153" y="1668810"/>
                  </a:lnTo>
                  <a:lnTo>
                    <a:pt x="516485" y="1668810"/>
                  </a:lnTo>
                  <a:lnTo>
                    <a:pt x="515817" y="1668810"/>
                  </a:lnTo>
                  <a:lnTo>
                    <a:pt x="515149" y="1668810"/>
                  </a:lnTo>
                  <a:lnTo>
                    <a:pt x="514481" y="1668810"/>
                  </a:lnTo>
                  <a:lnTo>
                    <a:pt x="513813" y="1668810"/>
                  </a:lnTo>
                  <a:lnTo>
                    <a:pt x="513145" y="1668810"/>
                  </a:lnTo>
                  <a:lnTo>
                    <a:pt x="512477" y="1668810"/>
                  </a:lnTo>
                  <a:lnTo>
                    <a:pt x="511809" y="1668810"/>
                  </a:lnTo>
                  <a:lnTo>
                    <a:pt x="511141" y="1668810"/>
                  </a:lnTo>
                  <a:lnTo>
                    <a:pt x="510472" y="1668810"/>
                  </a:lnTo>
                  <a:lnTo>
                    <a:pt x="509804" y="1668810"/>
                  </a:lnTo>
                  <a:lnTo>
                    <a:pt x="509136" y="1668810"/>
                  </a:lnTo>
                  <a:lnTo>
                    <a:pt x="508468" y="1668810"/>
                  </a:lnTo>
                  <a:lnTo>
                    <a:pt x="507800" y="1668810"/>
                  </a:lnTo>
                  <a:lnTo>
                    <a:pt x="507132" y="1668810"/>
                  </a:lnTo>
                  <a:lnTo>
                    <a:pt x="506464" y="1668810"/>
                  </a:lnTo>
                  <a:lnTo>
                    <a:pt x="505796" y="1668810"/>
                  </a:lnTo>
                  <a:lnTo>
                    <a:pt x="505128" y="1668810"/>
                  </a:lnTo>
                  <a:lnTo>
                    <a:pt x="504460" y="1668810"/>
                  </a:lnTo>
                  <a:lnTo>
                    <a:pt x="503792" y="1668810"/>
                  </a:lnTo>
                  <a:lnTo>
                    <a:pt x="503124" y="1668810"/>
                  </a:lnTo>
                  <a:lnTo>
                    <a:pt x="502456" y="1668810"/>
                  </a:lnTo>
                  <a:lnTo>
                    <a:pt x="501788" y="1668810"/>
                  </a:lnTo>
                  <a:lnTo>
                    <a:pt x="501120" y="1668810"/>
                  </a:lnTo>
                  <a:lnTo>
                    <a:pt x="500452" y="1668810"/>
                  </a:lnTo>
                  <a:lnTo>
                    <a:pt x="499784" y="1668810"/>
                  </a:lnTo>
                  <a:lnTo>
                    <a:pt x="499116" y="1668810"/>
                  </a:lnTo>
                  <a:lnTo>
                    <a:pt x="498448" y="1668810"/>
                  </a:lnTo>
                  <a:lnTo>
                    <a:pt x="497780" y="1668810"/>
                  </a:lnTo>
                  <a:lnTo>
                    <a:pt x="497112" y="1668810"/>
                  </a:lnTo>
                  <a:lnTo>
                    <a:pt x="496444" y="1668810"/>
                  </a:lnTo>
                  <a:lnTo>
                    <a:pt x="495776" y="1668810"/>
                  </a:lnTo>
                  <a:lnTo>
                    <a:pt x="495108" y="1668810"/>
                  </a:lnTo>
                  <a:lnTo>
                    <a:pt x="494440" y="1668810"/>
                  </a:lnTo>
                  <a:lnTo>
                    <a:pt x="493772" y="1668810"/>
                  </a:lnTo>
                  <a:lnTo>
                    <a:pt x="493104" y="1668810"/>
                  </a:lnTo>
                  <a:lnTo>
                    <a:pt x="492436" y="1668810"/>
                  </a:lnTo>
                  <a:lnTo>
                    <a:pt x="491768" y="1668810"/>
                  </a:lnTo>
                  <a:lnTo>
                    <a:pt x="491100" y="1668810"/>
                  </a:lnTo>
                  <a:lnTo>
                    <a:pt x="490432" y="1668810"/>
                  </a:lnTo>
                  <a:lnTo>
                    <a:pt x="489764" y="1668810"/>
                  </a:lnTo>
                  <a:lnTo>
                    <a:pt x="489096" y="1668810"/>
                  </a:lnTo>
                  <a:lnTo>
                    <a:pt x="488428" y="1668810"/>
                  </a:lnTo>
                  <a:lnTo>
                    <a:pt x="487760" y="1668810"/>
                  </a:lnTo>
                  <a:lnTo>
                    <a:pt x="487092" y="1668810"/>
                  </a:lnTo>
                  <a:lnTo>
                    <a:pt x="486424" y="1668810"/>
                  </a:lnTo>
                  <a:lnTo>
                    <a:pt x="485755" y="1668810"/>
                  </a:lnTo>
                  <a:lnTo>
                    <a:pt x="485087" y="1668810"/>
                  </a:lnTo>
                  <a:lnTo>
                    <a:pt x="484419" y="1668810"/>
                  </a:lnTo>
                  <a:lnTo>
                    <a:pt x="483751" y="1668810"/>
                  </a:lnTo>
                  <a:lnTo>
                    <a:pt x="483083" y="1668810"/>
                  </a:lnTo>
                  <a:lnTo>
                    <a:pt x="482415" y="1668810"/>
                  </a:lnTo>
                  <a:lnTo>
                    <a:pt x="481747" y="1668810"/>
                  </a:lnTo>
                  <a:lnTo>
                    <a:pt x="481079" y="1668810"/>
                  </a:lnTo>
                  <a:lnTo>
                    <a:pt x="480411" y="1668810"/>
                  </a:lnTo>
                  <a:lnTo>
                    <a:pt x="479743" y="1668810"/>
                  </a:lnTo>
                  <a:lnTo>
                    <a:pt x="479075" y="1668810"/>
                  </a:lnTo>
                  <a:lnTo>
                    <a:pt x="478407" y="1668810"/>
                  </a:lnTo>
                  <a:lnTo>
                    <a:pt x="477739" y="1668810"/>
                  </a:lnTo>
                  <a:lnTo>
                    <a:pt x="477071" y="1668810"/>
                  </a:lnTo>
                  <a:lnTo>
                    <a:pt x="476403" y="1668810"/>
                  </a:lnTo>
                  <a:lnTo>
                    <a:pt x="475735" y="1668810"/>
                  </a:lnTo>
                  <a:lnTo>
                    <a:pt x="475067" y="1668810"/>
                  </a:lnTo>
                  <a:lnTo>
                    <a:pt x="474399" y="1668810"/>
                  </a:lnTo>
                  <a:lnTo>
                    <a:pt x="473731" y="1668810"/>
                  </a:lnTo>
                  <a:lnTo>
                    <a:pt x="473063" y="1668810"/>
                  </a:lnTo>
                  <a:lnTo>
                    <a:pt x="472395" y="1668810"/>
                  </a:lnTo>
                  <a:lnTo>
                    <a:pt x="471727" y="1668810"/>
                  </a:lnTo>
                  <a:lnTo>
                    <a:pt x="471059" y="1668810"/>
                  </a:lnTo>
                  <a:lnTo>
                    <a:pt x="470391" y="1668810"/>
                  </a:lnTo>
                  <a:lnTo>
                    <a:pt x="469723" y="1668810"/>
                  </a:lnTo>
                  <a:lnTo>
                    <a:pt x="469055" y="1668810"/>
                  </a:lnTo>
                  <a:lnTo>
                    <a:pt x="468387" y="1668810"/>
                  </a:lnTo>
                  <a:lnTo>
                    <a:pt x="467719" y="1668810"/>
                  </a:lnTo>
                  <a:lnTo>
                    <a:pt x="467051" y="1668810"/>
                  </a:lnTo>
                  <a:lnTo>
                    <a:pt x="466383" y="1668810"/>
                  </a:lnTo>
                  <a:lnTo>
                    <a:pt x="465715" y="1668810"/>
                  </a:lnTo>
                  <a:lnTo>
                    <a:pt x="465047" y="1668810"/>
                  </a:lnTo>
                  <a:lnTo>
                    <a:pt x="464379" y="1668810"/>
                  </a:lnTo>
                  <a:lnTo>
                    <a:pt x="463711" y="1668810"/>
                  </a:lnTo>
                  <a:lnTo>
                    <a:pt x="463043" y="1668810"/>
                  </a:lnTo>
                  <a:lnTo>
                    <a:pt x="462375" y="1668810"/>
                  </a:lnTo>
                  <a:lnTo>
                    <a:pt x="461707" y="1668810"/>
                  </a:lnTo>
                  <a:lnTo>
                    <a:pt x="461038" y="1668810"/>
                  </a:lnTo>
                  <a:lnTo>
                    <a:pt x="460370" y="1668810"/>
                  </a:lnTo>
                  <a:lnTo>
                    <a:pt x="459702" y="1668810"/>
                  </a:lnTo>
                  <a:lnTo>
                    <a:pt x="459034" y="1668810"/>
                  </a:lnTo>
                  <a:lnTo>
                    <a:pt x="458366" y="1668810"/>
                  </a:lnTo>
                  <a:lnTo>
                    <a:pt x="457698" y="1668810"/>
                  </a:lnTo>
                  <a:lnTo>
                    <a:pt x="457030" y="1668810"/>
                  </a:lnTo>
                  <a:lnTo>
                    <a:pt x="456362" y="1668810"/>
                  </a:lnTo>
                  <a:lnTo>
                    <a:pt x="455694" y="1668810"/>
                  </a:lnTo>
                  <a:lnTo>
                    <a:pt x="455026" y="1668810"/>
                  </a:lnTo>
                  <a:lnTo>
                    <a:pt x="454358" y="1668810"/>
                  </a:lnTo>
                  <a:lnTo>
                    <a:pt x="453690" y="1668810"/>
                  </a:lnTo>
                  <a:lnTo>
                    <a:pt x="453022" y="1668810"/>
                  </a:lnTo>
                  <a:lnTo>
                    <a:pt x="452354" y="1668810"/>
                  </a:lnTo>
                  <a:lnTo>
                    <a:pt x="451686" y="1668810"/>
                  </a:lnTo>
                  <a:lnTo>
                    <a:pt x="451018" y="1668810"/>
                  </a:lnTo>
                  <a:lnTo>
                    <a:pt x="450350" y="1668810"/>
                  </a:lnTo>
                  <a:lnTo>
                    <a:pt x="449682" y="1668810"/>
                  </a:lnTo>
                  <a:lnTo>
                    <a:pt x="449014" y="1668810"/>
                  </a:lnTo>
                  <a:lnTo>
                    <a:pt x="448346" y="1668810"/>
                  </a:lnTo>
                  <a:lnTo>
                    <a:pt x="447678" y="1668810"/>
                  </a:lnTo>
                  <a:lnTo>
                    <a:pt x="447010" y="1668810"/>
                  </a:lnTo>
                  <a:lnTo>
                    <a:pt x="446342" y="1668810"/>
                  </a:lnTo>
                  <a:lnTo>
                    <a:pt x="445674" y="1668810"/>
                  </a:lnTo>
                  <a:lnTo>
                    <a:pt x="445006" y="1668810"/>
                  </a:lnTo>
                  <a:lnTo>
                    <a:pt x="444338" y="1668810"/>
                  </a:lnTo>
                  <a:lnTo>
                    <a:pt x="443670" y="1668810"/>
                  </a:lnTo>
                  <a:lnTo>
                    <a:pt x="443002" y="1668810"/>
                  </a:lnTo>
                  <a:lnTo>
                    <a:pt x="442334" y="1668810"/>
                  </a:lnTo>
                  <a:lnTo>
                    <a:pt x="441666" y="1668810"/>
                  </a:lnTo>
                  <a:lnTo>
                    <a:pt x="440998" y="1668810"/>
                  </a:lnTo>
                  <a:lnTo>
                    <a:pt x="440330" y="1668810"/>
                  </a:lnTo>
                  <a:lnTo>
                    <a:pt x="439662" y="1668810"/>
                  </a:lnTo>
                  <a:lnTo>
                    <a:pt x="438994" y="1668810"/>
                  </a:lnTo>
                  <a:lnTo>
                    <a:pt x="438326" y="1668810"/>
                  </a:lnTo>
                  <a:lnTo>
                    <a:pt x="437658" y="1668810"/>
                  </a:lnTo>
                  <a:lnTo>
                    <a:pt x="436990" y="1668810"/>
                  </a:lnTo>
                  <a:lnTo>
                    <a:pt x="436321" y="1668810"/>
                  </a:lnTo>
                  <a:lnTo>
                    <a:pt x="435653" y="1668810"/>
                  </a:lnTo>
                  <a:lnTo>
                    <a:pt x="434985" y="1668810"/>
                  </a:lnTo>
                  <a:lnTo>
                    <a:pt x="434317" y="1668810"/>
                  </a:lnTo>
                  <a:lnTo>
                    <a:pt x="433649" y="1668810"/>
                  </a:lnTo>
                  <a:lnTo>
                    <a:pt x="432981" y="1668810"/>
                  </a:lnTo>
                  <a:lnTo>
                    <a:pt x="432313" y="1668810"/>
                  </a:lnTo>
                  <a:lnTo>
                    <a:pt x="431645" y="1668810"/>
                  </a:lnTo>
                  <a:lnTo>
                    <a:pt x="430977" y="1668810"/>
                  </a:lnTo>
                  <a:lnTo>
                    <a:pt x="430309" y="1668810"/>
                  </a:lnTo>
                  <a:lnTo>
                    <a:pt x="429641" y="1668810"/>
                  </a:lnTo>
                  <a:lnTo>
                    <a:pt x="428973" y="1668810"/>
                  </a:lnTo>
                  <a:lnTo>
                    <a:pt x="428305" y="1668810"/>
                  </a:lnTo>
                  <a:lnTo>
                    <a:pt x="427637" y="1668810"/>
                  </a:lnTo>
                  <a:lnTo>
                    <a:pt x="426969" y="1668810"/>
                  </a:lnTo>
                  <a:lnTo>
                    <a:pt x="426301" y="1668810"/>
                  </a:lnTo>
                  <a:lnTo>
                    <a:pt x="425633" y="1668810"/>
                  </a:lnTo>
                  <a:lnTo>
                    <a:pt x="424965" y="1668810"/>
                  </a:lnTo>
                  <a:lnTo>
                    <a:pt x="424297" y="1668810"/>
                  </a:lnTo>
                  <a:lnTo>
                    <a:pt x="423629" y="1668810"/>
                  </a:lnTo>
                  <a:lnTo>
                    <a:pt x="422961" y="1668810"/>
                  </a:lnTo>
                  <a:lnTo>
                    <a:pt x="422293" y="1668810"/>
                  </a:lnTo>
                  <a:lnTo>
                    <a:pt x="421625" y="1668810"/>
                  </a:lnTo>
                  <a:lnTo>
                    <a:pt x="420957" y="1668810"/>
                  </a:lnTo>
                  <a:lnTo>
                    <a:pt x="420289" y="1668810"/>
                  </a:lnTo>
                  <a:lnTo>
                    <a:pt x="419621" y="1668810"/>
                  </a:lnTo>
                  <a:lnTo>
                    <a:pt x="418953" y="1668810"/>
                  </a:lnTo>
                  <a:lnTo>
                    <a:pt x="418285" y="1668810"/>
                  </a:lnTo>
                  <a:lnTo>
                    <a:pt x="417617" y="1668810"/>
                  </a:lnTo>
                  <a:lnTo>
                    <a:pt x="416949" y="1668810"/>
                  </a:lnTo>
                  <a:lnTo>
                    <a:pt x="416281" y="1668810"/>
                  </a:lnTo>
                  <a:lnTo>
                    <a:pt x="415613" y="1668810"/>
                  </a:lnTo>
                  <a:lnTo>
                    <a:pt x="414945" y="1668810"/>
                  </a:lnTo>
                  <a:lnTo>
                    <a:pt x="414277" y="1668810"/>
                  </a:lnTo>
                  <a:lnTo>
                    <a:pt x="413609" y="1668810"/>
                  </a:lnTo>
                  <a:lnTo>
                    <a:pt x="412941" y="1668810"/>
                  </a:lnTo>
                  <a:lnTo>
                    <a:pt x="412272" y="1668810"/>
                  </a:lnTo>
                  <a:lnTo>
                    <a:pt x="411604" y="1668810"/>
                  </a:lnTo>
                  <a:lnTo>
                    <a:pt x="410936" y="1668810"/>
                  </a:lnTo>
                  <a:lnTo>
                    <a:pt x="410268" y="1668810"/>
                  </a:lnTo>
                  <a:lnTo>
                    <a:pt x="409600" y="1668810"/>
                  </a:lnTo>
                  <a:lnTo>
                    <a:pt x="408932" y="1668810"/>
                  </a:lnTo>
                  <a:lnTo>
                    <a:pt x="408264" y="1668810"/>
                  </a:lnTo>
                  <a:lnTo>
                    <a:pt x="407596" y="1668810"/>
                  </a:lnTo>
                  <a:lnTo>
                    <a:pt x="406928" y="1668810"/>
                  </a:lnTo>
                  <a:lnTo>
                    <a:pt x="406260" y="1668810"/>
                  </a:lnTo>
                  <a:lnTo>
                    <a:pt x="405592" y="1668810"/>
                  </a:lnTo>
                  <a:lnTo>
                    <a:pt x="404924" y="1668810"/>
                  </a:lnTo>
                  <a:lnTo>
                    <a:pt x="404256" y="1668810"/>
                  </a:lnTo>
                  <a:lnTo>
                    <a:pt x="403588" y="1668810"/>
                  </a:lnTo>
                  <a:lnTo>
                    <a:pt x="402920" y="1668810"/>
                  </a:lnTo>
                  <a:lnTo>
                    <a:pt x="402252" y="1668810"/>
                  </a:lnTo>
                  <a:lnTo>
                    <a:pt x="401584" y="1668810"/>
                  </a:lnTo>
                  <a:lnTo>
                    <a:pt x="400916" y="1668810"/>
                  </a:lnTo>
                  <a:lnTo>
                    <a:pt x="400248" y="1668810"/>
                  </a:lnTo>
                  <a:lnTo>
                    <a:pt x="399580" y="1668810"/>
                  </a:lnTo>
                  <a:lnTo>
                    <a:pt x="398912" y="1668810"/>
                  </a:lnTo>
                  <a:lnTo>
                    <a:pt x="398244" y="1668810"/>
                  </a:lnTo>
                  <a:lnTo>
                    <a:pt x="397576" y="1668810"/>
                  </a:lnTo>
                  <a:lnTo>
                    <a:pt x="396908" y="1668810"/>
                  </a:lnTo>
                  <a:lnTo>
                    <a:pt x="396240" y="1668810"/>
                  </a:lnTo>
                  <a:lnTo>
                    <a:pt x="395572" y="1668810"/>
                  </a:lnTo>
                  <a:lnTo>
                    <a:pt x="394904" y="1668810"/>
                  </a:lnTo>
                  <a:lnTo>
                    <a:pt x="394236" y="1668810"/>
                  </a:lnTo>
                  <a:lnTo>
                    <a:pt x="393568" y="1668810"/>
                  </a:lnTo>
                  <a:lnTo>
                    <a:pt x="392900" y="1668810"/>
                  </a:lnTo>
                  <a:lnTo>
                    <a:pt x="392232" y="1668810"/>
                  </a:lnTo>
                  <a:lnTo>
                    <a:pt x="391564" y="1668810"/>
                  </a:lnTo>
                  <a:lnTo>
                    <a:pt x="390896" y="1668810"/>
                  </a:lnTo>
                  <a:lnTo>
                    <a:pt x="390228" y="1668810"/>
                  </a:lnTo>
                  <a:lnTo>
                    <a:pt x="389560" y="1668810"/>
                  </a:lnTo>
                  <a:lnTo>
                    <a:pt x="388892" y="1668810"/>
                  </a:lnTo>
                  <a:lnTo>
                    <a:pt x="388224" y="1668810"/>
                  </a:lnTo>
                  <a:lnTo>
                    <a:pt x="387555" y="1668810"/>
                  </a:lnTo>
                  <a:lnTo>
                    <a:pt x="386887" y="1668810"/>
                  </a:lnTo>
                  <a:lnTo>
                    <a:pt x="386219" y="1668810"/>
                  </a:lnTo>
                  <a:lnTo>
                    <a:pt x="385551" y="1668810"/>
                  </a:lnTo>
                  <a:lnTo>
                    <a:pt x="384883" y="1668810"/>
                  </a:lnTo>
                  <a:lnTo>
                    <a:pt x="384215" y="1668810"/>
                  </a:lnTo>
                  <a:lnTo>
                    <a:pt x="383547" y="1668810"/>
                  </a:lnTo>
                  <a:lnTo>
                    <a:pt x="382879" y="1668810"/>
                  </a:lnTo>
                  <a:lnTo>
                    <a:pt x="382211" y="1668810"/>
                  </a:lnTo>
                  <a:lnTo>
                    <a:pt x="381543" y="1668810"/>
                  </a:lnTo>
                  <a:lnTo>
                    <a:pt x="380875" y="1668810"/>
                  </a:lnTo>
                  <a:lnTo>
                    <a:pt x="380207" y="1668810"/>
                  </a:lnTo>
                  <a:lnTo>
                    <a:pt x="379539" y="1668810"/>
                  </a:lnTo>
                  <a:lnTo>
                    <a:pt x="378871" y="1668810"/>
                  </a:lnTo>
                  <a:lnTo>
                    <a:pt x="378203" y="1668810"/>
                  </a:lnTo>
                  <a:lnTo>
                    <a:pt x="377535" y="1668810"/>
                  </a:lnTo>
                  <a:lnTo>
                    <a:pt x="376867" y="1668810"/>
                  </a:lnTo>
                  <a:lnTo>
                    <a:pt x="376199" y="1668810"/>
                  </a:lnTo>
                  <a:lnTo>
                    <a:pt x="375531" y="1668810"/>
                  </a:lnTo>
                  <a:lnTo>
                    <a:pt x="374863" y="1668810"/>
                  </a:lnTo>
                  <a:lnTo>
                    <a:pt x="374195" y="1668810"/>
                  </a:lnTo>
                  <a:lnTo>
                    <a:pt x="373527" y="1668810"/>
                  </a:lnTo>
                  <a:lnTo>
                    <a:pt x="372859" y="1668810"/>
                  </a:lnTo>
                  <a:lnTo>
                    <a:pt x="372191" y="1668810"/>
                  </a:lnTo>
                  <a:lnTo>
                    <a:pt x="371523" y="1668810"/>
                  </a:lnTo>
                  <a:lnTo>
                    <a:pt x="370855" y="1668810"/>
                  </a:lnTo>
                  <a:lnTo>
                    <a:pt x="370187" y="1668810"/>
                  </a:lnTo>
                  <a:lnTo>
                    <a:pt x="369519" y="1668810"/>
                  </a:lnTo>
                  <a:lnTo>
                    <a:pt x="368851" y="1668810"/>
                  </a:lnTo>
                  <a:lnTo>
                    <a:pt x="368183" y="1668810"/>
                  </a:lnTo>
                  <a:lnTo>
                    <a:pt x="367515" y="1668810"/>
                  </a:lnTo>
                  <a:lnTo>
                    <a:pt x="366847" y="1668810"/>
                  </a:lnTo>
                  <a:lnTo>
                    <a:pt x="366179" y="1668810"/>
                  </a:lnTo>
                  <a:lnTo>
                    <a:pt x="365511" y="1668810"/>
                  </a:lnTo>
                  <a:lnTo>
                    <a:pt x="364843" y="1668810"/>
                  </a:lnTo>
                  <a:lnTo>
                    <a:pt x="364175" y="1668810"/>
                  </a:lnTo>
                  <a:lnTo>
                    <a:pt x="363507" y="1668810"/>
                  </a:lnTo>
                  <a:lnTo>
                    <a:pt x="362838" y="1668810"/>
                  </a:lnTo>
                  <a:lnTo>
                    <a:pt x="362170" y="1668810"/>
                  </a:lnTo>
                  <a:lnTo>
                    <a:pt x="361502" y="1668810"/>
                  </a:lnTo>
                  <a:lnTo>
                    <a:pt x="360834" y="1668810"/>
                  </a:lnTo>
                  <a:lnTo>
                    <a:pt x="360166" y="1668810"/>
                  </a:lnTo>
                  <a:lnTo>
                    <a:pt x="359498" y="1668810"/>
                  </a:lnTo>
                  <a:lnTo>
                    <a:pt x="358830" y="1668810"/>
                  </a:lnTo>
                  <a:lnTo>
                    <a:pt x="358162" y="1668810"/>
                  </a:lnTo>
                  <a:lnTo>
                    <a:pt x="357494" y="1668810"/>
                  </a:lnTo>
                  <a:lnTo>
                    <a:pt x="356826" y="1668810"/>
                  </a:lnTo>
                  <a:lnTo>
                    <a:pt x="356158" y="1668810"/>
                  </a:lnTo>
                  <a:lnTo>
                    <a:pt x="355490" y="1668810"/>
                  </a:lnTo>
                  <a:lnTo>
                    <a:pt x="354822" y="1668810"/>
                  </a:lnTo>
                  <a:lnTo>
                    <a:pt x="354154" y="1668810"/>
                  </a:lnTo>
                  <a:lnTo>
                    <a:pt x="353486" y="1668810"/>
                  </a:lnTo>
                  <a:lnTo>
                    <a:pt x="352818" y="1668810"/>
                  </a:lnTo>
                  <a:lnTo>
                    <a:pt x="352150" y="1668810"/>
                  </a:lnTo>
                  <a:lnTo>
                    <a:pt x="351482" y="1668810"/>
                  </a:lnTo>
                  <a:lnTo>
                    <a:pt x="350814" y="1668810"/>
                  </a:lnTo>
                  <a:lnTo>
                    <a:pt x="350146" y="1668810"/>
                  </a:lnTo>
                  <a:lnTo>
                    <a:pt x="349478" y="1668810"/>
                  </a:lnTo>
                  <a:lnTo>
                    <a:pt x="348810" y="1668810"/>
                  </a:lnTo>
                  <a:lnTo>
                    <a:pt x="348142" y="1668810"/>
                  </a:lnTo>
                  <a:lnTo>
                    <a:pt x="347474" y="1668810"/>
                  </a:lnTo>
                  <a:lnTo>
                    <a:pt x="346806" y="1668810"/>
                  </a:lnTo>
                  <a:lnTo>
                    <a:pt x="346138" y="1668810"/>
                  </a:lnTo>
                  <a:lnTo>
                    <a:pt x="345470" y="1668810"/>
                  </a:lnTo>
                  <a:lnTo>
                    <a:pt x="344802" y="1668810"/>
                  </a:lnTo>
                  <a:lnTo>
                    <a:pt x="344134" y="1668810"/>
                  </a:lnTo>
                  <a:lnTo>
                    <a:pt x="343466" y="1668810"/>
                  </a:lnTo>
                  <a:lnTo>
                    <a:pt x="342798" y="1668810"/>
                  </a:lnTo>
                  <a:lnTo>
                    <a:pt x="342130" y="1668810"/>
                  </a:lnTo>
                  <a:lnTo>
                    <a:pt x="341462" y="1668810"/>
                  </a:lnTo>
                  <a:lnTo>
                    <a:pt x="340794" y="1668810"/>
                  </a:lnTo>
                  <a:lnTo>
                    <a:pt x="340126" y="1668810"/>
                  </a:lnTo>
                  <a:lnTo>
                    <a:pt x="339458" y="1668810"/>
                  </a:lnTo>
                  <a:lnTo>
                    <a:pt x="338790" y="1668810"/>
                  </a:lnTo>
                  <a:lnTo>
                    <a:pt x="338121" y="1668810"/>
                  </a:lnTo>
                  <a:lnTo>
                    <a:pt x="337453" y="1668810"/>
                  </a:lnTo>
                  <a:lnTo>
                    <a:pt x="336785" y="1668810"/>
                  </a:lnTo>
                  <a:lnTo>
                    <a:pt x="336117" y="1668810"/>
                  </a:lnTo>
                  <a:lnTo>
                    <a:pt x="335449" y="1668810"/>
                  </a:lnTo>
                  <a:lnTo>
                    <a:pt x="334781" y="1668810"/>
                  </a:lnTo>
                  <a:lnTo>
                    <a:pt x="334113" y="1668810"/>
                  </a:lnTo>
                  <a:lnTo>
                    <a:pt x="333445" y="1668810"/>
                  </a:lnTo>
                  <a:lnTo>
                    <a:pt x="332777" y="1668810"/>
                  </a:lnTo>
                  <a:lnTo>
                    <a:pt x="332109" y="1668810"/>
                  </a:lnTo>
                  <a:lnTo>
                    <a:pt x="331441" y="1668810"/>
                  </a:lnTo>
                  <a:lnTo>
                    <a:pt x="330773" y="1668810"/>
                  </a:lnTo>
                  <a:lnTo>
                    <a:pt x="330105" y="1668810"/>
                  </a:lnTo>
                  <a:lnTo>
                    <a:pt x="329437" y="1668810"/>
                  </a:lnTo>
                  <a:lnTo>
                    <a:pt x="328769" y="1668810"/>
                  </a:lnTo>
                  <a:lnTo>
                    <a:pt x="328101" y="1668810"/>
                  </a:lnTo>
                  <a:lnTo>
                    <a:pt x="327433" y="1668810"/>
                  </a:lnTo>
                  <a:lnTo>
                    <a:pt x="326765" y="1668810"/>
                  </a:lnTo>
                  <a:lnTo>
                    <a:pt x="326097" y="1668810"/>
                  </a:lnTo>
                  <a:lnTo>
                    <a:pt x="325429" y="1668810"/>
                  </a:lnTo>
                  <a:lnTo>
                    <a:pt x="324761" y="1668810"/>
                  </a:lnTo>
                  <a:lnTo>
                    <a:pt x="324093" y="1668810"/>
                  </a:lnTo>
                  <a:lnTo>
                    <a:pt x="323425" y="1668810"/>
                  </a:lnTo>
                  <a:lnTo>
                    <a:pt x="322757" y="1668810"/>
                  </a:lnTo>
                  <a:lnTo>
                    <a:pt x="322089" y="1668810"/>
                  </a:lnTo>
                  <a:lnTo>
                    <a:pt x="321421" y="1668810"/>
                  </a:lnTo>
                  <a:lnTo>
                    <a:pt x="320753" y="1668810"/>
                  </a:lnTo>
                  <a:lnTo>
                    <a:pt x="320085" y="1668810"/>
                  </a:lnTo>
                  <a:lnTo>
                    <a:pt x="319417" y="1668810"/>
                  </a:lnTo>
                  <a:lnTo>
                    <a:pt x="318749" y="1668810"/>
                  </a:lnTo>
                  <a:lnTo>
                    <a:pt x="318081" y="1668810"/>
                  </a:lnTo>
                  <a:lnTo>
                    <a:pt x="317413" y="1668810"/>
                  </a:lnTo>
                  <a:lnTo>
                    <a:pt x="316745" y="1668810"/>
                  </a:lnTo>
                  <a:lnTo>
                    <a:pt x="316077" y="1668810"/>
                  </a:lnTo>
                  <a:lnTo>
                    <a:pt x="315409" y="1668810"/>
                  </a:lnTo>
                  <a:lnTo>
                    <a:pt x="314741" y="1668810"/>
                  </a:lnTo>
                  <a:lnTo>
                    <a:pt x="314072" y="1668810"/>
                  </a:lnTo>
                  <a:lnTo>
                    <a:pt x="313404" y="1668810"/>
                  </a:lnTo>
                  <a:lnTo>
                    <a:pt x="312736" y="1668810"/>
                  </a:lnTo>
                  <a:lnTo>
                    <a:pt x="312068" y="1668810"/>
                  </a:lnTo>
                  <a:lnTo>
                    <a:pt x="311400" y="1668810"/>
                  </a:lnTo>
                  <a:lnTo>
                    <a:pt x="310732" y="1668810"/>
                  </a:lnTo>
                  <a:lnTo>
                    <a:pt x="310064" y="1668810"/>
                  </a:lnTo>
                  <a:lnTo>
                    <a:pt x="309396" y="1668810"/>
                  </a:lnTo>
                  <a:lnTo>
                    <a:pt x="308728" y="1668810"/>
                  </a:lnTo>
                  <a:lnTo>
                    <a:pt x="308060" y="1668810"/>
                  </a:lnTo>
                  <a:lnTo>
                    <a:pt x="307392" y="1668810"/>
                  </a:lnTo>
                  <a:lnTo>
                    <a:pt x="306724" y="1668810"/>
                  </a:lnTo>
                  <a:lnTo>
                    <a:pt x="306056" y="1668810"/>
                  </a:lnTo>
                  <a:lnTo>
                    <a:pt x="305388" y="1668810"/>
                  </a:lnTo>
                  <a:lnTo>
                    <a:pt x="304720" y="1668810"/>
                  </a:lnTo>
                  <a:lnTo>
                    <a:pt x="304052" y="1668810"/>
                  </a:lnTo>
                  <a:lnTo>
                    <a:pt x="303384" y="1668810"/>
                  </a:lnTo>
                  <a:lnTo>
                    <a:pt x="302716" y="1668810"/>
                  </a:lnTo>
                  <a:lnTo>
                    <a:pt x="302048" y="1668810"/>
                  </a:lnTo>
                  <a:lnTo>
                    <a:pt x="301380" y="1668810"/>
                  </a:lnTo>
                  <a:lnTo>
                    <a:pt x="300712" y="1668810"/>
                  </a:lnTo>
                  <a:lnTo>
                    <a:pt x="300044" y="1668810"/>
                  </a:lnTo>
                  <a:lnTo>
                    <a:pt x="299376" y="1668810"/>
                  </a:lnTo>
                  <a:lnTo>
                    <a:pt x="298708" y="1668810"/>
                  </a:lnTo>
                  <a:lnTo>
                    <a:pt x="298040" y="1668810"/>
                  </a:lnTo>
                  <a:lnTo>
                    <a:pt x="297372" y="1668810"/>
                  </a:lnTo>
                  <a:lnTo>
                    <a:pt x="296704" y="1668810"/>
                  </a:lnTo>
                  <a:lnTo>
                    <a:pt x="296036" y="1668810"/>
                  </a:lnTo>
                  <a:lnTo>
                    <a:pt x="295368" y="1668810"/>
                  </a:lnTo>
                  <a:lnTo>
                    <a:pt x="294700" y="1668810"/>
                  </a:lnTo>
                  <a:lnTo>
                    <a:pt x="294032" y="1668810"/>
                  </a:lnTo>
                  <a:lnTo>
                    <a:pt x="293364" y="1668810"/>
                  </a:lnTo>
                  <a:lnTo>
                    <a:pt x="292696" y="1668810"/>
                  </a:lnTo>
                  <a:lnTo>
                    <a:pt x="292028" y="1668810"/>
                  </a:lnTo>
                  <a:lnTo>
                    <a:pt x="291360" y="1668810"/>
                  </a:lnTo>
                  <a:lnTo>
                    <a:pt x="290692" y="1668810"/>
                  </a:lnTo>
                  <a:lnTo>
                    <a:pt x="290024" y="1668810"/>
                  </a:lnTo>
                  <a:lnTo>
                    <a:pt x="289355" y="1668810"/>
                  </a:lnTo>
                  <a:lnTo>
                    <a:pt x="288687" y="1668810"/>
                  </a:lnTo>
                  <a:lnTo>
                    <a:pt x="288019" y="1668810"/>
                  </a:lnTo>
                  <a:lnTo>
                    <a:pt x="287351" y="1668810"/>
                  </a:lnTo>
                  <a:lnTo>
                    <a:pt x="286683" y="1668810"/>
                  </a:lnTo>
                  <a:lnTo>
                    <a:pt x="286015" y="1668810"/>
                  </a:lnTo>
                  <a:lnTo>
                    <a:pt x="285347" y="1668810"/>
                  </a:lnTo>
                  <a:lnTo>
                    <a:pt x="284679" y="1668810"/>
                  </a:lnTo>
                  <a:lnTo>
                    <a:pt x="284011" y="1668810"/>
                  </a:lnTo>
                  <a:lnTo>
                    <a:pt x="283343" y="1668810"/>
                  </a:lnTo>
                  <a:lnTo>
                    <a:pt x="282675" y="1668810"/>
                  </a:lnTo>
                  <a:lnTo>
                    <a:pt x="282007" y="1668810"/>
                  </a:lnTo>
                  <a:lnTo>
                    <a:pt x="281339" y="1668810"/>
                  </a:lnTo>
                  <a:lnTo>
                    <a:pt x="280671" y="1668810"/>
                  </a:lnTo>
                  <a:lnTo>
                    <a:pt x="280003" y="1668810"/>
                  </a:lnTo>
                  <a:lnTo>
                    <a:pt x="279335" y="1668810"/>
                  </a:lnTo>
                  <a:lnTo>
                    <a:pt x="278667" y="1668810"/>
                  </a:lnTo>
                  <a:lnTo>
                    <a:pt x="277999" y="1668810"/>
                  </a:lnTo>
                  <a:lnTo>
                    <a:pt x="277331" y="1668810"/>
                  </a:lnTo>
                  <a:lnTo>
                    <a:pt x="276663" y="1668810"/>
                  </a:lnTo>
                  <a:lnTo>
                    <a:pt x="275995" y="1668810"/>
                  </a:lnTo>
                  <a:lnTo>
                    <a:pt x="275327" y="1668810"/>
                  </a:lnTo>
                  <a:lnTo>
                    <a:pt x="274659" y="1668810"/>
                  </a:lnTo>
                  <a:lnTo>
                    <a:pt x="273991" y="1668810"/>
                  </a:lnTo>
                  <a:lnTo>
                    <a:pt x="273323" y="1668810"/>
                  </a:lnTo>
                  <a:lnTo>
                    <a:pt x="272655" y="1668810"/>
                  </a:lnTo>
                  <a:lnTo>
                    <a:pt x="271987" y="1668810"/>
                  </a:lnTo>
                  <a:lnTo>
                    <a:pt x="271319" y="1668810"/>
                  </a:lnTo>
                  <a:lnTo>
                    <a:pt x="270651" y="1668810"/>
                  </a:lnTo>
                  <a:lnTo>
                    <a:pt x="269983" y="1668810"/>
                  </a:lnTo>
                  <a:lnTo>
                    <a:pt x="269315" y="1668810"/>
                  </a:lnTo>
                  <a:lnTo>
                    <a:pt x="268647" y="1668810"/>
                  </a:lnTo>
                  <a:lnTo>
                    <a:pt x="267979" y="1668810"/>
                  </a:lnTo>
                  <a:lnTo>
                    <a:pt x="267311" y="1668810"/>
                  </a:lnTo>
                  <a:lnTo>
                    <a:pt x="266643" y="1668810"/>
                  </a:lnTo>
                  <a:lnTo>
                    <a:pt x="265975" y="1668810"/>
                  </a:lnTo>
                  <a:lnTo>
                    <a:pt x="265307" y="1668810"/>
                  </a:lnTo>
                  <a:lnTo>
                    <a:pt x="264638" y="1668810"/>
                  </a:lnTo>
                  <a:lnTo>
                    <a:pt x="263970" y="1668810"/>
                  </a:lnTo>
                  <a:lnTo>
                    <a:pt x="263302" y="1668810"/>
                  </a:lnTo>
                  <a:lnTo>
                    <a:pt x="262634" y="1668810"/>
                  </a:lnTo>
                  <a:lnTo>
                    <a:pt x="261966" y="1668810"/>
                  </a:lnTo>
                  <a:lnTo>
                    <a:pt x="261298" y="1668810"/>
                  </a:lnTo>
                  <a:lnTo>
                    <a:pt x="260630" y="1668810"/>
                  </a:lnTo>
                  <a:lnTo>
                    <a:pt x="259962" y="1668810"/>
                  </a:lnTo>
                  <a:lnTo>
                    <a:pt x="259294" y="1668810"/>
                  </a:lnTo>
                  <a:lnTo>
                    <a:pt x="258626" y="1668810"/>
                  </a:lnTo>
                  <a:lnTo>
                    <a:pt x="257958" y="1668810"/>
                  </a:lnTo>
                  <a:lnTo>
                    <a:pt x="257290" y="1668810"/>
                  </a:lnTo>
                  <a:lnTo>
                    <a:pt x="256622" y="1668810"/>
                  </a:lnTo>
                  <a:lnTo>
                    <a:pt x="255954" y="1668810"/>
                  </a:lnTo>
                  <a:lnTo>
                    <a:pt x="255286" y="1668810"/>
                  </a:lnTo>
                  <a:lnTo>
                    <a:pt x="254618" y="1668810"/>
                  </a:lnTo>
                  <a:lnTo>
                    <a:pt x="253950" y="1668810"/>
                  </a:lnTo>
                  <a:lnTo>
                    <a:pt x="253282" y="1668810"/>
                  </a:lnTo>
                  <a:lnTo>
                    <a:pt x="252614" y="1668810"/>
                  </a:lnTo>
                  <a:lnTo>
                    <a:pt x="251946" y="1668810"/>
                  </a:lnTo>
                  <a:lnTo>
                    <a:pt x="251278" y="1668810"/>
                  </a:lnTo>
                  <a:lnTo>
                    <a:pt x="250610" y="1668810"/>
                  </a:lnTo>
                  <a:lnTo>
                    <a:pt x="249942" y="1668810"/>
                  </a:lnTo>
                  <a:lnTo>
                    <a:pt x="249274" y="1668810"/>
                  </a:lnTo>
                  <a:lnTo>
                    <a:pt x="248606" y="1668810"/>
                  </a:lnTo>
                  <a:lnTo>
                    <a:pt x="247938" y="1668810"/>
                  </a:lnTo>
                  <a:lnTo>
                    <a:pt x="247270" y="1668810"/>
                  </a:lnTo>
                  <a:lnTo>
                    <a:pt x="246602" y="1668810"/>
                  </a:lnTo>
                  <a:lnTo>
                    <a:pt x="245934" y="1668810"/>
                  </a:lnTo>
                  <a:lnTo>
                    <a:pt x="245266" y="1668810"/>
                  </a:lnTo>
                  <a:lnTo>
                    <a:pt x="244598" y="1668810"/>
                  </a:lnTo>
                  <a:lnTo>
                    <a:pt x="243930" y="1668810"/>
                  </a:lnTo>
                  <a:lnTo>
                    <a:pt x="243262" y="1668810"/>
                  </a:lnTo>
                  <a:lnTo>
                    <a:pt x="242594" y="1668810"/>
                  </a:lnTo>
                  <a:lnTo>
                    <a:pt x="241926" y="1668810"/>
                  </a:lnTo>
                  <a:lnTo>
                    <a:pt x="241258" y="1668810"/>
                  </a:lnTo>
                  <a:lnTo>
                    <a:pt x="240590" y="1668810"/>
                  </a:lnTo>
                  <a:lnTo>
                    <a:pt x="239921" y="1668810"/>
                  </a:lnTo>
                  <a:lnTo>
                    <a:pt x="239253" y="1668810"/>
                  </a:lnTo>
                  <a:lnTo>
                    <a:pt x="238585" y="1668810"/>
                  </a:lnTo>
                  <a:lnTo>
                    <a:pt x="237917" y="1668810"/>
                  </a:lnTo>
                  <a:lnTo>
                    <a:pt x="237249" y="1668810"/>
                  </a:lnTo>
                  <a:lnTo>
                    <a:pt x="236581" y="1668810"/>
                  </a:lnTo>
                  <a:lnTo>
                    <a:pt x="235913" y="1668810"/>
                  </a:lnTo>
                  <a:lnTo>
                    <a:pt x="235245" y="1668810"/>
                  </a:lnTo>
                  <a:lnTo>
                    <a:pt x="234577" y="1668810"/>
                  </a:lnTo>
                  <a:lnTo>
                    <a:pt x="233909" y="1668810"/>
                  </a:lnTo>
                  <a:lnTo>
                    <a:pt x="233241" y="1668810"/>
                  </a:lnTo>
                  <a:lnTo>
                    <a:pt x="232573" y="1668810"/>
                  </a:lnTo>
                  <a:lnTo>
                    <a:pt x="231905" y="1668810"/>
                  </a:lnTo>
                  <a:lnTo>
                    <a:pt x="231237" y="1668810"/>
                  </a:lnTo>
                  <a:lnTo>
                    <a:pt x="230569" y="1668810"/>
                  </a:lnTo>
                  <a:lnTo>
                    <a:pt x="229901" y="1668810"/>
                  </a:lnTo>
                  <a:lnTo>
                    <a:pt x="229233" y="1668810"/>
                  </a:lnTo>
                  <a:lnTo>
                    <a:pt x="228565" y="1668810"/>
                  </a:lnTo>
                  <a:lnTo>
                    <a:pt x="227897" y="1668810"/>
                  </a:lnTo>
                  <a:lnTo>
                    <a:pt x="227229" y="1668810"/>
                  </a:lnTo>
                  <a:lnTo>
                    <a:pt x="226561" y="1668810"/>
                  </a:lnTo>
                  <a:lnTo>
                    <a:pt x="225893" y="1668810"/>
                  </a:lnTo>
                  <a:lnTo>
                    <a:pt x="225225" y="1668810"/>
                  </a:lnTo>
                  <a:lnTo>
                    <a:pt x="224557" y="1668810"/>
                  </a:lnTo>
                  <a:lnTo>
                    <a:pt x="223889" y="1668810"/>
                  </a:lnTo>
                  <a:lnTo>
                    <a:pt x="223221" y="1668810"/>
                  </a:lnTo>
                  <a:lnTo>
                    <a:pt x="222553" y="1668810"/>
                  </a:lnTo>
                  <a:lnTo>
                    <a:pt x="221885" y="1668810"/>
                  </a:lnTo>
                  <a:lnTo>
                    <a:pt x="221217" y="1668810"/>
                  </a:lnTo>
                  <a:lnTo>
                    <a:pt x="220549" y="1668810"/>
                  </a:lnTo>
                  <a:lnTo>
                    <a:pt x="219881" y="1668810"/>
                  </a:lnTo>
                  <a:lnTo>
                    <a:pt x="219213" y="1668810"/>
                  </a:lnTo>
                  <a:lnTo>
                    <a:pt x="218545" y="1668810"/>
                  </a:lnTo>
                  <a:lnTo>
                    <a:pt x="217877" y="1668810"/>
                  </a:lnTo>
                  <a:lnTo>
                    <a:pt x="217209" y="1668810"/>
                  </a:lnTo>
                  <a:lnTo>
                    <a:pt x="216541" y="1668810"/>
                  </a:lnTo>
                  <a:lnTo>
                    <a:pt x="215872" y="1668810"/>
                  </a:lnTo>
                  <a:lnTo>
                    <a:pt x="215204" y="1668810"/>
                  </a:lnTo>
                  <a:lnTo>
                    <a:pt x="214536" y="1668810"/>
                  </a:lnTo>
                  <a:lnTo>
                    <a:pt x="213868" y="1668810"/>
                  </a:lnTo>
                  <a:lnTo>
                    <a:pt x="213200" y="1668810"/>
                  </a:lnTo>
                  <a:lnTo>
                    <a:pt x="212532" y="1668810"/>
                  </a:lnTo>
                  <a:lnTo>
                    <a:pt x="211864" y="1668810"/>
                  </a:lnTo>
                  <a:lnTo>
                    <a:pt x="211196" y="1668810"/>
                  </a:lnTo>
                  <a:lnTo>
                    <a:pt x="210528" y="1668810"/>
                  </a:lnTo>
                  <a:lnTo>
                    <a:pt x="209860" y="1668810"/>
                  </a:lnTo>
                  <a:lnTo>
                    <a:pt x="209192" y="1668810"/>
                  </a:lnTo>
                  <a:lnTo>
                    <a:pt x="208524" y="1668810"/>
                  </a:lnTo>
                  <a:lnTo>
                    <a:pt x="207856" y="1668810"/>
                  </a:lnTo>
                  <a:lnTo>
                    <a:pt x="207188" y="1668810"/>
                  </a:lnTo>
                  <a:lnTo>
                    <a:pt x="206520" y="1668810"/>
                  </a:lnTo>
                  <a:lnTo>
                    <a:pt x="205852" y="1668810"/>
                  </a:lnTo>
                  <a:lnTo>
                    <a:pt x="205184" y="1668810"/>
                  </a:lnTo>
                  <a:lnTo>
                    <a:pt x="204516" y="1668810"/>
                  </a:lnTo>
                  <a:lnTo>
                    <a:pt x="203848" y="1668810"/>
                  </a:lnTo>
                  <a:lnTo>
                    <a:pt x="203180" y="1668810"/>
                  </a:lnTo>
                  <a:lnTo>
                    <a:pt x="202512" y="1668810"/>
                  </a:lnTo>
                  <a:lnTo>
                    <a:pt x="201844" y="1668810"/>
                  </a:lnTo>
                  <a:lnTo>
                    <a:pt x="201176" y="1668810"/>
                  </a:lnTo>
                  <a:lnTo>
                    <a:pt x="200508" y="1668810"/>
                  </a:lnTo>
                  <a:lnTo>
                    <a:pt x="199840" y="1668810"/>
                  </a:lnTo>
                  <a:lnTo>
                    <a:pt x="199172" y="1668810"/>
                  </a:lnTo>
                  <a:lnTo>
                    <a:pt x="198504" y="1668810"/>
                  </a:lnTo>
                  <a:lnTo>
                    <a:pt x="197836" y="1668810"/>
                  </a:lnTo>
                  <a:lnTo>
                    <a:pt x="197168" y="1668810"/>
                  </a:lnTo>
                  <a:lnTo>
                    <a:pt x="196500" y="1668810"/>
                  </a:lnTo>
                  <a:lnTo>
                    <a:pt x="195832" y="1668810"/>
                  </a:lnTo>
                  <a:lnTo>
                    <a:pt x="195164" y="1668810"/>
                  </a:lnTo>
                  <a:lnTo>
                    <a:pt x="194496" y="1668810"/>
                  </a:lnTo>
                  <a:lnTo>
                    <a:pt x="193828" y="1668810"/>
                  </a:lnTo>
                  <a:lnTo>
                    <a:pt x="193160" y="1668810"/>
                  </a:lnTo>
                  <a:lnTo>
                    <a:pt x="192492" y="1668810"/>
                  </a:lnTo>
                  <a:lnTo>
                    <a:pt x="191824" y="1668810"/>
                  </a:lnTo>
                  <a:lnTo>
                    <a:pt x="191155" y="1668810"/>
                  </a:lnTo>
                  <a:lnTo>
                    <a:pt x="190487" y="1668810"/>
                  </a:lnTo>
                  <a:lnTo>
                    <a:pt x="189819" y="1668810"/>
                  </a:lnTo>
                  <a:lnTo>
                    <a:pt x="189151" y="1668810"/>
                  </a:lnTo>
                  <a:lnTo>
                    <a:pt x="188483" y="1668810"/>
                  </a:lnTo>
                  <a:lnTo>
                    <a:pt x="187815" y="1668810"/>
                  </a:lnTo>
                  <a:lnTo>
                    <a:pt x="187147" y="1668810"/>
                  </a:lnTo>
                  <a:lnTo>
                    <a:pt x="186479" y="1668810"/>
                  </a:lnTo>
                  <a:lnTo>
                    <a:pt x="185811" y="1668810"/>
                  </a:lnTo>
                  <a:lnTo>
                    <a:pt x="185143" y="1668810"/>
                  </a:lnTo>
                  <a:lnTo>
                    <a:pt x="184475" y="1668810"/>
                  </a:lnTo>
                  <a:lnTo>
                    <a:pt x="183807" y="1668810"/>
                  </a:lnTo>
                  <a:lnTo>
                    <a:pt x="183139" y="1668810"/>
                  </a:lnTo>
                  <a:lnTo>
                    <a:pt x="182471" y="1668810"/>
                  </a:lnTo>
                  <a:lnTo>
                    <a:pt x="181803" y="1668810"/>
                  </a:lnTo>
                  <a:lnTo>
                    <a:pt x="181135" y="1668810"/>
                  </a:lnTo>
                  <a:lnTo>
                    <a:pt x="180467" y="1668810"/>
                  </a:lnTo>
                  <a:lnTo>
                    <a:pt x="179799" y="1668810"/>
                  </a:lnTo>
                  <a:lnTo>
                    <a:pt x="179131" y="1668810"/>
                  </a:lnTo>
                  <a:lnTo>
                    <a:pt x="178463" y="1668810"/>
                  </a:lnTo>
                  <a:lnTo>
                    <a:pt x="177795" y="1668810"/>
                  </a:lnTo>
                  <a:lnTo>
                    <a:pt x="177127" y="1668810"/>
                  </a:lnTo>
                  <a:lnTo>
                    <a:pt x="176459" y="1668810"/>
                  </a:lnTo>
                  <a:lnTo>
                    <a:pt x="175791" y="1668810"/>
                  </a:lnTo>
                  <a:lnTo>
                    <a:pt x="175123" y="1668810"/>
                  </a:lnTo>
                  <a:lnTo>
                    <a:pt x="174455" y="1668810"/>
                  </a:lnTo>
                  <a:lnTo>
                    <a:pt x="173787" y="1668810"/>
                  </a:lnTo>
                  <a:lnTo>
                    <a:pt x="173119" y="1668810"/>
                  </a:lnTo>
                  <a:lnTo>
                    <a:pt x="172451" y="1668810"/>
                  </a:lnTo>
                  <a:lnTo>
                    <a:pt x="171783" y="1668810"/>
                  </a:lnTo>
                  <a:lnTo>
                    <a:pt x="171115" y="1668810"/>
                  </a:lnTo>
                  <a:lnTo>
                    <a:pt x="170447" y="1668810"/>
                  </a:lnTo>
                  <a:lnTo>
                    <a:pt x="169779" y="1668810"/>
                  </a:lnTo>
                  <a:lnTo>
                    <a:pt x="169111" y="1668810"/>
                  </a:lnTo>
                  <a:lnTo>
                    <a:pt x="168443" y="1668810"/>
                  </a:lnTo>
                  <a:lnTo>
                    <a:pt x="167775" y="1668810"/>
                  </a:lnTo>
                  <a:lnTo>
                    <a:pt x="167107" y="1668810"/>
                  </a:lnTo>
                  <a:lnTo>
                    <a:pt x="166438" y="1668810"/>
                  </a:lnTo>
                  <a:lnTo>
                    <a:pt x="165770" y="1668810"/>
                  </a:lnTo>
                  <a:lnTo>
                    <a:pt x="165102" y="1668810"/>
                  </a:lnTo>
                  <a:lnTo>
                    <a:pt x="164434" y="1668810"/>
                  </a:lnTo>
                  <a:lnTo>
                    <a:pt x="163766" y="1668810"/>
                  </a:lnTo>
                  <a:lnTo>
                    <a:pt x="163098" y="1668810"/>
                  </a:lnTo>
                  <a:lnTo>
                    <a:pt x="162430" y="1668810"/>
                  </a:lnTo>
                  <a:lnTo>
                    <a:pt x="161762" y="1668810"/>
                  </a:lnTo>
                  <a:lnTo>
                    <a:pt x="161094" y="1668810"/>
                  </a:lnTo>
                  <a:lnTo>
                    <a:pt x="160426" y="1668810"/>
                  </a:lnTo>
                  <a:lnTo>
                    <a:pt x="159758" y="1668810"/>
                  </a:lnTo>
                  <a:lnTo>
                    <a:pt x="159090" y="1668810"/>
                  </a:lnTo>
                  <a:lnTo>
                    <a:pt x="158422" y="1668810"/>
                  </a:lnTo>
                  <a:lnTo>
                    <a:pt x="157754" y="1668810"/>
                  </a:lnTo>
                  <a:lnTo>
                    <a:pt x="157086" y="1668810"/>
                  </a:lnTo>
                  <a:lnTo>
                    <a:pt x="156418" y="1668810"/>
                  </a:lnTo>
                  <a:lnTo>
                    <a:pt x="155750" y="1668810"/>
                  </a:lnTo>
                  <a:lnTo>
                    <a:pt x="155082" y="1668810"/>
                  </a:lnTo>
                  <a:lnTo>
                    <a:pt x="154414" y="1668810"/>
                  </a:lnTo>
                  <a:lnTo>
                    <a:pt x="153746" y="1668810"/>
                  </a:lnTo>
                  <a:lnTo>
                    <a:pt x="153078" y="1668810"/>
                  </a:lnTo>
                  <a:lnTo>
                    <a:pt x="152410" y="1668810"/>
                  </a:lnTo>
                  <a:lnTo>
                    <a:pt x="151742" y="1668810"/>
                  </a:lnTo>
                  <a:lnTo>
                    <a:pt x="151074" y="1668810"/>
                  </a:lnTo>
                  <a:lnTo>
                    <a:pt x="150406" y="1668810"/>
                  </a:lnTo>
                  <a:lnTo>
                    <a:pt x="149738" y="1668810"/>
                  </a:lnTo>
                  <a:lnTo>
                    <a:pt x="149070" y="1668810"/>
                  </a:lnTo>
                  <a:lnTo>
                    <a:pt x="148402" y="1668810"/>
                  </a:lnTo>
                  <a:lnTo>
                    <a:pt x="147734" y="1668810"/>
                  </a:lnTo>
                  <a:lnTo>
                    <a:pt x="147066" y="1668810"/>
                  </a:lnTo>
                  <a:lnTo>
                    <a:pt x="146398" y="1668810"/>
                  </a:lnTo>
                  <a:lnTo>
                    <a:pt x="145730" y="1668810"/>
                  </a:lnTo>
                  <a:lnTo>
                    <a:pt x="145062" y="1668810"/>
                  </a:lnTo>
                  <a:lnTo>
                    <a:pt x="144394" y="1668810"/>
                  </a:lnTo>
                  <a:lnTo>
                    <a:pt x="143726" y="1668810"/>
                  </a:lnTo>
                  <a:lnTo>
                    <a:pt x="143058" y="1668810"/>
                  </a:lnTo>
                  <a:lnTo>
                    <a:pt x="142390" y="1668810"/>
                  </a:lnTo>
                  <a:lnTo>
                    <a:pt x="141721" y="1668810"/>
                  </a:lnTo>
                  <a:lnTo>
                    <a:pt x="141053" y="1668810"/>
                  </a:lnTo>
                  <a:lnTo>
                    <a:pt x="140385" y="1668810"/>
                  </a:lnTo>
                  <a:lnTo>
                    <a:pt x="139717" y="1668810"/>
                  </a:lnTo>
                  <a:lnTo>
                    <a:pt x="139049" y="1668810"/>
                  </a:lnTo>
                  <a:lnTo>
                    <a:pt x="138381" y="1668810"/>
                  </a:lnTo>
                  <a:lnTo>
                    <a:pt x="137713" y="1668810"/>
                  </a:lnTo>
                  <a:lnTo>
                    <a:pt x="137045" y="1668810"/>
                  </a:lnTo>
                  <a:lnTo>
                    <a:pt x="136377" y="1668810"/>
                  </a:lnTo>
                  <a:lnTo>
                    <a:pt x="135709" y="1668810"/>
                  </a:lnTo>
                  <a:lnTo>
                    <a:pt x="135041" y="1668810"/>
                  </a:lnTo>
                  <a:lnTo>
                    <a:pt x="134373" y="1668810"/>
                  </a:lnTo>
                  <a:lnTo>
                    <a:pt x="133705" y="1668810"/>
                  </a:lnTo>
                  <a:lnTo>
                    <a:pt x="133037" y="1668810"/>
                  </a:lnTo>
                  <a:lnTo>
                    <a:pt x="132369" y="1668810"/>
                  </a:lnTo>
                  <a:lnTo>
                    <a:pt x="131701" y="1668810"/>
                  </a:lnTo>
                  <a:lnTo>
                    <a:pt x="131033" y="1668810"/>
                  </a:lnTo>
                  <a:lnTo>
                    <a:pt x="130365" y="1668810"/>
                  </a:lnTo>
                  <a:lnTo>
                    <a:pt x="129697" y="1668810"/>
                  </a:lnTo>
                  <a:lnTo>
                    <a:pt x="129029" y="1668810"/>
                  </a:lnTo>
                  <a:lnTo>
                    <a:pt x="128361" y="1668810"/>
                  </a:lnTo>
                  <a:lnTo>
                    <a:pt x="127693" y="1668810"/>
                  </a:lnTo>
                  <a:lnTo>
                    <a:pt x="127025" y="1668810"/>
                  </a:lnTo>
                  <a:lnTo>
                    <a:pt x="126357" y="1668810"/>
                  </a:lnTo>
                  <a:lnTo>
                    <a:pt x="125689" y="1668810"/>
                  </a:lnTo>
                  <a:lnTo>
                    <a:pt x="125021" y="1668810"/>
                  </a:lnTo>
                  <a:lnTo>
                    <a:pt x="124353" y="1668810"/>
                  </a:lnTo>
                  <a:lnTo>
                    <a:pt x="123685" y="1668810"/>
                  </a:lnTo>
                  <a:lnTo>
                    <a:pt x="123017" y="1668810"/>
                  </a:lnTo>
                  <a:lnTo>
                    <a:pt x="122349" y="1668810"/>
                  </a:lnTo>
                  <a:lnTo>
                    <a:pt x="121681" y="1668810"/>
                  </a:lnTo>
                  <a:lnTo>
                    <a:pt x="121013" y="1668810"/>
                  </a:lnTo>
                  <a:lnTo>
                    <a:pt x="120345" y="1668810"/>
                  </a:lnTo>
                  <a:lnTo>
                    <a:pt x="119677" y="1668810"/>
                  </a:lnTo>
                  <a:lnTo>
                    <a:pt x="119009" y="1668810"/>
                  </a:lnTo>
                  <a:lnTo>
                    <a:pt x="118341" y="1668810"/>
                  </a:lnTo>
                  <a:lnTo>
                    <a:pt x="117672" y="1668810"/>
                  </a:lnTo>
                  <a:lnTo>
                    <a:pt x="117004" y="1668810"/>
                  </a:lnTo>
                  <a:lnTo>
                    <a:pt x="116336" y="1668810"/>
                  </a:lnTo>
                  <a:lnTo>
                    <a:pt x="115668" y="1668810"/>
                  </a:lnTo>
                  <a:lnTo>
                    <a:pt x="115000" y="1668810"/>
                  </a:lnTo>
                  <a:lnTo>
                    <a:pt x="114332" y="1668810"/>
                  </a:lnTo>
                  <a:lnTo>
                    <a:pt x="113664" y="1668810"/>
                  </a:lnTo>
                  <a:lnTo>
                    <a:pt x="112996" y="1668810"/>
                  </a:lnTo>
                  <a:lnTo>
                    <a:pt x="112328" y="1668810"/>
                  </a:lnTo>
                  <a:lnTo>
                    <a:pt x="111660" y="1668810"/>
                  </a:lnTo>
                  <a:lnTo>
                    <a:pt x="110992" y="1668810"/>
                  </a:lnTo>
                  <a:lnTo>
                    <a:pt x="110324" y="1668810"/>
                  </a:lnTo>
                  <a:lnTo>
                    <a:pt x="109656" y="1668810"/>
                  </a:lnTo>
                  <a:lnTo>
                    <a:pt x="108988" y="1668810"/>
                  </a:lnTo>
                  <a:lnTo>
                    <a:pt x="108320" y="1668810"/>
                  </a:lnTo>
                  <a:lnTo>
                    <a:pt x="107652" y="1668810"/>
                  </a:lnTo>
                  <a:lnTo>
                    <a:pt x="106984" y="1668810"/>
                  </a:lnTo>
                  <a:lnTo>
                    <a:pt x="106316" y="1668810"/>
                  </a:lnTo>
                  <a:lnTo>
                    <a:pt x="105648" y="1668810"/>
                  </a:lnTo>
                  <a:lnTo>
                    <a:pt x="104980" y="1668810"/>
                  </a:lnTo>
                  <a:lnTo>
                    <a:pt x="104312" y="1668810"/>
                  </a:lnTo>
                  <a:lnTo>
                    <a:pt x="103644" y="1668810"/>
                  </a:lnTo>
                  <a:lnTo>
                    <a:pt x="102976" y="1668810"/>
                  </a:lnTo>
                  <a:lnTo>
                    <a:pt x="102308" y="1668810"/>
                  </a:lnTo>
                  <a:lnTo>
                    <a:pt x="101640" y="1668810"/>
                  </a:lnTo>
                  <a:lnTo>
                    <a:pt x="100972" y="1668810"/>
                  </a:lnTo>
                  <a:lnTo>
                    <a:pt x="100304" y="1668810"/>
                  </a:lnTo>
                  <a:lnTo>
                    <a:pt x="99636" y="1668810"/>
                  </a:lnTo>
                  <a:lnTo>
                    <a:pt x="98968" y="1668810"/>
                  </a:lnTo>
                  <a:lnTo>
                    <a:pt x="98300" y="1668810"/>
                  </a:lnTo>
                  <a:lnTo>
                    <a:pt x="97632" y="1668810"/>
                  </a:lnTo>
                  <a:lnTo>
                    <a:pt x="96964" y="1668810"/>
                  </a:lnTo>
                  <a:lnTo>
                    <a:pt x="96296" y="1668810"/>
                  </a:lnTo>
                  <a:lnTo>
                    <a:pt x="95628" y="1668810"/>
                  </a:lnTo>
                  <a:lnTo>
                    <a:pt x="94960" y="1668810"/>
                  </a:lnTo>
                  <a:lnTo>
                    <a:pt x="94292" y="1668810"/>
                  </a:lnTo>
                  <a:lnTo>
                    <a:pt x="93624" y="1668810"/>
                  </a:lnTo>
                  <a:lnTo>
                    <a:pt x="92955" y="1668810"/>
                  </a:lnTo>
                  <a:lnTo>
                    <a:pt x="92287" y="1668810"/>
                  </a:lnTo>
                  <a:lnTo>
                    <a:pt x="91619" y="1668810"/>
                  </a:lnTo>
                  <a:lnTo>
                    <a:pt x="90951" y="1668810"/>
                  </a:lnTo>
                  <a:lnTo>
                    <a:pt x="90283" y="1668810"/>
                  </a:lnTo>
                  <a:lnTo>
                    <a:pt x="89615" y="1668810"/>
                  </a:lnTo>
                  <a:lnTo>
                    <a:pt x="88947" y="1668810"/>
                  </a:lnTo>
                  <a:lnTo>
                    <a:pt x="88279" y="1668810"/>
                  </a:lnTo>
                  <a:lnTo>
                    <a:pt x="87611" y="1668810"/>
                  </a:lnTo>
                  <a:lnTo>
                    <a:pt x="86943" y="1668810"/>
                  </a:lnTo>
                  <a:lnTo>
                    <a:pt x="86275" y="1668810"/>
                  </a:lnTo>
                  <a:lnTo>
                    <a:pt x="85607" y="1668810"/>
                  </a:lnTo>
                  <a:lnTo>
                    <a:pt x="84939" y="1668810"/>
                  </a:lnTo>
                  <a:lnTo>
                    <a:pt x="84271" y="1668810"/>
                  </a:lnTo>
                  <a:lnTo>
                    <a:pt x="83603" y="1668810"/>
                  </a:lnTo>
                  <a:lnTo>
                    <a:pt x="82935" y="1668810"/>
                  </a:lnTo>
                  <a:lnTo>
                    <a:pt x="82267" y="1668810"/>
                  </a:lnTo>
                  <a:lnTo>
                    <a:pt x="81599" y="1668810"/>
                  </a:lnTo>
                  <a:lnTo>
                    <a:pt x="80931" y="1668810"/>
                  </a:lnTo>
                  <a:lnTo>
                    <a:pt x="80263" y="1668810"/>
                  </a:lnTo>
                  <a:lnTo>
                    <a:pt x="79595" y="1668810"/>
                  </a:lnTo>
                  <a:lnTo>
                    <a:pt x="78927" y="1668810"/>
                  </a:lnTo>
                  <a:lnTo>
                    <a:pt x="78259" y="1668810"/>
                  </a:lnTo>
                  <a:lnTo>
                    <a:pt x="77591" y="1668810"/>
                  </a:lnTo>
                  <a:lnTo>
                    <a:pt x="76923" y="1668810"/>
                  </a:lnTo>
                  <a:lnTo>
                    <a:pt x="76255" y="1668810"/>
                  </a:lnTo>
                  <a:lnTo>
                    <a:pt x="75587" y="1668810"/>
                  </a:lnTo>
                  <a:lnTo>
                    <a:pt x="74919" y="1668810"/>
                  </a:lnTo>
                  <a:lnTo>
                    <a:pt x="74251" y="1668810"/>
                  </a:lnTo>
                  <a:lnTo>
                    <a:pt x="73583" y="1668810"/>
                  </a:lnTo>
                  <a:lnTo>
                    <a:pt x="72915" y="1668810"/>
                  </a:lnTo>
                  <a:lnTo>
                    <a:pt x="72247" y="1668810"/>
                  </a:lnTo>
                  <a:lnTo>
                    <a:pt x="71579" y="1668810"/>
                  </a:lnTo>
                  <a:lnTo>
                    <a:pt x="70911" y="1668810"/>
                  </a:lnTo>
                  <a:lnTo>
                    <a:pt x="70243" y="1668810"/>
                  </a:lnTo>
                  <a:lnTo>
                    <a:pt x="69575" y="1668810"/>
                  </a:lnTo>
                  <a:lnTo>
                    <a:pt x="68907" y="1668810"/>
                  </a:lnTo>
                  <a:lnTo>
                    <a:pt x="68238" y="1668810"/>
                  </a:lnTo>
                  <a:lnTo>
                    <a:pt x="67570" y="1668810"/>
                  </a:lnTo>
                  <a:lnTo>
                    <a:pt x="66902" y="1668810"/>
                  </a:lnTo>
                  <a:lnTo>
                    <a:pt x="66234" y="1668810"/>
                  </a:lnTo>
                  <a:lnTo>
                    <a:pt x="65566" y="1668810"/>
                  </a:lnTo>
                  <a:lnTo>
                    <a:pt x="64898" y="1668810"/>
                  </a:lnTo>
                  <a:lnTo>
                    <a:pt x="64230" y="1668810"/>
                  </a:lnTo>
                  <a:lnTo>
                    <a:pt x="63562" y="1668810"/>
                  </a:lnTo>
                  <a:lnTo>
                    <a:pt x="62894" y="1668810"/>
                  </a:lnTo>
                  <a:lnTo>
                    <a:pt x="62226" y="1668810"/>
                  </a:lnTo>
                  <a:lnTo>
                    <a:pt x="61558" y="1668810"/>
                  </a:lnTo>
                  <a:lnTo>
                    <a:pt x="60890" y="1668810"/>
                  </a:lnTo>
                  <a:lnTo>
                    <a:pt x="60222" y="1668810"/>
                  </a:lnTo>
                  <a:lnTo>
                    <a:pt x="59554" y="1668810"/>
                  </a:lnTo>
                  <a:lnTo>
                    <a:pt x="58886" y="1668810"/>
                  </a:lnTo>
                  <a:lnTo>
                    <a:pt x="58218" y="1668810"/>
                  </a:lnTo>
                  <a:lnTo>
                    <a:pt x="57550" y="1668810"/>
                  </a:lnTo>
                  <a:lnTo>
                    <a:pt x="56882" y="1668810"/>
                  </a:lnTo>
                  <a:lnTo>
                    <a:pt x="56214" y="1668810"/>
                  </a:lnTo>
                  <a:lnTo>
                    <a:pt x="55546" y="1668810"/>
                  </a:lnTo>
                  <a:lnTo>
                    <a:pt x="54878" y="1668810"/>
                  </a:lnTo>
                  <a:lnTo>
                    <a:pt x="54210" y="1668810"/>
                  </a:lnTo>
                  <a:lnTo>
                    <a:pt x="53542" y="1668810"/>
                  </a:lnTo>
                  <a:lnTo>
                    <a:pt x="52874" y="1668810"/>
                  </a:lnTo>
                  <a:lnTo>
                    <a:pt x="52206" y="1668810"/>
                  </a:lnTo>
                  <a:lnTo>
                    <a:pt x="51538" y="1668810"/>
                  </a:lnTo>
                  <a:lnTo>
                    <a:pt x="50870" y="1668810"/>
                  </a:lnTo>
                  <a:lnTo>
                    <a:pt x="50202" y="1668810"/>
                  </a:lnTo>
                  <a:lnTo>
                    <a:pt x="49534" y="1668810"/>
                  </a:lnTo>
                  <a:lnTo>
                    <a:pt x="48866" y="1668810"/>
                  </a:lnTo>
                  <a:lnTo>
                    <a:pt x="48198" y="1668810"/>
                  </a:lnTo>
                  <a:lnTo>
                    <a:pt x="47530" y="1668810"/>
                  </a:lnTo>
                  <a:lnTo>
                    <a:pt x="46862" y="1668810"/>
                  </a:lnTo>
                  <a:lnTo>
                    <a:pt x="46194" y="1668810"/>
                  </a:lnTo>
                  <a:lnTo>
                    <a:pt x="45526" y="1668810"/>
                  </a:lnTo>
                  <a:lnTo>
                    <a:pt x="44858" y="1668810"/>
                  </a:lnTo>
                  <a:lnTo>
                    <a:pt x="44190" y="1668810"/>
                  </a:lnTo>
                  <a:lnTo>
                    <a:pt x="43521" y="1668810"/>
                  </a:lnTo>
                  <a:lnTo>
                    <a:pt x="42853" y="1668810"/>
                  </a:lnTo>
                  <a:lnTo>
                    <a:pt x="42185" y="1668810"/>
                  </a:lnTo>
                  <a:lnTo>
                    <a:pt x="41517" y="1668810"/>
                  </a:lnTo>
                  <a:lnTo>
                    <a:pt x="40849" y="1668810"/>
                  </a:lnTo>
                  <a:lnTo>
                    <a:pt x="40181" y="1668810"/>
                  </a:lnTo>
                  <a:lnTo>
                    <a:pt x="39513" y="1668810"/>
                  </a:lnTo>
                  <a:lnTo>
                    <a:pt x="38845" y="1668810"/>
                  </a:lnTo>
                  <a:lnTo>
                    <a:pt x="38177" y="1668810"/>
                  </a:lnTo>
                  <a:lnTo>
                    <a:pt x="37509" y="1668810"/>
                  </a:lnTo>
                  <a:lnTo>
                    <a:pt x="36841" y="1668810"/>
                  </a:lnTo>
                  <a:lnTo>
                    <a:pt x="36173" y="1668810"/>
                  </a:lnTo>
                  <a:lnTo>
                    <a:pt x="35505" y="1668810"/>
                  </a:lnTo>
                  <a:lnTo>
                    <a:pt x="34837" y="1668810"/>
                  </a:lnTo>
                  <a:lnTo>
                    <a:pt x="34169" y="1668810"/>
                  </a:lnTo>
                  <a:lnTo>
                    <a:pt x="33501" y="1668810"/>
                  </a:lnTo>
                  <a:lnTo>
                    <a:pt x="32833" y="1668810"/>
                  </a:lnTo>
                  <a:lnTo>
                    <a:pt x="32165" y="1668810"/>
                  </a:lnTo>
                  <a:lnTo>
                    <a:pt x="31497" y="1668810"/>
                  </a:lnTo>
                  <a:lnTo>
                    <a:pt x="30829" y="1668810"/>
                  </a:lnTo>
                  <a:lnTo>
                    <a:pt x="30161" y="1668810"/>
                  </a:lnTo>
                  <a:lnTo>
                    <a:pt x="29493" y="1668810"/>
                  </a:lnTo>
                  <a:lnTo>
                    <a:pt x="28825" y="1668810"/>
                  </a:lnTo>
                  <a:lnTo>
                    <a:pt x="28157" y="1668810"/>
                  </a:lnTo>
                  <a:lnTo>
                    <a:pt x="27489" y="1668810"/>
                  </a:lnTo>
                  <a:lnTo>
                    <a:pt x="26821" y="1668810"/>
                  </a:lnTo>
                  <a:lnTo>
                    <a:pt x="26153" y="1668810"/>
                  </a:lnTo>
                  <a:lnTo>
                    <a:pt x="25485" y="1668810"/>
                  </a:lnTo>
                  <a:lnTo>
                    <a:pt x="24817" y="1668810"/>
                  </a:lnTo>
                  <a:lnTo>
                    <a:pt x="24149" y="1668810"/>
                  </a:lnTo>
                  <a:lnTo>
                    <a:pt x="23481" y="1668810"/>
                  </a:lnTo>
                  <a:lnTo>
                    <a:pt x="22813" y="1668810"/>
                  </a:lnTo>
                  <a:lnTo>
                    <a:pt x="22145" y="1668810"/>
                  </a:lnTo>
                  <a:lnTo>
                    <a:pt x="21477" y="1668810"/>
                  </a:lnTo>
                  <a:lnTo>
                    <a:pt x="20809" y="1668810"/>
                  </a:lnTo>
                  <a:lnTo>
                    <a:pt x="20141" y="1668810"/>
                  </a:lnTo>
                  <a:lnTo>
                    <a:pt x="19472" y="1668810"/>
                  </a:lnTo>
                  <a:lnTo>
                    <a:pt x="18804" y="1668810"/>
                  </a:lnTo>
                  <a:lnTo>
                    <a:pt x="18136" y="1668810"/>
                  </a:lnTo>
                  <a:lnTo>
                    <a:pt x="17468" y="1668810"/>
                  </a:lnTo>
                  <a:lnTo>
                    <a:pt x="16800" y="1668810"/>
                  </a:lnTo>
                  <a:lnTo>
                    <a:pt x="16132" y="1668810"/>
                  </a:lnTo>
                  <a:lnTo>
                    <a:pt x="15464" y="1668810"/>
                  </a:lnTo>
                  <a:lnTo>
                    <a:pt x="14796" y="1668810"/>
                  </a:lnTo>
                  <a:lnTo>
                    <a:pt x="14128" y="1668810"/>
                  </a:lnTo>
                  <a:lnTo>
                    <a:pt x="13460" y="1668810"/>
                  </a:lnTo>
                  <a:lnTo>
                    <a:pt x="12792" y="1668810"/>
                  </a:lnTo>
                  <a:lnTo>
                    <a:pt x="12124" y="1668810"/>
                  </a:lnTo>
                  <a:lnTo>
                    <a:pt x="11456" y="1668810"/>
                  </a:lnTo>
                  <a:lnTo>
                    <a:pt x="10788" y="1668810"/>
                  </a:lnTo>
                  <a:lnTo>
                    <a:pt x="10120" y="1668810"/>
                  </a:lnTo>
                  <a:lnTo>
                    <a:pt x="9452" y="1668810"/>
                  </a:lnTo>
                  <a:lnTo>
                    <a:pt x="8784" y="1668810"/>
                  </a:lnTo>
                  <a:lnTo>
                    <a:pt x="8116" y="1668810"/>
                  </a:lnTo>
                  <a:lnTo>
                    <a:pt x="7448" y="1668810"/>
                  </a:lnTo>
                  <a:lnTo>
                    <a:pt x="6780" y="1668810"/>
                  </a:lnTo>
                  <a:lnTo>
                    <a:pt x="6112" y="1668810"/>
                  </a:lnTo>
                  <a:lnTo>
                    <a:pt x="5444" y="1668810"/>
                  </a:lnTo>
                  <a:lnTo>
                    <a:pt x="4776" y="1668810"/>
                  </a:lnTo>
                  <a:lnTo>
                    <a:pt x="4108" y="1668810"/>
                  </a:lnTo>
                  <a:lnTo>
                    <a:pt x="3440" y="1668810"/>
                  </a:lnTo>
                  <a:lnTo>
                    <a:pt x="2772" y="1668810"/>
                  </a:lnTo>
                  <a:lnTo>
                    <a:pt x="2104" y="1668810"/>
                  </a:lnTo>
                  <a:lnTo>
                    <a:pt x="1436" y="1668810"/>
                  </a:lnTo>
                  <a:lnTo>
                    <a:pt x="768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2292738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2318557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tx344"/>
            <p:cNvSpPr/>
            <p:nvPr/>
          </p:nvSpPr>
          <p:spPr>
            <a:xfrm>
              <a:off x="488934" y="384739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488934" y="341144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488934" y="298001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488934" y="254248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48" name="pl348"/>
            <p:cNvSpPr/>
            <p:nvPr/>
          </p:nvSpPr>
          <p:spPr>
            <a:xfrm>
              <a:off x="587875" y="38897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587875" y="34552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587875" y="30207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587875" y="25862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2210003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88007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5550139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220207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8890275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tx358"/>
            <p:cNvSpPr/>
            <p:nvPr/>
          </p:nvSpPr>
          <p:spPr>
            <a:xfrm>
              <a:off x="1925582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30750000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3595650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30800000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5265718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30850000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6935786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30900000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8605854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30950000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364" name="tx364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366" name="rc366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622670" y="4685334"/>
              <a:ext cx="6649387" cy="1668810"/>
            </a:xfrm>
            <a:custGeom>
              <a:avLst/>
              <a:pathLst>
                <a:path w="6649387" h="1668810">
                  <a:moveTo>
                    <a:pt x="0" y="1613183"/>
                  </a:moveTo>
                  <a:lnTo>
                    <a:pt x="100" y="1613183"/>
                  </a:lnTo>
                  <a:lnTo>
                    <a:pt x="768" y="1613183"/>
                  </a:lnTo>
                  <a:lnTo>
                    <a:pt x="1436" y="1613183"/>
                  </a:lnTo>
                  <a:lnTo>
                    <a:pt x="2104" y="1613183"/>
                  </a:lnTo>
                  <a:lnTo>
                    <a:pt x="2772" y="1613183"/>
                  </a:lnTo>
                  <a:lnTo>
                    <a:pt x="3440" y="1613183"/>
                  </a:lnTo>
                  <a:lnTo>
                    <a:pt x="4108" y="1613183"/>
                  </a:lnTo>
                  <a:lnTo>
                    <a:pt x="4776" y="1613183"/>
                  </a:lnTo>
                  <a:lnTo>
                    <a:pt x="5444" y="1613183"/>
                  </a:lnTo>
                  <a:lnTo>
                    <a:pt x="6112" y="1613183"/>
                  </a:lnTo>
                  <a:lnTo>
                    <a:pt x="6780" y="1610401"/>
                  </a:lnTo>
                  <a:lnTo>
                    <a:pt x="7448" y="1557556"/>
                  </a:lnTo>
                  <a:lnTo>
                    <a:pt x="8116" y="1557556"/>
                  </a:lnTo>
                  <a:lnTo>
                    <a:pt x="8784" y="1557556"/>
                  </a:lnTo>
                  <a:lnTo>
                    <a:pt x="9452" y="1557556"/>
                  </a:lnTo>
                  <a:lnTo>
                    <a:pt x="10120" y="1538086"/>
                  </a:lnTo>
                  <a:lnTo>
                    <a:pt x="10788" y="1501929"/>
                  </a:lnTo>
                  <a:lnTo>
                    <a:pt x="11456" y="1551993"/>
                  </a:lnTo>
                  <a:lnTo>
                    <a:pt x="12124" y="1535305"/>
                  </a:lnTo>
                  <a:lnTo>
                    <a:pt x="12792" y="1501929"/>
                  </a:lnTo>
                  <a:lnTo>
                    <a:pt x="13460" y="1462990"/>
                  </a:lnTo>
                  <a:lnTo>
                    <a:pt x="14128" y="1415707"/>
                  </a:lnTo>
                  <a:lnTo>
                    <a:pt x="14796" y="1390675"/>
                  </a:lnTo>
                  <a:lnTo>
                    <a:pt x="15464" y="1390675"/>
                  </a:lnTo>
                  <a:lnTo>
                    <a:pt x="16132" y="1390675"/>
                  </a:lnTo>
                  <a:lnTo>
                    <a:pt x="16800" y="1390675"/>
                  </a:lnTo>
                  <a:lnTo>
                    <a:pt x="17468" y="1390675"/>
                  </a:lnTo>
                  <a:lnTo>
                    <a:pt x="18136" y="1390675"/>
                  </a:lnTo>
                  <a:lnTo>
                    <a:pt x="18804" y="1390675"/>
                  </a:lnTo>
                  <a:lnTo>
                    <a:pt x="19472" y="1365642"/>
                  </a:lnTo>
                  <a:lnTo>
                    <a:pt x="20141" y="1335048"/>
                  </a:lnTo>
                  <a:lnTo>
                    <a:pt x="20809" y="1332266"/>
                  </a:lnTo>
                  <a:lnTo>
                    <a:pt x="21477" y="1279421"/>
                  </a:lnTo>
                  <a:lnTo>
                    <a:pt x="22145" y="1279421"/>
                  </a:lnTo>
                  <a:lnTo>
                    <a:pt x="22813" y="1279421"/>
                  </a:lnTo>
                  <a:lnTo>
                    <a:pt x="23481" y="1279421"/>
                  </a:lnTo>
                  <a:lnTo>
                    <a:pt x="24149" y="1287765"/>
                  </a:lnTo>
                  <a:lnTo>
                    <a:pt x="24817" y="1279421"/>
                  </a:lnTo>
                  <a:lnTo>
                    <a:pt x="25485" y="1279421"/>
                  </a:lnTo>
                  <a:lnTo>
                    <a:pt x="26153" y="1279421"/>
                  </a:lnTo>
                  <a:lnTo>
                    <a:pt x="26821" y="1259951"/>
                  </a:lnTo>
                  <a:lnTo>
                    <a:pt x="27489" y="1279421"/>
                  </a:lnTo>
                  <a:lnTo>
                    <a:pt x="28157" y="1279421"/>
                  </a:lnTo>
                  <a:lnTo>
                    <a:pt x="28825" y="1298890"/>
                  </a:lnTo>
                  <a:lnTo>
                    <a:pt x="29493" y="1296109"/>
                  </a:lnTo>
                  <a:lnTo>
                    <a:pt x="30161" y="1315578"/>
                  </a:lnTo>
                  <a:lnTo>
                    <a:pt x="30829" y="1362861"/>
                  </a:lnTo>
                  <a:lnTo>
                    <a:pt x="31497" y="1390675"/>
                  </a:lnTo>
                  <a:lnTo>
                    <a:pt x="32165" y="1390675"/>
                  </a:lnTo>
                  <a:lnTo>
                    <a:pt x="32833" y="1390675"/>
                  </a:lnTo>
                  <a:lnTo>
                    <a:pt x="33501" y="1390675"/>
                  </a:lnTo>
                  <a:lnTo>
                    <a:pt x="34169" y="1390675"/>
                  </a:lnTo>
                  <a:lnTo>
                    <a:pt x="34837" y="1390675"/>
                  </a:lnTo>
                  <a:lnTo>
                    <a:pt x="35505" y="1390675"/>
                  </a:lnTo>
                  <a:lnTo>
                    <a:pt x="36173" y="1412925"/>
                  </a:lnTo>
                  <a:lnTo>
                    <a:pt x="36841" y="1435176"/>
                  </a:lnTo>
                  <a:lnTo>
                    <a:pt x="37509" y="1390675"/>
                  </a:lnTo>
                  <a:lnTo>
                    <a:pt x="38177" y="1446302"/>
                  </a:lnTo>
                  <a:lnTo>
                    <a:pt x="38845" y="1446302"/>
                  </a:lnTo>
                  <a:lnTo>
                    <a:pt x="39513" y="1421269"/>
                  </a:lnTo>
                  <a:lnTo>
                    <a:pt x="40181" y="1390675"/>
                  </a:lnTo>
                  <a:lnTo>
                    <a:pt x="40849" y="1435176"/>
                  </a:lnTo>
                  <a:lnTo>
                    <a:pt x="41517" y="1446302"/>
                  </a:lnTo>
                  <a:lnTo>
                    <a:pt x="42185" y="1446302"/>
                  </a:lnTo>
                  <a:lnTo>
                    <a:pt x="42853" y="1446302"/>
                  </a:lnTo>
                  <a:lnTo>
                    <a:pt x="43521" y="1479678"/>
                  </a:lnTo>
                  <a:lnTo>
                    <a:pt x="44190" y="1501929"/>
                  </a:lnTo>
                  <a:lnTo>
                    <a:pt x="44858" y="1451864"/>
                  </a:lnTo>
                  <a:lnTo>
                    <a:pt x="45526" y="1396237"/>
                  </a:lnTo>
                  <a:lnTo>
                    <a:pt x="46194" y="1426832"/>
                  </a:lnTo>
                  <a:lnTo>
                    <a:pt x="46862" y="1446302"/>
                  </a:lnTo>
                  <a:lnTo>
                    <a:pt x="47530" y="1446302"/>
                  </a:lnTo>
                  <a:lnTo>
                    <a:pt x="48198" y="1415707"/>
                  </a:lnTo>
                  <a:lnTo>
                    <a:pt x="48866" y="1390675"/>
                  </a:lnTo>
                  <a:lnTo>
                    <a:pt x="49534" y="1390675"/>
                  </a:lnTo>
                  <a:lnTo>
                    <a:pt x="50202" y="1385112"/>
                  </a:lnTo>
                  <a:lnTo>
                    <a:pt x="50870" y="1335048"/>
                  </a:lnTo>
                  <a:lnTo>
                    <a:pt x="51538" y="1287765"/>
                  </a:lnTo>
                  <a:lnTo>
                    <a:pt x="52206" y="1279421"/>
                  </a:lnTo>
                  <a:lnTo>
                    <a:pt x="52874" y="1240482"/>
                  </a:lnTo>
                  <a:lnTo>
                    <a:pt x="53542" y="1232138"/>
                  </a:lnTo>
                  <a:lnTo>
                    <a:pt x="54210" y="1279421"/>
                  </a:lnTo>
                  <a:lnTo>
                    <a:pt x="54878" y="1279421"/>
                  </a:lnTo>
                  <a:lnTo>
                    <a:pt x="55546" y="1279421"/>
                  </a:lnTo>
                  <a:lnTo>
                    <a:pt x="56214" y="1301671"/>
                  </a:lnTo>
                  <a:lnTo>
                    <a:pt x="56882" y="1335048"/>
                  </a:lnTo>
                  <a:lnTo>
                    <a:pt x="57550" y="1335048"/>
                  </a:lnTo>
                  <a:lnTo>
                    <a:pt x="58218" y="1335048"/>
                  </a:lnTo>
                  <a:lnTo>
                    <a:pt x="58886" y="1335048"/>
                  </a:lnTo>
                  <a:lnTo>
                    <a:pt x="59554" y="1335048"/>
                  </a:lnTo>
                  <a:lnTo>
                    <a:pt x="60222" y="1335048"/>
                  </a:lnTo>
                  <a:lnTo>
                    <a:pt x="60890" y="1335048"/>
                  </a:lnTo>
                  <a:lnTo>
                    <a:pt x="61558" y="1376768"/>
                  </a:lnTo>
                  <a:lnTo>
                    <a:pt x="62226" y="1348954"/>
                  </a:lnTo>
                  <a:lnTo>
                    <a:pt x="62894" y="1332266"/>
                  </a:lnTo>
                  <a:lnTo>
                    <a:pt x="63562" y="1279421"/>
                  </a:lnTo>
                  <a:lnTo>
                    <a:pt x="64230" y="1279421"/>
                  </a:lnTo>
                  <a:lnTo>
                    <a:pt x="64898" y="1307234"/>
                  </a:lnTo>
                  <a:lnTo>
                    <a:pt x="65566" y="1323922"/>
                  </a:lnTo>
                  <a:lnTo>
                    <a:pt x="66234" y="1279421"/>
                  </a:lnTo>
                  <a:lnTo>
                    <a:pt x="66902" y="1282202"/>
                  </a:lnTo>
                  <a:lnTo>
                    <a:pt x="67570" y="1335048"/>
                  </a:lnTo>
                  <a:lnTo>
                    <a:pt x="68238" y="1287765"/>
                  </a:lnTo>
                  <a:lnTo>
                    <a:pt x="68907" y="1279421"/>
                  </a:lnTo>
                  <a:lnTo>
                    <a:pt x="69575" y="1304453"/>
                  </a:lnTo>
                  <a:lnTo>
                    <a:pt x="70243" y="1198761"/>
                  </a:lnTo>
                  <a:lnTo>
                    <a:pt x="70911" y="1168166"/>
                  </a:lnTo>
                  <a:lnTo>
                    <a:pt x="71579" y="1168166"/>
                  </a:lnTo>
                  <a:lnTo>
                    <a:pt x="72247" y="1154260"/>
                  </a:lnTo>
                  <a:lnTo>
                    <a:pt x="72915" y="1068038"/>
                  </a:lnTo>
                  <a:lnTo>
                    <a:pt x="73583" y="1056912"/>
                  </a:lnTo>
                  <a:lnTo>
                    <a:pt x="74251" y="1056912"/>
                  </a:lnTo>
                  <a:lnTo>
                    <a:pt x="74919" y="1056912"/>
                  </a:lnTo>
                  <a:lnTo>
                    <a:pt x="75587" y="1056912"/>
                  </a:lnTo>
                  <a:lnTo>
                    <a:pt x="76255" y="1056912"/>
                  </a:lnTo>
                  <a:lnTo>
                    <a:pt x="76923" y="1056912"/>
                  </a:lnTo>
                  <a:lnTo>
                    <a:pt x="77591" y="1012411"/>
                  </a:lnTo>
                  <a:lnTo>
                    <a:pt x="78259" y="984598"/>
                  </a:lnTo>
                  <a:lnTo>
                    <a:pt x="78927" y="1031880"/>
                  </a:lnTo>
                  <a:lnTo>
                    <a:pt x="79595" y="1056912"/>
                  </a:lnTo>
                  <a:lnTo>
                    <a:pt x="80263" y="1112540"/>
                  </a:lnTo>
                  <a:lnTo>
                    <a:pt x="80931" y="1112540"/>
                  </a:lnTo>
                  <a:lnTo>
                    <a:pt x="81599" y="1101414"/>
                  </a:lnTo>
                  <a:lnTo>
                    <a:pt x="82267" y="1009630"/>
                  </a:lnTo>
                  <a:lnTo>
                    <a:pt x="82935" y="1056912"/>
                  </a:lnTo>
                  <a:lnTo>
                    <a:pt x="83603" y="1031880"/>
                  </a:lnTo>
                  <a:lnTo>
                    <a:pt x="84271" y="937315"/>
                  </a:lnTo>
                  <a:lnTo>
                    <a:pt x="84939" y="976254"/>
                  </a:lnTo>
                  <a:lnTo>
                    <a:pt x="85607" y="1001286"/>
                  </a:lnTo>
                  <a:lnTo>
                    <a:pt x="86275" y="1009630"/>
                  </a:lnTo>
                  <a:lnTo>
                    <a:pt x="86943" y="1132009"/>
                  </a:lnTo>
                  <a:lnTo>
                    <a:pt x="87611" y="1168166"/>
                  </a:lnTo>
                  <a:lnTo>
                    <a:pt x="88279" y="1143134"/>
                  </a:lnTo>
                  <a:lnTo>
                    <a:pt x="88947" y="1081945"/>
                  </a:lnTo>
                  <a:lnTo>
                    <a:pt x="89615" y="1109758"/>
                  </a:lnTo>
                  <a:lnTo>
                    <a:pt x="90283" y="1112540"/>
                  </a:lnTo>
                  <a:lnTo>
                    <a:pt x="90951" y="995723"/>
                  </a:lnTo>
                  <a:lnTo>
                    <a:pt x="91619" y="945659"/>
                  </a:lnTo>
                  <a:lnTo>
                    <a:pt x="92287" y="945659"/>
                  </a:lnTo>
                  <a:lnTo>
                    <a:pt x="92955" y="945659"/>
                  </a:lnTo>
                  <a:lnTo>
                    <a:pt x="93624" y="945659"/>
                  </a:lnTo>
                  <a:lnTo>
                    <a:pt x="94292" y="987379"/>
                  </a:lnTo>
                  <a:lnTo>
                    <a:pt x="94960" y="1004067"/>
                  </a:lnTo>
                  <a:lnTo>
                    <a:pt x="95628" y="1001286"/>
                  </a:lnTo>
                  <a:lnTo>
                    <a:pt x="96296" y="1001286"/>
                  </a:lnTo>
                  <a:lnTo>
                    <a:pt x="96964" y="973472"/>
                  </a:lnTo>
                  <a:lnTo>
                    <a:pt x="97632" y="945659"/>
                  </a:lnTo>
                  <a:lnTo>
                    <a:pt x="98300" y="856655"/>
                  </a:lnTo>
                  <a:lnTo>
                    <a:pt x="98968" y="945659"/>
                  </a:lnTo>
                  <a:lnTo>
                    <a:pt x="99636" y="940096"/>
                  </a:lnTo>
                  <a:lnTo>
                    <a:pt x="100304" y="912282"/>
                  </a:lnTo>
                  <a:lnTo>
                    <a:pt x="100972" y="1004067"/>
                  </a:lnTo>
                  <a:lnTo>
                    <a:pt x="101640" y="1056912"/>
                  </a:lnTo>
                  <a:lnTo>
                    <a:pt x="102308" y="1056912"/>
                  </a:lnTo>
                  <a:lnTo>
                    <a:pt x="102976" y="1056912"/>
                  </a:lnTo>
                  <a:lnTo>
                    <a:pt x="103644" y="1056912"/>
                  </a:lnTo>
                  <a:lnTo>
                    <a:pt x="104312" y="1056912"/>
                  </a:lnTo>
                  <a:lnTo>
                    <a:pt x="104980" y="1076382"/>
                  </a:lnTo>
                  <a:lnTo>
                    <a:pt x="105648" y="1095851"/>
                  </a:lnTo>
                  <a:lnTo>
                    <a:pt x="106316" y="1154260"/>
                  </a:lnTo>
                  <a:lnTo>
                    <a:pt x="106984" y="1168166"/>
                  </a:lnTo>
                  <a:lnTo>
                    <a:pt x="107652" y="1276639"/>
                  </a:lnTo>
                  <a:lnTo>
                    <a:pt x="108320" y="1335048"/>
                  </a:lnTo>
                  <a:lnTo>
                    <a:pt x="108988" y="1335048"/>
                  </a:lnTo>
                  <a:lnTo>
                    <a:pt x="109656" y="1335048"/>
                  </a:lnTo>
                  <a:lnTo>
                    <a:pt x="110324" y="1335048"/>
                  </a:lnTo>
                  <a:lnTo>
                    <a:pt x="110992" y="1298890"/>
                  </a:lnTo>
                  <a:lnTo>
                    <a:pt x="111660" y="1290546"/>
                  </a:lnTo>
                  <a:lnTo>
                    <a:pt x="112328" y="1335048"/>
                  </a:lnTo>
                  <a:lnTo>
                    <a:pt x="112996" y="1335048"/>
                  </a:lnTo>
                  <a:lnTo>
                    <a:pt x="113664" y="1360080"/>
                  </a:lnTo>
                  <a:lnTo>
                    <a:pt x="114332" y="1390675"/>
                  </a:lnTo>
                  <a:lnTo>
                    <a:pt x="115000" y="1479678"/>
                  </a:lnTo>
                  <a:lnTo>
                    <a:pt x="115668" y="1501929"/>
                  </a:lnTo>
                  <a:lnTo>
                    <a:pt x="116336" y="1504710"/>
                  </a:lnTo>
                  <a:lnTo>
                    <a:pt x="117004" y="1557556"/>
                  </a:lnTo>
                  <a:lnTo>
                    <a:pt x="117672" y="1557556"/>
                  </a:lnTo>
                  <a:lnTo>
                    <a:pt x="118341" y="1557556"/>
                  </a:lnTo>
                  <a:lnTo>
                    <a:pt x="119009" y="1557556"/>
                  </a:lnTo>
                  <a:lnTo>
                    <a:pt x="119677" y="1504710"/>
                  </a:lnTo>
                  <a:lnTo>
                    <a:pt x="120345" y="1501929"/>
                  </a:lnTo>
                  <a:lnTo>
                    <a:pt x="121013" y="1501929"/>
                  </a:lnTo>
                  <a:lnTo>
                    <a:pt x="121681" y="1501929"/>
                  </a:lnTo>
                  <a:lnTo>
                    <a:pt x="122349" y="1557556"/>
                  </a:lnTo>
                  <a:lnTo>
                    <a:pt x="123017" y="1529742"/>
                  </a:lnTo>
                  <a:lnTo>
                    <a:pt x="123685" y="1501929"/>
                  </a:lnTo>
                  <a:lnTo>
                    <a:pt x="124353" y="1501929"/>
                  </a:lnTo>
                  <a:lnTo>
                    <a:pt x="125021" y="1501929"/>
                  </a:lnTo>
                  <a:lnTo>
                    <a:pt x="125689" y="1501929"/>
                  </a:lnTo>
                  <a:lnTo>
                    <a:pt x="126357" y="1501929"/>
                  </a:lnTo>
                  <a:lnTo>
                    <a:pt x="127025" y="1446302"/>
                  </a:lnTo>
                  <a:lnTo>
                    <a:pt x="127693" y="1479678"/>
                  </a:lnTo>
                  <a:lnTo>
                    <a:pt x="128361" y="1501929"/>
                  </a:lnTo>
                  <a:lnTo>
                    <a:pt x="129029" y="1501929"/>
                  </a:lnTo>
                  <a:lnTo>
                    <a:pt x="129697" y="1501929"/>
                  </a:lnTo>
                  <a:lnTo>
                    <a:pt x="130365" y="1501929"/>
                  </a:lnTo>
                  <a:lnTo>
                    <a:pt x="131033" y="1460208"/>
                  </a:lnTo>
                  <a:lnTo>
                    <a:pt x="131701" y="1446302"/>
                  </a:lnTo>
                  <a:lnTo>
                    <a:pt x="132369" y="1446302"/>
                  </a:lnTo>
                  <a:lnTo>
                    <a:pt x="133037" y="1446302"/>
                  </a:lnTo>
                  <a:lnTo>
                    <a:pt x="133705" y="1446302"/>
                  </a:lnTo>
                  <a:lnTo>
                    <a:pt x="134373" y="1446302"/>
                  </a:lnTo>
                  <a:lnTo>
                    <a:pt x="135041" y="1446302"/>
                  </a:lnTo>
                  <a:lnTo>
                    <a:pt x="135709" y="1446302"/>
                  </a:lnTo>
                  <a:lnTo>
                    <a:pt x="136377" y="1496366"/>
                  </a:lnTo>
                  <a:lnTo>
                    <a:pt x="137045" y="1501929"/>
                  </a:lnTo>
                  <a:lnTo>
                    <a:pt x="137713" y="1501929"/>
                  </a:lnTo>
                  <a:lnTo>
                    <a:pt x="138381" y="1501929"/>
                  </a:lnTo>
                  <a:lnTo>
                    <a:pt x="139049" y="1474115"/>
                  </a:lnTo>
                  <a:lnTo>
                    <a:pt x="139717" y="1471334"/>
                  </a:lnTo>
                  <a:lnTo>
                    <a:pt x="140385" y="1501929"/>
                  </a:lnTo>
                  <a:lnTo>
                    <a:pt x="141053" y="1501929"/>
                  </a:lnTo>
                  <a:lnTo>
                    <a:pt x="141721" y="1501929"/>
                  </a:lnTo>
                  <a:lnTo>
                    <a:pt x="142390" y="1501929"/>
                  </a:lnTo>
                  <a:lnTo>
                    <a:pt x="143058" y="1501929"/>
                  </a:lnTo>
                  <a:lnTo>
                    <a:pt x="143726" y="1513054"/>
                  </a:lnTo>
                  <a:lnTo>
                    <a:pt x="144394" y="1501929"/>
                  </a:lnTo>
                  <a:lnTo>
                    <a:pt x="145062" y="1468552"/>
                  </a:lnTo>
                  <a:lnTo>
                    <a:pt x="145730" y="1446302"/>
                  </a:lnTo>
                  <a:lnTo>
                    <a:pt x="146398" y="1446302"/>
                  </a:lnTo>
                  <a:lnTo>
                    <a:pt x="147066" y="1446302"/>
                  </a:lnTo>
                  <a:lnTo>
                    <a:pt x="147734" y="1485240"/>
                  </a:lnTo>
                  <a:lnTo>
                    <a:pt x="148402" y="1501929"/>
                  </a:lnTo>
                  <a:lnTo>
                    <a:pt x="149070" y="1501929"/>
                  </a:lnTo>
                  <a:lnTo>
                    <a:pt x="149738" y="1501929"/>
                  </a:lnTo>
                  <a:lnTo>
                    <a:pt x="150406" y="1501929"/>
                  </a:lnTo>
                  <a:lnTo>
                    <a:pt x="151074" y="1501929"/>
                  </a:lnTo>
                  <a:lnTo>
                    <a:pt x="151742" y="1501929"/>
                  </a:lnTo>
                  <a:lnTo>
                    <a:pt x="152410" y="1501929"/>
                  </a:lnTo>
                  <a:lnTo>
                    <a:pt x="153078" y="1501929"/>
                  </a:lnTo>
                  <a:lnTo>
                    <a:pt x="153746" y="1501929"/>
                  </a:lnTo>
                  <a:lnTo>
                    <a:pt x="154414" y="1460208"/>
                  </a:lnTo>
                  <a:lnTo>
                    <a:pt x="155082" y="1390675"/>
                  </a:lnTo>
                  <a:lnTo>
                    <a:pt x="155750" y="1415707"/>
                  </a:lnTo>
                  <a:lnTo>
                    <a:pt x="156418" y="1446302"/>
                  </a:lnTo>
                  <a:lnTo>
                    <a:pt x="157086" y="1446302"/>
                  </a:lnTo>
                  <a:lnTo>
                    <a:pt x="157754" y="1446302"/>
                  </a:lnTo>
                  <a:lnTo>
                    <a:pt x="158422" y="1415707"/>
                  </a:lnTo>
                  <a:lnTo>
                    <a:pt x="159090" y="1390675"/>
                  </a:lnTo>
                  <a:lnTo>
                    <a:pt x="159758" y="1390675"/>
                  </a:lnTo>
                  <a:lnTo>
                    <a:pt x="160426" y="1357298"/>
                  </a:lnTo>
                  <a:lnTo>
                    <a:pt x="161094" y="1335048"/>
                  </a:lnTo>
                  <a:lnTo>
                    <a:pt x="161762" y="1318360"/>
                  </a:lnTo>
                  <a:lnTo>
                    <a:pt x="162430" y="1335048"/>
                  </a:lnTo>
                  <a:lnTo>
                    <a:pt x="163098" y="1335048"/>
                  </a:lnTo>
                  <a:lnTo>
                    <a:pt x="163766" y="1335048"/>
                  </a:lnTo>
                  <a:lnTo>
                    <a:pt x="164434" y="1335048"/>
                  </a:lnTo>
                  <a:lnTo>
                    <a:pt x="165102" y="1335048"/>
                  </a:lnTo>
                  <a:lnTo>
                    <a:pt x="165770" y="1335048"/>
                  </a:lnTo>
                  <a:lnTo>
                    <a:pt x="166438" y="1335048"/>
                  </a:lnTo>
                  <a:lnTo>
                    <a:pt x="167107" y="1335048"/>
                  </a:lnTo>
                  <a:lnTo>
                    <a:pt x="167775" y="1335048"/>
                  </a:lnTo>
                  <a:lnTo>
                    <a:pt x="168443" y="1282202"/>
                  </a:lnTo>
                  <a:lnTo>
                    <a:pt x="169111" y="1279421"/>
                  </a:lnTo>
                  <a:lnTo>
                    <a:pt x="169779" y="1279421"/>
                  </a:lnTo>
                  <a:lnTo>
                    <a:pt x="170447" y="1248826"/>
                  </a:lnTo>
                  <a:lnTo>
                    <a:pt x="171115" y="1259951"/>
                  </a:lnTo>
                  <a:lnTo>
                    <a:pt x="171783" y="1335048"/>
                  </a:lnTo>
                  <a:lnTo>
                    <a:pt x="172451" y="1335048"/>
                  </a:lnTo>
                  <a:lnTo>
                    <a:pt x="173119" y="1310015"/>
                  </a:lnTo>
                  <a:lnTo>
                    <a:pt x="173787" y="1226575"/>
                  </a:lnTo>
                  <a:lnTo>
                    <a:pt x="174455" y="1168166"/>
                  </a:lnTo>
                  <a:lnTo>
                    <a:pt x="175123" y="1195980"/>
                  </a:lnTo>
                  <a:lnTo>
                    <a:pt x="175791" y="1223794"/>
                  </a:lnTo>
                  <a:lnTo>
                    <a:pt x="176459" y="1223794"/>
                  </a:lnTo>
                  <a:lnTo>
                    <a:pt x="177127" y="1290546"/>
                  </a:lnTo>
                  <a:lnTo>
                    <a:pt x="177795" y="1335048"/>
                  </a:lnTo>
                  <a:lnTo>
                    <a:pt x="178463" y="1329485"/>
                  </a:lnTo>
                  <a:lnTo>
                    <a:pt x="179131" y="1284983"/>
                  </a:lnTo>
                  <a:lnTo>
                    <a:pt x="179799" y="1209887"/>
                  </a:lnTo>
                  <a:lnTo>
                    <a:pt x="180467" y="1159822"/>
                  </a:lnTo>
                  <a:lnTo>
                    <a:pt x="181135" y="1104195"/>
                  </a:lnTo>
                  <a:lnTo>
                    <a:pt x="181803" y="1056912"/>
                  </a:lnTo>
                  <a:lnTo>
                    <a:pt x="182471" y="1034662"/>
                  </a:lnTo>
                  <a:lnTo>
                    <a:pt x="183139" y="945659"/>
                  </a:lnTo>
                  <a:lnTo>
                    <a:pt x="183807" y="945659"/>
                  </a:lnTo>
                  <a:lnTo>
                    <a:pt x="184475" y="945659"/>
                  </a:lnTo>
                  <a:lnTo>
                    <a:pt x="185143" y="962347"/>
                  </a:lnTo>
                  <a:lnTo>
                    <a:pt x="185811" y="945659"/>
                  </a:lnTo>
                  <a:lnTo>
                    <a:pt x="186479" y="839967"/>
                  </a:lnTo>
                  <a:lnTo>
                    <a:pt x="187147" y="795466"/>
                  </a:lnTo>
                  <a:lnTo>
                    <a:pt x="187815" y="778777"/>
                  </a:lnTo>
                  <a:lnTo>
                    <a:pt x="188483" y="778777"/>
                  </a:lnTo>
                  <a:lnTo>
                    <a:pt x="189151" y="706462"/>
                  </a:lnTo>
                  <a:lnTo>
                    <a:pt x="189819" y="689774"/>
                  </a:lnTo>
                  <a:lnTo>
                    <a:pt x="190487" y="706463"/>
                  </a:lnTo>
                  <a:lnTo>
                    <a:pt x="191155" y="684211"/>
                  </a:lnTo>
                  <a:lnTo>
                    <a:pt x="191824" y="642492"/>
                  </a:lnTo>
                  <a:lnTo>
                    <a:pt x="192492" y="611897"/>
                  </a:lnTo>
                  <a:lnTo>
                    <a:pt x="193160" y="611897"/>
                  </a:lnTo>
                  <a:lnTo>
                    <a:pt x="193828" y="611897"/>
                  </a:lnTo>
                  <a:lnTo>
                    <a:pt x="194496" y="611897"/>
                  </a:lnTo>
                  <a:lnTo>
                    <a:pt x="195164" y="659179"/>
                  </a:lnTo>
                  <a:lnTo>
                    <a:pt x="195832" y="712025"/>
                  </a:lnTo>
                  <a:lnTo>
                    <a:pt x="196500" y="789903"/>
                  </a:lnTo>
                  <a:lnTo>
                    <a:pt x="197168" y="839967"/>
                  </a:lnTo>
                  <a:lnTo>
                    <a:pt x="197836" y="895594"/>
                  </a:lnTo>
                  <a:lnTo>
                    <a:pt x="198504" y="945659"/>
                  </a:lnTo>
                  <a:lnTo>
                    <a:pt x="199172" y="962347"/>
                  </a:lnTo>
                  <a:lnTo>
                    <a:pt x="199840" y="1056912"/>
                  </a:lnTo>
                  <a:lnTo>
                    <a:pt x="200508" y="1056912"/>
                  </a:lnTo>
                  <a:lnTo>
                    <a:pt x="201176" y="1029099"/>
                  </a:lnTo>
                  <a:lnTo>
                    <a:pt x="201844" y="1031880"/>
                  </a:lnTo>
                  <a:lnTo>
                    <a:pt x="202512" y="1056912"/>
                  </a:lnTo>
                  <a:lnTo>
                    <a:pt x="203180" y="1154260"/>
                  </a:lnTo>
                  <a:lnTo>
                    <a:pt x="203848" y="1232138"/>
                  </a:lnTo>
                  <a:lnTo>
                    <a:pt x="204516" y="1279421"/>
                  </a:lnTo>
                  <a:lnTo>
                    <a:pt x="205184" y="1248826"/>
                  </a:lnTo>
                  <a:lnTo>
                    <a:pt x="205852" y="1290546"/>
                  </a:lnTo>
                  <a:lnTo>
                    <a:pt x="206520" y="1335048"/>
                  </a:lnTo>
                  <a:lnTo>
                    <a:pt x="207188" y="1393456"/>
                  </a:lnTo>
                  <a:lnTo>
                    <a:pt x="207856" y="1482459"/>
                  </a:lnTo>
                  <a:lnTo>
                    <a:pt x="208524" y="1518617"/>
                  </a:lnTo>
                  <a:lnTo>
                    <a:pt x="209192" y="1501929"/>
                  </a:lnTo>
                  <a:lnTo>
                    <a:pt x="209860" y="1501929"/>
                  </a:lnTo>
                  <a:lnTo>
                    <a:pt x="210528" y="1460208"/>
                  </a:lnTo>
                  <a:lnTo>
                    <a:pt x="211196" y="1446302"/>
                  </a:lnTo>
                  <a:lnTo>
                    <a:pt x="211864" y="1446302"/>
                  </a:lnTo>
                  <a:lnTo>
                    <a:pt x="212532" y="1446302"/>
                  </a:lnTo>
                  <a:lnTo>
                    <a:pt x="213200" y="1446302"/>
                  </a:lnTo>
                  <a:lnTo>
                    <a:pt x="213868" y="1446302"/>
                  </a:lnTo>
                  <a:lnTo>
                    <a:pt x="214536" y="1446302"/>
                  </a:lnTo>
                  <a:lnTo>
                    <a:pt x="215204" y="1446302"/>
                  </a:lnTo>
                  <a:lnTo>
                    <a:pt x="215872" y="1446302"/>
                  </a:lnTo>
                  <a:lnTo>
                    <a:pt x="216541" y="1446302"/>
                  </a:lnTo>
                  <a:lnTo>
                    <a:pt x="217209" y="1446302"/>
                  </a:lnTo>
                  <a:lnTo>
                    <a:pt x="217877" y="1471334"/>
                  </a:lnTo>
                  <a:lnTo>
                    <a:pt x="218545" y="1501929"/>
                  </a:lnTo>
                  <a:lnTo>
                    <a:pt x="219213" y="1501929"/>
                  </a:lnTo>
                  <a:lnTo>
                    <a:pt x="219881" y="1501929"/>
                  </a:lnTo>
                  <a:lnTo>
                    <a:pt x="220549" y="1501929"/>
                  </a:lnTo>
                  <a:lnTo>
                    <a:pt x="221217" y="1501929"/>
                  </a:lnTo>
                  <a:lnTo>
                    <a:pt x="221885" y="1529742"/>
                  </a:lnTo>
                  <a:lnTo>
                    <a:pt x="222553" y="1557556"/>
                  </a:lnTo>
                  <a:lnTo>
                    <a:pt x="223221" y="1557556"/>
                  </a:lnTo>
                  <a:lnTo>
                    <a:pt x="223889" y="1557556"/>
                  </a:lnTo>
                  <a:lnTo>
                    <a:pt x="224557" y="1557556"/>
                  </a:lnTo>
                  <a:lnTo>
                    <a:pt x="225225" y="1560337"/>
                  </a:lnTo>
                  <a:lnTo>
                    <a:pt x="225893" y="1613183"/>
                  </a:lnTo>
                  <a:lnTo>
                    <a:pt x="226561" y="1613183"/>
                  </a:lnTo>
                  <a:lnTo>
                    <a:pt x="227229" y="1652121"/>
                  </a:lnTo>
                  <a:lnTo>
                    <a:pt x="227897" y="1668810"/>
                  </a:lnTo>
                  <a:lnTo>
                    <a:pt x="227897" y="1668810"/>
                  </a:lnTo>
                  <a:lnTo>
                    <a:pt x="228565" y="1668810"/>
                  </a:lnTo>
                  <a:lnTo>
                    <a:pt x="229233" y="1668810"/>
                  </a:lnTo>
                  <a:lnTo>
                    <a:pt x="229901" y="1668810"/>
                  </a:lnTo>
                  <a:lnTo>
                    <a:pt x="230569" y="1668810"/>
                  </a:lnTo>
                  <a:lnTo>
                    <a:pt x="231237" y="1668810"/>
                  </a:lnTo>
                  <a:lnTo>
                    <a:pt x="231905" y="1668810"/>
                  </a:lnTo>
                  <a:lnTo>
                    <a:pt x="232573" y="1654903"/>
                  </a:lnTo>
                  <a:lnTo>
                    <a:pt x="233241" y="1565900"/>
                  </a:lnTo>
                  <a:lnTo>
                    <a:pt x="233909" y="1557556"/>
                  </a:lnTo>
                  <a:lnTo>
                    <a:pt x="234577" y="1557556"/>
                  </a:lnTo>
                  <a:lnTo>
                    <a:pt x="235245" y="1557556"/>
                  </a:lnTo>
                  <a:lnTo>
                    <a:pt x="235913" y="1521398"/>
                  </a:lnTo>
                  <a:lnTo>
                    <a:pt x="236581" y="1501929"/>
                  </a:lnTo>
                  <a:lnTo>
                    <a:pt x="237249" y="1454646"/>
                  </a:lnTo>
                  <a:lnTo>
                    <a:pt x="237917" y="1446302"/>
                  </a:lnTo>
                  <a:lnTo>
                    <a:pt x="238585" y="1446302"/>
                  </a:lnTo>
                  <a:lnTo>
                    <a:pt x="239253" y="1446302"/>
                  </a:lnTo>
                  <a:lnTo>
                    <a:pt x="239921" y="1446302"/>
                  </a:lnTo>
                  <a:lnTo>
                    <a:pt x="240590" y="1393456"/>
                  </a:lnTo>
                  <a:lnTo>
                    <a:pt x="241258" y="1390675"/>
                  </a:lnTo>
                  <a:lnTo>
                    <a:pt x="241926" y="1335048"/>
                  </a:lnTo>
                  <a:lnTo>
                    <a:pt x="242594" y="1335048"/>
                  </a:lnTo>
                  <a:lnTo>
                    <a:pt x="243262" y="1335048"/>
                  </a:lnTo>
                  <a:lnTo>
                    <a:pt x="243930" y="1335048"/>
                  </a:lnTo>
                  <a:lnTo>
                    <a:pt x="244598" y="1335048"/>
                  </a:lnTo>
                  <a:lnTo>
                    <a:pt x="245266" y="1335048"/>
                  </a:lnTo>
                  <a:lnTo>
                    <a:pt x="245934" y="1335048"/>
                  </a:lnTo>
                  <a:lnTo>
                    <a:pt x="246602" y="1335048"/>
                  </a:lnTo>
                  <a:lnTo>
                    <a:pt x="247270" y="1335048"/>
                  </a:lnTo>
                  <a:lnTo>
                    <a:pt x="247938" y="1298890"/>
                  </a:lnTo>
                  <a:lnTo>
                    <a:pt x="248606" y="1176511"/>
                  </a:lnTo>
                  <a:lnTo>
                    <a:pt x="249274" y="1143134"/>
                  </a:lnTo>
                  <a:lnTo>
                    <a:pt x="249942" y="1212668"/>
                  </a:lnTo>
                  <a:lnTo>
                    <a:pt x="250610" y="1223794"/>
                  </a:lnTo>
                  <a:lnTo>
                    <a:pt x="251278" y="1223794"/>
                  </a:lnTo>
                  <a:lnTo>
                    <a:pt x="251946" y="1223794"/>
                  </a:lnTo>
                  <a:lnTo>
                    <a:pt x="252614" y="1168166"/>
                  </a:lnTo>
                  <a:lnTo>
                    <a:pt x="253282" y="1154260"/>
                  </a:lnTo>
                  <a:lnTo>
                    <a:pt x="253950" y="1157041"/>
                  </a:lnTo>
                  <a:lnTo>
                    <a:pt x="254618" y="1165385"/>
                  </a:lnTo>
                  <a:lnTo>
                    <a:pt x="255286" y="1104195"/>
                  </a:lnTo>
                  <a:lnTo>
                    <a:pt x="255954" y="1056912"/>
                  </a:lnTo>
                  <a:lnTo>
                    <a:pt x="256622" y="1056912"/>
                  </a:lnTo>
                  <a:lnTo>
                    <a:pt x="257290" y="1106977"/>
                  </a:lnTo>
                  <a:lnTo>
                    <a:pt x="257958" y="1112540"/>
                  </a:lnTo>
                  <a:lnTo>
                    <a:pt x="258626" y="1165385"/>
                  </a:lnTo>
                  <a:lnTo>
                    <a:pt x="259294" y="1165385"/>
                  </a:lnTo>
                  <a:lnTo>
                    <a:pt x="259962" y="1112540"/>
                  </a:lnTo>
                  <a:lnTo>
                    <a:pt x="260630" y="1112540"/>
                  </a:lnTo>
                  <a:lnTo>
                    <a:pt x="261298" y="1040225"/>
                  </a:lnTo>
                  <a:lnTo>
                    <a:pt x="261966" y="1001286"/>
                  </a:lnTo>
                  <a:lnTo>
                    <a:pt x="262634" y="1001286"/>
                  </a:lnTo>
                  <a:lnTo>
                    <a:pt x="263302" y="1001286"/>
                  </a:lnTo>
                  <a:lnTo>
                    <a:pt x="263970" y="1001286"/>
                  </a:lnTo>
                  <a:lnTo>
                    <a:pt x="264638" y="945659"/>
                  </a:lnTo>
                  <a:lnTo>
                    <a:pt x="265307" y="990160"/>
                  </a:lnTo>
                  <a:lnTo>
                    <a:pt x="265975" y="1034662"/>
                  </a:lnTo>
                  <a:lnTo>
                    <a:pt x="266643" y="992942"/>
                  </a:lnTo>
                  <a:lnTo>
                    <a:pt x="267311" y="945659"/>
                  </a:lnTo>
                  <a:lnTo>
                    <a:pt x="267979" y="945659"/>
                  </a:lnTo>
                  <a:lnTo>
                    <a:pt x="268647" y="903938"/>
                  </a:lnTo>
                  <a:lnTo>
                    <a:pt x="269315" y="973472"/>
                  </a:lnTo>
                  <a:lnTo>
                    <a:pt x="269983" y="990160"/>
                  </a:lnTo>
                  <a:lnTo>
                    <a:pt x="270651" y="1001286"/>
                  </a:lnTo>
                  <a:lnTo>
                    <a:pt x="271319" y="1001286"/>
                  </a:lnTo>
                  <a:lnTo>
                    <a:pt x="271987" y="1031880"/>
                  </a:lnTo>
                  <a:lnTo>
                    <a:pt x="272655" y="1031880"/>
                  </a:lnTo>
                  <a:lnTo>
                    <a:pt x="273323" y="1001286"/>
                  </a:lnTo>
                  <a:lnTo>
                    <a:pt x="273991" y="1001286"/>
                  </a:lnTo>
                  <a:lnTo>
                    <a:pt x="274659" y="956784"/>
                  </a:lnTo>
                  <a:lnTo>
                    <a:pt x="275327" y="945659"/>
                  </a:lnTo>
                  <a:lnTo>
                    <a:pt x="275995" y="901157"/>
                  </a:lnTo>
                  <a:lnTo>
                    <a:pt x="276663" y="876125"/>
                  </a:lnTo>
                  <a:lnTo>
                    <a:pt x="277331" y="834405"/>
                  </a:lnTo>
                  <a:lnTo>
                    <a:pt x="277999" y="901157"/>
                  </a:lnTo>
                  <a:lnTo>
                    <a:pt x="278667" y="895594"/>
                  </a:lnTo>
                  <a:lnTo>
                    <a:pt x="279335" y="834405"/>
                  </a:lnTo>
                  <a:lnTo>
                    <a:pt x="280003" y="834405"/>
                  </a:lnTo>
                  <a:lnTo>
                    <a:pt x="280671" y="834405"/>
                  </a:lnTo>
                  <a:lnTo>
                    <a:pt x="281339" y="912282"/>
                  </a:lnTo>
                  <a:lnTo>
                    <a:pt x="282007" y="1001286"/>
                  </a:lnTo>
                  <a:lnTo>
                    <a:pt x="282675" y="1001286"/>
                  </a:lnTo>
                  <a:lnTo>
                    <a:pt x="283343" y="1059694"/>
                  </a:lnTo>
                  <a:lnTo>
                    <a:pt x="284011" y="1106977"/>
                  </a:lnTo>
                  <a:lnTo>
                    <a:pt x="284679" y="1056912"/>
                  </a:lnTo>
                  <a:lnTo>
                    <a:pt x="285347" y="1056912"/>
                  </a:lnTo>
                  <a:lnTo>
                    <a:pt x="286015" y="1051350"/>
                  </a:lnTo>
                  <a:lnTo>
                    <a:pt x="286683" y="1020755"/>
                  </a:lnTo>
                  <a:lnTo>
                    <a:pt x="287351" y="1012411"/>
                  </a:lnTo>
                  <a:lnTo>
                    <a:pt x="288019" y="1001286"/>
                  </a:lnTo>
                  <a:lnTo>
                    <a:pt x="288687" y="1026317"/>
                  </a:lnTo>
                  <a:lnTo>
                    <a:pt x="289355" y="990160"/>
                  </a:lnTo>
                  <a:lnTo>
                    <a:pt x="290024" y="1001286"/>
                  </a:lnTo>
                  <a:lnTo>
                    <a:pt x="290692" y="1001286"/>
                  </a:lnTo>
                  <a:lnTo>
                    <a:pt x="291360" y="1043006"/>
                  </a:lnTo>
                  <a:lnTo>
                    <a:pt x="292028" y="1056912"/>
                  </a:lnTo>
                  <a:lnTo>
                    <a:pt x="292696" y="1073601"/>
                  </a:lnTo>
                  <a:lnTo>
                    <a:pt x="293364" y="1120884"/>
                  </a:lnTo>
                  <a:lnTo>
                    <a:pt x="294032" y="1168166"/>
                  </a:lnTo>
                  <a:lnTo>
                    <a:pt x="294700" y="1168166"/>
                  </a:lnTo>
                  <a:lnTo>
                    <a:pt x="295368" y="1212668"/>
                  </a:lnTo>
                  <a:lnTo>
                    <a:pt x="296036" y="1279421"/>
                  </a:lnTo>
                  <a:lnTo>
                    <a:pt x="296704" y="1279421"/>
                  </a:lnTo>
                  <a:lnTo>
                    <a:pt x="297372" y="1279421"/>
                  </a:lnTo>
                  <a:lnTo>
                    <a:pt x="298040" y="1279421"/>
                  </a:lnTo>
                  <a:lnTo>
                    <a:pt x="298708" y="1279421"/>
                  </a:lnTo>
                  <a:lnTo>
                    <a:pt x="299376" y="1279421"/>
                  </a:lnTo>
                  <a:lnTo>
                    <a:pt x="300044" y="1279421"/>
                  </a:lnTo>
                  <a:lnTo>
                    <a:pt x="300712" y="1282202"/>
                  </a:lnTo>
                  <a:lnTo>
                    <a:pt x="301380" y="1335048"/>
                  </a:lnTo>
                  <a:lnTo>
                    <a:pt x="302048" y="1371205"/>
                  </a:lnTo>
                  <a:lnTo>
                    <a:pt x="302716" y="1393456"/>
                  </a:lnTo>
                  <a:lnTo>
                    <a:pt x="303384" y="1421269"/>
                  </a:lnTo>
                  <a:lnTo>
                    <a:pt x="304052" y="1432395"/>
                  </a:lnTo>
                  <a:lnTo>
                    <a:pt x="304720" y="1446302"/>
                  </a:lnTo>
                  <a:lnTo>
                    <a:pt x="305388" y="1446302"/>
                  </a:lnTo>
                  <a:lnTo>
                    <a:pt x="306056" y="1532523"/>
                  </a:lnTo>
                  <a:lnTo>
                    <a:pt x="306724" y="1557556"/>
                  </a:lnTo>
                  <a:lnTo>
                    <a:pt x="307392" y="1501929"/>
                  </a:lnTo>
                  <a:lnTo>
                    <a:pt x="308060" y="1446302"/>
                  </a:lnTo>
                  <a:lnTo>
                    <a:pt x="308728" y="1446302"/>
                  </a:lnTo>
                  <a:lnTo>
                    <a:pt x="309396" y="1468552"/>
                  </a:lnTo>
                  <a:lnTo>
                    <a:pt x="310064" y="1501929"/>
                  </a:lnTo>
                  <a:lnTo>
                    <a:pt x="310732" y="1457427"/>
                  </a:lnTo>
                  <a:lnTo>
                    <a:pt x="311400" y="1446302"/>
                  </a:lnTo>
                  <a:lnTo>
                    <a:pt x="312068" y="1446302"/>
                  </a:lnTo>
                  <a:lnTo>
                    <a:pt x="312736" y="1446302"/>
                  </a:lnTo>
                  <a:lnTo>
                    <a:pt x="313404" y="1401800"/>
                  </a:lnTo>
                  <a:lnTo>
                    <a:pt x="314072" y="1335048"/>
                  </a:lnTo>
                  <a:lnTo>
                    <a:pt x="314741" y="1335048"/>
                  </a:lnTo>
                  <a:lnTo>
                    <a:pt x="315409" y="1287765"/>
                  </a:lnTo>
                  <a:lnTo>
                    <a:pt x="316077" y="1193199"/>
                  </a:lnTo>
                  <a:lnTo>
                    <a:pt x="316745" y="1168166"/>
                  </a:lnTo>
                  <a:lnTo>
                    <a:pt x="317413" y="1168166"/>
                  </a:lnTo>
                  <a:lnTo>
                    <a:pt x="318081" y="1168166"/>
                  </a:lnTo>
                  <a:lnTo>
                    <a:pt x="318749" y="1132009"/>
                  </a:lnTo>
                  <a:lnTo>
                    <a:pt x="319417" y="1112540"/>
                  </a:lnTo>
                  <a:lnTo>
                    <a:pt x="320085" y="1129228"/>
                  </a:lnTo>
                  <a:lnTo>
                    <a:pt x="320753" y="1065256"/>
                  </a:lnTo>
                  <a:lnTo>
                    <a:pt x="321421" y="1015192"/>
                  </a:lnTo>
                  <a:lnTo>
                    <a:pt x="322089" y="984598"/>
                  </a:lnTo>
                  <a:lnTo>
                    <a:pt x="322757" y="876125"/>
                  </a:lnTo>
                  <a:lnTo>
                    <a:pt x="323425" y="806591"/>
                  </a:lnTo>
                  <a:lnTo>
                    <a:pt x="324093" y="828842"/>
                  </a:lnTo>
                  <a:lnTo>
                    <a:pt x="324761" y="890032"/>
                  </a:lnTo>
                  <a:lnTo>
                    <a:pt x="325429" y="890032"/>
                  </a:lnTo>
                  <a:lnTo>
                    <a:pt x="326097" y="890032"/>
                  </a:lnTo>
                  <a:lnTo>
                    <a:pt x="326765" y="878906"/>
                  </a:lnTo>
                  <a:lnTo>
                    <a:pt x="327433" y="876125"/>
                  </a:lnTo>
                  <a:lnTo>
                    <a:pt x="328101" y="890032"/>
                  </a:lnTo>
                  <a:lnTo>
                    <a:pt x="328769" y="890032"/>
                  </a:lnTo>
                  <a:lnTo>
                    <a:pt x="329437" y="890032"/>
                  </a:lnTo>
                  <a:lnTo>
                    <a:pt x="330105" y="928971"/>
                  </a:lnTo>
                  <a:lnTo>
                    <a:pt x="330773" y="995723"/>
                  </a:lnTo>
                  <a:lnTo>
                    <a:pt x="331441" y="940096"/>
                  </a:lnTo>
                  <a:lnTo>
                    <a:pt x="332109" y="912282"/>
                  </a:lnTo>
                  <a:lnTo>
                    <a:pt x="332777" y="970691"/>
                  </a:lnTo>
                  <a:lnTo>
                    <a:pt x="333445" y="945659"/>
                  </a:lnTo>
                  <a:lnTo>
                    <a:pt x="334113" y="884469"/>
                  </a:lnTo>
                  <a:lnTo>
                    <a:pt x="334781" y="834405"/>
                  </a:lnTo>
                  <a:lnTo>
                    <a:pt x="335449" y="828842"/>
                  </a:lnTo>
                  <a:lnTo>
                    <a:pt x="336117" y="834405"/>
                  </a:lnTo>
                  <a:lnTo>
                    <a:pt x="336785" y="745401"/>
                  </a:lnTo>
                  <a:lnTo>
                    <a:pt x="337453" y="762089"/>
                  </a:lnTo>
                  <a:lnTo>
                    <a:pt x="338121" y="762089"/>
                  </a:lnTo>
                  <a:lnTo>
                    <a:pt x="338790" y="792684"/>
                  </a:lnTo>
                  <a:lnTo>
                    <a:pt x="339458" y="898376"/>
                  </a:lnTo>
                  <a:lnTo>
                    <a:pt x="340126" y="948440"/>
                  </a:lnTo>
                  <a:lnTo>
                    <a:pt x="340794" y="945659"/>
                  </a:lnTo>
                  <a:lnTo>
                    <a:pt x="341462" y="945659"/>
                  </a:lnTo>
                  <a:lnTo>
                    <a:pt x="342130" y="945659"/>
                  </a:lnTo>
                  <a:lnTo>
                    <a:pt x="342798" y="895594"/>
                  </a:lnTo>
                  <a:lnTo>
                    <a:pt x="343466" y="898376"/>
                  </a:lnTo>
                  <a:lnTo>
                    <a:pt x="344134" y="945659"/>
                  </a:lnTo>
                  <a:lnTo>
                    <a:pt x="344802" y="945659"/>
                  </a:lnTo>
                  <a:lnTo>
                    <a:pt x="345470" y="945659"/>
                  </a:lnTo>
                  <a:lnTo>
                    <a:pt x="346138" y="945659"/>
                  </a:lnTo>
                  <a:lnTo>
                    <a:pt x="346806" y="945659"/>
                  </a:lnTo>
                  <a:lnTo>
                    <a:pt x="347474" y="948440"/>
                  </a:lnTo>
                  <a:lnTo>
                    <a:pt x="348142" y="1004067"/>
                  </a:lnTo>
                  <a:lnTo>
                    <a:pt x="348810" y="1076382"/>
                  </a:lnTo>
                  <a:lnTo>
                    <a:pt x="349478" y="1112540"/>
                  </a:lnTo>
                  <a:lnTo>
                    <a:pt x="350146" y="1165385"/>
                  </a:lnTo>
                  <a:lnTo>
                    <a:pt x="350814" y="1223794"/>
                  </a:lnTo>
                  <a:lnTo>
                    <a:pt x="351482" y="1279421"/>
                  </a:lnTo>
                  <a:lnTo>
                    <a:pt x="352150" y="1315578"/>
                  </a:lnTo>
                  <a:lnTo>
                    <a:pt x="352818" y="1335048"/>
                  </a:lnTo>
                  <a:lnTo>
                    <a:pt x="353486" y="1418488"/>
                  </a:lnTo>
                  <a:lnTo>
                    <a:pt x="354154" y="1504710"/>
                  </a:lnTo>
                  <a:lnTo>
                    <a:pt x="354822" y="1557556"/>
                  </a:lnTo>
                  <a:lnTo>
                    <a:pt x="355490" y="1557556"/>
                  </a:lnTo>
                  <a:lnTo>
                    <a:pt x="356158" y="1557556"/>
                  </a:lnTo>
                  <a:lnTo>
                    <a:pt x="356826" y="1577025"/>
                  </a:lnTo>
                  <a:lnTo>
                    <a:pt x="357494" y="1613183"/>
                  </a:lnTo>
                  <a:lnTo>
                    <a:pt x="358162" y="1613183"/>
                  </a:lnTo>
                  <a:lnTo>
                    <a:pt x="358830" y="1613183"/>
                  </a:lnTo>
                  <a:lnTo>
                    <a:pt x="359498" y="1660466"/>
                  </a:lnTo>
                  <a:lnTo>
                    <a:pt x="360166" y="1668810"/>
                  </a:lnTo>
                  <a:lnTo>
                    <a:pt x="360166" y="1668810"/>
                  </a:lnTo>
                  <a:lnTo>
                    <a:pt x="360834" y="1668810"/>
                  </a:lnTo>
                  <a:lnTo>
                    <a:pt x="361502" y="1668810"/>
                  </a:lnTo>
                  <a:lnTo>
                    <a:pt x="362170" y="1668810"/>
                  </a:lnTo>
                  <a:lnTo>
                    <a:pt x="362838" y="1649340"/>
                  </a:lnTo>
                  <a:lnTo>
                    <a:pt x="363507" y="1610401"/>
                  </a:lnTo>
                  <a:lnTo>
                    <a:pt x="364175" y="1557556"/>
                  </a:lnTo>
                  <a:lnTo>
                    <a:pt x="364843" y="1557556"/>
                  </a:lnTo>
                  <a:lnTo>
                    <a:pt x="365511" y="1557556"/>
                  </a:lnTo>
                  <a:lnTo>
                    <a:pt x="366179" y="1557556"/>
                  </a:lnTo>
                  <a:lnTo>
                    <a:pt x="366847" y="1557556"/>
                  </a:lnTo>
                  <a:lnTo>
                    <a:pt x="367515" y="1557556"/>
                  </a:lnTo>
                  <a:lnTo>
                    <a:pt x="368183" y="1557556"/>
                  </a:lnTo>
                  <a:lnTo>
                    <a:pt x="368851" y="1557556"/>
                  </a:lnTo>
                  <a:lnTo>
                    <a:pt x="369519" y="1557556"/>
                  </a:lnTo>
                  <a:lnTo>
                    <a:pt x="370187" y="1557556"/>
                  </a:lnTo>
                  <a:lnTo>
                    <a:pt x="370855" y="1557556"/>
                  </a:lnTo>
                  <a:lnTo>
                    <a:pt x="371523" y="1535305"/>
                  </a:lnTo>
                  <a:lnTo>
                    <a:pt x="372191" y="1501929"/>
                  </a:lnTo>
                  <a:lnTo>
                    <a:pt x="372859" y="1501929"/>
                  </a:lnTo>
                  <a:lnTo>
                    <a:pt x="373527" y="1501929"/>
                  </a:lnTo>
                  <a:lnTo>
                    <a:pt x="374195" y="1501929"/>
                  </a:lnTo>
                  <a:lnTo>
                    <a:pt x="374863" y="1501929"/>
                  </a:lnTo>
                  <a:lnTo>
                    <a:pt x="375531" y="1501929"/>
                  </a:lnTo>
                  <a:lnTo>
                    <a:pt x="376199" y="1501929"/>
                  </a:lnTo>
                  <a:lnTo>
                    <a:pt x="376867" y="1501929"/>
                  </a:lnTo>
                  <a:lnTo>
                    <a:pt x="377535" y="1501929"/>
                  </a:lnTo>
                  <a:lnTo>
                    <a:pt x="378203" y="1501929"/>
                  </a:lnTo>
                  <a:lnTo>
                    <a:pt x="378871" y="1501929"/>
                  </a:lnTo>
                  <a:lnTo>
                    <a:pt x="379539" y="1518617"/>
                  </a:lnTo>
                  <a:lnTo>
                    <a:pt x="380207" y="1518617"/>
                  </a:lnTo>
                  <a:lnTo>
                    <a:pt x="380875" y="1557556"/>
                  </a:lnTo>
                  <a:lnTo>
                    <a:pt x="381543" y="1557556"/>
                  </a:lnTo>
                  <a:lnTo>
                    <a:pt x="382211" y="1557556"/>
                  </a:lnTo>
                  <a:lnTo>
                    <a:pt x="382879" y="1557556"/>
                  </a:lnTo>
                  <a:lnTo>
                    <a:pt x="383547" y="1557556"/>
                  </a:lnTo>
                  <a:lnTo>
                    <a:pt x="384215" y="1557556"/>
                  </a:lnTo>
                  <a:lnTo>
                    <a:pt x="384883" y="1557556"/>
                  </a:lnTo>
                  <a:lnTo>
                    <a:pt x="385551" y="1557556"/>
                  </a:lnTo>
                  <a:lnTo>
                    <a:pt x="386219" y="1557556"/>
                  </a:lnTo>
                  <a:lnTo>
                    <a:pt x="386887" y="1557556"/>
                  </a:lnTo>
                  <a:lnTo>
                    <a:pt x="387555" y="1557556"/>
                  </a:lnTo>
                  <a:lnTo>
                    <a:pt x="388224" y="1577025"/>
                  </a:lnTo>
                  <a:lnTo>
                    <a:pt x="388892" y="1613183"/>
                  </a:lnTo>
                  <a:lnTo>
                    <a:pt x="389560" y="1613183"/>
                  </a:lnTo>
                  <a:lnTo>
                    <a:pt x="390228" y="1613183"/>
                  </a:lnTo>
                  <a:lnTo>
                    <a:pt x="390896" y="1613183"/>
                  </a:lnTo>
                  <a:lnTo>
                    <a:pt x="391564" y="1613183"/>
                  </a:lnTo>
                  <a:lnTo>
                    <a:pt x="392232" y="1613183"/>
                  </a:lnTo>
                  <a:lnTo>
                    <a:pt x="392900" y="1613183"/>
                  </a:lnTo>
                  <a:lnTo>
                    <a:pt x="393568" y="1613183"/>
                  </a:lnTo>
                  <a:lnTo>
                    <a:pt x="394236" y="1613183"/>
                  </a:lnTo>
                  <a:lnTo>
                    <a:pt x="394904" y="1613183"/>
                  </a:lnTo>
                  <a:lnTo>
                    <a:pt x="395572" y="1613183"/>
                  </a:lnTo>
                  <a:lnTo>
                    <a:pt x="396240" y="1613183"/>
                  </a:lnTo>
                  <a:lnTo>
                    <a:pt x="396908" y="1649340"/>
                  </a:lnTo>
                  <a:lnTo>
                    <a:pt x="397576" y="1668810"/>
                  </a:lnTo>
                  <a:lnTo>
                    <a:pt x="397576" y="1668810"/>
                  </a:lnTo>
                  <a:lnTo>
                    <a:pt x="398244" y="1668810"/>
                  </a:lnTo>
                  <a:lnTo>
                    <a:pt x="398912" y="1668810"/>
                  </a:lnTo>
                  <a:lnTo>
                    <a:pt x="399580" y="1618745"/>
                  </a:lnTo>
                  <a:lnTo>
                    <a:pt x="400248" y="1607620"/>
                  </a:lnTo>
                  <a:lnTo>
                    <a:pt x="400916" y="1526961"/>
                  </a:lnTo>
                  <a:lnTo>
                    <a:pt x="401584" y="1501929"/>
                  </a:lnTo>
                  <a:lnTo>
                    <a:pt x="402252" y="1501929"/>
                  </a:lnTo>
                  <a:lnTo>
                    <a:pt x="402920" y="1501929"/>
                  </a:lnTo>
                  <a:lnTo>
                    <a:pt x="403588" y="1501929"/>
                  </a:lnTo>
                  <a:lnTo>
                    <a:pt x="404256" y="1501929"/>
                  </a:lnTo>
                  <a:lnTo>
                    <a:pt x="404924" y="1501929"/>
                  </a:lnTo>
                  <a:lnTo>
                    <a:pt x="405592" y="1501929"/>
                  </a:lnTo>
                  <a:lnTo>
                    <a:pt x="406260" y="1501929"/>
                  </a:lnTo>
                  <a:lnTo>
                    <a:pt x="406928" y="1501929"/>
                  </a:lnTo>
                  <a:lnTo>
                    <a:pt x="407596" y="1501929"/>
                  </a:lnTo>
                  <a:lnTo>
                    <a:pt x="408264" y="1451864"/>
                  </a:lnTo>
                  <a:lnTo>
                    <a:pt x="408932" y="1446302"/>
                  </a:lnTo>
                  <a:lnTo>
                    <a:pt x="409600" y="1446302"/>
                  </a:lnTo>
                  <a:lnTo>
                    <a:pt x="410268" y="1446302"/>
                  </a:lnTo>
                  <a:lnTo>
                    <a:pt x="410936" y="1446302"/>
                  </a:lnTo>
                  <a:lnTo>
                    <a:pt x="411604" y="1404581"/>
                  </a:lnTo>
                  <a:lnTo>
                    <a:pt x="412272" y="1390675"/>
                  </a:lnTo>
                  <a:lnTo>
                    <a:pt x="412941" y="1390675"/>
                  </a:lnTo>
                  <a:lnTo>
                    <a:pt x="413609" y="1390675"/>
                  </a:lnTo>
                  <a:lnTo>
                    <a:pt x="414277" y="1390675"/>
                  </a:lnTo>
                  <a:lnTo>
                    <a:pt x="414945" y="1357298"/>
                  </a:lnTo>
                  <a:lnTo>
                    <a:pt x="415613" y="1335048"/>
                  </a:lnTo>
                  <a:lnTo>
                    <a:pt x="416281" y="1382330"/>
                  </a:lnTo>
                  <a:lnTo>
                    <a:pt x="416949" y="1393456"/>
                  </a:lnTo>
                  <a:lnTo>
                    <a:pt x="417617" y="1474115"/>
                  </a:lnTo>
                  <a:lnTo>
                    <a:pt x="418285" y="1501929"/>
                  </a:lnTo>
                  <a:lnTo>
                    <a:pt x="418953" y="1451864"/>
                  </a:lnTo>
                  <a:lnTo>
                    <a:pt x="419621" y="1390675"/>
                  </a:lnTo>
                  <a:lnTo>
                    <a:pt x="420289" y="1390675"/>
                  </a:lnTo>
                  <a:lnTo>
                    <a:pt x="420957" y="1337829"/>
                  </a:lnTo>
                  <a:lnTo>
                    <a:pt x="421625" y="1335048"/>
                  </a:lnTo>
                  <a:lnTo>
                    <a:pt x="422293" y="1301671"/>
                  </a:lnTo>
                  <a:lnTo>
                    <a:pt x="422961" y="1279421"/>
                  </a:lnTo>
                  <a:lnTo>
                    <a:pt x="423629" y="1276639"/>
                  </a:lnTo>
                  <a:lnTo>
                    <a:pt x="424297" y="1223794"/>
                  </a:lnTo>
                  <a:lnTo>
                    <a:pt x="424965" y="1226575"/>
                  </a:lnTo>
                  <a:lnTo>
                    <a:pt x="425633" y="1215449"/>
                  </a:lnTo>
                  <a:lnTo>
                    <a:pt x="426301" y="1112540"/>
                  </a:lnTo>
                  <a:lnTo>
                    <a:pt x="426969" y="1093070"/>
                  </a:lnTo>
                  <a:lnTo>
                    <a:pt x="427637" y="1056912"/>
                  </a:lnTo>
                  <a:lnTo>
                    <a:pt x="428305" y="1065256"/>
                  </a:lnTo>
                  <a:lnTo>
                    <a:pt x="428973" y="1056912"/>
                  </a:lnTo>
                  <a:lnTo>
                    <a:pt x="429641" y="1056912"/>
                  </a:lnTo>
                  <a:lnTo>
                    <a:pt x="430309" y="1006848"/>
                  </a:lnTo>
                  <a:lnTo>
                    <a:pt x="430977" y="970691"/>
                  </a:lnTo>
                  <a:lnTo>
                    <a:pt x="431645" y="976254"/>
                  </a:lnTo>
                  <a:lnTo>
                    <a:pt x="432313" y="1001286"/>
                  </a:lnTo>
                  <a:lnTo>
                    <a:pt x="432981" y="1001286"/>
                  </a:lnTo>
                  <a:lnTo>
                    <a:pt x="433649" y="1001286"/>
                  </a:lnTo>
                  <a:lnTo>
                    <a:pt x="434317" y="1001286"/>
                  </a:lnTo>
                  <a:lnTo>
                    <a:pt x="434985" y="1001286"/>
                  </a:lnTo>
                  <a:lnTo>
                    <a:pt x="435653" y="1045787"/>
                  </a:lnTo>
                  <a:lnTo>
                    <a:pt x="436321" y="1112540"/>
                  </a:lnTo>
                  <a:lnTo>
                    <a:pt x="436990" y="1056912"/>
                  </a:lnTo>
                  <a:lnTo>
                    <a:pt x="437658" y="1084726"/>
                  </a:lnTo>
                  <a:lnTo>
                    <a:pt x="438326" y="1056912"/>
                  </a:lnTo>
                  <a:lnTo>
                    <a:pt x="438994" y="1087507"/>
                  </a:lnTo>
                  <a:lnTo>
                    <a:pt x="439662" y="1112540"/>
                  </a:lnTo>
                  <a:lnTo>
                    <a:pt x="440330" y="1112540"/>
                  </a:lnTo>
                  <a:lnTo>
                    <a:pt x="440998" y="1132009"/>
                  </a:lnTo>
                  <a:lnTo>
                    <a:pt x="441666" y="1104195"/>
                  </a:lnTo>
                  <a:lnTo>
                    <a:pt x="442334" y="1109758"/>
                  </a:lnTo>
                  <a:lnTo>
                    <a:pt x="443002" y="1165385"/>
                  </a:lnTo>
                  <a:lnTo>
                    <a:pt x="443670" y="1184855"/>
                  </a:lnTo>
                  <a:lnTo>
                    <a:pt x="444338" y="1223794"/>
                  </a:lnTo>
                  <a:lnTo>
                    <a:pt x="445006" y="1251607"/>
                  </a:lnTo>
                  <a:lnTo>
                    <a:pt x="445674" y="1279421"/>
                  </a:lnTo>
                  <a:lnTo>
                    <a:pt x="446342" y="1279421"/>
                  </a:lnTo>
                  <a:lnTo>
                    <a:pt x="447010" y="1326704"/>
                  </a:lnTo>
                  <a:lnTo>
                    <a:pt x="447678" y="1362861"/>
                  </a:lnTo>
                  <a:lnTo>
                    <a:pt x="448346" y="1323922"/>
                  </a:lnTo>
                  <a:lnTo>
                    <a:pt x="449014" y="1279421"/>
                  </a:lnTo>
                  <a:lnTo>
                    <a:pt x="449682" y="1240482"/>
                  </a:lnTo>
                  <a:lnTo>
                    <a:pt x="450350" y="1079163"/>
                  </a:lnTo>
                  <a:lnTo>
                    <a:pt x="451018" y="1056912"/>
                  </a:lnTo>
                  <a:lnTo>
                    <a:pt x="451686" y="1034662"/>
                  </a:lnTo>
                  <a:lnTo>
                    <a:pt x="452354" y="1001286"/>
                  </a:lnTo>
                  <a:lnTo>
                    <a:pt x="453022" y="1001286"/>
                  </a:lnTo>
                  <a:lnTo>
                    <a:pt x="453690" y="1020755"/>
                  </a:lnTo>
                  <a:lnTo>
                    <a:pt x="454358" y="1020755"/>
                  </a:lnTo>
                  <a:lnTo>
                    <a:pt x="455026" y="1056912"/>
                  </a:lnTo>
                  <a:lnTo>
                    <a:pt x="455694" y="1056912"/>
                  </a:lnTo>
                  <a:lnTo>
                    <a:pt x="456362" y="1056912"/>
                  </a:lnTo>
                  <a:lnTo>
                    <a:pt x="457030" y="1056912"/>
                  </a:lnTo>
                  <a:lnTo>
                    <a:pt x="457698" y="1090289"/>
                  </a:lnTo>
                  <a:lnTo>
                    <a:pt x="458366" y="1159822"/>
                  </a:lnTo>
                  <a:lnTo>
                    <a:pt x="459034" y="1173729"/>
                  </a:lnTo>
                  <a:lnTo>
                    <a:pt x="459702" y="1223794"/>
                  </a:lnTo>
                  <a:lnTo>
                    <a:pt x="460370" y="1223794"/>
                  </a:lnTo>
                  <a:lnTo>
                    <a:pt x="461038" y="1223794"/>
                  </a:lnTo>
                  <a:lnTo>
                    <a:pt x="461707" y="1223794"/>
                  </a:lnTo>
                  <a:lnTo>
                    <a:pt x="462375" y="1223794"/>
                  </a:lnTo>
                  <a:lnTo>
                    <a:pt x="463043" y="1223794"/>
                  </a:lnTo>
                  <a:lnTo>
                    <a:pt x="463711" y="1223794"/>
                  </a:lnTo>
                  <a:lnTo>
                    <a:pt x="464379" y="1223794"/>
                  </a:lnTo>
                  <a:lnTo>
                    <a:pt x="465047" y="1284983"/>
                  </a:lnTo>
                  <a:lnTo>
                    <a:pt x="465715" y="1335048"/>
                  </a:lnTo>
                  <a:lnTo>
                    <a:pt x="466383" y="1326704"/>
                  </a:lnTo>
                  <a:lnTo>
                    <a:pt x="467051" y="1474115"/>
                  </a:lnTo>
                  <a:lnTo>
                    <a:pt x="467719" y="1501929"/>
                  </a:lnTo>
                  <a:lnTo>
                    <a:pt x="468387" y="1521398"/>
                  </a:lnTo>
                  <a:lnTo>
                    <a:pt x="469055" y="1557556"/>
                  </a:lnTo>
                  <a:lnTo>
                    <a:pt x="469723" y="1557556"/>
                  </a:lnTo>
                  <a:lnTo>
                    <a:pt x="470391" y="1588150"/>
                  </a:lnTo>
                  <a:lnTo>
                    <a:pt x="471059" y="1613183"/>
                  </a:lnTo>
                  <a:lnTo>
                    <a:pt x="471727" y="1613183"/>
                  </a:lnTo>
                  <a:lnTo>
                    <a:pt x="472395" y="1613183"/>
                  </a:lnTo>
                  <a:lnTo>
                    <a:pt x="473063" y="1579806"/>
                  </a:lnTo>
                  <a:lnTo>
                    <a:pt x="473731" y="1557556"/>
                  </a:lnTo>
                  <a:lnTo>
                    <a:pt x="474399" y="1557556"/>
                  </a:lnTo>
                  <a:lnTo>
                    <a:pt x="475067" y="1557556"/>
                  </a:lnTo>
                  <a:lnTo>
                    <a:pt x="475735" y="1557556"/>
                  </a:lnTo>
                  <a:lnTo>
                    <a:pt x="476403" y="1551993"/>
                  </a:lnTo>
                  <a:lnTo>
                    <a:pt x="477071" y="1501929"/>
                  </a:lnTo>
                  <a:lnTo>
                    <a:pt x="477739" y="1485240"/>
                  </a:lnTo>
                  <a:lnTo>
                    <a:pt x="478407" y="1412925"/>
                  </a:lnTo>
                  <a:lnTo>
                    <a:pt x="479075" y="1390675"/>
                  </a:lnTo>
                  <a:lnTo>
                    <a:pt x="479743" y="1390675"/>
                  </a:lnTo>
                  <a:lnTo>
                    <a:pt x="480411" y="1390675"/>
                  </a:lnTo>
                  <a:lnTo>
                    <a:pt x="481079" y="1390675"/>
                  </a:lnTo>
                  <a:lnTo>
                    <a:pt x="481747" y="1390675"/>
                  </a:lnTo>
                  <a:lnTo>
                    <a:pt x="482415" y="1390675"/>
                  </a:lnTo>
                  <a:lnTo>
                    <a:pt x="483083" y="1429613"/>
                  </a:lnTo>
                  <a:lnTo>
                    <a:pt x="483751" y="1446302"/>
                  </a:lnTo>
                  <a:lnTo>
                    <a:pt x="484419" y="1446302"/>
                  </a:lnTo>
                  <a:lnTo>
                    <a:pt x="485087" y="1446302"/>
                  </a:lnTo>
                  <a:lnTo>
                    <a:pt x="485755" y="1446302"/>
                  </a:lnTo>
                  <a:lnTo>
                    <a:pt x="486424" y="1446302"/>
                  </a:lnTo>
                  <a:lnTo>
                    <a:pt x="487092" y="1446302"/>
                  </a:lnTo>
                  <a:lnTo>
                    <a:pt x="487760" y="1446302"/>
                  </a:lnTo>
                  <a:lnTo>
                    <a:pt x="488428" y="1446302"/>
                  </a:lnTo>
                  <a:lnTo>
                    <a:pt x="489096" y="1446302"/>
                  </a:lnTo>
                  <a:lnTo>
                    <a:pt x="489764" y="1476896"/>
                  </a:lnTo>
                  <a:lnTo>
                    <a:pt x="490432" y="1501929"/>
                  </a:lnTo>
                  <a:lnTo>
                    <a:pt x="491100" y="1501929"/>
                  </a:lnTo>
                  <a:lnTo>
                    <a:pt x="491768" y="1501929"/>
                  </a:lnTo>
                  <a:lnTo>
                    <a:pt x="492436" y="1501929"/>
                  </a:lnTo>
                  <a:lnTo>
                    <a:pt x="493104" y="1504710"/>
                  </a:lnTo>
                  <a:lnTo>
                    <a:pt x="493772" y="1557556"/>
                  </a:lnTo>
                  <a:lnTo>
                    <a:pt x="494440" y="1571462"/>
                  </a:lnTo>
                  <a:lnTo>
                    <a:pt x="495108" y="1643777"/>
                  </a:lnTo>
                  <a:lnTo>
                    <a:pt x="495776" y="1668810"/>
                  </a:lnTo>
                  <a:lnTo>
                    <a:pt x="495776" y="1668810"/>
                  </a:lnTo>
                  <a:lnTo>
                    <a:pt x="496444" y="1654903"/>
                  </a:lnTo>
                  <a:lnTo>
                    <a:pt x="497112" y="1613183"/>
                  </a:lnTo>
                  <a:lnTo>
                    <a:pt x="497780" y="1613183"/>
                  </a:lnTo>
                  <a:lnTo>
                    <a:pt x="498448" y="1613183"/>
                  </a:lnTo>
                  <a:lnTo>
                    <a:pt x="499116" y="1613183"/>
                  </a:lnTo>
                  <a:lnTo>
                    <a:pt x="499784" y="1565900"/>
                  </a:lnTo>
                  <a:lnTo>
                    <a:pt x="500452" y="1546430"/>
                  </a:lnTo>
                  <a:lnTo>
                    <a:pt x="501120" y="1479678"/>
                  </a:lnTo>
                  <a:lnTo>
                    <a:pt x="501788" y="1399019"/>
                  </a:lnTo>
                  <a:lnTo>
                    <a:pt x="502456" y="1390675"/>
                  </a:lnTo>
                  <a:lnTo>
                    <a:pt x="503124" y="1368424"/>
                  </a:lnTo>
                  <a:lnTo>
                    <a:pt x="503792" y="1335048"/>
                  </a:lnTo>
                  <a:lnTo>
                    <a:pt x="504460" y="1335048"/>
                  </a:lnTo>
                  <a:lnTo>
                    <a:pt x="505128" y="1312797"/>
                  </a:lnTo>
                  <a:lnTo>
                    <a:pt x="505796" y="1279421"/>
                  </a:lnTo>
                  <a:lnTo>
                    <a:pt x="506464" y="1279421"/>
                  </a:lnTo>
                  <a:lnTo>
                    <a:pt x="507132" y="1279421"/>
                  </a:lnTo>
                  <a:lnTo>
                    <a:pt x="507800" y="1279421"/>
                  </a:lnTo>
                  <a:lnTo>
                    <a:pt x="508468" y="1279421"/>
                  </a:lnTo>
                  <a:lnTo>
                    <a:pt x="509136" y="1279421"/>
                  </a:lnTo>
                  <a:lnTo>
                    <a:pt x="509804" y="1279421"/>
                  </a:lnTo>
                  <a:lnTo>
                    <a:pt x="510472" y="1279421"/>
                  </a:lnTo>
                  <a:lnTo>
                    <a:pt x="511141" y="1279421"/>
                  </a:lnTo>
                  <a:lnTo>
                    <a:pt x="511809" y="1279421"/>
                  </a:lnTo>
                  <a:lnTo>
                    <a:pt x="512477" y="1279421"/>
                  </a:lnTo>
                  <a:lnTo>
                    <a:pt x="513145" y="1290546"/>
                  </a:lnTo>
                  <a:lnTo>
                    <a:pt x="513813" y="1335048"/>
                  </a:lnTo>
                  <a:lnTo>
                    <a:pt x="514481" y="1335048"/>
                  </a:lnTo>
                  <a:lnTo>
                    <a:pt x="515149" y="1335048"/>
                  </a:lnTo>
                  <a:lnTo>
                    <a:pt x="515817" y="1335048"/>
                  </a:lnTo>
                  <a:lnTo>
                    <a:pt x="516485" y="1379549"/>
                  </a:lnTo>
                  <a:lnTo>
                    <a:pt x="517153" y="1365642"/>
                  </a:lnTo>
                  <a:lnTo>
                    <a:pt x="517821" y="1410144"/>
                  </a:lnTo>
                  <a:lnTo>
                    <a:pt x="518489" y="1468552"/>
                  </a:lnTo>
                  <a:lnTo>
                    <a:pt x="519157" y="1390675"/>
                  </a:lnTo>
                  <a:lnTo>
                    <a:pt x="519825" y="1410144"/>
                  </a:lnTo>
                  <a:lnTo>
                    <a:pt x="520493" y="1446302"/>
                  </a:lnTo>
                  <a:lnTo>
                    <a:pt x="521161" y="1446302"/>
                  </a:lnTo>
                  <a:lnTo>
                    <a:pt x="521829" y="1465771"/>
                  </a:lnTo>
                  <a:lnTo>
                    <a:pt x="522497" y="1499147"/>
                  </a:lnTo>
                  <a:lnTo>
                    <a:pt x="523165" y="1446302"/>
                  </a:lnTo>
                  <a:lnTo>
                    <a:pt x="523833" y="1446302"/>
                  </a:lnTo>
                  <a:lnTo>
                    <a:pt x="524501" y="1446302"/>
                  </a:lnTo>
                  <a:lnTo>
                    <a:pt x="525169" y="1446302"/>
                  </a:lnTo>
                  <a:lnTo>
                    <a:pt x="525837" y="1404581"/>
                  </a:lnTo>
                  <a:lnTo>
                    <a:pt x="526505" y="1385112"/>
                  </a:lnTo>
                  <a:lnTo>
                    <a:pt x="527173" y="1335048"/>
                  </a:lnTo>
                  <a:lnTo>
                    <a:pt x="527841" y="1301671"/>
                  </a:lnTo>
                  <a:lnTo>
                    <a:pt x="528509" y="1279421"/>
                  </a:lnTo>
                  <a:lnTo>
                    <a:pt x="529177" y="1279421"/>
                  </a:lnTo>
                  <a:lnTo>
                    <a:pt x="529845" y="1279421"/>
                  </a:lnTo>
                  <a:lnTo>
                    <a:pt x="530513" y="1279421"/>
                  </a:lnTo>
                  <a:lnTo>
                    <a:pt x="531181" y="1279421"/>
                  </a:lnTo>
                  <a:lnTo>
                    <a:pt x="531849" y="1279421"/>
                  </a:lnTo>
                  <a:lnTo>
                    <a:pt x="532517" y="1279421"/>
                  </a:lnTo>
                  <a:lnTo>
                    <a:pt x="533185" y="1279421"/>
                  </a:lnTo>
                  <a:lnTo>
                    <a:pt x="533853" y="1310015"/>
                  </a:lnTo>
                  <a:lnTo>
                    <a:pt x="534521" y="1335048"/>
                  </a:lnTo>
                  <a:lnTo>
                    <a:pt x="535190" y="1298890"/>
                  </a:lnTo>
                  <a:lnTo>
                    <a:pt x="535858" y="1387893"/>
                  </a:lnTo>
                  <a:lnTo>
                    <a:pt x="536526" y="1390675"/>
                  </a:lnTo>
                  <a:lnTo>
                    <a:pt x="537194" y="1390675"/>
                  </a:lnTo>
                  <a:lnTo>
                    <a:pt x="537862" y="1335048"/>
                  </a:lnTo>
                  <a:lnTo>
                    <a:pt x="538530" y="1318359"/>
                  </a:lnTo>
                  <a:lnTo>
                    <a:pt x="539198" y="1276639"/>
                  </a:lnTo>
                  <a:lnTo>
                    <a:pt x="539866" y="1218231"/>
                  </a:lnTo>
                  <a:lnTo>
                    <a:pt x="540534" y="1118102"/>
                  </a:lnTo>
                  <a:lnTo>
                    <a:pt x="541202" y="1081945"/>
                  </a:lnTo>
                  <a:lnTo>
                    <a:pt x="541870" y="1034662"/>
                  </a:lnTo>
                  <a:lnTo>
                    <a:pt x="542538" y="1001286"/>
                  </a:lnTo>
                  <a:lnTo>
                    <a:pt x="543206" y="873343"/>
                  </a:lnTo>
                  <a:lnTo>
                    <a:pt x="543874" y="890032"/>
                  </a:lnTo>
                  <a:lnTo>
                    <a:pt x="544542" y="878906"/>
                  </a:lnTo>
                  <a:lnTo>
                    <a:pt x="545210" y="870562"/>
                  </a:lnTo>
                  <a:lnTo>
                    <a:pt x="545878" y="834405"/>
                  </a:lnTo>
                  <a:lnTo>
                    <a:pt x="546546" y="834405"/>
                  </a:lnTo>
                  <a:lnTo>
                    <a:pt x="547214" y="834405"/>
                  </a:lnTo>
                  <a:lnTo>
                    <a:pt x="547882" y="789903"/>
                  </a:lnTo>
                  <a:lnTo>
                    <a:pt x="548550" y="723150"/>
                  </a:lnTo>
                  <a:lnTo>
                    <a:pt x="549218" y="723150"/>
                  </a:lnTo>
                  <a:lnTo>
                    <a:pt x="549886" y="723150"/>
                  </a:lnTo>
                  <a:lnTo>
                    <a:pt x="550554" y="723150"/>
                  </a:lnTo>
                  <a:lnTo>
                    <a:pt x="551222" y="681430"/>
                  </a:lnTo>
                  <a:lnTo>
                    <a:pt x="551890" y="720369"/>
                  </a:lnTo>
                  <a:lnTo>
                    <a:pt x="552558" y="723150"/>
                  </a:lnTo>
                  <a:lnTo>
                    <a:pt x="553226" y="723150"/>
                  </a:lnTo>
                  <a:lnTo>
                    <a:pt x="553894" y="723150"/>
                  </a:lnTo>
                  <a:lnTo>
                    <a:pt x="554562" y="775996"/>
                  </a:lnTo>
                  <a:lnTo>
                    <a:pt x="555230" y="792684"/>
                  </a:lnTo>
                  <a:lnTo>
                    <a:pt x="555898" y="834405"/>
                  </a:lnTo>
                  <a:lnTo>
                    <a:pt x="556566" y="945659"/>
                  </a:lnTo>
                  <a:lnTo>
                    <a:pt x="557234" y="1048568"/>
                  </a:lnTo>
                  <a:lnTo>
                    <a:pt x="557902" y="1084726"/>
                  </a:lnTo>
                  <a:lnTo>
                    <a:pt x="558570" y="1132009"/>
                  </a:lnTo>
                  <a:lnTo>
                    <a:pt x="559238" y="1201543"/>
                  </a:lnTo>
                  <a:lnTo>
                    <a:pt x="559907" y="1348954"/>
                  </a:lnTo>
                  <a:lnTo>
                    <a:pt x="560575" y="1390675"/>
                  </a:lnTo>
                  <a:lnTo>
                    <a:pt x="561243" y="1429613"/>
                  </a:lnTo>
                  <a:lnTo>
                    <a:pt x="561911" y="1462990"/>
                  </a:lnTo>
                  <a:lnTo>
                    <a:pt x="562579" y="1501929"/>
                  </a:lnTo>
                  <a:lnTo>
                    <a:pt x="563247" y="1501929"/>
                  </a:lnTo>
                  <a:lnTo>
                    <a:pt x="563915" y="1499147"/>
                  </a:lnTo>
                  <a:lnTo>
                    <a:pt x="564583" y="1451864"/>
                  </a:lnTo>
                  <a:lnTo>
                    <a:pt x="565251" y="1501929"/>
                  </a:lnTo>
                  <a:lnTo>
                    <a:pt x="565919" y="1501929"/>
                  </a:lnTo>
                  <a:lnTo>
                    <a:pt x="566587" y="1501929"/>
                  </a:lnTo>
                  <a:lnTo>
                    <a:pt x="567255" y="1501929"/>
                  </a:lnTo>
                  <a:lnTo>
                    <a:pt x="567923" y="1515835"/>
                  </a:lnTo>
                  <a:lnTo>
                    <a:pt x="568591" y="1501929"/>
                  </a:lnTo>
                  <a:lnTo>
                    <a:pt x="569259" y="1501929"/>
                  </a:lnTo>
                  <a:lnTo>
                    <a:pt x="569927" y="1501929"/>
                  </a:lnTo>
                  <a:lnTo>
                    <a:pt x="570595" y="1501929"/>
                  </a:lnTo>
                  <a:lnTo>
                    <a:pt x="571263" y="1501929"/>
                  </a:lnTo>
                  <a:lnTo>
                    <a:pt x="571931" y="1501929"/>
                  </a:lnTo>
                  <a:lnTo>
                    <a:pt x="572599" y="1501929"/>
                  </a:lnTo>
                  <a:lnTo>
                    <a:pt x="573267" y="1501929"/>
                  </a:lnTo>
                  <a:lnTo>
                    <a:pt x="573935" y="1501929"/>
                  </a:lnTo>
                  <a:lnTo>
                    <a:pt x="574603" y="1501929"/>
                  </a:lnTo>
                  <a:lnTo>
                    <a:pt x="575271" y="1501929"/>
                  </a:lnTo>
                  <a:lnTo>
                    <a:pt x="575939" y="1501929"/>
                  </a:lnTo>
                  <a:lnTo>
                    <a:pt x="576607" y="1501929"/>
                  </a:lnTo>
                  <a:lnTo>
                    <a:pt x="577275" y="1501929"/>
                  </a:lnTo>
                  <a:lnTo>
                    <a:pt x="577943" y="1501929"/>
                  </a:lnTo>
                  <a:lnTo>
                    <a:pt x="578611" y="1501929"/>
                  </a:lnTo>
                  <a:lnTo>
                    <a:pt x="579279" y="1501929"/>
                  </a:lnTo>
                  <a:lnTo>
                    <a:pt x="579947" y="1501929"/>
                  </a:lnTo>
                  <a:lnTo>
                    <a:pt x="580615" y="1501929"/>
                  </a:lnTo>
                  <a:lnTo>
                    <a:pt x="581283" y="1588150"/>
                  </a:lnTo>
                  <a:lnTo>
                    <a:pt x="581951" y="1613183"/>
                  </a:lnTo>
                  <a:lnTo>
                    <a:pt x="582619" y="1613183"/>
                  </a:lnTo>
                  <a:lnTo>
                    <a:pt x="583287" y="1574244"/>
                  </a:lnTo>
                  <a:lnTo>
                    <a:pt x="583955" y="1557556"/>
                  </a:lnTo>
                  <a:lnTo>
                    <a:pt x="584624" y="1579806"/>
                  </a:lnTo>
                  <a:lnTo>
                    <a:pt x="585292" y="1613183"/>
                  </a:lnTo>
                  <a:lnTo>
                    <a:pt x="585960" y="1613183"/>
                  </a:lnTo>
                  <a:lnTo>
                    <a:pt x="586628" y="1596494"/>
                  </a:lnTo>
                  <a:lnTo>
                    <a:pt x="587296" y="1529742"/>
                  </a:lnTo>
                  <a:lnTo>
                    <a:pt x="587964" y="1501929"/>
                  </a:lnTo>
                  <a:lnTo>
                    <a:pt x="588632" y="1501929"/>
                  </a:lnTo>
                  <a:lnTo>
                    <a:pt x="589300" y="1501929"/>
                  </a:lnTo>
                  <a:lnTo>
                    <a:pt x="589968" y="1501929"/>
                  </a:lnTo>
                  <a:lnTo>
                    <a:pt x="590636" y="1501929"/>
                  </a:lnTo>
                  <a:lnTo>
                    <a:pt x="591304" y="1501929"/>
                  </a:lnTo>
                  <a:lnTo>
                    <a:pt x="591972" y="1501929"/>
                  </a:lnTo>
                  <a:lnTo>
                    <a:pt x="592640" y="1501929"/>
                  </a:lnTo>
                  <a:lnTo>
                    <a:pt x="593308" y="1501929"/>
                  </a:lnTo>
                  <a:lnTo>
                    <a:pt x="593976" y="1501929"/>
                  </a:lnTo>
                  <a:lnTo>
                    <a:pt x="594644" y="1501929"/>
                  </a:lnTo>
                  <a:lnTo>
                    <a:pt x="595312" y="1501929"/>
                  </a:lnTo>
                  <a:lnTo>
                    <a:pt x="595980" y="1501929"/>
                  </a:lnTo>
                  <a:lnTo>
                    <a:pt x="596648" y="1501929"/>
                  </a:lnTo>
                  <a:lnTo>
                    <a:pt x="597316" y="1501929"/>
                  </a:lnTo>
                  <a:lnTo>
                    <a:pt x="597984" y="1501929"/>
                  </a:lnTo>
                  <a:lnTo>
                    <a:pt x="598652" y="1501929"/>
                  </a:lnTo>
                  <a:lnTo>
                    <a:pt x="599320" y="1501929"/>
                  </a:lnTo>
                  <a:lnTo>
                    <a:pt x="599988" y="1538086"/>
                  </a:lnTo>
                  <a:lnTo>
                    <a:pt x="600656" y="1557556"/>
                  </a:lnTo>
                  <a:lnTo>
                    <a:pt x="601324" y="1557556"/>
                  </a:lnTo>
                  <a:lnTo>
                    <a:pt x="601992" y="1557556"/>
                  </a:lnTo>
                  <a:lnTo>
                    <a:pt x="602660" y="1513054"/>
                  </a:lnTo>
                  <a:lnTo>
                    <a:pt x="603328" y="1460208"/>
                  </a:lnTo>
                  <a:lnTo>
                    <a:pt x="603996" y="1526961"/>
                  </a:lnTo>
                  <a:lnTo>
                    <a:pt x="604664" y="1551993"/>
                  </a:lnTo>
                  <a:lnTo>
                    <a:pt x="605332" y="1501929"/>
                  </a:lnTo>
                  <a:lnTo>
                    <a:pt x="606000" y="1490803"/>
                  </a:lnTo>
                  <a:lnTo>
                    <a:pt x="606668" y="1446302"/>
                  </a:lnTo>
                  <a:lnTo>
                    <a:pt x="607336" y="1404581"/>
                  </a:lnTo>
                  <a:lnTo>
                    <a:pt x="608004" y="1390675"/>
                  </a:lnTo>
                  <a:lnTo>
                    <a:pt x="608672" y="1351736"/>
                  </a:lnTo>
                  <a:lnTo>
                    <a:pt x="609341" y="1293327"/>
                  </a:lnTo>
                  <a:lnTo>
                    <a:pt x="610009" y="1279421"/>
                  </a:lnTo>
                  <a:lnTo>
                    <a:pt x="610677" y="1279421"/>
                  </a:lnTo>
                  <a:lnTo>
                    <a:pt x="611345" y="1232138"/>
                  </a:lnTo>
                  <a:lnTo>
                    <a:pt x="612013" y="1223794"/>
                  </a:lnTo>
                  <a:lnTo>
                    <a:pt x="612681" y="1223794"/>
                  </a:lnTo>
                  <a:lnTo>
                    <a:pt x="613349" y="1168166"/>
                  </a:lnTo>
                  <a:lnTo>
                    <a:pt x="614017" y="1112540"/>
                  </a:lnTo>
                  <a:lnTo>
                    <a:pt x="614685" y="1112540"/>
                  </a:lnTo>
                  <a:lnTo>
                    <a:pt x="615353" y="1112540"/>
                  </a:lnTo>
                  <a:lnTo>
                    <a:pt x="616021" y="1112540"/>
                  </a:lnTo>
                  <a:lnTo>
                    <a:pt x="616689" y="1112540"/>
                  </a:lnTo>
                  <a:lnTo>
                    <a:pt x="617357" y="1068038"/>
                  </a:lnTo>
                  <a:lnTo>
                    <a:pt x="618025" y="1056912"/>
                  </a:lnTo>
                  <a:lnTo>
                    <a:pt x="618693" y="1056912"/>
                  </a:lnTo>
                  <a:lnTo>
                    <a:pt x="619361" y="1095851"/>
                  </a:lnTo>
                  <a:lnTo>
                    <a:pt x="620029" y="1168166"/>
                  </a:lnTo>
                  <a:lnTo>
                    <a:pt x="620697" y="1168166"/>
                  </a:lnTo>
                  <a:lnTo>
                    <a:pt x="621365" y="1170948"/>
                  </a:lnTo>
                  <a:lnTo>
                    <a:pt x="622033" y="1223794"/>
                  </a:lnTo>
                  <a:lnTo>
                    <a:pt x="622701" y="1232138"/>
                  </a:lnTo>
                  <a:lnTo>
                    <a:pt x="623369" y="1279421"/>
                  </a:lnTo>
                  <a:lnTo>
                    <a:pt x="624037" y="1318360"/>
                  </a:lnTo>
                  <a:lnTo>
                    <a:pt x="624705" y="1335048"/>
                  </a:lnTo>
                  <a:lnTo>
                    <a:pt x="625373" y="1371205"/>
                  </a:lnTo>
                  <a:lnTo>
                    <a:pt x="626041" y="1429613"/>
                  </a:lnTo>
                  <a:lnTo>
                    <a:pt x="626709" y="1446302"/>
                  </a:lnTo>
                  <a:lnTo>
                    <a:pt x="627377" y="1446302"/>
                  </a:lnTo>
                  <a:lnTo>
                    <a:pt x="628045" y="1490803"/>
                  </a:lnTo>
                  <a:lnTo>
                    <a:pt x="628713" y="1501929"/>
                  </a:lnTo>
                  <a:lnTo>
                    <a:pt x="629381" y="1501929"/>
                  </a:lnTo>
                  <a:lnTo>
                    <a:pt x="630049" y="1551993"/>
                  </a:lnTo>
                  <a:lnTo>
                    <a:pt x="630717" y="1613183"/>
                  </a:lnTo>
                  <a:lnTo>
                    <a:pt x="631385" y="1613183"/>
                  </a:lnTo>
                  <a:lnTo>
                    <a:pt x="632053" y="1557556"/>
                  </a:lnTo>
                  <a:lnTo>
                    <a:pt x="632721" y="1557556"/>
                  </a:lnTo>
                  <a:lnTo>
                    <a:pt x="633390" y="1557556"/>
                  </a:lnTo>
                  <a:lnTo>
                    <a:pt x="634058" y="1599276"/>
                  </a:lnTo>
                  <a:lnTo>
                    <a:pt x="634726" y="1596494"/>
                  </a:lnTo>
                  <a:lnTo>
                    <a:pt x="635394" y="1504710"/>
                  </a:lnTo>
                  <a:lnTo>
                    <a:pt x="636062" y="1501929"/>
                  </a:lnTo>
                  <a:lnTo>
                    <a:pt x="636730" y="1460208"/>
                  </a:lnTo>
                  <a:lnTo>
                    <a:pt x="637398" y="1446302"/>
                  </a:lnTo>
                  <a:lnTo>
                    <a:pt x="638066" y="1446302"/>
                  </a:lnTo>
                  <a:lnTo>
                    <a:pt x="638734" y="1446302"/>
                  </a:lnTo>
                  <a:lnTo>
                    <a:pt x="639402" y="1446302"/>
                  </a:lnTo>
                  <a:lnTo>
                    <a:pt x="640070" y="1446302"/>
                  </a:lnTo>
                  <a:lnTo>
                    <a:pt x="640738" y="1446302"/>
                  </a:lnTo>
                  <a:lnTo>
                    <a:pt x="641406" y="1446302"/>
                  </a:lnTo>
                  <a:lnTo>
                    <a:pt x="642074" y="1446302"/>
                  </a:lnTo>
                  <a:lnTo>
                    <a:pt x="642742" y="1446302"/>
                  </a:lnTo>
                  <a:lnTo>
                    <a:pt x="643410" y="1446302"/>
                  </a:lnTo>
                  <a:lnTo>
                    <a:pt x="644078" y="1446302"/>
                  </a:lnTo>
                  <a:lnTo>
                    <a:pt x="644746" y="1446302"/>
                  </a:lnTo>
                  <a:lnTo>
                    <a:pt x="645414" y="1446302"/>
                  </a:lnTo>
                  <a:lnTo>
                    <a:pt x="646082" y="1446302"/>
                  </a:lnTo>
                  <a:lnTo>
                    <a:pt x="646750" y="1446302"/>
                  </a:lnTo>
                  <a:lnTo>
                    <a:pt x="647418" y="1446302"/>
                  </a:lnTo>
                  <a:lnTo>
                    <a:pt x="648086" y="1446302"/>
                  </a:lnTo>
                  <a:lnTo>
                    <a:pt x="648754" y="1499147"/>
                  </a:lnTo>
                  <a:lnTo>
                    <a:pt x="649422" y="1501929"/>
                  </a:lnTo>
                  <a:lnTo>
                    <a:pt x="650090" y="1501929"/>
                  </a:lnTo>
                  <a:lnTo>
                    <a:pt x="650758" y="1501929"/>
                  </a:lnTo>
                  <a:lnTo>
                    <a:pt x="651426" y="1515835"/>
                  </a:lnTo>
                  <a:lnTo>
                    <a:pt x="652094" y="1607620"/>
                  </a:lnTo>
                  <a:lnTo>
                    <a:pt x="652762" y="1613183"/>
                  </a:lnTo>
                  <a:lnTo>
                    <a:pt x="653430" y="1593713"/>
                  </a:lnTo>
                  <a:lnTo>
                    <a:pt x="654098" y="1546430"/>
                  </a:lnTo>
                  <a:lnTo>
                    <a:pt x="654766" y="1501929"/>
                  </a:lnTo>
                  <a:lnTo>
                    <a:pt x="655434" y="1501929"/>
                  </a:lnTo>
                  <a:lnTo>
                    <a:pt x="656102" y="1501929"/>
                  </a:lnTo>
                  <a:lnTo>
                    <a:pt x="656770" y="1501929"/>
                  </a:lnTo>
                  <a:lnTo>
                    <a:pt x="657438" y="1501929"/>
                  </a:lnTo>
                  <a:lnTo>
                    <a:pt x="658107" y="1501929"/>
                  </a:lnTo>
                  <a:lnTo>
                    <a:pt x="658775" y="1501929"/>
                  </a:lnTo>
                  <a:lnTo>
                    <a:pt x="659443" y="1488022"/>
                  </a:lnTo>
                  <a:lnTo>
                    <a:pt x="660111" y="1446302"/>
                  </a:lnTo>
                  <a:lnTo>
                    <a:pt x="660779" y="1446302"/>
                  </a:lnTo>
                  <a:lnTo>
                    <a:pt x="661447" y="1446302"/>
                  </a:lnTo>
                  <a:lnTo>
                    <a:pt x="662115" y="1446302"/>
                  </a:lnTo>
                  <a:lnTo>
                    <a:pt x="662783" y="1446302"/>
                  </a:lnTo>
                  <a:lnTo>
                    <a:pt x="663451" y="1446302"/>
                  </a:lnTo>
                  <a:lnTo>
                    <a:pt x="664119" y="1446302"/>
                  </a:lnTo>
                  <a:lnTo>
                    <a:pt x="664787" y="1446302"/>
                  </a:lnTo>
                  <a:lnTo>
                    <a:pt x="665455" y="1446302"/>
                  </a:lnTo>
                  <a:lnTo>
                    <a:pt x="666123" y="1446302"/>
                  </a:lnTo>
                  <a:lnTo>
                    <a:pt x="666791" y="1446302"/>
                  </a:lnTo>
                  <a:lnTo>
                    <a:pt x="667459" y="1446302"/>
                  </a:lnTo>
                  <a:lnTo>
                    <a:pt x="668127" y="1446302"/>
                  </a:lnTo>
                  <a:lnTo>
                    <a:pt x="668795" y="1446302"/>
                  </a:lnTo>
                  <a:lnTo>
                    <a:pt x="669463" y="1446302"/>
                  </a:lnTo>
                  <a:lnTo>
                    <a:pt x="670131" y="1499147"/>
                  </a:lnTo>
                  <a:lnTo>
                    <a:pt x="670799" y="1529742"/>
                  </a:lnTo>
                  <a:lnTo>
                    <a:pt x="671467" y="1557556"/>
                  </a:lnTo>
                  <a:lnTo>
                    <a:pt x="672135" y="1501929"/>
                  </a:lnTo>
                  <a:lnTo>
                    <a:pt x="672803" y="1501929"/>
                  </a:lnTo>
                  <a:lnTo>
                    <a:pt x="673471" y="1499147"/>
                  </a:lnTo>
                  <a:lnTo>
                    <a:pt x="674139" y="1446302"/>
                  </a:lnTo>
                  <a:lnTo>
                    <a:pt x="674807" y="1446302"/>
                  </a:lnTo>
                  <a:lnTo>
                    <a:pt x="675475" y="1410144"/>
                  </a:lnTo>
                  <a:lnTo>
                    <a:pt x="676143" y="1401800"/>
                  </a:lnTo>
                  <a:lnTo>
                    <a:pt x="676811" y="1446302"/>
                  </a:lnTo>
                  <a:lnTo>
                    <a:pt x="677479" y="1437957"/>
                  </a:lnTo>
                  <a:lnTo>
                    <a:pt x="678147" y="1382331"/>
                  </a:lnTo>
                  <a:lnTo>
                    <a:pt x="678815" y="1335048"/>
                  </a:lnTo>
                  <a:lnTo>
                    <a:pt x="679483" y="1335048"/>
                  </a:lnTo>
                  <a:lnTo>
                    <a:pt x="680151" y="1335048"/>
                  </a:lnTo>
                  <a:lnTo>
                    <a:pt x="680819" y="1335048"/>
                  </a:lnTo>
                  <a:lnTo>
                    <a:pt x="681487" y="1335048"/>
                  </a:lnTo>
                  <a:lnTo>
                    <a:pt x="682155" y="1335048"/>
                  </a:lnTo>
                  <a:lnTo>
                    <a:pt x="682824" y="1335048"/>
                  </a:lnTo>
                  <a:lnTo>
                    <a:pt x="683492" y="1335048"/>
                  </a:lnTo>
                  <a:lnTo>
                    <a:pt x="684160" y="1335048"/>
                  </a:lnTo>
                  <a:lnTo>
                    <a:pt x="684828" y="1318359"/>
                  </a:lnTo>
                  <a:lnTo>
                    <a:pt x="685496" y="1279421"/>
                  </a:lnTo>
                  <a:lnTo>
                    <a:pt x="686164" y="1279421"/>
                  </a:lnTo>
                  <a:lnTo>
                    <a:pt x="686832" y="1279421"/>
                  </a:lnTo>
                  <a:lnTo>
                    <a:pt x="687500" y="1287765"/>
                  </a:lnTo>
                  <a:lnTo>
                    <a:pt x="688168" y="1279421"/>
                  </a:lnTo>
                  <a:lnTo>
                    <a:pt x="688836" y="1332266"/>
                  </a:lnTo>
                  <a:lnTo>
                    <a:pt x="689504" y="1335048"/>
                  </a:lnTo>
                  <a:lnTo>
                    <a:pt x="690172" y="1335048"/>
                  </a:lnTo>
                  <a:lnTo>
                    <a:pt x="690840" y="1390675"/>
                  </a:lnTo>
                  <a:lnTo>
                    <a:pt x="691508" y="1390675"/>
                  </a:lnTo>
                  <a:lnTo>
                    <a:pt x="692176" y="1387893"/>
                  </a:lnTo>
                  <a:lnTo>
                    <a:pt x="692844" y="1362861"/>
                  </a:lnTo>
                  <a:lnTo>
                    <a:pt x="693512" y="1335048"/>
                  </a:lnTo>
                  <a:lnTo>
                    <a:pt x="694180" y="1329485"/>
                  </a:lnTo>
                  <a:lnTo>
                    <a:pt x="694848" y="1340610"/>
                  </a:lnTo>
                  <a:lnTo>
                    <a:pt x="695516" y="1390675"/>
                  </a:lnTo>
                  <a:lnTo>
                    <a:pt x="696184" y="1390675"/>
                  </a:lnTo>
                  <a:lnTo>
                    <a:pt x="696852" y="1390675"/>
                  </a:lnTo>
                  <a:lnTo>
                    <a:pt x="697520" y="1390675"/>
                  </a:lnTo>
                  <a:lnTo>
                    <a:pt x="698188" y="1390675"/>
                  </a:lnTo>
                  <a:lnTo>
                    <a:pt x="698856" y="1390675"/>
                  </a:lnTo>
                  <a:lnTo>
                    <a:pt x="699524" y="1390675"/>
                  </a:lnTo>
                  <a:lnTo>
                    <a:pt x="700192" y="1390675"/>
                  </a:lnTo>
                  <a:lnTo>
                    <a:pt x="700860" y="1390675"/>
                  </a:lnTo>
                  <a:lnTo>
                    <a:pt x="701528" y="1404581"/>
                  </a:lnTo>
                  <a:lnTo>
                    <a:pt x="702196" y="1393456"/>
                  </a:lnTo>
                  <a:lnTo>
                    <a:pt x="702864" y="1362861"/>
                  </a:lnTo>
                  <a:lnTo>
                    <a:pt x="703532" y="1304453"/>
                  </a:lnTo>
                  <a:lnTo>
                    <a:pt x="704200" y="1301671"/>
                  </a:lnTo>
                  <a:lnTo>
                    <a:pt x="704868" y="1335048"/>
                  </a:lnTo>
                  <a:lnTo>
                    <a:pt x="705536" y="1335048"/>
                  </a:lnTo>
                  <a:lnTo>
                    <a:pt x="706204" y="1335048"/>
                  </a:lnTo>
                  <a:lnTo>
                    <a:pt x="706873" y="1335048"/>
                  </a:lnTo>
                  <a:lnTo>
                    <a:pt x="707541" y="1326704"/>
                  </a:lnTo>
                  <a:lnTo>
                    <a:pt x="708209" y="1243263"/>
                  </a:lnTo>
                  <a:lnTo>
                    <a:pt x="708877" y="1234919"/>
                  </a:lnTo>
                  <a:lnTo>
                    <a:pt x="709545" y="1198761"/>
                  </a:lnTo>
                  <a:lnTo>
                    <a:pt x="710213" y="1223794"/>
                  </a:lnTo>
                  <a:lnTo>
                    <a:pt x="710881" y="1232138"/>
                  </a:lnTo>
                  <a:lnTo>
                    <a:pt x="711549" y="1279421"/>
                  </a:lnTo>
                  <a:lnTo>
                    <a:pt x="712217" y="1232138"/>
                  </a:lnTo>
                  <a:lnTo>
                    <a:pt x="712885" y="1223794"/>
                  </a:lnTo>
                  <a:lnTo>
                    <a:pt x="713553" y="1223794"/>
                  </a:lnTo>
                  <a:lnTo>
                    <a:pt x="714221" y="1179292"/>
                  </a:lnTo>
                  <a:lnTo>
                    <a:pt x="714889" y="1168166"/>
                  </a:lnTo>
                  <a:lnTo>
                    <a:pt x="715557" y="1168166"/>
                  </a:lnTo>
                  <a:lnTo>
                    <a:pt x="716225" y="1168166"/>
                  </a:lnTo>
                  <a:lnTo>
                    <a:pt x="716893" y="1168166"/>
                  </a:lnTo>
                  <a:lnTo>
                    <a:pt x="717561" y="1079163"/>
                  </a:lnTo>
                  <a:lnTo>
                    <a:pt x="718229" y="1056912"/>
                  </a:lnTo>
                  <a:lnTo>
                    <a:pt x="718897" y="1106977"/>
                  </a:lnTo>
                  <a:lnTo>
                    <a:pt x="719565" y="1137572"/>
                  </a:lnTo>
                  <a:lnTo>
                    <a:pt x="720233" y="1195980"/>
                  </a:lnTo>
                  <a:lnTo>
                    <a:pt x="720901" y="1221012"/>
                  </a:lnTo>
                  <a:lnTo>
                    <a:pt x="721569" y="1112540"/>
                  </a:lnTo>
                  <a:lnTo>
                    <a:pt x="722237" y="1048568"/>
                  </a:lnTo>
                  <a:lnTo>
                    <a:pt x="722905" y="1001286"/>
                  </a:lnTo>
                  <a:lnTo>
                    <a:pt x="723573" y="1001286"/>
                  </a:lnTo>
                  <a:lnTo>
                    <a:pt x="724241" y="1006848"/>
                  </a:lnTo>
                  <a:lnTo>
                    <a:pt x="724909" y="1090289"/>
                  </a:lnTo>
                  <a:lnTo>
                    <a:pt x="725577" y="1132009"/>
                  </a:lnTo>
                  <a:lnTo>
                    <a:pt x="726245" y="1215449"/>
                  </a:lnTo>
                  <a:lnTo>
                    <a:pt x="726913" y="1184855"/>
                  </a:lnTo>
                  <a:lnTo>
                    <a:pt x="727581" y="1168166"/>
                  </a:lnTo>
                  <a:lnTo>
                    <a:pt x="728249" y="1168166"/>
                  </a:lnTo>
                  <a:lnTo>
                    <a:pt x="728917" y="1212668"/>
                  </a:lnTo>
                  <a:lnTo>
                    <a:pt x="729585" y="1223794"/>
                  </a:lnTo>
                  <a:lnTo>
                    <a:pt x="730253" y="1223794"/>
                  </a:lnTo>
                  <a:lnTo>
                    <a:pt x="730921" y="1212668"/>
                  </a:lnTo>
                  <a:lnTo>
                    <a:pt x="731590" y="1168166"/>
                  </a:lnTo>
                  <a:lnTo>
                    <a:pt x="732258" y="1168166"/>
                  </a:lnTo>
                  <a:lnTo>
                    <a:pt x="732926" y="1118102"/>
                  </a:lnTo>
                  <a:lnTo>
                    <a:pt x="733594" y="1106977"/>
                  </a:lnTo>
                  <a:lnTo>
                    <a:pt x="734262" y="1140353"/>
                  </a:lnTo>
                  <a:lnTo>
                    <a:pt x="734930" y="1165385"/>
                  </a:lnTo>
                  <a:lnTo>
                    <a:pt x="735598" y="1112540"/>
                  </a:lnTo>
                  <a:lnTo>
                    <a:pt x="736266" y="1068038"/>
                  </a:lnTo>
                  <a:lnTo>
                    <a:pt x="736934" y="992942"/>
                  </a:lnTo>
                  <a:lnTo>
                    <a:pt x="737602" y="945659"/>
                  </a:lnTo>
                  <a:lnTo>
                    <a:pt x="738270" y="1001286"/>
                  </a:lnTo>
                  <a:lnTo>
                    <a:pt x="738938" y="1062475"/>
                  </a:lnTo>
                  <a:lnTo>
                    <a:pt x="739606" y="1112540"/>
                  </a:lnTo>
                  <a:lnTo>
                    <a:pt x="740274" y="1112540"/>
                  </a:lnTo>
                  <a:lnTo>
                    <a:pt x="740942" y="1095851"/>
                  </a:lnTo>
                  <a:lnTo>
                    <a:pt x="741610" y="1020755"/>
                  </a:lnTo>
                  <a:lnTo>
                    <a:pt x="742278" y="945659"/>
                  </a:lnTo>
                  <a:lnTo>
                    <a:pt x="742946" y="928971"/>
                  </a:lnTo>
                  <a:lnTo>
                    <a:pt x="743614" y="926189"/>
                  </a:lnTo>
                  <a:lnTo>
                    <a:pt x="744282" y="945659"/>
                  </a:lnTo>
                  <a:lnTo>
                    <a:pt x="744950" y="945659"/>
                  </a:lnTo>
                  <a:lnTo>
                    <a:pt x="745618" y="945659"/>
                  </a:lnTo>
                  <a:lnTo>
                    <a:pt x="746286" y="945659"/>
                  </a:lnTo>
                  <a:lnTo>
                    <a:pt x="746954" y="890032"/>
                  </a:lnTo>
                  <a:lnTo>
                    <a:pt x="747622" y="937315"/>
                  </a:lnTo>
                  <a:lnTo>
                    <a:pt x="748290" y="951221"/>
                  </a:lnTo>
                  <a:lnTo>
                    <a:pt x="748958" y="895594"/>
                  </a:lnTo>
                  <a:lnTo>
                    <a:pt x="749626" y="881688"/>
                  </a:lnTo>
                  <a:lnTo>
                    <a:pt x="750294" y="890032"/>
                  </a:lnTo>
                  <a:lnTo>
                    <a:pt x="750962" y="890032"/>
                  </a:lnTo>
                  <a:lnTo>
                    <a:pt x="751630" y="890032"/>
                  </a:lnTo>
                  <a:lnTo>
                    <a:pt x="752298" y="898376"/>
                  </a:lnTo>
                  <a:lnTo>
                    <a:pt x="752966" y="876125"/>
                  </a:lnTo>
                  <a:lnTo>
                    <a:pt x="753634" y="920626"/>
                  </a:lnTo>
                  <a:lnTo>
                    <a:pt x="754302" y="945659"/>
                  </a:lnTo>
                  <a:lnTo>
                    <a:pt x="754970" y="992942"/>
                  </a:lnTo>
                  <a:lnTo>
                    <a:pt x="755638" y="1001286"/>
                  </a:lnTo>
                  <a:lnTo>
                    <a:pt x="756307" y="990160"/>
                  </a:lnTo>
                  <a:lnTo>
                    <a:pt x="756975" y="945659"/>
                  </a:lnTo>
                  <a:lnTo>
                    <a:pt x="757643" y="959565"/>
                  </a:lnTo>
                  <a:lnTo>
                    <a:pt x="758311" y="1031880"/>
                  </a:lnTo>
                  <a:lnTo>
                    <a:pt x="758979" y="1112540"/>
                  </a:lnTo>
                  <a:lnTo>
                    <a:pt x="759647" y="1126446"/>
                  </a:lnTo>
                  <a:lnTo>
                    <a:pt x="760315" y="1168166"/>
                  </a:lnTo>
                  <a:lnTo>
                    <a:pt x="760983" y="1168166"/>
                  </a:lnTo>
                  <a:lnTo>
                    <a:pt x="761651" y="1168166"/>
                  </a:lnTo>
                  <a:lnTo>
                    <a:pt x="762319" y="1168166"/>
                  </a:lnTo>
                  <a:lnTo>
                    <a:pt x="762987" y="1168166"/>
                  </a:lnTo>
                  <a:lnTo>
                    <a:pt x="763655" y="1221012"/>
                  </a:lnTo>
                  <a:lnTo>
                    <a:pt x="764323" y="1223794"/>
                  </a:lnTo>
                  <a:lnTo>
                    <a:pt x="764991" y="1271077"/>
                  </a:lnTo>
                  <a:lnTo>
                    <a:pt x="765659" y="1326704"/>
                  </a:lnTo>
                  <a:lnTo>
                    <a:pt x="766327" y="1387893"/>
                  </a:lnTo>
                  <a:lnTo>
                    <a:pt x="766995" y="1390675"/>
                  </a:lnTo>
                  <a:lnTo>
                    <a:pt x="767663" y="1446302"/>
                  </a:lnTo>
                  <a:lnTo>
                    <a:pt x="768331" y="1446302"/>
                  </a:lnTo>
                  <a:lnTo>
                    <a:pt x="768999" y="1488022"/>
                  </a:lnTo>
                  <a:lnTo>
                    <a:pt x="769667" y="1557556"/>
                  </a:lnTo>
                  <a:lnTo>
                    <a:pt x="770335" y="1582588"/>
                  </a:lnTo>
                  <a:lnTo>
                    <a:pt x="771003" y="1613183"/>
                  </a:lnTo>
                  <a:lnTo>
                    <a:pt x="771671" y="1613183"/>
                  </a:lnTo>
                  <a:lnTo>
                    <a:pt x="772339" y="1613183"/>
                  </a:lnTo>
                  <a:lnTo>
                    <a:pt x="773007" y="1621527"/>
                  </a:lnTo>
                  <a:lnTo>
                    <a:pt x="773675" y="1668810"/>
                  </a:lnTo>
                  <a:lnTo>
                    <a:pt x="773675" y="1668810"/>
                  </a:lnTo>
                  <a:lnTo>
                    <a:pt x="774343" y="1660466"/>
                  </a:lnTo>
                  <a:lnTo>
                    <a:pt x="775011" y="1613183"/>
                  </a:lnTo>
                  <a:lnTo>
                    <a:pt x="775679" y="1613183"/>
                  </a:lnTo>
                  <a:lnTo>
                    <a:pt x="776347" y="1577025"/>
                  </a:lnTo>
                  <a:lnTo>
                    <a:pt x="777015" y="1557556"/>
                  </a:lnTo>
                  <a:lnTo>
                    <a:pt x="777683" y="1510273"/>
                  </a:lnTo>
                  <a:lnTo>
                    <a:pt x="778351" y="1446302"/>
                  </a:lnTo>
                  <a:lnTo>
                    <a:pt x="779019" y="1446302"/>
                  </a:lnTo>
                  <a:lnTo>
                    <a:pt x="779687" y="1426832"/>
                  </a:lnTo>
                  <a:lnTo>
                    <a:pt x="780355" y="1390675"/>
                  </a:lnTo>
                  <a:lnTo>
                    <a:pt x="781024" y="1390675"/>
                  </a:lnTo>
                  <a:lnTo>
                    <a:pt x="781692" y="1346173"/>
                  </a:lnTo>
                  <a:lnTo>
                    <a:pt x="782360" y="1335048"/>
                  </a:lnTo>
                  <a:lnTo>
                    <a:pt x="783028" y="1335048"/>
                  </a:lnTo>
                  <a:lnTo>
                    <a:pt x="783696" y="1335048"/>
                  </a:lnTo>
                  <a:lnTo>
                    <a:pt x="784364" y="1335048"/>
                  </a:lnTo>
                  <a:lnTo>
                    <a:pt x="785032" y="1335048"/>
                  </a:lnTo>
                  <a:lnTo>
                    <a:pt x="785700" y="1335048"/>
                  </a:lnTo>
                  <a:lnTo>
                    <a:pt x="786368" y="1335048"/>
                  </a:lnTo>
                  <a:lnTo>
                    <a:pt x="787036" y="1335048"/>
                  </a:lnTo>
                  <a:lnTo>
                    <a:pt x="787704" y="1293327"/>
                  </a:lnTo>
                  <a:lnTo>
                    <a:pt x="788372" y="1279421"/>
                  </a:lnTo>
                  <a:lnTo>
                    <a:pt x="789040" y="1279421"/>
                  </a:lnTo>
                  <a:lnTo>
                    <a:pt x="789708" y="1279421"/>
                  </a:lnTo>
                  <a:lnTo>
                    <a:pt x="790376" y="1279421"/>
                  </a:lnTo>
                  <a:lnTo>
                    <a:pt x="791044" y="1232138"/>
                  </a:lnTo>
                  <a:lnTo>
                    <a:pt x="791712" y="1279421"/>
                  </a:lnTo>
                  <a:lnTo>
                    <a:pt x="792380" y="1279421"/>
                  </a:lnTo>
                  <a:lnTo>
                    <a:pt x="793048" y="1312797"/>
                  </a:lnTo>
                  <a:lnTo>
                    <a:pt x="793716" y="1332266"/>
                  </a:lnTo>
                  <a:lnTo>
                    <a:pt x="794384" y="1273858"/>
                  </a:lnTo>
                  <a:lnTo>
                    <a:pt x="795052" y="1301671"/>
                  </a:lnTo>
                  <a:lnTo>
                    <a:pt x="795720" y="1279421"/>
                  </a:lnTo>
                  <a:lnTo>
                    <a:pt x="796388" y="1296109"/>
                  </a:lnTo>
                  <a:lnTo>
                    <a:pt x="797056" y="1335048"/>
                  </a:lnTo>
                  <a:lnTo>
                    <a:pt x="797724" y="1335048"/>
                  </a:lnTo>
                  <a:lnTo>
                    <a:pt x="798392" y="1376768"/>
                  </a:lnTo>
                  <a:lnTo>
                    <a:pt x="799060" y="1390675"/>
                  </a:lnTo>
                  <a:lnTo>
                    <a:pt x="799728" y="1357298"/>
                  </a:lnTo>
                  <a:lnTo>
                    <a:pt x="800396" y="1335048"/>
                  </a:lnTo>
                  <a:lnTo>
                    <a:pt x="801064" y="1335048"/>
                  </a:lnTo>
                  <a:lnTo>
                    <a:pt x="801732" y="1335048"/>
                  </a:lnTo>
                  <a:lnTo>
                    <a:pt x="802400" y="1321141"/>
                  </a:lnTo>
                  <a:lnTo>
                    <a:pt x="803068" y="1279421"/>
                  </a:lnTo>
                  <a:lnTo>
                    <a:pt x="803736" y="1279421"/>
                  </a:lnTo>
                  <a:lnTo>
                    <a:pt x="804404" y="1318360"/>
                  </a:lnTo>
                  <a:lnTo>
                    <a:pt x="805073" y="1254388"/>
                  </a:lnTo>
                  <a:lnTo>
                    <a:pt x="805741" y="1184855"/>
                  </a:lnTo>
                  <a:lnTo>
                    <a:pt x="806409" y="1112540"/>
                  </a:lnTo>
                  <a:lnTo>
                    <a:pt x="807077" y="1068038"/>
                  </a:lnTo>
                  <a:lnTo>
                    <a:pt x="807745" y="1081945"/>
                  </a:lnTo>
                  <a:lnTo>
                    <a:pt x="808413" y="1056912"/>
                  </a:lnTo>
                  <a:lnTo>
                    <a:pt x="809081" y="1056912"/>
                  </a:lnTo>
                  <a:lnTo>
                    <a:pt x="809749" y="1045787"/>
                  </a:lnTo>
                  <a:lnTo>
                    <a:pt x="810417" y="973472"/>
                  </a:lnTo>
                  <a:lnTo>
                    <a:pt x="811085" y="992942"/>
                  </a:lnTo>
                  <a:lnTo>
                    <a:pt x="811753" y="1029099"/>
                  </a:lnTo>
                  <a:lnTo>
                    <a:pt x="812421" y="1001286"/>
                  </a:lnTo>
                  <a:lnTo>
                    <a:pt x="813089" y="1001286"/>
                  </a:lnTo>
                  <a:lnTo>
                    <a:pt x="813757" y="1001286"/>
                  </a:lnTo>
                  <a:lnTo>
                    <a:pt x="814425" y="1001286"/>
                  </a:lnTo>
                  <a:lnTo>
                    <a:pt x="815093" y="956784"/>
                  </a:lnTo>
                  <a:lnTo>
                    <a:pt x="815761" y="945659"/>
                  </a:lnTo>
                  <a:lnTo>
                    <a:pt x="816429" y="976254"/>
                  </a:lnTo>
                  <a:lnTo>
                    <a:pt x="817097" y="1001286"/>
                  </a:lnTo>
                  <a:lnTo>
                    <a:pt x="817765" y="962347"/>
                  </a:lnTo>
                  <a:lnTo>
                    <a:pt x="818433" y="945659"/>
                  </a:lnTo>
                  <a:lnTo>
                    <a:pt x="819101" y="956784"/>
                  </a:lnTo>
                  <a:lnTo>
                    <a:pt x="819769" y="1001286"/>
                  </a:lnTo>
                  <a:lnTo>
                    <a:pt x="820437" y="990160"/>
                  </a:lnTo>
                  <a:lnTo>
                    <a:pt x="821105" y="942877"/>
                  </a:lnTo>
                  <a:lnTo>
                    <a:pt x="821773" y="965128"/>
                  </a:lnTo>
                  <a:lnTo>
                    <a:pt x="822441" y="979035"/>
                  </a:lnTo>
                  <a:lnTo>
                    <a:pt x="823109" y="1056912"/>
                  </a:lnTo>
                  <a:lnTo>
                    <a:pt x="823777" y="1098633"/>
                  </a:lnTo>
                  <a:lnTo>
                    <a:pt x="824445" y="1115321"/>
                  </a:lnTo>
                  <a:lnTo>
                    <a:pt x="825113" y="1112540"/>
                  </a:lnTo>
                  <a:lnTo>
                    <a:pt x="825781" y="1112540"/>
                  </a:lnTo>
                  <a:lnTo>
                    <a:pt x="826449" y="1120884"/>
                  </a:lnTo>
                  <a:lnTo>
                    <a:pt x="827117" y="1182073"/>
                  </a:lnTo>
                  <a:lnTo>
                    <a:pt x="827785" y="1223794"/>
                  </a:lnTo>
                  <a:lnTo>
                    <a:pt x="828453" y="1223794"/>
                  </a:lnTo>
                  <a:lnTo>
                    <a:pt x="829121" y="1276639"/>
                  </a:lnTo>
                  <a:lnTo>
                    <a:pt x="829790" y="1276639"/>
                  </a:lnTo>
                  <a:lnTo>
                    <a:pt x="830458" y="1223794"/>
                  </a:lnTo>
                  <a:lnTo>
                    <a:pt x="831126" y="1223794"/>
                  </a:lnTo>
                  <a:lnTo>
                    <a:pt x="831794" y="1234919"/>
                  </a:lnTo>
                  <a:lnTo>
                    <a:pt x="832462" y="1223794"/>
                  </a:lnTo>
                  <a:lnTo>
                    <a:pt x="833130" y="1223794"/>
                  </a:lnTo>
                  <a:lnTo>
                    <a:pt x="833798" y="1223794"/>
                  </a:lnTo>
                  <a:lnTo>
                    <a:pt x="834466" y="1259951"/>
                  </a:lnTo>
                  <a:lnTo>
                    <a:pt x="835134" y="1279421"/>
                  </a:lnTo>
                  <a:lnTo>
                    <a:pt x="835802" y="1279421"/>
                  </a:lnTo>
                  <a:lnTo>
                    <a:pt x="836470" y="1279421"/>
                  </a:lnTo>
                  <a:lnTo>
                    <a:pt x="837138" y="1243263"/>
                  </a:lnTo>
                  <a:lnTo>
                    <a:pt x="837806" y="1279421"/>
                  </a:lnTo>
                  <a:lnTo>
                    <a:pt x="838474" y="1301671"/>
                  </a:lnTo>
                  <a:lnTo>
                    <a:pt x="839142" y="1332266"/>
                  </a:lnTo>
                  <a:lnTo>
                    <a:pt x="839810" y="1335048"/>
                  </a:lnTo>
                  <a:lnTo>
                    <a:pt x="840478" y="1335048"/>
                  </a:lnTo>
                  <a:lnTo>
                    <a:pt x="841146" y="1312797"/>
                  </a:lnTo>
                  <a:lnTo>
                    <a:pt x="841814" y="1335048"/>
                  </a:lnTo>
                  <a:lnTo>
                    <a:pt x="842482" y="1335048"/>
                  </a:lnTo>
                  <a:lnTo>
                    <a:pt x="843150" y="1335048"/>
                  </a:lnTo>
                  <a:lnTo>
                    <a:pt x="843818" y="1340610"/>
                  </a:lnTo>
                  <a:lnTo>
                    <a:pt x="844486" y="1385112"/>
                  </a:lnTo>
                  <a:lnTo>
                    <a:pt x="845154" y="1335048"/>
                  </a:lnTo>
                  <a:lnTo>
                    <a:pt x="845822" y="1335048"/>
                  </a:lnTo>
                  <a:lnTo>
                    <a:pt x="846490" y="1335048"/>
                  </a:lnTo>
                  <a:lnTo>
                    <a:pt x="847158" y="1390675"/>
                  </a:lnTo>
                  <a:lnTo>
                    <a:pt x="847826" y="1390675"/>
                  </a:lnTo>
                  <a:lnTo>
                    <a:pt x="848494" y="1418488"/>
                  </a:lnTo>
                  <a:lnTo>
                    <a:pt x="849162" y="1446302"/>
                  </a:lnTo>
                  <a:lnTo>
                    <a:pt x="849830" y="1446302"/>
                  </a:lnTo>
                  <a:lnTo>
                    <a:pt x="850498" y="1446302"/>
                  </a:lnTo>
                  <a:lnTo>
                    <a:pt x="851166" y="1407363"/>
                  </a:lnTo>
                  <a:lnTo>
                    <a:pt x="851834" y="1246044"/>
                  </a:lnTo>
                  <a:lnTo>
                    <a:pt x="852502" y="1223794"/>
                  </a:lnTo>
                  <a:lnTo>
                    <a:pt x="853170" y="1223794"/>
                  </a:lnTo>
                  <a:lnTo>
                    <a:pt x="853838" y="1265514"/>
                  </a:lnTo>
                  <a:lnTo>
                    <a:pt x="854507" y="1279421"/>
                  </a:lnTo>
                  <a:lnTo>
                    <a:pt x="855175" y="1310015"/>
                  </a:lnTo>
                  <a:lnTo>
                    <a:pt x="855843" y="1335048"/>
                  </a:lnTo>
                  <a:lnTo>
                    <a:pt x="856511" y="1335048"/>
                  </a:lnTo>
                  <a:lnTo>
                    <a:pt x="857179" y="1335048"/>
                  </a:lnTo>
                  <a:lnTo>
                    <a:pt x="857847" y="1371205"/>
                  </a:lnTo>
                  <a:lnTo>
                    <a:pt x="858515" y="1390675"/>
                  </a:lnTo>
                  <a:lnTo>
                    <a:pt x="859183" y="1390675"/>
                  </a:lnTo>
                  <a:lnTo>
                    <a:pt x="859851" y="1390675"/>
                  </a:lnTo>
                  <a:lnTo>
                    <a:pt x="860519" y="1390675"/>
                  </a:lnTo>
                  <a:lnTo>
                    <a:pt x="861187" y="1393456"/>
                  </a:lnTo>
                  <a:lnTo>
                    <a:pt x="861855" y="1446302"/>
                  </a:lnTo>
                  <a:lnTo>
                    <a:pt x="862523" y="1446302"/>
                  </a:lnTo>
                  <a:lnTo>
                    <a:pt x="863191" y="1446302"/>
                  </a:lnTo>
                  <a:lnTo>
                    <a:pt x="863859" y="1401800"/>
                  </a:lnTo>
                  <a:lnTo>
                    <a:pt x="864527" y="1390675"/>
                  </a:lnTo>
                  <a:lnTo>
                    <a:pt x="865195" y="1390675"/>
                  </a:lnTo>
                  <a:lnTo>
                    <a:pt x="865863" y="1390675"/>
                  </a:lnTo>
                  <a:lnTo>
                    <a:pt x="866531" y="1373987"/>
                  </a:lnTo>
                  <a:lnTo>
                    <a:pt x="867199" y="1335048"/>
                  </a:lnTo>
                  <a:lnTo>
                    <a:pt x="867867" y="1368424"/>
                  </a:lnTo>
                  <a:lnTo>
                    <a:pt x="868535" y="1529742"/>
                  </a:lnTo>
                  <a:lnTo>
                    <a:pt x="869203" y="1557556"/>
                  </a:lnTo>
                  <a:lnTo>
                    <a:pt x="869871" y="1557556"/>
                  </a:lnTo>
                  <a:lnTo>
                    <a:pt x="870539" y="1557556"/>
                  </a:lnTo>
                  <a:lnTo>
                    <a:pt x="871207" y="1554774"/>
                  </a:lnTo>
                  <a:lnTo>
                    <a:pt x="871875" y="1501929"/>
                  </a:lnTo>
                  <a:lnTo>
                    <a:pt x="872543" y="1501929"/>
                  </a:lnTo>
                  <a:lnTo>
                    <a:pt x="873211" y="1501929"/>
                  </a:lnTo>
                  <a:lnTo>
                    <a:pt x="873879" y="1499147"/>
                  </a:lnTo>
                  <a:lnTo>
                    <a:pt x="874547" y="1446302"/>
                  </a:lnTo>
                  <a:lnTo>
                    <a:pt x="875215" y="1446302"/>
                  </a:lnTo>
                  <a:lnTo>
                    <a:pt x="875883" y="1404581"/>
                  </a:lnTo>
                  <a:lnTo>
                    <a:pt x="876551" y="1390675"/>
                  </a:lnTo>
                  <a:lnTo>
                    <a:pt x="877219" y="1390675"/>
                  </a:lnTo>
                  <a:lnTo>
                    <a:pt x="877887" y="1390675"/>
                  </a:lnTo>
                  <a:lnTo>
                    <a:pt x="878555" y="1390675"/>
                  </a:lnTo>
                  <a:lnTo>
                    <a:pt x="879224" y="1390675"/>
                  </a:lnTo>
                  <a:lnTo>
                    <a:pt x="879892" y="1390675"/>
                  </a:lnTo>
                  <a:lnTo>
                    <a:pt x="880560" y="1379549"/>
                  </a:lnTo>
                  <a:lnTo>
                    <a:pt x="881228" y="1390675"/>
                  </a:lnTo>
                  <a:lnTo>
                    <a:pt x="881896" y="1390675"/>
                  </a:lnTo>
                  <a:lnTo>
                    <a:pt x="882564" y="1390675"/>
                  </a:lnTo>
                  <a:lnTo>
                    <a:pt x="883232" y="1348954"/>
                  </a:lnTo>
                  <a:lnTo>
                    <a:pt x="883900" y="1310015"/>
                  </a:lnTo>
                  <a:lnTo>
                    <a:pt x="884568" y="1279421"/>
                  </a:lnTo>
                  <a:lnTo>
                    <a:pt x="885236" y="1279421"/>
                  </a:lnTo>
                  <a:lnTo>
                    <a:pt x="885904" y="1279421"/>
                  </a:lnTo>
                  <a:lnTo>
                    <a:pt x="886572" y="1226575"/>
                  </a:lnTo>
                  <a:lnTo>
                    <a:pt x="887240" y="1212668"/>
                  </a:lnTo>
                  <a:lnTo>
                    <a:pt x="887908" y="1112540"/>
                  </a:lnTo>
                  <a:lnTo>
                    <a:pt x="888576" y="1168166"/>
                  </a:lnTo>
                  <a:lnTo>
                    <a:pt x="889244" y="1137572"/>
                  </a:lnTo>
                  <a:lnTo>
                    <a:pt x="889912" y="1112540"/>
                  </a:lnTo>
                  <a:lnTo>
                    <a:pt x="890580" y="1112540"/>
                  </a:lnTo>
                  <a:lnTo>
                    <a:pt x="891248" y="1168166"/>
                  </a:lnTo>
                  <a:lnTo>
                    <a:pt x="891916" y="1168166"/>
                  </a:lnTo>
                  <a:lnTo>
                    <a:pt x="892584" y="1207105"/>
                  </a:lnTo>
                  <a:lnTo>
                    <a:pt x="893252" y="1223794"/>
                  </a:lnTo>
                  <a:lnTo>
                    <a:pt x="893920" y="1223794"/>
                  </a:lnTo>
                  <a:lnTo>
                    <a:pt x="894588" y="1223794"/>
                  </a:lnTo>
                  <a:lnTo>
                    <a:pt x="895256" y="1223794"/>
                  </a:lnTo>
                  <a:lnTo>
                    <a:pt x="895924" y="1140353"/>
                  </a:lnTo>
                  <a:lnTo>
                    <a:pt x="896592" y="1112540"/>
                  </a:lnTo>
                  <a:lnTo>
                    <a:pt x="897260" y="1162604"/>
                  </a:lnTo>
                  <a:lnTo>
                    <a:pt x="897928" y="1106977"/>
                  </a:lnTo>
                  <a:lnTo>
                    <a:pt x="898596" y="1029099"/>
                  </a:lnTo>
                  <a:lnTo>
                    <a:pt x="899264" y="998504"/>
                  </a:lnTo>
                  <a:lnTo>
                    <a:pt x="899932" y="998504"/>
                  </a:lnTo>
                  <a:lnTo>
                    <a:pt x="900600" y="1076382"/>
                  </a:lnTo>
                  <a:lnTo>
                    <a:pt x="901268" y="1070819"/>
                  </a:lnTo>
                  <a:lnTo>
                    <a:pt x="901936" y="998504"/>
                  </a:lnTo>
                  <a:lnTo>
                    <a:pt x="902604" y="923408"/>
                  </a:lnTo>
                  <a:lnTo>
                    <a:pt x="903273" y="928971"/>
                  </a:lnTo>
                  <a:lnTo>
                    <a:pt x="903941" y="898376"/>
                  </a:lnTo>
                  <a:lnTo>
                    <a:pt x="904609" y="948440"/>
                  </a:lnTo>
                  <a:lnTo>
                    <a:pt x="905277" y="945659"/>
                  </a:lnTo>
                  <a:lnTo>
                    <a:pt x="905945" y="973472"/>
                  </a:lnTo>
                  <a:lnTo>
                    <a:pt x="906613" y="962347"/>
                  </a:lnTo>
                  <a:lnTo>
                    <a:pt x="907281" y="890032"/>
                  </a:lnTo>
                  <a:lnTo>
                    <a:pt x="907949" y="890032"/>
                  </a:lnTo>
                  <a:lnTo>
                    <a:pt x="908617" y="853874"/>
                  </a:lnTo>
                  <a:lnTo>
                    <a:pt x="909285" y="795466"/>
                  </a:lnTo>
                  <a:lnTo>
                    <a:pt x="909953" y="778777"/>
                  </a:lnTo>
                  <a:lnTo>
                    <a:pt x="910621" y="778777"/>
                  </a:lnTo>
                  <a:lnTo>
                    <a:pt x="911289" y="778777"/>
                  </a:lnTo>
                  <a:lnTo>
                    <a:pt x="911957" y="778777"/>
                  </a:lnTo>
                  <a:lnTo>
                    <a:pt x="912625" y="773215"/>
                  </a:lnTo>
                  <a:lnTo>
                    <a:pt x="913293" y="778777"/>
                  </a:lnTo>
                  <a:lnTo>
                    <a:pt x="913961" y="778777"/>
                  </a:lnTo>
                  <a:lnTo>
                    <a:pt x="914629" y="834405"/>
                  </a:lnTo>
                  <a:lnTo>
                    <a:pt x="915297" y="915064"/>
                  </a:lnTo>
                  <a:lnTo>
                    <a:pt x="915965" y="945659"/>
                  </a:lnTo>
                  <a:lnTo>
                    <a:pt x="916633" y="1001286"/>
                  </a:lnTo>
                  <a:lnTo>
                    <a:pt x="917301" y="965128"/>
                  </a:lnTo>
                  <a:lnTo>
                    <a:pt x="917969" y="945659"/>
                  </a:lnTo>
                  <a:lnTo>
                    <a:pt x="918637" y="1001286"/>
                  </a:lnTo>
                  <a:lnTo>
                    <a:pt x="919305" y="990160"/>
                  </a:lnTo>
                  <a:lnTo>
                    <a:pt x="919973" y="942877"/>
                  </a:lnTo>
                  <a:lnTo>
                    <a:pt x="920641" y="892813"/>
                  </a:lnTo>
                  <a:lnTo>
                    <a:pt x="921309" y="937315"/>
                  </a:lnTo>
                  <a:lnTo>
                    <a:pt x="921977" y="945659"/>
                  </a:lnTo>
                  <a:lnTo>
                    <a:pt x="922645" y="945659"/>
                  </a:lnTo>
                  <a:lnTo>
                    <a:pt x="923313" y="979035"/>
                  </a:lnTo>
                  <a:lnTo>
                    <a:pt x="923981" y="1056912"/>
                  </a:lnTo>
                  <a:lnTo>
                    <a:pt x="924649" y="1056912"/>
                  </a:lnTo>
                  <a:lnTo>
                    <a:pt x="925317" y="1090289"/>
                  </a:lnTo>
                  <a:lnTo>
                    <a:pt x="925985" y="1148697"/>
                  </a:lnTo>
                  <a:lnTo>
                    <a:pt x="926653" y="1168166"/>
                  </a:lnTo>
                  <a:lnTo>
                    <a:pt x="927321" y="1168166"/>
                  </a:lnTo>
                  <a:lnTo>
                    <a:pt x="927990" y="1168166"/>
                  </a:lnTo>
                  <a:lnTo>
                    <a:pt x="928658" y="1168166"/>
                  </a:lnTo>
                  <a:lnTo>
                    <a:pt x="929326" y="1246044"/>
                  </a:lnTo>
                  <a:lnTo>
                    <a:pt x="929994" y="1279421"/>
                  </a:lnTo>
                  <a:lnTo>
                    <a:pt x="930662" y="1279421"/>
                  </a:lnTo>
                  <a:lnTo>
                    <a:pt x="931330" y="1279421"/>
                  </a:lnTo>
                  <a:lnTo>
                    <a:pt x="931998" y="1279421"/>
                  </a:lnTo>
                  <a:lnTo>
                    <a:pt x="932666" y="1279421"/>
                  </a:lnTo>
                  <a:lnTo>
                    <a:pt x="933334" y="1279421"/>
                  </a:lnTo>
                  <a:lnTo>
                    <a:pt x="934002" y="1312797"/>
                  </a:lnTo>
                  <a:lnTo>
                    <a:pt x="934670" y="1301671"/>
                  </a:lnTo>
                  <a:lnTo>
                    <a:pt x="935338" y="1168166"/>
                  </a:lnTo>
                  <a:lnTo>
                    <a:pt x="936006" y="1248826"/>
                  </a:lnTo>
                  <a:lnTo>
                    <a:pt x="936674" y="1340610"/>
                  </a:lnTo>
                  <a:lnTo>
                    <a:pt x="937342" y="1440739"/>
                  </a:lnTo>
                  <a:lnTo>
                    <a:pt x="938010" y="1443520"/>
                  </a:lnTo>
                  <a:lnTo>
                    <a:pt x="938678" y="1390675"/>
                  </a:lnTo>
                  <a:lnTo>
                    <a:pt x="939346" y="1390675"/>
                  </a:lnTo>
                  <a:lnTo>
                    <a:pt x="940014" y="1390675"/>
                  </a:lnTo>
                  <a:lnTo>
                    <a:pt x="940682" y="1390675"/>
                  </a:lnTo>
                  <a:lnTo>
                    <a:pt x="941350" y="1390675"/>
                  </a:lnTo>
                  <a:lnTo>
                    <a:pt x="942018" y="1390675"/>
                  </a:lnTo>
                  <a:lnTo>
                    <a:pt x="942686" y="1387893"/>
                  </a:lnTo>
                  <a:lnTo>
                    <a:pt x="943354" y="1335048"/>
                  </a:lnTo>
                  <a:lnTo>
                    <a:pt x="944022" y="1335048"/>
                  </a:lnTo>
                  <a:lnTo>
                    <a:pt x="944690" y="1335048"/>
                  </a:lnTo>
                  <a:lnTo>
                    <a:pt x="945358" y="1335048"/>
                  </a:lnTo>
                  <a:lnTo>
                    <a:pt x="946026" y="1335048"/>
                  </a:lnTo>
                  <a:lnTo>
                    <a:pt x="946694" y="1310015"/>
                  </a:lnTo>
                  <a:lnTo>
                    <a:pt x="947362" y="1279421"/>
                  </a:lnTo>
                  <a:lnTo>
                    <a:pt x="948030" y="1279421"/>
                  </a:lnTo>
                  <a:lnTo>
                    <a:pt x="948698" y="1232138"/>
                  </a:lnTo>
                  <a:lnTo>
                    <a:pt x="949366" y="1118102"/>
                  </a:lnTo>
                  <a:lnTo>
                    <a:pt x="950034" y="1112540"/>
                  </a:lnTo>
                  <a:lnTo>
                    <a:pt x="950702" y="1112540"/>
                  </a:lnTo>
                  <a:lnTo>
                    <a:pt x="951370" y="1168167"/>
                  </a:lnTo>
                  <a:lnTo>
                    <a:pt x="952038" y="1335048"/>
                  </a:lnTo>
                  <a:lnTo>
                    <a:pt x="952707" y="1335048"/>
                  </a:lnTo>
                  <a:lnTo>
                    <a:pt x="953375" y="1335048"/>
                  </a:lnTo>
                  <a:lnTo>
                    <a:pt x="954043" y="1335048"/>
                  </a:lnTo>
                  <a:lnTo>
                    <a:pt x="954711" y="1323922"/>
                  </a:lnTo>
                  <a:lnTo>
                    <a:pt x="955379" y="1335048"/>
                  </a:lnTo>
                  <a:lnTo>
                    <a:pt x="956047" y="1335048"/>
                  </a:lnTo>
                  <a:lnTo>
                    <a:pt x="956715" y="1335048"/>
                  </a:lnTo>
                  <a:lnTo>
                    <a:pt x="957383" y="1276639"/>
                  </a:lnTo>
                  <a:lnTo>
                    <a:pt x="958051" y="1223794"/>
                  </a:lnTo>
                  <a:lnTo>
                    <a:pt x="958719" y="1223794"/>
                  </a:lnTo>
                  <a:lnTo>
                    <a:pt x="959387" y="1223794"/>
                  </a:lnTo>
                  <a:lnTo>
                    <a:pt x="960055" y="1279421"/>
                  </a:lnTo>
                  <a:lnTo>
                    <a:pt x="960723" y="1279421"/>
                  </a:lnTo>
                  <a:lnTo>
                    <a:pt x="961391" y="1279421"/>
                  </a:lnTo>
                  <a:lnTo>
                    <a:pt x="962059" y="1279421"/>
                  </a:lnTo>
                  <a:lnTo>
                    <a:pt x="962727" y="1279421"/>
                  </a:lnTo>
                  <a:lnTo>
                    <a:pt x="963395" y="1301671"/>
                  </a:lnTo>
                  <a:lnTo>
                    <a:pt x="964063" y="1335048"/>
                  </a:lnTo>
                  <a:lnTo>
                    <a:pt x="964731" y="1335048"/>
                  </a:lnTo>
                  <a:lnTo>
                    <a:pt x="965399" y="1376768"/>
                  </a:lnTo>
                  <a:lnTo>
                    <a:pt x="966067" y="1493585"/>
                  </a:lnTo>
                  <a:lnTo>
                    <a:pt x="966735" y="1501929"/>
                  </a:lnTo>
                  <a:lnTo>
                    <a:pt x="967403" y="1501929"/>
                  </a:lnTo>
                  <a:lnTo>
                    <a:pt x="968071" y="1501929"/>
                  </a:lnTo>
                  <a:lnTo>
                    <a:pt x="968739" y="1501929"/>
                  </a:lnTo>
                  <a:lnTo>
                    <a:pt x="969407" y="1501929"/>
                  </a:lnTo>
                  <a:lnTo>
                    <a:pt x="970075" y="1501929"/>
                  </a:lnTo>
                  <a:lnTo>
                    <a:pt x="970743" y="1501929"/>
                  </a:lnTo>
                  <a:lnTo>
                    <a:pt x="971411" y="1510273"/>
                  </a:lnTo>
                  <a:lnTo>
                    <a:pt x="972079" y="1557556"/>
                  </a:lnTo>
                  <a:lnTo>
                    <a:pt x="972747" y="1535305"/>
                  </a:lnTo>
                  <a:lnTo>
                    <a:pt x="973415" y="1501929"/>
                  </a:lnTo>
                  <a:lnTo>
                    <a:pt x="974083" y="1554774"/>
                  </a:lnTo>
                  <a:lnTo>
                    <a:pt x="974751" y="1613183"/>
                  </a:lnTo>
                  <a:lnTo>
                    <a:pt x="975419" y="1579806"/>
                  </a:lnTo>
                  <a:lnTo>
                    <a:pt x="976087" y="1557556"/>
                  </a:lnTo>
                  <a:lnTo>
                    <a:pt x="976755" y="1557556"/>
                  </a:lnTo>
                  <a:lnTo>
                    <a:pt x="977424" y="1557556"/>
                  </a:lnTo>
                  <a:lnTo>
                    <a:pt x="978092" y="1557556"/>
                  </a:lnTo>
                  <a:lnTo>
                    <a:pt x="978760" y="1557556"/>
                  </a:lnTo>
                  <a:lnTo>
                    <a:pt x="979428" y="1538086"/>
                  </a:lnTo>
                  <a:lnTo>
                    <a:pt x="980096" y="1501929"/>
                  </a:lnTo>
                  <a:lnTo>
                    <a:pt x="980764" y="1501929"/>
                  </a:lnTo>
                  <a:lnTo>
                    <a:pt x="981432" y="1468552"/>
                  </a:lnTo>
                  <a:lnTo>
                    <a:pt x="982100" y="1437957"/>
                  </a:lnTo>
                  <a:lnTo>
                    <a:pt x="982768" y="1373987"/>
                  </a:lnTo>
                  <a:lnTo>
                    <a:pt x="983436" y="1335048"/>
                  </a:lnTo>
                  <a:lnTo>
                    <a:pt x="984104" y="1335048"/>
                  </a:lnTo>
                  <a:lnTo>
                    <a:pt x="984772" y="1335048"/>
                  </a:lnTo>
                  <a:lnTo>
                    <a:pt x="985440" y="1335048"/>
                  </a:lnTo>
                  <a:lnTo>
                    <a:pt x="986108" y="1335048"/>
                  </a:lnTo>
                  <a:lnTo>
                    <a:pt x="986776" y="1335048"/>
                  </a:lnTo>
                  <a:lnTo>
                    <a:pt x="987444" y="1335048"/>
                  </a:lnTo>
                  <a:lnTo>
                    <a:pt x="988112" y="1335048"/>
                  </a:lnTo>
                  <a:lnTo>
                    <a:pt x="988780" y="1335048"/>
                  </a:lnTo>
                  <a:lnTo>
                    <a:pt x="989448" y="1351736"/>
                  </a:lnTo>
                  <a:lnTo>
                    <a:pt x="990116" y="1335048"/>
                  </a:lnTo>
                  <a:lnTo>
                    <a:pt x="990784" y="1335048"/>
                  </a:lnTo>
                  <a:lnTo>
                    <a:pt x="991452" y="1287765"/>
                  </a:lnTo>
                  <a:lnTo>
                    <a:pt x="992120" y="1310015"/>
                  </a:lnTo>
                  <a:lnTo>
                    <a:pt x="992788" y="1315578"/>
                  </a:lnTo>
                  <a:lnTo>
                    <a:pt x="993456" y="1265514"/>
                  </a:lnTo>
                  <a:lnTo>
                    <a:pt x="994124" y="1223794"/>
                  </a:lnTo>
                  <a:lnTo>
                    <a:pt x="994792" y="1223794"/>
                  </a:lnTo>
                  <a:lnTo>
                    <a:pt x="995460" y="1215449"/>
                  </a:lnTo>
                  <a:lnTo>
                    <a:pt x="996128" y="1140353"/>
                  </a:lnTo>
                  <a:lnTo>
                    <a:pt x="996796" y="1112540"/>
                  </a:lnTo>
                  <a:lnTo>
                    <a:pt x="997464" y="1112540"/>
                  </a:lnTo>
                  <a:lnTo>
                    <a:pt x="998132" y="1143134"/>
                  </a:lnTo>
                  <a:lnTo>
                    <a:pt x="998800" y="1173729"/>
                  </a:lnTo>
                  <a:lnTo>
                    <a:pt x="999468" y="1237700"/>
                  </a:lnTo>
                  <a:lnTo>
                    <a:pt x="1000136" y="1279421"/>
                  </a:lnTo>
                  <a:lnTo>
                    <a:pt x="1000804" y="1279421"/>
                  </a:lnTo>
                  <a:lnTo>
                    <a:pt x="1001473" y="1279421"/>
                  </a:lnTo>
                  <a:lnTo>
                    <a:pt x="1002141" y="1265514"/>
                  </a:lnTo>
                  <a:lnTo>
                    <a:pt x="1002809" y="1223794"/>
                  </a:lnTo>
                  <a:lnTo>
                    <a:pt x="1003477" y="1173729"/>
                  </a:lnTo>
                  <a:lnTo>
                    <a:pt x="1004145" y="1168166"/>
                  </a:lnTo>
                  <a:lnTo>
                    <a:pt x="1004813" y="1168166"/>
                  </a:lnTo>
                  <a:lnTo>
                    <a:pt x="1005481" y="1168166"/>
                  </a:lnTo>
                  <a:lnTo>
                    <a:pt x="1006149" y="1168166"/>
                  </a:lnTo>
                  <a:lnTo>
                    <a:pt x="1006817" y="1223794"/>
                  </a:lnTo>
                  <a:lnTo>
                    <a:pt x="1007485" y="1215449"/>
                  </a:lnTo>
                  <a:lnTo>
                    <a:pt x="1008153" y="1212668"/>
                  </a:lnTo>
                  <a:lnTo>
                    <a:pt x="1008821" y="1223794"/>
                  </a:lnTo>
                  <a:lnTo>
                    <a:pt x="1009489" y="1240482"/>
                  </a:lnTo>
                  <a:lnTo>
                    <a:pt x="1010157" y="1290546"/>
                  </a:lnTo>
                  <a:lnTo>
                    <a:pt x="1010825" y="1335048"/>
                  </a:lnTo>
                  <a:lnTo>
                    <a:pt x="1011493" y="1335048"/>
                  </a:lnTo>
                  <a:lnTo>
                    <a:pt x="1012161" y="1340610"/>
                  </a:lnTo>
                  <a:lnTo>
                    <a:pt x="1012829" y="1429613"/>
                  </a:lnTo>
                  <a:lnTo>
                    <a:pt x="1013497" y="1501929"/>
                  </a:lnTo>
                  <a:lnTo>
                    <a:pt x="1014165" y="1501929"/>
                  </a:lnTo>
                  <a:lnTo>
                    <a:pt x="1014833" y="1501929"/>
                  </a:lnTo>
                  <a:lnTo>
                    <a:pt x="1015501" y="1501929"/>
                  </a:lnTo>
                  <a:lnTo>
                    <a:pt x="1016169" y="1501929"/>
                  </a:lnTo>
                  <a:lnTo>
                    <a:pt x="1016837" y="1501929"/>
                  </a:lnTo>
                  <a:lnTo>
                    <a:pt x="1017505" y="1501929"/>
                  </a:lnTo>
                  <a:lnTo>
                    <a:pt x="1018173" y="1501929"/>
                  </a:lnTo>
                  <a:lnTo>
                    <a:pt x="1018841" y="1513054"/>
                  </a:lnTo>
                  <a:lnTo>
                    <a:pt x="1019509" y="1532523"/>
                  </a:lnTo>
                  <a:lnTo>
                    <a:pt x="1020177" y="1549211"/>
                  </a:lnTo>
                  <a:lnTo>
                    <a:pt x="1020845" y="1557556"/>
                  </a:lnTo>
                  <a:lnTo>
                    <a:pt x="1021513" y="1557556"/>
                  </a:lnTo>
                  <a:lnTo>
                    <a:pt x="1022181" y="1557556"/>
                  </a:lnTo>
                  <a:lnTo>
                    <a:pt x="1022849" y="1557556"/>
                  </a:lnTo>
                  <a:lnTo>
                    <a:pt x="1023517" y="1557556"/>
                  </a:lnTo>
                  <a:lnTo>
                    <a:pt x="1024185" y="1563118"/>
                  </a:lnTo>
                  <a:lnTo>
                    <a:pt x="1024853" y="1613183"/>
                  </a:lnTo>
                  <a:lnTo>
                    <a:pt x="1025521" y="1613183"/>
                  </a:lnTo>
                  <a:lnTo>
                    <a:pt x="1026190" y="1613183"/>
                  </a:lnTo>
                  <a:lnTo>
                    <a:pt x="1026858" y="1613183"/>
                  </a:lnTo>
                  <a:lnTo>
                    <a:pt x="1027526" y="1613183"/>
                  </a:lnTo>
                  <a:lnTo>
                    <a:pt x="1028194" y="1585369"/>
                  </a:lnTo>
                  <a:lnTo>
                    <a:pt x="1028862" y="1557556"/>
                  </a:lnTo>
                  <a:lnTo>
                    <a:pt x="1029530" y="1557556"/>
                  </a:lnTo>
                  <a:lnTo>
                    <a:pt x="1030198" y="1557556"/>
                  </a:lnTo>
                  <a:lnTo>
                    <a:pt x="1030866" y="1557556"/>
                  </a:lnTo>
                  <a:lnTo>
                    <a:pt x="1031534" y="1557556"/>
                  </a:lnTo>
                  <a:lnTo>
                    <a:pt x="1032202" y="1557556"/>
                  </a:lnTo>
                  <a:lnTo>
                    <a:pt x="1032870" y="1518617"/>
                  </a:lnTo>
                  <a:lnTo>
                    <a:pt x="1033538" y="1435176"/>
                  </a:lnTo>
                  <a:lnTo>
                    <a:pt x="1034206" y="1351736"/>
                  </a:lnTo>
                  <a:lnTo>
                    <a:pt x="1034874" y="1310015"/>
                  </a:lnTo>
                  <a:lnTo>
                    <a:pt x="1035542" y="1240482"/>
                  </a:lnTo>
                  <a:lnTo>
                    <a:pt x="1036210" y="1207105"/>
                  </a:lnTo>
                  <a:lnTo>
                    <a:pt x="1036878" y="1148697"/>
                  </a:lnTo>
                  <a:lnTo>
                    <a:pt x="1037546" y="1068038"/>
                  </a:lnTo>
                  <a:lnTo>
                    <a:pt x="1038214" y="1056912"/>
                  </a:lnTo>
                  <a:lnTo>
                    <a:pt x="1038882" y="1056912"/>
                  </a:lnTo>
                  <a:lnTo>
                    <a:pt x="1039550" y="1056912"/>
                  </a:lnTo>
                  <a:lnTo>
                    <a:pt x="1040218" y="1056912"/>
                  </a:lnTo>
                  <a:lnTo>
                    <a:pt x="1040886" y="1056912"/>
                  </a:lnTo>
                  <a:lnTo>
                    <a:pt x="1041554" y="1056912"/>
                  </a:lnTo>
                  <a:lnTo>
                    <a:pt x="1042222" y="1001286"/>
                  </a:lnTo>
                  <a:lnTo>
                    <a:pt x="1042890" y="979035"/>
                  </a:lnTo>
                  <a:lnTo>
                    <a:pt x="1043558" y="945659"/>
                  </a:lnTo>
                  <a:lnTo>
                    <a:pt x="1044226" y="945659"/>
                  </a:lnTo>
                  <a:lnTo>
                    <a:pt x="1044894" y="970691"/>
                  </a:lnTo>
                  <a:lnTo>
                    <a:pt x="1045562" y="1001286"/>
                  </a:lnTo>
                  <a:lnTo>
                    <a:pt x="1046230" y="1001286"/>
                  </a:lnTo>
                  <a:lnTo>
                    <a:pt x="1046898" y="920626"/>
                  </a:lnTo>
                  <a:lnTo>
                    <a:pt x="1047566" y="890032"/>
                  </a:lnTo>
                  <a:lnTo>
                    <a:pt x="1048234" y="890032"/>
                  </a:lnTo>
                  <a:lnTo>
                    <a:pt x="1048902" y="890032"/>
                  </a:lnTo>
                  <a:lnTo>
                    <a:pt x="1049570" y="926189"/>
                  </a:lnTo>
                  <a:lnTo>
                    <a:pt x="1050238" y="1006848"/>
                  </a:lnTo>
                  <a:lnTo>
                    <a:pt x="1050907" y="1093070"/>
                  </a:lnTo>
                  <a:lnTo>
                    <a:pt x="1051575" y="1134790"/>
                  </a:lnTo>
                  <a:lnTo>
                    <a:pt x="1052243" y="1204324"/>
                  </a:lnTo>
                  <a:lnTo>
                    <a:pt x="1052911" y="1259951"/>
                  </a:lnTo>
                  <a:lnTo>
                    <a:pt x="1053579" y="1348954"/>
                  </a:lnTo>
                  <a:lnTo>
                    <a:pt x="1054247" y="1432395"/>
                  </a:lnTo>
                  <a:lnTo>
                    <a:pt x="1054915" y="1446302"/>
                  </a:lnTo>
                  <a:lnTo>
                    <a:pt x="1055583" y="1446302"/>
                  </a:lnTo>
                  <a:lnTo>
                    <a:pt x="1056251" y="1393456"/>
                  </a:lnTo>
                  <a:lnTo>
                    <a:pt x="1056919" y="1390675"/>
                  </a:lnTo>
                  <a:lnTo>
                    <a:pt x="1057587" y="1340610"/>
                  </a:lnTo>
                  <a:lnTo>
                    <a:pt x="1058255" y="1335048"/>
                  </a:lnTo>
                  <a:lnTo>
                    <a:pt x="1058923" y="1354517"/>
                  </a:lnTo>
                  <a:lnTo>
                    <a:pt x="1059591" y="1354517"/>
                  </a:lnTo>
                  <a:lnTo>
                    <a:pt x="1060259" y="1390675"/>
                  </a:lnTo>
                  <a:lnTo>
                    <a:pt x="1060927" y="1390675"/>
                  </a:lnTo>
                  <a:lnTo>
                    <a:pt x="1061595" y="1357298"/>
                  </a:lnTo>
                  <a:lnTo>
                    <a:pt x="1062263" y="1329485"/>
                  </a:lnTo>
                  <a:lnTo>
                    <a:pt x="1062931" y="1279421"/>
                  </a:lnTo>
                  <a:lnTo>
                    <a:pt x="1063599" y="1354517"/>
                  </a:lnTo>
                  <a:lnTo>
                    <a:pt x="1064267" y="1390675"/>
                  </a:lnTo>
                  <a:lnTo>
                    <a:pt x="1064935" y="1390675"/>
                  </a:lnTo>
                  <a:lnTo>
                    <a:pt x="1065603" y="1385112"/>
                  </a:lnTo>
                  <a:lnTo>
                    <a:pt x="1066271" y="1298890"/>
                  </a:lnTo>
                  <a:lnTo>
                    <a:pt x="1066939" y="1279421"/>
                  </a:lnTo>
                  <a:lnTo>
                    <a:pt x="1067607" y="1279421"/>
                  </a:lnTo>
                  <a:lnTo>
                    <a:pt x="1068275" y="1279421"/>
                  </a:lnTo>
                  <a:lnTo>
                    <a:pt x="1068943" y="1226575"/>
                  </a:lnTo>
                  <a:lnTo>
                    <a:pt x="1069611" y="1223794"/>
                  </a:lnTo>
                  <a:lnTo>
                    <a:pt x="1070279" y="1223794"/>
                  </a:lnTo>
                  <a:lnTo>
                    <a:pt x="1070947" y="1187636"/>
                  </a:lnTo>
                  <a:lnTo>
                    <a:pt x="1071615" y="1148697"/>
                  </a:lnTo>
                  <a:lnTo>
                    <a:pt x="1072283" y="1112540"/>
                  </a:lnTo>
                  <a:lnTo>
                    <a:pt x="1072951" y="1162604"/>
                  </a:lnTo>
                  <a:lnTo>
                    <a:pt x="1073619" y="1143134"/>
                  </a:lnTo>
                  <a:lnTo>
                    <a:pt x="1074287" y="1159822"/>
                  </a:lnTo>
                  <a:lnTo>
                    <a:pt x="1074955" y="1112540"/>
                  </a:lnTo>
                  <a:lnTo>
                    <a:pt x="1075624" y="1143134"/>
                  </a:lnTo>
                  <a:lnTo>
                    <a:pt x="1076292" y="1168166"/>
                  </a:lnTo>
                  <a:lnTo>
                    <a:pt x="1076960" y="1168166"/>
                  </a:lnTo>
                  <a:lnTo>
                    <a:pt x="1077628" y="1168166"/>
                  </a:lnTo>
                  <a:lnTo>
                    <a:pt x="1078296" y="1154260"/>
                  </a:lnTo>
                  <a:lnTo>
                    <a:pt x="1078964" y="1170948"/>
                  </a:lnTo>
                  <a:lnTo>
                    <a:pt x="1079632" y="1184855"/>
                  </a:lnTo>
                  <a:lnTo>
                    <a:pt x="1080300" y="1168166"/>
                  </a:lnTo>
                  <a:lnTo>
                    <a:pt x="1080968" y="1168166"/>
                  </a:lnTo>
                  <a:lnTo>
                    <a:pt x="1081636" y="1168166"/>
                  </a:lnTo>
                  <a:lnTo>
                    <a:pt x="1082304" y="1129228"/>
                  </a:lnTo>
                  <a:lnTo>
                    <a:pt x="1082972" y="1176511"/>
                  </a:lnTo>
                  <a:lnTo>
                    <a:pt x="1083640" y="1168166"/>
                  </a:lnTo>
                  <a:lnTo>
                    <a:pt x="1084308" y="1168166"/>
                  </a:lnTo>
                  <a:lnTo>
                    <a:pt x="1084976" y="1168166"/>
                  </a:lnTo>
                  <a:lnTo>
                    <a:pt x="1085644" y="1204324"/>
                  </a:lnTo>
                  <a:lnTo>
                    <a:pt x="1086312" y="1168166"/>
                  </a:lnTo>
                  <a:lnTo>
                    <a:pt x="1086980" y="1168166"/>
                  </a:lnTo>
                  <a:lnTo>
                    <a:pt x="1087648" y="1201543"/>
                  </a:lnTo>
                  <a:lnTo>
                    <a:pt x="1088316" y="1240482"/>
                  </a:lnTo>
                  <a:lnTo>
                    <a:pt x="1088984" y="1279421"/>
                  </a:lnTo>
                  <a:lnTo>
                    <a:pt x="1089652" y="1279421"/>
                  </a:lnTo>
                  <a:lnTo>
                    <a:pt x="1090320" y="1276639"/>
                  </a:lnTo>
                  <a:lnTo>
                    <a:pt x="1090988" y="1279421"/>
                  </a:lnTo>
                  <a:lnTo>
                    <a:pt x="1091656" y="1332266"/>
                  </a:lnTo>
                  <a:lnTo>
                    <a:pt x="1092324" y="1335048"/>
                  </a:lnTo>
                  <a:lnTo>
                    <a:pt x="1092992" y="1335048"/>
                  </a:lnTo>
                  <a:lnTo>
                    <a:pt x="1093660" y="1279421"/>
                  </a:lnTo>
                  <a:lnTo>
                    <a:pt x="1094328" y="1279421"/>
                  </a:lnTo>
                  <a:lnTo>
                    <a:pt x="1094996" y="1304453"/>
                  </a:lnTo>
                  <a:lnTo>
                    <a:pt x="1095664" y="1279421"/>
                  </a:lnTo>
                  <a:lnTo>
                    <a:pt x="1096332" y="1315578"/>
                  </a:lnTo>
                  <a:lnTo>
                    <a:pt x="1097000" y="1335048"/>
                  </a:lnTo>
                  <a:lnTo>
                    <a:pt x="1097668" y="1335048"/>
                  </a:lnTo>
                  <a:lnTo>
                    <a:pt x="1098336" y="1335048"/>
                  </a:lnTo>
                  <a:lnTo>
                    <a:pt x="1099004" y="1373986"/>
                  </a:lnTo>
                  <a:lnTo>
                    <a:pt x="1099673" y="1412925"/>
                  </a:lnTo>
                  <a:lnTo>
                    <a:pt x="1100341" y="1446302"/>
                  </a:lnTo>
                  <a:lnTo>
                    <a:pt x="1101009" y="1446302"/>
                  </a:lnTo>
                  <a:lnTo>
                    <a:pt x="1101677" y="1446302"/>
                  </a:lnTo>
                  <a:lnTo>
                    <a:pt x="1102345" y="1457427"/>
                  </a:lnTo>
                  <a:lnTo>
                    <a:pt x="1103013" y="1501929"/>
                  </a:lnTo>
                  <a:lnTo>
                    <a:pt x="1103681" y="1501929"/>
                  </a:lnTo>
                  <a:lnTo>
                    <a:pt x="1104349" y="1501929"/>
                  </a:lnTo>
                  <a:lnTo>
                    <a:pt x="1105017" y="1501929"/>
                  </a:lnTo>
                  <a:lnTo>
                    <a:pt x="1105685" y="1501929"/>
                  </a:lnTo>
                  <a:lnTo>
                    <a:pt x="1106353" y="1501929"/>
                  </a:lnTo>
                  <a:lnTo>
                    <a:pt x="1107021" y="1524179"/>
                  </a:lnTo>
                  <a:lnTo>
                    <a:pt x="1107689" y="1557556"/>
                  </a:lnTo>
                  <a:lnTo>
                    <a:pt x="1108357" y="1557556"/>
                  </a:lnTo>
                  <a:lnTo>
                    <a:pt x="1109025" y="1515835"/>
                  </a:lnTo>
                  <a:lnTo>
                    <a:pt x="1109693" y="1501929"/>
                  </a:lnTo>
                  <a:lnTo>
                    <a:pt x="1110361" y="1554774"/>
                  </a:lnTo>
                  <a:lnTo>
                    <a:pt x="1111029" y="1557556"/>
                  </a:lnTo>
                  <a:lnTo>
                    <a:pt x="1111697" y="1538086"/>
                  </a:lnTo>
                  <a:lnTo>
                    <a:pt x="1112365" y="1549212"/>
                  </a:lnTo>
                  <a:lnTo>
                    <a:pt x="1113033" y="1429613"/>
                  </a:lnTo>
                  <a:lnTo>
                    <a:pt x="1113701" y="1390675"/>
                  </a:lnTo>
                  <a:lnTo>
                    <a:pt x="1114369" y="1390675"/>
                  </a:lnTo>
                  <a:lnTo>
                    <a:pt x="1115037" y="1326704"/>
                  </a:lnTo>
                  <a:lnTo>
                    <a:pt x="1115705" y="1279421"/>
                  </a:lnTo>
                  <a:lnTo>
                    <a:pt x="1116373" y="1215449"/>
                  </a:lnTo>
                  <a:lnTo>
                    <a:pt x="1117041" y="1112540"/>
                  </a:lnTo>
                  <a:lnTo>
                    <a:pt x="1117709" y="1056912"/>
                  </a:lnTo>
                  <a:lnTo>
                    <a:pt x="1118377" y="876125"/>
                  </a:lnTo>
                  <a:lnTo>
                    <a:pt x="1119045" y="778777"/>
                  </a:lnTo>
                  <a:lnTo>
                    <a:pt x="1119713" y="778777"/>
                  </a:lnTo>
                  <a:lnTo>
                    <a:pt x="1120381" y="778777"/>
                  </a:lnTo>
                  <a:lnTo>
                    <a:pt x="1121049" y="725932"/>
                  </a:lnTo>
                  <a:lnTo>
                    <a:pt x="1121717" y="723150"/>
                  </a:lnTo>
                  <a:lnTo>
                    <a:pt x="1122385" y="723150"/>
                  </a:lnTo>
                  <a:lnTo>
                    <a:pt x="1123053" y="723150"/>
                  </a:lnTo>
                  <a:lnTo>
                    <a:pt x="1123721" y="689774"/>
                  </a:lnTo>
                  <a:lnTo>
                    <a:pt x="1124390" y="667523"/>
                  </a:lnTo>
                  <a:lnTo>
                    <a:pt x="1125058" y="667523"/>
                  </a:lnTo>
                  <a:lnTo>
                    <a:pt x="1125726" y="706463"/>
                  </a:lnTo>
                  <a:lnTo>
                    <a:pt x="1126394" y="723150"/>
                  </a:lnTo>
                  <a:lnTo>
                    <a:pt x="1127062" y="723150"/>
                  </a:lnTo>
                  <a:lnTo>
                    <a:pt x="1127730" y="709243"/>
                  </a:lnTo>
                  <a:lnTo>
                    <a:pt x="1128398" y="698118"/>
                  </a:lnTo>
                  <a:lnTo>
                    <a:pt x="1129066" y="728713"/>
                  </a:lnTo>
                  <a:lnTo>
                    <a:pt x="1129734" y="845530"/>
                  </a:lnTo>
                  <a:lnTo>
                    <a:pt x="1130402" y="890032"/>
                  </a:lnTo>
                  <a:lnTo>
                    <a:pt x="1131070" y="890032"/>
                  </a:lnTo>
                  <a:lnTo>
                    <a:pt x="1131738" y="948440"/>
                  </a:lnTo>
                  <a:lnTo>
                    <a:pt x="1132406" y="1001286"/>
                  </a:lnTo>
                  <a:lnTo>
                    <a:pt x="1133074" y="1056912"/>
                  </a:lnTo>
                  <a:lnTo>
                    <a:pt x="1133742" y="1106977"/>
                  </a:lnTo>
                  <a:lnTo>
                    <a:pt x="1134410" y="1168166"/>
                  </a:lnTo>
                  <a:lnTo>
                    <a:pt x="1135078" y="1335048"/>
                  </a:lnTo>
                  <a:lnTo>
                    <a:pt x="1135746" y="1446302"/>
                  </a:lnTo>
                  <a:lnTo>
                    <a:pt x="1136414" y="1432395"/>
                  </a:lnTo>
                  <a:lnTo>
                    <a:pt x="1137082" y="1390675"/>
                  </a:lnTo>
                  <a:lnTo>
                    <a:pt x="1137750" y="1440739"/>
                  </a:lnTo>
                  <a:lnTo>
                    <a:pt x="1138418" y="1446302"/>
                  </a:lnTo>
                  <a:lnTo>
                    <a:pt x="1139086" y="1446302"/>
                  </a:lnTo>
                  <a:lnTo>
                    <a:pt x="1139754" y="1421269"/>
                  </a:lnTo>
                  <a:lnTo>
                    <a:pt x="1140422" y="1421269"/>
                  </a:lnTo>
                  <a:lnTo>
                    <a:pt x="1141090" y="1446302"/>
                  </a:lnTo>
                  <a:lnTo>
                    <a:pt x="1141758" y="1446302"/>
                  </a:lnTo>
                  <a:lnTo>
                    <a:pt x="1142426" y="1446302"/>
                  </a:lnTo>
                  <a:lnTo>
                    <a:pt x="1143094" y="1446302"/>
                  </a:lnTo>
                  <a:lnTo>
                    <a:pt x="1143762" y="1446302"/>
                  </a:lnTo>
                  <a:lnTo>
                    <a:pt x="1144430" y="1421269"/>
                  </a:lnTo>
                  <a:lnTo>
                    <a:pt x="1145098" y="1415707"/>
                  </a:lnTo>
                  <a:lnTo>
                    <a:pt x="1145766" y="1390675"/>
                  </a:lnTo>
                  <a:lnTo>
                    <a:pt x="1146434" y="1390675"/>
                  </a:lnTo>
                  <a:lnTo>
                    <a:pt x="1147102" y="1390675"/>
                  </a:lnTo>
                  <a:lnTo>
                    <a:pt x="1147770" y="1390675"/>
                  </a:lnTo>
                  <a:lnTo>
                    <a:pt x="1148438" y="1390675"/>
                  </a:lnTo>
                  <a:lnTo>
                    <a:pt x="1149107" y="1343392"/>
                  </a:lnTo>
                  <a:lnTo>
                    <a:pt x="1149775" y="1335048"/>
                  </a:lnTo>
                  <a:lnTo>
                    <a:pt x="1150443" y="1390675"/>
                  </a:lnTo>
                  <a:lnTo>
                    <a:pt x="1151111" y="1348954"/>
                  </a:lnTo>
                  <a:lnTo>
                    <a:pt x="1151779" y="1279421"/>
                  </a:lnTo>
                  <a:lnTo>
                    <a:pt x="1152447" y="1279421"/>
                  </a:lnTo>
                  <a:lnTo>
                    <a:pt x="1153115" y="1265514"/>
                  </a:lnTo>
                  <a:lnTo>
                    <a:pt x="1153783" y="1279421"/>
                  </a:lnTo>
                  <a:lnTo>
                    <a:pt x="1154451" y="1229356"/>
                  </a:lnTo>
                  <a:lnTo>
                    <a:pt x="1155119" y="1081945"/>
                  </a:lnTo>
                  <a:lnTo>
                    <a:pt x="1155787" y="1001286"/>
                  </a:lnTo>
                  <a:lnTo>
                    <a:pt x="1156455" y="1023536"/>
                  </a:lnTo>
                  <a:lnTo>
                    <a:pt x="1157123" y="1051350"/>
                  </a:lnTo>
                  <a:lnTo>
                    <a:pt x="1157791" y="984598"/>
                  </a:lnTo>
                  <a:lnTo>
                    <a:pt x="1158459" y="856655"/>
                  </a:lnTo>
                  <a:lnTo>
                    <a:pt x="1159127" y="826060"/>
                  </a:lnTo>
                  <a:lnTo>
                    <a:pt x="1159795" y="778777"/>
                  </a:lnTo>
                  <a:lnTo>
                    <a:pt x="1160463" y="778777"/>
                  </a:lnTo>
                  <a:lnTo>
                    <a:pt x="1161131" y="812154"/>
                  </a:lnTo>
                  <a:lnTo>
                    <a:pt x="1161799" y="814935"/>
                  </a:lnTo>
                  <a:lnTo>
                    <a:pt x="1162467" y="834405"/>
                  </a:lnTo>
                  <a:lnTo>
                    <a:pt x="1163135" y="834405"/>
                  </a:lnTo>
                  <a:lnTo>
                    <a:pt x="1163803" y="803810"/>
                  </a:lnTo>
                  <a:lnTo>
                    <a:pt x="1164471" y="778777"/>
                  </a:lnTo>
                  <a:lnTo>
                    <a:pt x="1165139" y="778777"/>
                  </a:lnTo>
                  <a:lnTo>
                    <a:pt x="1165807" y="823279"/>
                  </a:lnTo>
                  <a:lnTo>
                    <a:pt x="1166475" y="834405"/>
                  </a:lnTo>
                  <a:lnTo>
                    <a:pt x="1167143" y="834405"/>
                  </a:lnTo>
                  <a:lnTo>
                    <a:pt x="1167811" y="870562"/>
                  </a:lnTo>
                  <a:lnTo>
                    <a:pt x="1168479" y="903938"/>
                  </a:lnTo>
                  <a:lnTo>
                    <a:pt x="1169147" y="890032"/>
                  </a:lnTo>
                  <a:lnTo>
                    <a:pt x="1169815" y="912282"/>
                  </a:lnTo>
                  <a:lnTo>
                    <a:pt x="1170483" y="945659"/>
                  </a:lnTo>
                  <a:lnTo>
                    <a:pt x="1171151" y="992942"/>
                  </a:lnTo>
                  <a:lnTo>
                    <a:pt x="1171819" y="1132009"/>
                  </a:lnTo>
                  <a:lnTo>
                    <a:pt x="1172487" y="1223794"/>
                  </a:lnTo>
                  <a:lnTo>
                    <a:pt x="1173155" y="1223794"/>
                  </a:lnTo>
                  <a:lnTo>
                    <a:pt x="1173824" y="1221012"/>
                  </a:lnTo>
                  <a:lnTo>
                    <a:pt x="1174492" y="1237700"/>
                  </a:lnTo>
                  <a:lnTo>
                    <a:pt x="1175160" y="1354517"/>
                  </a:lnTo>
                  <a:lnTo>
                    <a:pt x="1175828" y="1340610"/>
                  </a:lnTo>
                  <a:lnTo>
                    <a:pt x="1176496" y="1390675"/>
                  </a:lnTo>
                  <a:lnTo>
                    <a:pt x="1177164" y="1390675"/>
                  </a:lnTo>
                  <a:lnTo>
                    <a:pt x="1177832" y="1390675"/>
                  </a:lnTo>
                  <a:lnTo>
                    <a:pt x="1178500" y="1379549"/>
                  </a:lnTo>
                  <a:lnTo>
                    <a:pt x="1179168" y="1390675"/>
                  </a:lnTo>
                  <a:lnTo>
                    <a:pt x="1179836" y="1390675"/>
                  </a:lnTo>
                  <a:lnTo>
                    <a:pt x="1180504" y="1418488"/>
                  </a:lnTo>
                  <a:lnTo>
                    <a:pt x="1181172" y="1446302"/>
                  </a:lnTo>
                  <a:lnTo>
                    <a:pt x="1181840" y="1435176"/>
                  </a:lnTo>
                  <a:lnTo>
                    <a:pt x="1182508" y="1390675"/>
                  </a:lnTo>
                  <a:lnTo>
                    <a:pt x="1183176" y="1335048"/>
                  </a:lnTo>
                  <a:lnTo>
                    <a:pt x="1183844" y="1326704"/>
                  </a:lnTo>
                  <a:lnTo>
                    <a:pt x="1184512" y="1279421"/>
                  </a:lnTo>
                  <a:lnTo>
                    <a:pt x="1185180" y="1318360"/>
                  </a:lnTo>
                  <a:lnTo>
                    <a:pt x="1185848" y="1304453"/>
                  </a:lnTo>
                  <a:lnTo>
                    <a:pt x="1186516" y="1279421"/>
                  </a:lnTo>
                  <a:lnTo>
                    <a:pt x="1187184" y="1279421"/>
                  </a:lnTo>
                  <a:lnTo>
                    <a:pt x="1187852" y="1279421"/>
                  </a:lnTo>
                  <a:lnTo>
                    <a:pt x="1188520" y="1279421"/>
                  </a:lnTo>
                  <a:lnTo>
                    <a:pt x="1189188" y="1279421"/>
                  </a:lnTo>
                  <a:lnTo>
                    <a:pt x="1189856" y="1279421"/>
                  </a:lnTo>
                  <a:lnTo>
                    <a:pt x="1190524" y="1282202"/>
                  </a:lnTo>
                  <a:lnTo>
                    <a:pt x="1191192" y="1335048"/>
                  </a:lnTo>
                  <a:lnTo>
                    <a:pt x="1191860" y="1340610"/>
                  </a:lnTo>
                  <a:lnTo>
                    <a:pt x="1192528" y="1390675"/>
                  </a:lnTo>
                  <a:lnTo>
                    <a:pt x="1193196" y="1351736"/>
                  </a:lnTo>
                  <a:lnTo>
                    <a:pt x="1193864" y="1307234"/>
                  </a:lnTo>
                  <a:lnTo>
                    <a:pt x="1194532" y="1279421"/>
                  </a:lnTo>
                  <a:lnTo>
                    <a:pt x="1195200" y="1332266"/>
                  </a:lnTo>
                  <a:lnTo>
                    <a:pt x="1195868" y="1335048"/>
                  </a:lnTo>
                  <a:lnTo>
                    <a:pt x="1196536" y="1335048"/>
                  </a:lnTo>
                  <a:lnTo>
                    <a:pt x="1197204" y="1335048"/>
                  </a:lnTo>
                  <a:lnTo>
                    <a:pt x="1197873" y="1312797"/>
                  </a:lnTo>
                  <a:lnTo>
                    <a:pt x="1198541" y="1287765"/>
                  </a:lnTo>
                  <a:lnTo>
                    <a:pt x="1199209" y="1335048"/>
                  </a:lnTo>
                  <a:lnTo>
                    <a:pt x="1199877" y="1387893"/>
                  </a:lnTo>
                  <a:lnTo>
                    <a:pt x="1200545" y="1396237"/>
                  </a:lnTo>
                  <a:lnTo>
                    <a:pt x="1201213" y="1399019"/>
                  </a:lnTo>
                  <a:lnTo>
                    <a:pt x="1201881" y="1390675"/>
                  </a:lnTo>
                  <a:lnTo>
                    <a:pt x="1202549" y="1418488"/>
                  </a:lnTo>
                  <a:lnTo>
                    <a:pt x="1203217" y="1446302"/>
                  </a:lnTo>
                  <a:lnTo>
                    <a:pt x="1203885" y="1446302"/>
                  </a:lnTo>
                  <a:lnTo>
                    <a:pt x="1204553" y="1446302"/>
                  </a:lnTo>
                  <a:lnTo>
                    <a:pt x="1205221" y="1443520"/>
                  </a:lnTo>
                  <a:lnTo>
                    <a:pt x="1205889" y="1390675"/>
                  </a:lnTo>
                  <a:lnTo>
                    <a:pt x="1206557" y="1390675"/>
                  </a:lnTo>
                  <a:lnTo>
                    <a:pt x="1207225" y="1390675"/>
                  </a:lnTo>
                  <a:lnTo>
                    <a:pt x="1207893" y="1390675"/>
                  </a:lnTo>
                  <a:lnTo>
                    <a:pt x="1208561" y="1390675"/>
                  </a:lnTo>
                  <a:lnTo>
                    <a:pt x="1209229" y="1390675"/>
                  </a:lnTo>
                  <a:lnTo>
                    <a:pt x="1209897" y="1379549"/>
                  </a:lnTo>
                  <a:lnTo>
                    <a:pt x="1210565" y="1415707"/>
                  </a:lnTo>
                  <a:lnTo>
                    <a:pt x="1211233" y="1446302"/>
                  </a:lnTo>
                  <a:lnTo>
                    <a:pt x="1211901" y="1446302"/>
                  </a:lnTo>
                  <a:lnTo>
                    <a:pt x="1212569" y="1446302"/>
                  </a:lnTo>
                  <a:lnTo>
                    <a:pt x="1213237" y="1424051"/>
                  </a:lnTo>
                  <a:lnTo>
                    <a:pt x="1213905" y="1390675"/>
                  </a:lnTo>
                  <a:lnTo>
                    <a:pt x="1214573" y="1410144"/>
                  </a:lnTo>
                  <a:lnTo>
                    <a:pt x="1215241" y="1446302"/>
                  </a:lnTo>
                  <a:lnTo>
                    <a:pt x="1215909" y="1446302"/>
                  </a:lnTo>
                  <a:lnTo>
                    <a:pt x="1216577" y="1446302"/>
                  </a:lnTo>
                  <a:lnTo>
                    <a:pt x="1217245" y="1446302"/>
                  </a:lnTo>
                  <a:lnTo>
                    <a:pt x="1217913" y="1490803"/>
                  </a:lnTo>
                  <a:lnTo>
                    <a:pt x="1218581" y="1501929"/>
                  </a:lnTo>
                  <a:lnTo>
                    <a:pt x="1219249" y="1501929"/>
                  </a:lnTo>
                  <a:lnTo>
                    <a:pt x="1219917" y="1476896"/>
                  </a:lnTo>
                  <a:lnTo>
                    <a:pt x="1220585" y="1407363"/>
                  </a:lnTo>
                  <a:lnTo>
                    <a:pt x="1221253" y="1390675"/>
                  </a:lnTo>
                  <a:lnTo>
                    <a:pt x="1221921" y="1390675"/>
                  </a:lnTo>
                  <a:lnTo>
                    <a:pt x="1222590" y="1446302"/>
                  </a:lnTo>
                  <a:lnTo>
                    <a:pt x="1223258" y="1446302"/>
                  </a:lnTo>
                  <a:lnTo>
                    <a:pt x="1223926" y="1446302"/>
                  </a:lnTo>
                  <a:lnTo>
                    <a:pt x="1224594" y="1446302"/>
                  </a:lnTo>
                  <a:lnTo>
                    <a:pt x="1225262" y="1446302"/>
                  </a:lnTo>
                  <a:lnTo>
                    <a:pt x="1225930" y="1432395"/>
                  </a:lnTo>
                  <a:lnTo>
                    <a:pt x="1226598" y="1424051"/>
                  </a:lnTo>
                  <a:lnTo>
                    <a:pt x="1227266" y="1346173"/>
                  </a:lnTo>
                  <a:lnTo>
                    <a:pt x="1227934" y="1335048"/>
                  </a:lnTo>
                  <a:lnTo>
                    <a:pt x="1228602" y="1323922"/>
                  </a:lnTo>
                  <a:lnTo>
                    <a:pt x="1229270" y="1279421"/>
                  </a:lnTo>
                  <a:lnTo>
                    <a:pt x="1229938" y="1298890"/>
                  </a:lnTo>
                  <a:lnTo>
                    <a:pt x="1230606" y="1307234"/>
                  </a:lnTo>
                  <a:lnTo>
                    <a:pt x="1231274" y="1279421"/>
                  </a:lnTo>
                  <a:lnTo>
                    <a:pt x="1231942" y="1265514"/>
                  </a:lnTo>
                  <a:lnTo>
                    <a:pt x="1232610" y="1170948"/>
                  </a:lnTo>
                  <a:lnTo>
                    <a:pt x="1233278" y="1109758"/>
                  </a:lnTo>
                  <a:lnTo>
                    <a:pt x="1233946" y="1056912"/>
                  </a:lnTo>
                  <a:lnTo>
                    <a:pt x="1234614" y="1054131"/>
                  </a:lnTo>
                  <a:lnTo>
                    <a:pt x="1235282" y="1001286"/>
                  </a:lnTo>
                  <a:lnTo>
                    <a:pt x="1235950" y="962347"/>
                  </a:lnTo>
                  <a:lnTo>
                    <a:pt x="1236618" y="951221"/>
                  </a:lnTo>
                  <a:lnTo>
                    <a:pt x="1237286" y="981816"/>
                  </a:lnTo>
                  <a:lnTo>
                    <a:pt x="1237954" y="1001286"/>
                  </a:lnTo>
                  <a:lnTo>
                    <a:pt x="1238622" y="1001286"/>
                  </a:lnTo>
                  <a:lnTo>
                    <a:pt x="1239290" y="1001286"/>
                  </a:lnTo>
                  <a:lnTo>
                    <a:pt x="1239958" y="1001286"/>
                  </a:lnTo>
                  <a:lnTo>
                    <a:pt x="1240626" y="1001286"/>
                  </a:lnTo>
                  <a:lnTo>
                    <a:pt x="1241294" y="1001286"/>
                  </a:lnTo>
                  <a:lnTo>
                    <a:pt x="1241962" y="1001286"/>
                  </a:lnTo>
                  <a:lnTo>
                    <a:pt x="1242630" y="1012411"/>
                  </a:lnTo>
                  <a:lnTo>
                    <a:pt x="1243298" y="1040224"/>
                  </a:lnTo>
                  <a:lnTo>
                    <a:pt x="1243966" y="1098633"/>
                  </a:lnTo>
                  <a:lnTo>
                    <a:pt x="1244634" y="1112540"/>
                  </a:lnTo>
                  <a:lnTo>
                    <a:pt x="1245302" y="1120884"/>
                  </a:lnTo>
                  <a:lnTo>
                    <a:pt x="1245970" y="1151478"/>
                  </a:lnTo>
                  <a:lnTo>
                    <a:pt x="1246638" y="1056912"/>
                  </a:lnTo>
                  <a:lnTo>
                    <a:pt x="1247307" y="1081945"/>
                  </a:lnTo>
                  <a:lnTo>
                    <a:pt x="1247975" y="1112540"/>
                  </a:lnTo>
                  <a:lnTo>
                    <a:pt x="1248643" y="1123665"/>
                  </a:lnTo>
                  <a:lnTo>
                    <a:pt x="1249311" y="1215449"/>
                  </a:lnTo>
                  <a:lnTo>
                    <a:pt x="1249979" y="1279421"/>
                  </a:lnTo>
                  <a:lnTo>
                    <a:pt x="1250647" y="1335048"/>
                  </a:lnTo>
                  <a:lnTo>
                    <a:pt x="1251315" y="1335048"/>
                  </a:lnTo>
                  <a:lnTo>
                    <a:pt x="1251983" y="1390675"/>
                  </a:lnTo>
                  <a:lnTo>
                    <a:pt x="1252651" y="1426832"/>
                  </a:lnTo>
                  <a:lnTo>
                    <a:pt x="1253319" y="1418488"/>
                  </a:lnTo>
                  <a:lnTo>
                    <a:pt x="1253987" y="1446302"/>
                  </a:lnTo>
                  <a:lnTo>
                    <a:pt x="1254655" y="1446302"/>
                  </a:lnTo>
                  <a:lnTo>
                    <a:pt x="1255323" y="1446302"/>
                  </a:lnTo>
                  <a:lnTo>
                    <a:pt x="1255991" y="1429613"/>
                  </a:lnTo>
                  <a:lnTo>
                    <a:pt x="1256659" y="1390675"/>
                  </a:lnTo>
                  <a:lnTo>
                    <a:pt x="1257327" y="1390675"/>
                  </a:lnTo>
                  <a:lnTo>
                    <a:pt x="1257995" y="1390675"/>
                  </a:lnTo>
                  <a:lnTo>
                    <a:pt x="1258663" y="1340610"/>
                  </a:lnTo>
                  <a:lnTo>
                    <a:pt x="1259331" y="1335048"/>
                  </a:lnTo>
                  <a:lnTo>
                    <a:pt x="1259999" y="1357298"/>
                  </a:lnTo>
                  <a:lnTo>
                    <a:pt x="1260667" y="1390675"/>
                  </a:lnTo>
                  <a:lnTo>
                    <a:pt x="1261335" y="1390675"/>
                  </a:lnTo>
                  <a:lnTo>
                    <a:pt x="1262003" y="1385112"/>
                  </a:lnTo>
                  <a:lnTo>
                    <a:pt x="1262671" y="1310015"/>
                  </a:lnTo>
                  <a:lnTo>
                    <a:pt x="1263339" y="1387893"/>
                  </a:lnTo>
                  <a:lnTo>
                    <a:pt x="1264007" y="1360080"/>
                  </a:lnTo>
                  <a:lnTo>
                    <a:pt x="1264675" y="1335048"/>
                  </a:lnTo>
                  <a:lnTo>
                    <a:pt x="1265343" y="1335048"/>
                  </a:lnTo>
                  <a:lnTo>
                    <a:pt x="1266011" y="1335048"/>
                  </a:lnTo>
                  <a:lnTo>
                    <a:pt x="1266679" y="1335048"/>
                  </a:lnTo>
                  <a:lnTo>
                    <a:pt x="1267347" y="1335048"/>
                  </a:lnTo>
                  <a:lnTo>
                    <a:pt x="1268015" y="1335048"/>
                  </a:lnTo>
                  <a:lnTo>
                    <a:pt x="1268683" y="1335048"/>
                  </a:lnTo>
                  <a:lnTo>
                    <a:pt x="1269351" y="1335048"/>
                  </a:lnTo>
                  <a:lnTo>
                    <a:pt x="1270019" y="1373986"/>
                  </a:lnTo>
                  <a:lnTo>
                    <a:pt x="1270687" y="1390675"/>
                  </a:lnTo>
                  <a:lnTo>
                    <a:pt x="1271355" y="1390675"/>
                  </a:lnTo>
                  <a:lnTo>
                    <a:pt x="1272024" y="1323922"/>
                  </a:lnTo>
                  <a:lnTo>
                    <a:pt x="1272692" y="1293327"/>
                  </a:lnTo>
                  <a:lnTo>
                    <a:pt x="1273360" y="1284983"/>
                  </a:lnTo>
                  <a:lnTo>
                    <a:pt x="1274028" y="1279421"/>
                  </a:lnTo>
                  <a:lnTo>
                    <a:pt x="1274696" y="1265514"/>
                  </a:lnTo>
                  <a:lnTo>
                    <a:pt x="1275364" y="1271077"/>
                  </a:lnTo>
                  <a:lnTo>
                    <a:pt x="1276032" y="1279421"/>
                  </a:lnTo>
                  <a:lnTo>
                    <a:pt x="1276700" y="1279421"/>
                  </a:lnTo>
                  <a:lnTo>
                    <a:pt x="1277368" y="1279421"/>
                  </a:lnTo>
                  <a:lnTo>
                    <a:pt x="1278036" y="1279421"/>
                  </a:lnTo>
                  <a:lnTo>
                    <a:pt x="1278704" y="1282202"/>
                  </a:lnTo>
                  <a:lnTo>
                    <a:pt x="1279372" y="1371205"/>
                  </a:lnTo>
                  <a:lnTo>
                    <a:pt x="1280040" y="1390675"/>
                  </a:lnTo>
                  <a:lnTo>
                    <a:pt x="1280708" y="1418488"/>
                  </a:lnTo>
                  <a:lnTo>
                    <a:pt x="1281376" y="1446302"/>
                  </a:lnTo>
                  <a:lnTo>
                    <a:pt x="1282044" y="1446302"/>
                  </a:lnTo>
                  <a:lnTo>
                    <a:pt x="1282712" y="1401800"/>
                  </a:lnTo>
                  <a:lnTo>
                    <a:pt x="1283380" y="1335048"/>
                  </a:lnTo>
                  <a:lnTo>
                    <a:pt x="1284048" y="1335048"/>
                  </a:lnTo>
                  <a:lnTo>
                    <a:pt x="1284716" y="1326704"/>
                  </a:lnTo>
                  <a:lnTo>
                    <a:pt x="1285384" y="1240482"/>
                  </a:lnTo>
                  <a:lnTo>
                    <a:pt x="1286052" y="1223794"/>
                  </a:lnTo>
                  <a:lnTo>
                    <a:pt x="1286720" y="1218231"/>
                  </a:lnTo>
                  <a:lnTo>
                    <a:pt x="1287388" y="1168166"/>
                  </a:lnTo>
                  <a:lnTo>
                    <a:pt x="1288056" y="1168166"/>
                  </a:lnTo>
                  <a:lnTo>
                    <a:pt x="1288724" y="1190417"/>
                  </a:lnTo>
                  <a:lnTo>
                    <a:pt x="1289392" y="1223794"/>
                  </a:lnTo>
                  <a:lnTo>
                    <a:pt x="1290060" y="1248826"/>
                  </a:lnTo>
                  <a:lnTo>
                    <a:pt x="1290728" y="1223794"/>
                  </a:lnTo>
                  <a:lnTo>
                    <a:pt x="1291396" y="1187636"/>
                  </a:lnTo>
                  <a:lnTo>
                    <a:pt x="1292064" y="1201543"/>
                  </a:lnTo>
                  <a:lnTo>
                    <a:pt x="1292732" y="1168166"/>
                  </a:lnTo>
                  <a:lnTo>
                    <a:pt x="1293400" y="1168166"/>
                  </a:lnTo>
                  <a:lnTo>
                    <a:pt x="1294068" y="1168166"/>
                  </a:lnTo>
                  <a:lnTo>
                    <a:pt x="1294736" y="1168166"/>
                  </a:lnTo>
                  <a:lnTo>
                    <a:pt x="1295404" y="1168166"/>
                  </a:lnTo>
                  <a:lnTo>
                    <a:pt x="1296073" y="1168166"/>
                  </a:lnTo>
                  <a:lnTo>
                    <a:pt x="1296741" y="1168166"/>
                  </a:lnTo>
                  <a:lnTo>
                    <a:pt x="1297409" y="1168166"/>
                  </a:lnTo>
                  <a:lnTo>
                    <a:pt x="1298077" y="1168166"/>
                  </a:lnTo>
                  <a:lnTo>
                    <a:pt x="1298745" y="1168166"/>
                  </a:lnTo>
                  <a:lnTo>
                    <a:pt x="1299413" y="1207105"/>
                  </a:lnTo>
                  <a:lnTo>
                    <a:pt x="1300081" y="1279421"/>
                  </a:lnTo>
                  <a:lnTo>
                    <a:pt x="1300749" y="1273858"/>
                  </a:lnTo>
                  <a:lnTo>
                    <a:pt x="1301417" y="1229356"/>
                  </a:lnTo>
                  <a:lnTo>
                    <a:pt x="1302085" y="1315578"/>
                  </a:lnTo>
                  <a:lnTo>
                    <a:pt x="1302753" y="1335048"/>
                  </a:lnTo>
                  <a:lnTo>
                    <a:pt x="1303421" y="1337829"/>
                  </a:lnTo>
                  <a:lnTo>
                    <a:pt x="1304089" y="1390675"/>
                  </a:lnTo>
                  <a:lnTo>
                    <a:pt x="1304757" y="1390675"/>
                  </a:lnTo>
                  <a:lnTo>
                    <a:pt x="1305425" y="1426832"/>
                  </a:lnTo>
                  <a:lnTo>
                    <a:pt x="1306093" y="1446302"/>
                  </a:lnTo>
                  <a:lnTo>
                    <a:pt x="1306761" y="1465771"/>
                  </a:lnTo>
                  <a:lnTo>
                    <a:pt x="1307429" y="1501929"/>
                  </a:lnTo>
                  <a:lnTo>
                    <a:pt x="1308097" y="1546430"/>
                  </a:lnTo>
                  <a:lnTo>
                    <a:pt x="1308765" y="1577025"/>
                  </a:lnTo>
                  <a:lnTo>
                    <a:pt x="1309433" y="1613183"/>
                  </a:lnTo>
                  <a:lnTo>
                    <a:pt x="1310101" y="1582588"/>
                  </a:lnTo>
                  <a:lnTo>
                    <a:pt x="1310769" y="1557556"/>
                  </a:lnTo>
                  <a:lnTo>
                    <a:pt x="1311437" y="1557556"/>
                  </a:lnTo>
                  <a:lnTo>
                    <a:pt x="1312105" y="1557556"/>
                  </a:lnTo>
                  <a:lnTo>
                    <a:pt x="1312773" y="1557556"/>
                  </a:lnTo>
                  <a:lnTo>
                    <a:pt x="1313441" y="1515835"/>
                  </a:lnTo>
                  <a:lnTo>
                    <a:pt x="1314109" y="1501929"/>
                  </a:lnTo>
                  <a:lnTo>
                    <a:pt x="1314777" y="1501929"/>
                  </a:lnTo>
                  <a:lnTo>
                    <a:pt x="1315445" y="1501929"/>
                  </a:lnTo>
                  <a:lnTo>
                    <a:pt x="1316113" y="1501929"/>
                  </a:lnTo>
                  <a:lnTo>
                    <a:pt x="1316781" y="1501929"/>
                  </a:lnTo>
                  <a:lnTo>
                    <a:pt x="1317449" y="1504710"/>
                  </a:lnTo>
                  <a:lnTo>
                    <a:pt x="1318117" y="1513054"/>
                  </a:lnTo>
                  <a:lnTo>
                    <a:pt x="1318785" y="1501929"/>
                  </a:lnTo>
                  <a:lnTo>
                    <a:pt x="1319453" y="1501929"/>
                  </a:lnTo>
                  <a:lnTo>
                    <a:pt x="1320121" y="1501929"/>
                  </a:lnTo>
                  <a:lnTo>
                    <a:pt x="1320790" y="1426832"/>
                  </a:lnTo>
                  <a:lnTo>
                    <a:pt x="1321458" y="1348954"/>
                  </a:lnTo>
                  <a:lnTo>
                    <a:pt x="1322126" y="1296109"/>
                  </a:lnTo>
                  <a:lnTo>
                    <a:pt x="1322794" y="1240482"/>
                  </a:lnTo>
                  <a:lnTo>
                    <a:pt x="1323462" y="1190417"/>
                  </a:lnTo>
                  <a:lnTo>
                    <a:pt x="1324130" y="1148697"/>
                  </a:lnTo>
                  <a:lnTo>
                    <a:pt x="1324798" y="1101414"/>
                  </a:lnTo>
                  <a:lnTo>
                    <a:pt x="1325466" y="1056912"/>
                  </a:lnTo>
                  <a:lnTo>
                    <a:pt x="1326134" y="1056912"/>
                  </a:lnTo>
                  <a:lnTo>
                    <a:pt x="1326802" y="1084726"/>
                  </a:lnTo>
                  <a:lnTo>
                    <a:pt x="1327470" y="1112540"/>
                  </a:lnTo>
                  <a:lnTo>
                    <a:pt x="1328138" y="1079163"/>
                  </a:lnTo>
                  <a:lnTo>
                    <a:pt x="1328806" y="1029099"/>
                  </a:lnTo>
                  <a:lnTo>
                    <a:pt x="1329474" y="1001286"/>
                  </a:lnTo>
                  <a:lnTo>
                    <a:pt x="1330142" y="1040224"/>
                  </a:lnTo>
                  <a:lnTo>
                    <a:pt x="1330810" y="1056912"/>
                  </a:lnTo>
                  <a:lnTo>
                    <a:pt x="1331478" y="1056912"/>
                  </a:lnTo>
                  <a:lnTo>
                    <a:pt x="1332146" y="1037443"/>
                  </a:lnTo>
                  <a:lnTo>
                    <a:pt x="1332814" y="1001286"/>
                  </a:lnTo>
                  <a:lnTo>
                    <a:pt x="1333482" y="1001286"/>
                  </a:lnTo>
                  <a:lnTo>
                    <a:pt x="1334150" y="1001286"/>
                  </a:lnTo>
                  <a:lnTo>
                    <a:pt x="1334818" y="1043006"/>
                  </a:lnTo>
                  <a:lnTo>
                    <a:pt x="1335486" y="1040224"/>
                  </a:lnTo>
                  <a:lnTo>
                    <a:pt x="1336154" y="998504"/>
                  </a:lnTo>
                  <a:lnTo>
                    <a:pt x="1336822" y="934533"/>
                  </a:lnTo>
                  <a:lnTo>
                    <a:pt x="1337490" y="959565"/>
                  </a:lnTo>
                  <a:lnTo>
                    <a:pt x="1338158" y="1040224"/>
                  </a:lnTo>
                  <a:lnTo>
                    <a:pt x="1338826" y="1093070"/>
                  </a:lnTo>
                  <a:lnTo>
                    <a:pt x="1339494" y="1101414"/>
                  </a:lnTo>
                  <a:lnTo>
                    <a:pt x="1340162" y="1143134"/>
                  </a:lnTo>
                  <a:lnTo>
                    <a:pt x="1340830" y="1184855"/>
                  </a:lnTo>
                  <a:lnTo>
                    <a:pt x="1341498" y="1232138"/>
                  </a:lnTo>
                  <a:lnTo>
                    <a:pt x="1342166" y="1279421"/>
                  </a:lnTo>
                  <a:lnTo>
                    <a:pt x="1342834" y="1279421"/>
                  </a:lnTo>
                  <a:lnTo>
                    <a:pt x="1343502" y="1271077"/>
                  </a:lnTo>
                  <a:lnTo>
                    <a:pt x="1344170" y="1223794"/>
                  </a:lnTo>
                  <a:lnTo>
                    <a:pt x="1344838" y="1198761"/>
                  </a:lnTo>
                  <a:lnTo>
                    <a:pt x="1345507" y="1248826"/>
                  </a:lnTo>
                  <a:lnTo>
                    <a:pt x="1346175" y="1279421"/>
                  </a:lnTo>
                  <a:lnTo>
                    <a:pt x="1346843" y="1234919"/>
                  </a:lnTo>
                  <a:lnTo>
                    <a:pt x="1347511" y="1223794"/>
                  </a:lnTo>
                  <a:lnTo>
                    <a:pt x="1348179" y="1223794"/>
                  </a:lnTo>
                  <a:lnTo>
                    <a:pt x="1348847" y="1240482"/>
                  </a:lnTo>
                  <a:lnTo>
                    <a:pt x="1349515" y="1257170"/>
                  </a:lnTo>
                  <a:lnTo>
                    <a:pt x="1350183" y="1190417"/>
                  </a:lnTo>
                  <a:lnTo>
                    <a:pt x="1350851" y="1168166"/>
                  </a:lnTo>
                  <a:lnTo>
                    <a:pt x="1351519" y="1165385"/>
                  </a:lnTo>
                  <a:lnTo>
                    <a:pt x="1352187" y="1126446"/>
                  </a:lnTo>
                  <a:lnTo>
                    <a:pt x="1352855" y="1168166"/>
                  </a:lnTo>
                  <a:lnTo>
                    <a:pt x="1353523" y="1232138"/>
                  </a:lnTo>
                  <a:lnTo>
                    <a:pt x="1354191" y="1279421"/>
                  </a:lnTo>
                  <a:lnTo>
                    <a:pt x="1354859" y="1234919"/>
                  </a:lnTo>
                  <a:lnTo>
                    <a:pt x="1355527" y="1198761"/>
                  </a:lnTo>
                  <a:lnTo>
                    <a:pt x="1356195" y="1212668"/>
                  </a:lnTo>
                  <a:lnTo>
                    <a:pt x="1356863" y="1223794"/>
                  </a:lnTo>
                  <a:lnTo>
                    <a:pt x="1357531" y="1223794"/>
                  </a:lnTo>
                  <a:lnTo>
                    <a:pt x="1358199" y="1223794"/>
                  </a:lnTo>
                  <a:lnTo>
                    <a:pt x="1358867" y="1223794"/>
                  </a:lnTo>
                  <a:lnTo>
                    <a:pt x="1359535" y="1223794"/>
                  </a:lnTo>
                  <a:lnTo>
                    <a:pt x="1360203" y="1229356"/>
                  </a:lnTo>
                  <a:lnTo>
                    <a:pt x="1360871" y="1265514"/>
                  </a:lnTo>
                  <a:lnTo>
                    <a:pt x="1361539" y="1276639"/>
                  </a:lnTo>
                  <a:lnTo>
                    <a:pt x="1362207" y="1279421"/>
                  </a:lnTo>
                  <a:lnTo>
                    <a:pt x="1362875" y="1279421"/>
                  </a:lnTo>
                  <a:lnTo>
                    <a:pt x="1363543" y="1321141"/>
                  </a:lnTo>
                  <a:lnTo>
                    <a:pt x="1364211" y="1335048"/>
                  </a:lnTo>
                  <a:lnTo>
                    <a:pt x="1364879" y="1335048"/>
                  </a:lnTo>
                  <a:lnTo>
                    <a:pt x="1365547" y="1335048"/>
                  </a:lnTo>
                  <a:lnTo>
                    <a:pt x="1366215" y="1354517"/>
                  </a:lnTo>
                  <a:lnTo>
                    <a:pt x="1366883" y="1401800"/>
                  </a:lnTo>
                  <a:lnTo>
                    <a:pt x="1367551" y="1390675"/>
                  </a:lnTo>
                  <a:lnTo>
                    <a:pt x="1368219" y="1360080"/>
                  </a:lnTo>
                  <a:lnTo>
                    <a:pt x="1368887" y="1296109"/>
                  </a:lnTo>
                  <a:lnTo>
                    <a:pt x="1369556" y="1279421"/>
                  </a:lnTo>
                  <a:lnTo>
                    <a:pt x="1370224" y="1279421"/>
                  </a:lnTo>
                  <a:lnTo>
                    <a:pt x="1370892" y="1279421"/>
                  </a:lnTo>
                  <a:lnTo>
                    <a:pt x="1371560" y="1321141"/>
                  </a:lnTo>
                  <a:lnTo>
                    <a:pt x="1372228" y="1357298"/>
                  </a:lnTo>
                  <a:lnTo>
                    <a:pt x="1372896" y="1390675"/>
                  </a:lnTo>
                  <a:lnTo>
                    <a:pt x="1373564" y="1360080"/>
                  </a:lnTo>
                  <a:lnTo>
                    <a:pt x="1374232" y="1335048"/>
                  </a:lnTo>
                  <a:lnTo>
                    <a:pt x="1374900" y="1335048"/>
                  </a:lnTo>
                  <a:lnTo>
                    <a:pt x="1375568" y="1335048"/>
                  </a:lnTo>
                  <a:lnTo>
                    <a:pt x="1376236" y="1335048"/>
                  </a:lnTo>
                  <a:lnTo>
                    <a:pt x="1376904" y="1335048"/>
                  </a:lnTo>
                  <a:lnTo>
                    <a:pt x="1377572" y="1346173"/>
                  </a:lnTo>
                  <a:lnTo>
                    <a:pt x="1378240" y="1390675"/>
                  </a:lnTo>
                  <a:lnTo>
                    <a:pt x="1378908" y="1390675"/>
                  </a:lnTo>
                  <a:lnTo>
                    <a:pt x="1379576" y="1390675"/>
                  </a:lnTo>
                  <a:lnTo>
                    <a:pt x="1380244" y="1368424"/>
                  </a:lnTo>
                  <a:lnTo>
                    <a:pt x="1380912" y="1335048"/>
                  </a:lnTo>
                  <a:lnTo>
                    <a:pt x="1381580" y="1335048"/>
                  </a:lnTo>
                  <a:lnTo>
                    <a:pt x="1382248" y="1335048"/>
                  </a:lnTo>
                  <a:lnTo>
                    <a:pt x="1382916" y="1321141"/>
                  </a:lnTo>
                  <a:lnTo>
                    <a:pt x="1383584" y="1262732"/>
                  </a:lnTo>
                  <a:lnTo>
                    <a:pt x="1384252" y="1279421"/>
                  </a:lnTo>
                  <a:lnTo>
                    <a:pt x="1384920" y="1307234"/>
                  </a:lnTo>
                  <a:lnTo>
                    <a:pt x="1385588" y="1424051"/>
                  </a:lnTo>
                  <a:lnTo>
                    <a:pt x="1386256" y="1446302"/>
                  </a:lnTo>
                  <a:lnTo>
                    <a:pt x="1386924" y="1446302"/>
                  </a:lnTo>
                  <a:lnTo>
                    <a:pt x="1387592" y="1446302"/>
                  </a:lnTo>
                  <a:lnTo>
                    <a:pt x="1388260" y="1446302"/>
                  </a:lnTo>
                  <a:lnTo>
                    <a:pt x="1388928" y="1446302"/>
                  </a:lnTo>
                  <a:lnTo>
                    <a:pt x="1389596" y="1446302"/>
                  </a:lnTo>
                  <a:lnTo>
                    <a:pt x="1390264" y="1435176"/>
                  </a:lnTo>
                  <a:lnTo>
                    <a:pt x="1390932" y="1446302"/>
                  </a:lnTo>
                  <a:lnTo>
                    <a:pt x="1391600" y="1446302"/>
                  </a:lnTo>
                  <a:lnTo>
                    <a:pt x="1392268" y="1446302"/>
                  </a:lnTo>
                  <a:lnTo>
                    <a:pt x="1392936" y="1396237"/>
                  </a:lnTo>
                  <a:lnTo>
                    <a:pt x="1393604" y="1390675"/>
                  </a:lnTo>
                  <a:lnTo>
                    <a:pt x="1394273" y="1379549"/>
                  </a:lnTo>
                  <a:lnTo>
                    <a:pt x="1394941" y="1335048"/>
                  </a:lnTo>
                  <a:lnTo>
                    <a:pt x="1395609" y="1301671"/>
                  </a:lnTo>
                  <a:lnTo>
                    <a:pt x="1396277" y="1279421"/>
                  </a:lnTo>
                  <a:lnTo>
                    <a:pt x="1396945" y="1223793"/>
                  </a:lnTo>
                  <a:lnTo>
                    <a:pt x="1397613" y="1223794"/>
                  </a:lnTo>
                  <a:lnTo>
                    <a:pt x="1398281" y="1095851"/>
                  </a:lnTo>
                  <a:lnTo>
                    <a:pt x="1398949" y="1001286"/>
                  </a:lnTo>
                  <a:lnTo>
                    <a:pt x="1399617" y="1012411"/>
                  </a:lnTo>
                  <a:lnTo>
                    <a:pt x="1400285" y="1087507"/>
                  </a:lnTo>
                  <a:lnTo>
                    <a:pt x="1400953" y="1098633"/>
                  </a:lnTo>
                  <a:lnTo>
                    <a:pt x="1401621" y="1023536"/>
                  </a:lnTo>
                  <a:lnTo>
                    <a:pt x="1402289" y="892813"/>
                  </a:lnTo>
                  <a:lnTo>
                    <a:pt x="1402957" y="792684"/>
                  </a:lnTo>
                  <a:lnTo>
                    <a:pt x="1403625" y="778777"/>
                  </a:lnTo>
                  <a:lnTo>
                    <a:pt x="1404293" y="778777"/>
                  </a:lnTo>
                  <a:lnTo>
                    <a:pt x="1404961" y="703681"/>
                  </a:lnTo>
                  <a:lnTo>
                    <a:pt x="1405629" y="623022"/>
                  </a:lnTo>
                  <a:lnTo>
                    <a:pt x="1406297" y="600771"/>
                  </a:lnTo>
                  <a:lnTo>
                    <a:pt x="1406965" y="536800"/>
                  </a:lnTo>
                  <a:lnTo>
                    <a:pt x="1407633" y="508987"/>
                  </a:lnTo>
                  <a:lnTo>
                    <a:pt x="1408301" y="489517"/>
                  </a:lnTo>
                  <a:lnTo>
                    <a:pt x="1408969" y="445015"/>
                  </a:lnTo>
                  <a:lnTo>
                    <a:pt x="1409637" y="475610"/>
                  </a:lnTo>
                  <a:lnTo>
                    <a:pt x="1410305" y="445015"/>
                  </a:lnTo>
                  <a:lnTo>
                    <a:pt x="1410973" y="453359"/>
                  </a:lnTo>
                  <a:lnTo>
                    <a:pt x="1411641" y="456141"/>
                  </a:lnTo>
                  <a:lnTo>
                    <a:pt x="1412309" y="475610"/>
                  </a:lnTo>
                  <a:lnTo>
                    <a:pt x="1412977" y="500643"/>
                  </a:lnTo>
                  <a:lnTo>
                    <a:pt x="1413645" y="570177"/>
                  </a:lnTo>
                  <a:lnTo>
                    <a:pt x="1414313" y="611897"/>
                  </a:lnTo>
                  <a:lnTo>
                    <a:pt x="1414981" y="728713"/>
                  </a:lnTo>
                  <a:lnTo>
                    <a:pt x="1415649" y="834405"/>
                  </a:lnTo>
                  <a:lnTo>
                    <a:pt x="1416317" y="834405"/>
                  </a:lnTo>
                  <a:lnTo>
                    <a:pt x="1416985" y="834405"/>
                  </a:lnTo>
                  <a:lnTo>
                    <a:pt x="1417653" y="781559"/>
                  </a:lnTo>
                  <a:lnTo>
                    <a:pt x="1418321" y="809372"/>
                  </a:lnTo>
                  <a:lnTo>
                    <a:pt x="1418990" y="934533"/>
                  </a:lnTo>
                  <a:lnTo>
                    <a:pt x="1419658" y="1009630"/>
                  </a:lnTo>
                  <a:lnTo>
                    <a:pt x="1420326" y="1001286"/>
                  </a:lnTo>
                  <a:lnTo>
                    <a:pt x="1420994" y="1001286"/>
                  </a:lnTo>
                  <a:lnTo>
                    <a:pt x="1421662" y="1070819"/>
                  </a:lnTo>
                  <a:lnTo>
                    <a:pt x="1422330" y="1106977"/>
                  </a:lnTo>
                  <a:lnTo>
                    <a:pt x="1422998" y="1120884"/>
                  </a:lnTo>
                  <a:lnTo>
                    <a:pt x="1423666" y="1221012"/>
                  </a:lnTo>
                  <a:lnTo>
                    <a:pt x="1424334" y="1268295"/>
                  </a:lnTo>
                  <a:lnTo>
                    <a:pt x="1425002" y="1287765"/>
                  </a:lnTo>
                  <a:lnTo>
                    <a:pt x="1425670" y="1335048"/>
                  </a:lnTo>
                  <a:lnTo>
                    <a:pt x="1426338" y="1321141"/>
                  </a:lnTo>
                  <a:lnTo>
                    <a:pt x="1427006" y="1335048"/>
                  </a:lnTo>
                  <a:lnTo>
                    <a:pt x="1427674" y="1335048"/>
                  </a:lnTo>
                  <a:lnTo>
                    <a:pt x="1428342" y="1376768"/>
                  </a:lnTo>
                  <a:lnTo>
                    <a:pt x="1429010" y="1390675"/>
                  </a:lnTo>
                  <a:lnTo>
                    <a:pt x="1429678" y="1390675"/>
                  </a:lnTo>
                  <a:lnTo>
                    <a:pt x="1430346" y="1382331"/>
                  </a:lnTo>
                  <a:lnTo>
                    <a:pt x="1431014" y="1251607"/>
                  </a:lnTo>
                  <a:lnTo>
                    <a:pt x="1431682" y="1223794"/>
                  </a:lnTo>
                  <a:lnTo>
                    <a:pt x="1432350" y="1223794"/>
                  </a:lnTo>
                  <a:lnTo>
                    <a:pt x="1433018" y="1223794"/>
                  </a:lnTo>
                  <a:lnTo>
                    <a:pt x="1433686" y="1223794"/>
                  </a:lnTo>
                  <a:lnTo>
                    <a:pt x="1434354" y="1282202"/>
                  </a:lnTo>
                  <a:lnTo>
                    <a:pt x="1435022" y="1335048"/>
                  </a:lnTo>
                  <a:lnTo>
                    <a:pt x="1435690" y="1335048"/>
                  </a:lnTo>
                  <a:lnTo>
                    <a:pt x="1436358" y="1362861"/>
                  </a:lnTo>
                  <a:lnTo>
                    <a:pt x="1437026" y="1390675"/>
                  </a:lnTo>
                  <a:lnTo>
                    <a:pt x="1437694" y="1390675"/>
                  </a:lnTo>
                  <a:lnTo>
                    <a:pt x="1438362" y="1390675"/>
                  </a:lnTo>
                  <a:lnTo>
                    <a:pt x="1439030" y="1435176"/>
                  </a:lnTo>
                  <a:lnTo>
                    <a:pt x="1439698" y="1429613"/>
                  </a:lnTo>
                  <a:lnTo>
                    <a:pt x="1440366" y="1390675"/>
                  </a:lnTo>
                  <a:lnTo>
                    <a:pt x="1441034" y="1390675"/>
                  </a:lnTo>
                  <a:lnTo>
                    <a:pt x="1441702" y="1390675"/>
                  </a:lnTo>
                  <a:lnTo>
                    <a:pt x="1442370" y="1387893"/>
                  </a:lnTo>
                  <a:lnTo>
                    <a:pt x="1443038" y="1343392"/>
                  </a:lnTo>
                  <a:lnTo>
                    <a:pt x="1443707" y="1293327"/>
                  </a:lnTo>
                  <a:lnTo>
                    <a:pt x="1444375" y="1279421"/>
                  </a:lnTo>
                  <a:lnTo>
                    <a:pt x="1445043" y="1279421"/>
                  </a:lnTo>
                  <a:lnTo>
                    <a:pt x="1445711" y="1279421"/>
                  </a:lnTo>
                  <a:lnTo>
                    <a:pt x="1446379" y="1279421"/>
                  </a:lnTo>
                  <a:lnTo>
                    <a:pt x="1447047" y="1234919"/>
                  </a:lnTo>
                  <a:lnTo>
                    <a:pt x="1447715" y="1310015"/>
                  </a:lnTo>
                  <a:lnTo>
                    <a:pt x="1448383" y="1279421"/>
                  </a:lnTo>
                  <a:lnTo>
                    <a:pt x="1449051" y="1237700"/>
                  </a:lnTo>
                  <a:lnTo>
                    <a:pt x="1449719" y="1179292"/>
                  </a:lnTo>
                  <a:lnTo>
                    <a:pt x="1450387" y="1168166"/>
                  </a:lnTo>
                  <a:lnTo>
                    <a:pt x="1451055" y="1151478"/>
                  </a:lnTo>
                  <a:lnTo>
                    <a:pt x="1451723" y="1112540"/>
                  </a:lnTo>
                  <a:lnTo>
                    <a:pt x="1452391" y="1112540"/>
                  </a:lnTo>
                  <a:lnTo>
                    <a:pt x="1453059" y="1112540"/>
                  </a:lnTo>
                  <a:lnTo>
                    <a:pt x="1453727" y="1112540"/>
                  </a:lnTo>
                  <a:lnTo>
                    <a:pt x="1454395" y="1059694"/>
                  </a:lnTo>
                  <a:lnTo>
                    <a:pt x="1455063" y="1056912"/>
                  </a:lnTo>
                  <a:lnTo>
                    <a:pt x="1455731" y="1056912"/>
                  </a:lnTo>
                  <a:lnTo>
                    <a:pt x="1456399" y="1034662"/>
                  </a:lnTo>
                  <a:lnTo>
                    <a:pt x="1457067" y="1056912"/>
                  </a:lnTo>
                  <a:lnTo>
                    <a:pt x="1457735" y="1056912"/>
                  </a:lnTo>
                  <a:lnTo>
                    <a:pt x="1458403" y="1056912"/>
                  </a:lnTo>
                  <a:lnTo>
                    <a:pt x="1459071" y="1056912"/>
                  </a:lnTo>
                  <a:lnTo>
                    <a:pt x="1459739" y="1098633"/>
                  </a:lnTo>
                  <a:lnTo>
                    <a:pt x="1460407" y="1101414"/>
                  </a:lnTo>
                  <a:lnTo>
                    <a:pt x="1461075" y="1079163"/>
                  </a:lnTo>
                  <a:lnTo>
                    <a:pt x="1461743" y="1023536"/>
                  </a:lnTo>
                  <a:lnTo>
                    <a:pt x="1462411" y="1001286"/>
                  </a:lnTo>
                  <a:lnTo>
                    <a:pt x="1463079" y="1001286"/>
                  </a:lnTo>
                  <a:lnTo>
                    <a:pt x="1463747" y="1048568"/>
                  </a:lnTo>
                  <a:lnTo>
                    <a:pt x="1464415" y="1059694"/>
                  </a:lnTo>
                  <a:lnTo>
                    <a:pt x="1465083" y="1112540"/>
                  </a:lnTo>
                  <a:lnTo>
                    <a:pt x="1465751" y="1101414"/>
                  </a:lnTo>
                  <a:lnTo>
                    <a:pt x="1466419" y="1154260"/>
                  </a:lnTo>
                  <a:lnTo>
                    <a:pt x="1467087" y="1168166"/>
                  </a:lnTo>
                  <a:lnTo>
                    <a:pt x="1467756" y="1182073"/>
                  </a:lnTo>
                  <a:lnTo>
                    <a:pt x="1468424" y="1182073"/>
                  </a:lnTo>
                  <a:lnTo>
                    <a:pt x="1469092" y="1104195"/>
                  </a:lnTo>
                  <a:lnTo>
                    <a:pt x="1469760" y="1056912"/>
                  </a:lnTo>
                  <a:lnTo>
                    <a:pt x="1470428" y="1056912"/>
                  </a:lnTo>
                  <a:lnTo>
                    <a:pt x="1471096" y="1073601"/>
                  </a:lnTo>
                  <a:lnTo>
                    <a:pt x="1471764" y="1015192"/>
                  </a:lnTo>
                  <a:lnTo>
                    <a:pt x="1472432" y="903938"/>
                  </a:lnTo>
                  <a:lnTo>
                    <a:pt x="1473100" y="867781"/>
                  </a:lnTo>
                  <a:lnTo>
                    <a:pt x="1473768" y="845530"/>
                  </a:lnTo>
                  <a:lnTo>
                    <a:pt x="1474436" y="814935"/>
                  </a:lnTo>
                  <a:lnTo>
                    <a:pt x="1475104" y="731494"/>
                  </a:lnTo>
                  <a:lnTo>
                    <a:pt x="1475772" y="586864"/>
                  </a:lnTo>
                  <a:lnTo>
                    <a:pt x="1476440" y="567395"/>
                  </a:lnTo>
                  <a:lnTo>
                    <a:pt x="1477108" y="603553"/>
                  </a:lnTo>
                  <a:lnTo>
                    <a:pt x="1477776" y="642491"/>
                  </a:lnTo>
                  <a:lnTo>
                    <a:pt x="1478444" y="698118"/>
                  </a:lnTo>
                  <a:lnTo>
                    <a:pt x="1479112" y="650835"/>
                  </a:lnTo>
                  <a:lnTo>
                    <a:pt x="1479780" y="589646"/>
                  </a:lnTo>
                  <a:lnTo>
                    <a:pt x="1480448" y="517331"/>
                  </a:lnTo>
                  <a:lnTo>
                    <a:pt x="1481116" y="511768"/>
                  </a:lnTo>
                  <a:lnTo>
                    <a:pt x="1481784" y="497861"/>
                  </a:lnTo>
                  <a:lnTo>
                    <a:pt x="1482452" y="492299"/>
                  </a:lnTo>
                  <a:lnTo>
                    <a:pt x="1483120" y="447797"/>
                  </a:lnTo>
                  <a:lnTo>
                    <a:pt x="1483788" y="445015"/>
                  </a:lnTo>
                  <a:lnTo>
                    <a:pt x="1484456" y="356013"/>
                  </a:lnTo>
                  <a:lnTo>
                    <a:pt x="1485124" y="372700"/>
                  </a:lnTo>
                  <a:lnTo>
                    <a:pt x="1485792" y="361575"/>
                  </a:lnTo>
                  <a:lnTo>
                    <a:pt x="1486460" y="322636"/>
                  </a:lnTo>
                  <a:lnTo>
                    <a:pt x="1487128" y="230852"/>
                  </a:lnTo>
                  <a:lnTo>
                    <a:pt x="1487796" y="253102"/>
                  </a:lnTo>
                  <a:lnTo>
                    <a:pt x="1488464" y="311511"/>
                  </a:lnTo>
                  <a:lnTo>
                    <a:pt x="1489132" y="350450"/>
                  </a:lnTo>
                  <a:lnTo>
                    <a:pt x="1489800" y="389389"/>
                  </a:lnTo>
                  <a:lnTo>
                    <a:pt x="1490468" y="400514"/>
                  </a:lnTo>
                  <a:lnTo>
                    <a:pt x="1491136" y="369919"/>
                  </a:lnTo>
                  <a:lnTo>
                    <a:pt x="1491804" y="389389"/>
                  </a:lnTo>
                  <a:lnTo>
                    <a:pt x="1492473" y="522893"/>
                  </a:lnTo>
                  <a:lnTo>
                    <a:pt x="1493141" y="553488"/>
                  </a:lnTo>
                  <a:lnTo>
                    <a:pt x="1493809" y="478391"/>
                  </a:lnTo>
                  <a:lnTo>
                    <a:pt x="1494477" y="414421"/>
                  </a:lnTo>
                  <a:lnTo>
                    <a:pt x="1495145" y="389389"/>
                  </a:lnTo>
                  <a:lnTo>
                    <a:pt x="1495813" y="456141"/>
                  </a:lnTo>
                  <a:lnTo>
                    <a:pt x="1496481" y="520112"/>
                  </a:lnTo>
                  <a:lnTo>
                    <a:pt x="1497149" y="592427"/>
                  </a:lnTo>
                  <a:lnTo>
                    <a:pt x="1497817" y="634147"/>
                  </a:lnTo>
                  <a:lnTo>
                    <a:pt x="1498485" y="667523"/>
                  </a:lnTo>
                  <a:lnTo>
                    <a:pt x="1499153" y="723150"/>
                  </a:lnTo>
                  <a:lnTo>
                    <a:pt x="1499821" y="773215"/>
                  </a:lnTo>
                  <a:lnTo>
                    <a:pt x="1500489" y="753745"/>
                  </a:lnTo>
                  <a:lnTo>
                    <a:pt x="1501157" y="806591"/>
                  </a:lnTo>
                  <a:lnTo>
                    <a:pt x="1501825" y="784340"/>
                  </a:lnTo>
                  <a:lnTo>
                    <a:pt x="1502493" y="859437"/>
                  </a:lnTo>
                  <a:lnTo>
                    <a:pt x="1503161" y="895594"/>
                  </a:lnTo>
                  <a:lnTo>
                    <a:pt x="1503829" y="862218"/>
                  </a:lnTo>
                  <a:lnTo>
                    <a:pt x="1504497" y="834405"/>
                  </a:lnTo>
                  <a:lnTo>
                    <a:pt x="1505165" y="784340"/>
                  </a:lnTo>
                  <a:lnTo>
                    <a:pt x="1505833" y="851093"/>
                  </a:lnTo>
                  <a:lnTo>
                    <a:pt x="1506501" y="890032"/>
                  </a:lnTo>
                  <a:lnTo>
                    <a:pt x="1507169" y="892813"/>
                  </a:lnTo>
                  <a:lnTo>
                    <a:pt x="1507837" y="898376"/>
                  </a:lnTo>
                  <a:lnTo>
                    <a:pt x="1508505" y="926189"/>
                  </a:lnTo>
                  <a:lnTo>
                    <a:pt x="1509173" y="895594"/>
                  </a:lnTo>
                  <a:lnTo>
                    <a:pt x="1509841" y="845530"/>
                  </a:lnTo>
                  <a:lnTo>
                    <a:pt x="1510509" y="962347"/>
                  </a:lnTo>
                  <a:lnTo>
                    <a:pt x="1511177" y="1029099"/>
                  </a:lnTo>
                  <a:lnTo>
                    <a:pt x="1511845" y="1017974"/>
                  </a:lnTo>
                  <a:lnTo>
                    <a:pt x="1512513" y="1001286"/>
                  </a:lnTo>
                  <a:lnTo>
                    <a:pt x="1513181" y="956784"/>
                  </a:lnTo>
                  <a:lnTo>
                    <a:pt x="1513849" y="848311"/>
                  </a:lnTo>
                  <a:lnTo>
                    <a:pt x="1514517" y="834405"/>
                  </a:lnTo>
                  <a:lnTo>
                    <a:pt x="1515185" y="834405"/>
                  </a:lnTo>
                  <a:lnTo>
                    <a:pt x="1515853" y="834405"/>
                  </a:lnTo>
                  <a:lnTo>
                    <a:pt x="1516521" y="834405"/>
                  </a:lnTo>
                  <a:lnTo>
                    <a:pt x="1517190" y="826061"/>
                  </a:lnTo>
                  <a:lnTo>
                    <a:pt x="1517858" y="834405"/>
                  </a:lnTo>
                  <a:lnTo>
                    <a:pt x="1518526" y="881688"/>
                  </a:lnTo>
                  <a:lnTo>
                    <a:pt x="1519194" y="890032"/>
                  </a:lnTo>
                  <a:lnTo>
                    <a:pt x="1519862" y="940096"/>
                  </a:lnTo>
                  <a:lnTo>
                    <a:pt x="1520530" y="1068038"/>
                  </a:lnTo>
                  <a:lnTo>
                    <a:pt x="1521198" y="1112540"/>
                  </a:lnTo>
                  <a:lnTo>
                    <a:pt x="1521866" y="1115321"/>
                  </a:lnTo>
                  <a:lnTo>
                    <a:pt x="1522534" y="1012411"/>
                  </a:lnTo>
                  <a:lnTo>
                    <a:pt x="1523202" y="990160"/>
                  </a:lnTo>
                  <a:lnTo>
                    <a:pt x="1523870" y="967909"/>
                  </a:lnTo>
                  <a:lnTo>
                    <a:pt x="1524538" y="1023536"/>
                  </a:lnTo>
                  <a:lnTo>
                    <a:pt x="1525206" y="1056912"/>
                  </a:lnTo>
                  <a:lnTo>
                    <a:pt x="1525874" y="1101414"/>
                  </a:lnTo>
                  <a:lnTo>
                    <a:pt x="1526542" y="1159822"/>
                  </a:lnTo>
                  <a:lnTo>
                    <a:pt x="1527210" y="1112540"/>
                  </a:lnTo>
                  <a:lnTo>
                    <a:pt x="1527878" y="1112540"/>
                  </a:lnTo>
                  <a:lnTo>
                    <a:pt x="1528546" y="1148697"/>
                  </a:lnTo>
                  <a:lnTo>
                    <a:pt x="1529214" y="1168166"/>
                  </a:lnTo>
                  <a:lnTo>
                    <a:pt x="1529882" y="1207105"/>
                  </a:lnTo>
                  <a:lnTo>
                    <a:pt x="1530550" y="1221012"/>
                  </a:lnTo>
                  <a:lnTo>
                    <a:pt x="1531218" y="1168166"/>
                  </a:lnTo>
                  <a:lnTo>
                    <a:pt x="1531886" y="1168166"/>
                  </a:lnTo>
                  <a:lnTo>
                    <a:pt x="1532554" y="1168166"/>
                  </a:lnTo>
                  <a:lnTo>
                    <a:pt x="1533222" y="1168166"/>
                  </a:lnTo>
                  <a:lnTo>
                    <a:pt x="1533890" y="1162604"/>
                  </a:lnTo>
                  <a:lnTo>
                    <a:pt x="1534558" y="1106977"/>
                  </a:lnTo>
                  <a:lnTo>
                    <a:pt x="1535226" y="1056912"/>
                  </a:lnTo>
                  <a:lnTo>
                    <a:pt x="1535894" y="1056912"/>
                  </a:lnTo>
                  <a:lnTo>
                    <a:pt x="1536562" y="948440"/>
                  </a:lnTo>
                  <a:lnTo>
                    <a:pt x="1537230" y="817716"/>
                  </a:lnTo>
                  <a:lnTo>
                    <a:pt x="1537898" y="739839"/>
                  </a:lnTo>
                  <a:lnTo>
                    <a:pt x="1538566" y="764871"/>
                  </a:lnTo>
                  <a:lnTo>
                    <a:pt x="1539234" y="848311"/>
                  </a:lnTo>
                  <a:lnTo>
                    <a:pt x="1539902" y="842749"/>
                  </a:lnTo>
                  <a:lnTo>
                    <a:pt x="1540570" y="890032"/>
                  </a:lnTo>
                  <a:lnTo>
                    <a:pt x="1541238" y="890032"/>
                  </a:lnTo>
                  <a:lnTo>
                    <a:pt x="1541907" y="859437"/>
                  </a:lnTo>
                  <a:lnTo>
                    <a:pt x="1542575" y="834405"/>
                  </a:lnTo>
                  <a:lnTo>
                    <a:pt x="1543243" y="803810"/>
                  </a:lnTo>
                  <a:lnTo>
                    <a:pt x="1543911" y="784340"/>
                  </a:lnTo>
                  <a:lnTo>
                    <a:pt x="1544579" y="692555"/>
                  </a:lnTo>
                  <a:lnTo>
                    <a:pt x="1545247" y="667523"/>
                  </a:lnTo>
                  <a:lnTo>
                    <a:pt x="1545915" y="667523"/>
                  </a:lnTo>
                  <a:lnTo>
                    <a:pt x="1546583" y="659179"/>
                  </a:lnTo>
                  <a:lnTo>
                    <a:pt x="1547251" y="700900"/>
                  </a:lnTo>
                  <a:lnTo>
                    <a:pt x="1547919" y="775996"/>
                  </a:lnTo>
                  <a:lnTo>
                    <a:pt x="1548587" y="723150"/>
                  </a:lnTo>
                  <a:lnTo>
                    <a:pt x="1549255" y="692555"/>
                  </a:lnTo>
                  <a:lnTo>
                    <a:pt x="1549923" y="664742"/>
                  </a:lnTo>
                  <a:lnTo>
                    <a:pt x="1550591" y="634147"/>
                  </a:lnTo>
                  <a:lnTo>
                    <a:pt x="1551259" y="670305"/>
                  </a:lnTo>
                  <a:lnTo>
                    <a:pt x="1551927" y="723150"/>
                  </a:lnTo>
                  <a:lnTo>
                    <a:pt x="1552595" y="723150"/>
                  </a:lnTo>
                  <a:lnTo>
                    <a:pt x="1553263" y="778778"/>
                  </a:lnTo>
                  <a:lnTo>
                    <a:pt x="1553931" y="848311"/>
                  </a:lnTo>
                  <a:lnTo>
                    <a:pt x="1554599" y="926189"/>
                  </a:lnTo>
                  <a:lnTo>
                    <a:pt x="1555267" y="945659"/>
                  </a:lnTo>
                  <a:lnTo>
                    <a:pt x="1555935" y="926189"/>
                  </a:lnTo>
                  <a:lnTo>
                    <a:pt x="1556603" y="906720"/>
                  </a:lnTo>
                  <a:lnTo>
                    <a:pt x="1557271" y="853874"/>
                  </a:lnTo>
                  <a:lnTo>
                    <a:pt x="1557939" y="812154"/>
                  </a:lnTo>
                  <a:lnTo>
                    <a:pt x="1558607" y="792684"/>
                  </a:lnTo>
                  <a:lnTo>
                    <a:pt x="1559275" y="737057"/>
                  </a:lnTo>
                  <a:lnTo>
                    <a:pt x="1559943" y="756527"/>
                  </a:lnTo>
                  <a:lnTo>
                    <a:pt x="1560611" y="823279"/>
                  </a:lnTo>
                  <a:lnTo>
                    <a:pt x="1561279" y="917845"/>
                  </a:lnTo>
                  <a:lnTo>
                    <a:pt x="1561947" y="945659"/>
                  </a:lnTo>
                  <a:lnTo>
                    <a:pt x="1562615" y="926189"/>
                  </a:lnTo>
                  <a:lnTo>
                    <a:pt x="1563283" y="767652"/>
                  </a:lnTo>
                  <a:lnTo>
                    <a:pt x="1563951" y="723150"/>
                  </a:lnTo>
                  <a:lnTo>
                    <a:pt x="1564619" y="712025"/>
                  </a:lnTo>
                  <a:lnTo>
                    <a:pt x="1565287" y="723150"/>
                  </a:lnTo>
                  <a:lnTo>
                    <a:pt x="1565956" y="706462"/>
                  </a:lnTo>
                  <a:lnTo>
                    <a:pt x="1566624" y="667523"/>
                  </a:lnTo>
                  <a:lnTo>
                    <a:pt x="1567292" y="714806"/>
                  </a:lnTo>
                  <a:lnTo>
                    <a:pt x="1567960" y="723150"/>
                  </a:lnTo>
                  <a:lnTo>
                    <a:pt x="1568628" y="684211"/>
                  </a:lnTo>
                  <a:lnTo>
                    <a:pt x="1569296" y="667523"/>
                  </a:lnTo>
                  <a:lnTo>
                    <a:pt x="1569964" y="709244"/>
                  </a:lnTo>
                  <a:lnTo>
                    <a:pt x="1570632" y="773215"/>
                  </a:lnTo>
                  <a:lnTo>
                    <a:pt x="1571300" y="778777"/>
                  </a:lnTo>
                  <a:lnTo>
                    <a:pt x="1571968" y="778777"/>
                  </a:lnTo>
                  <a:lnTo>
                    <a:pt x="1572636" y="817717"/>
                  </a:lnTo>
                  <a:lnTo>
                    <a:pt x="1573304" y="870562"/>
                  </a:lnTo>
                  <a:lnTo>
                    <a:pt x="1573972" y="923408"/>
                  </a:lnTo>
                  <a:lnTo>
                    <a:pt x="1574640" y="965128"/>
                  </a:lnTo>
                  <a:lnTo>
                    <a:pt x="1575308" y="962347"/>
                  </a:lnTo>
                  <a:lnTo>
                    <a:pt x="1575976" y="1040224"/>
                  </a:lnTo>
                  <a:lnTo>
                    <a:pt x="1576644" y="1056912"/>
                  </a:lnTo>
                  <a:lnTo>
                    <a:pt x="1577312" y="1056912"/>
                  </a:lnTo>
                  <a:lnTo>
                    <a:pt x="1577980" y="1056912"/>
                  </a:lnTo>
                  <a:lnTo>
                    <a:pt x="1578648" y="1056912"/>
                  </a:lnTo>
                  <a:lnTo>
                    <a:pt x="1579316" y="1073601"/>
                  </a:lnTo>
                  <a:lnTo>
                    <a:pt x="1579984" y="1229356"/>
                  </a:lnTo>
                  <a:lnTo>
                    <a:pt x="1580652" y="1329485"/>
                  </a:lnTo>
                  <a:lnTo>
                    <a:pt x="1581320" y="1287765"/>
                  </a:lnTo>
                  <a:lnTo>
                    <a:pt x="1581988" y="1335048"/>
                  </a:lnTo>
                  <a:lnTo>
                    <a:pt x="1582656" y="1373986"/>
                  </a:lnTo>
                  <a:lnTo>
                    <a:pt x="1583324" y="1446302"/>
                  </a:lnTo>
                  <a:lnTo>
                    <a:pt x="1583992" y="1454646"/>
                  </a:lnTo>
                  <a:lnTo>
                    <a:pt x="1584660" y="1501929"/>
                  </a:lnTo>
                  <a:lnTo>
                    <a:pt x="1585328" y="1538086"/>
                  </a:lnTo>
                  <a:lnTo>
                    <a:pt x="1585996" y="1557556"/>
                  </a:lnTo>
                  <a:lnTo>
                    <a:pt x="1586664" y="1557556"/>
                  </a:lnTo>
                  <a:lnTo>
                    <a:pt x="1587332" y="1557556"/>
                  </a:lnTo>
                  <a:lnTo>
                    <a:pt x="1588000" y="1557556"/>
                  </a:lnTo>
                  <a:lnTo>
                    <a:pt x="1588668" y="1524179"/>
                  </a:lnTo>
                  <a:lnTo>
                    <a:pt x="1589336" y="1501929"/>
                  </a:lnTo>
                  <a:lnTo>
                    <a:pt x="1590004" y="1501929"/>
                  </a:lnTo>
                  <a:lnTo>
                    <a:pt x="1590673" y="1501929"/>
                  </a:lnTo>
                  <a:lnTo>
                    <a:pt x="1591341" y="1501929"/>
                  </a:lnTo>
                  <a:lnTo>
                    <a:pt x="1592009" y="1521398"/>
                  </a:lnTo>
                  <a:lnTo>
                    <a:pt x="1592677" y="1446302"/>
                  </a:lnTo>
                  <a:lnTo>
                    <a:pt x="1593345" y="1446302"/>
                  </a:lnTo>
                  <a:lnTo>
                    <a:pt x="1594013" y="1446302"/>
                  </a:lnTo>
                  <a:lnTo>
                    <a:pt x="1594681" y="1426832"/>
                  </a:lnTo>
                  <a:lnTo>
                    <a:pt x="1595349" y="1390675"/>
                  </a:lnTo>
                  <a:lnTo>
                    <a:pt x="1596017" y="1390675"/>
                  </a:lnTo>
                  <a:lnTo>
                    <a:pt x="1596685" y="1390675"/>
                  </a:lnTo>
                  <a:lnTo>
                    <a:pt x="1597353" y="1357298"/>
                  </a:lnTo>
                  <a:lnTo>
                    <a:pt x="1598021" y="1390675"/>
                  </a:lnTo>
                  <a:lnTo>
                    <a:pt x="1598689" y="1387893"/>
                  </a:lnTo>
                  <a:lnTo>
                    <a:pt x="1599357" y="1335048"/>
                  </a:lnTo>
                  <a:lnTo>
                    <a:pt x="1600025" y="1335048"/>
                  </a:lnTo>
                  <a:lnTo>
                    <a:pt x="1600693" y="1335048"/>
                  </a:lnTo>
                  <a:lnTo>
                    <a:pt x="1601361" y="1335048"/>
                  </a:lnTo>
                  <a:lnTo>
                    <a:pt x="1602029" y="1335048"/>
                  </a:lnTo>
                  <a:lnTo>
                    <a:pt x="1602697" y="1326704"/>
                  </a:lnTo>
                  <a:lnTo>
                    <a:pt x="1603365" y="1279421"/>
                  </a:lnTo>
                  <a:lnTo>
                    <a:pt x="1604033" y="1223794"/>
                  </a:lnTo>
                  <a:lnTo>
                    <a:pt x="1604701" y="1223794"/>
                  </a:lnTo>
                  <a:lnTo>
                    <a:pt x="1605369" y="1254388"/>
                  </a:lnTo>
                  <a:lnTo>
                    <a:pt x="1606037" y="1279421"/>
                  </a:lnTo>
                  <a:lnTo>
                    <a:pt x="1606705" y="1279421"/>
                  </a:lnTo>
                  <a:lnTo>
                    <a:pt x="1607373" y="1240482"/>
                  </a:lnTo>
                  <a:lnTo>
                    <a:pt x="1608041" y="1209887"/>
                  </a:lnTo>
                  <a:lnTo>
                    <a:pt x="1608709" y="1120884"/>
                  </a:lnTo>
                  <a:lnTo>
                    <a:pt x="1609377" y="1165385"/>
                  </a:lnTo>
                  <a:lnTo>
                    <a:pt x="1610045" y="1168166"/>
                  </a:lnTo>
                  <a:lnTo>
                    <a:pt x="1610713" y="1115321"/>
                  </a:lnTo>
                  <a:lnTo>
                    <a:pt x="1611381" y="1129228"/>
                  </a:lnTo>
                  <a:lnTo>
                    <a:pt x="1612049" y="1168166"/>
                  </a:lnTo>
                  <a:lnTo>
                    <a:pt x="1612717" y="1115321"/>
                  </a:lnTo>
                  <a:lnTo>
                    <a:pt x="1613385" y="1112540"/>
                  </a:lnTo>
                  <a:lnTo>
                    <a:pt x="1614053" y="1129228"/>
                  </a:lnTo>
                  <a:lnTo>
                    <a:pt x="1614721" y="1112540"/>
                  </a:lnTo>
                  <a:lnTo>
                    <a:pt x="1615390" y="1101414"/>
                  </a:lnTo>
                  <a:lnTo>
                    <a:pt x="1616058" y="1112540"/>
                  </a:lnTo>
                  <a:lnTo>
                    <a:pt x="1616726" y="1112540"/>
                  </a:lnTo>
                  <a:lnTo>
                    <a:pt x="1617394" y="1104195"/>
                  </a:lnTo>
                  <a:lnTo>
                    <a:pt x="1618062" y="1004067"/>
                  </a:lnTo>
                  <a:lnTo>
                    <a:pt x="1618730" y="992942"/>
                  </a:lnTo>
                  <a:lnTo>
                    <a:pt x="1619398" y="951221"/>
                  </a:lnTo>
                  <a:lnTo>
                    <a:pt x="1620066" y="1001286"/>
                  </a:lnTo>
                  <a:lnTo>
                    <a:pt x="1620734" y="1020755"/>
                  </a:lnTo>
                  <a:lnTo>
                    <a:pt x="1621402" y="1001286"/>
                  </a:lnTo>
                  <a:lnTo>
                    <a:pt x="1622070" y="1001286"/>
                  </a:lnTo>
                  <a:lnTo>
                    <a:pt x="1622738" y="1001286"/>
                  </a:lnTo>
                  <a:lnTo>
                    <a:pt x="1623406" y="951221"/>
                  </a:lnTo>
                  <a:lnTo>
                    <a:pt x="1624074" y="981816"/>
                  </a:lnTo>
                  <a:lnTo>
                    <a:pt x="1624742" y="965128"/>
                  </a:lnTo>
                  <a:lnTo>
                    <a:pt x="1625410" y="967909"/>
                  </a:lnTo>
                  <a:lnTo>
                    <a:pt x="1626078" y="903938"/>
                  </a:lnTo>
                  <a:lnTo>
                    <a:pt x="1626746" y="803810"/>
                  </a:lnTo>
                  <a:lnTo>
                    <a:pt x="1627414" y="828842"/>
                  </a:lnTo>
                  <a:lnTo>
                    <a:pt x="1628082" y="834405"/>
                  </a:lnTo>
                  <a:lnTo>
                    <a:pt x="1628750" y="737057"/>
                  </a:lnTo>
                  <a:lnTo>
                    <a:pt x="1629418" y="773215"/>
                  </a:lnTo>
                  <a:lnTo>
                    <a:pt x="1630086" y="778777"/>
                  </a:lnTo>
                  <a:lnTo>
                    <a:pt x="1630754" y="789903"/>
                  </a:lnTo>
                  <a:lnTo>
                    <a:pt x="1631422" y="689774"/>
                  </a:lnTo>
                  <a:lnTo>
                    <a:pt x="1632090" y="659179"/>
                  </a:lnTo>
                  <a:lnTo>
                    <a:pt x="1632758" y="631366"/>
                  </a:lnTo>
                  <a:lnTo>
                    <a:pt x="1633426" y="611897"/>
                  </a:lnTo>
                  <a:lnTo>
                    <a:pt x="1634094" y="617459"/>
                  </a:lnTo>
                  <a:lnTo>
                    <a:pt x="1634762" y="692556"/>
                  </a:lnTo>
                  <a:lnTo>
                    <a:pt x="1635430" y="673086"/>
                  </a:lnTo>
                  <a:lnTo>
                    <a:pt x="1636098" y="723150"/>
                  </a:lnTo>
                  <a:lnTo>
                    <a:pt x="1636766" y="723150"/>
                  </a:lnTo>
                  <a:lnTo>
                    <a:pt x="1637434" y="750964"/>
                  </a:lnTo>
                  <a:lnTo>
                    <a:pt x="1638102" y="723150"/>
                  </a:lnTo>
                  <a:lnTo>
                    <a:pt x="1638770" y="723150"/>
                  </a:lnTo>
                  <a:lnTo>
                    <a:pt x="1639438" y="723150"/>
                  </a:lnTo>
                  <a:lnTo>
                    <a:pt x="1640107" y="770433"/>
                  </a:lnTo>
                  <a:lnTo>
                    <a:pt x="1640775" y="778777"/>
                  </a:lnTo>
                  <a:lnTo>
                    <a:pt x="1641443" y="823279"/>
                  </a:lnTo>
                  <a:lnTo>
                    <a:pt x="1642111" y="906720"/>
                  </a:lnTo>
                  <a:lnTo>
                    <a:pt x="1642779" y="981816"/>
                  </a:lnTo>
                  <a:lnTo>
                    <a:pt x="1643447" y="1084726"/>
                  </a:lnTo>
                  <a:lnTo>
                    <a:pt x="1644115" y="1112540"/>
                  </a:lnTo>
                  <a:lnTo>
                    <a:pt x="1644783" y="1112540"/>
                  </a:lnTo>
                  <a:lnTo>
                    <a:pt x="1645451" y="1204324"/>
                  </a:lnTo>
                  <a:lnTo>
                    <a:pt x="1646119" y="1212668"/>
                  </a:lnTo>
                  <a:lnTo>
                    <a:pt x="1646787" y="1159822"/>
                  </a:lnTo>
                  <a:lnTo>
                    <a:pt x="1647455" y="1081945"/>
                  </a:lnTo>
                  <a:lnTo>
                    <a:pt x="1648123" y="1132009"/>
                  </a:lnTo>
                  <a:lnTo>
                    <a:pt x="1648791" y="1093070"/>
                  </a:lnTo>
                  <a:lnTo>
                    <a:pt x="1649459" y="1101414"/>
                  </a:lnTo>
                  <a:lnTo>
                    <a:pt x="1650127" y="1112540"/>
                  </a:lnTo>
                  <a:lnTo>
                    <a:pt x="1650795" y="1112540"/>
                  </a:lnTo>
                  <a:lnTo>
                    <a:pt x="1651463" y="1132009"/>
                  </a:lnTo>
                  <a:lnTo>
                    <a:pt x="1652131" y="1112540"/>
                  </a:lnTo>
                  <a:lnTo>
                    <a:pt x="1652799" y="1059694"/>
                  </a:lnTo>
                  <a:lnTo>
                    <a:pt x="1653467" y="1056912"/>
                  </a:lnTo>
                  <a:lnTo>
                    <a:pt x="1654135" y="1037443"/>
                  </a:lnTo>
                  <a:lnTo>
                    <a:pt x="1654803" y="1051350"/>
                  </a:lnTo>
                  <a:lnTo>
                    <a:pt x="1655471" y="1001286"/>
                  </a:lnTo>
                  <a:lnTo>
                    <a:pt x="1656139" y="1001286"/>
                  </a:lnTo>
                  <a:lnTo>
                    <a:pt x="1656807" y="1001286"/>
                  </a:lnTo>
                  <a:lnTo>
                    <a:pt x="1657475" y="1001286"/>
                  </a:lnTo>
                  <a:lnTo>
                    <a:pt x="1658143" y="1001286"/>
                  </a:lnTo>
                  <a:lnTo>
                    <a:pt x="1658811" y="967909"/>
                  </a:lnTo>
                  <a:lnTo>
                    <a:pt x="1659479" y="1001286"/>
                  </a:lnTo>
                  <a:lnTo>
                    <a:pt x="1660147" y="1001286"/>
                  </a:lnTo>
                  <a:lnTo>
                    <a:pt x="1660815" y="1001286"/>
                  </a:lnTo>
                  <a:lnTo>
                    <a:pt x="1661483" y="1001286"/>
                  </a:lnTo>
                  <a:lnTo>
                    <a:pt x="1662151" y="1001286"/>
                  </a:lnTo>
                  <a:lnTo>
                    <a:pt x="1662819" y="992942"/>
                  </a:lnTo>
                  <a:lnTo>
                    <a:pt x="1663487" y="992942"/>
                  </a:lnTo>
                  <a:lnTo>
                    <a:pt x="1664156" y="998504"/>
                  </a:lnTo>
                  <a:lnTo>
                    <a:pt x="1664824" y="1059694"/>
                  </a:lnTo>
                  <a:lnTo>
                    <a:pt x="1665492" y="1048568"/>
                  </a:lnTo>
                  <a:lnTo>
                    <a:pt x="1666160" y="1037443"/>
                  </a:lnTo>
                  <a:lnTo>
                    <a:pt x="1666828" y="973472"/>
                  </a:lnTo>
                  <a:lnTo>
                    <a:pt x="1667496" y="945659"/>
                  </a:lnTo>
                  <a:lnTo>
                    <a:pt x="1668164" y="945659"/>
                  </a:lnTo>
                  <a:lnTo>
                    <a:pt x="1668832" y="1001286"/>
                  </a:lnTo>
                  <a:lnTo>
                    <a:pt x="1669500" y="1043006"/>
                  </a:lnTo>
                  <a:lnTo>
                    <a:pt x="1670168" y="956784"/>
                  </a:lnTo>
                  <a:lnTo>
                    <a:pt x="1670836" y="909501"/>
                  </a:lnTo>
                  <a:lnTo>
                    <a:pt x="1671504" y="948440"/>
                  </a:lnTo>
                  <a:lnTo>
                    <a:pt x="1672172" y="1001286"/>
                  </a:lnTo>
                  <a:lnTo>
                    <a:pt x="1672840" y="998504"/>
                  </a:lnTo>
                  <a:lnTo>
                    <a:pt x="1673508" y="912282"/>
                  </a:lnTo>
                  <a:lnTo>
                    <a:pt x="1674176" y="876125"/>
                  </a:lnTo>
                  <a:lnTo>
                    <a:pt x="1674844" y="834405"/>
                  </a:lnTo>
                  <a:lnTo>
                    <a:pt x="1675512" y="828842"/>
                  </a:lnTo>
                  <a:lnTo>
                    <a:pt x="1676180" y="798247"/>
                  </a:lnTo>
                  <a:lnTo>
                    <a:pt x="1676848" y="723150"/>
                  </a:lnTo>
                  <a:lnTo>
                    <a:pt x="1677516" y="703681"/>
                  </a:lnTo>
                  <a:lnTo>
                    <a:pt x="1678184" y="667523"/>
                  </a:lnTo>
                  <a:lnTo>
                    <a:pt x="1678852" y="634147"/>
                  </a:lnTo>
                  <a:lnTo>
                    <a:pt x="1679520" y="567395"/>
                  </a:lnTo>
                  <a:lnTo>
                    <a:pt x="1680188" y="567395"/>
                  </a:lnTo>
                  <a:lnTo>
                    <a:pt x="1680856" y="575739"/>
                  </a:lnTo>
                  <a:lnTo>
                    <a:pt x="1681524" y="556269"/>
                  </a:lnTo>
                  <a:lnTo>
                    <a:pt x="1682192" y="620241"/>
                  </a:lnTo>
                  <a:lnTo>
                    <a:pt x="1682860" y="667523"/>
                  </a:lnTo>
                  <a:lnTo>
                    <a:pt x="1683528" y="709244"/>
                  </a:lnTo>
                  <a:lnTo>
                    <a:pt x="1684196" y="692555"/>
                  </a:lnTo>
                  <a:lnTo>
                    <a:pt x="1684864" y="667523"/>
                  </a:lnTo>
                  <a:lnTo>
                    <a:pt x="1685532" y="667523"/>
                  </a:lnTo>
                  <a:lnTo>
                    <a:pt x="1686200" y="673086"/>
                  </a:lnTo>
                  <a:lnTo>
                    <a:pt x="1686868" y="764871"/>
                  </a:lnTo>
                  <a:lnTo>
                    <a:pt x="1687536" y="828842"/>
                  </a:lnTo>
                  <a:lnTo>
                    <a:pt x="1688204" y="834405"/>
                  </a:lnTo>
                  <a:lnTo>
                    <a:pt x="1688873" y="820498"/>
                  </a:lnTo>
                  <a:lnTo>
                    <a:pt x="1689541" y="756527"/>
                  </a:lnTo>
                  <a:lnTo>
                    <a:pt x="1690209" y="753745"/>
                  </a:lnTo>
                  <a:lnTo>
                    <a:pt x="1690877" y="789903"/>
                  </a:lnTo>
                  <a:lnTo>
                    <a:pt x="1691545" y="834405"/>
                  </a:lnTo>
                  <a:lnTo>
                    <a:pt x="1692213" y="884469"/>
                  </a:lnTo>
                  <a:lnTo>
                    <a:pt x="1692881" y="912282"/>
                  </a:lnTo>
                  <a:lnTo>
                    <a:pt x="1693549" y="945659"/>
                  </a:lnTo>
                  <a:lnTo>
                    <a:pt x="1694217" y="962347"/>
                  </a:lnTo>
                  <a:lnTo>
                    <a:pt x="1694885" y="1001286"/>
                  </a:lnTo>
                  <a:lnTo>
                    <a:pt x="1695553" y="1029099"/>
                  </a:lnTo>
                  <a:lnTo>
                    <a:pt x="1696221" y="1112540"/>
                  </a:lnTo>
                  <a:lnTo>
                    <a:pt x="1696889" y="1148697"/>
                  </a:lnTo>
                  <a:lnTo>
                    <a:pt x="1697557" y="1170948"/>
                  </a:lnTo>
                  <a:lnTo>
                    <a:pt x="1698225" y="1193199"/>
                  </a:lnTo>
                  <a:lnTo>
                    <a:pt x="1698893" y="1190417"/>
                  </a:lnTo>
                  <a:lnTo>
                    <a:pt x="1699561" y="1223794"/>
                  </a:lnTo>
                  <a:lnTo>
                    <a:pt x="1700229" y="1237700"/>
                  </a:lnTo>
                  <a:lnTo>
                    <a:pt x="1700897" y="1195980"/>
                  </a:lnTo>
                  <a:lnTo>
                    <a:pt x="1701565" y="1223794"/>
                  </a:lnTo>
                  <a:lnTo>
                    <a:pt x="1702233" y="1223794"/>
                  </a:lnTo>
                  <a:lnTo>
                    <a:pt x="1702901" y="1223794"/>
                  </a:lnTo>
                  <a:lnTo>
                    <a:pt x="1703569" y="1223794"/>
                  </a:lnTo>
                  <a:lnTo>
                    <a:pt x="1704237" y="1187636"/>
                  </a:lnTo>
                  <a:lnTo>
                    <a:pt x="1704905" y="1168166"/>
                  </a:lnTo>
                  <a:lnTo>
                    <a:pt x="1705573" y="1173729"/>
                  </a:lnTo>
                  <a:lnTo>
                    <a:pt x="1706241" y="1170948"/>
                  </a:lnTo>
                  <a:lnTo>
                    <a:pt x="1706909" y="1223794"/>
                  </a:lnTo>
                  <a:lnTo>
                    <a:pt x="1707577" y="1223794"/>
                  </a:lnTo>
                  <a:lnTo>
                    <a:pt x="1708245" y="1182073"/>
                  </a:lnTo>
                  <a:lnTo>
                    <a:pt x="1708913" y="1118102"/>
                  </a:lnTo>
                  <a:lnTo>
                    <a:pt x="1709581" y="1118102"/>
                  </a:lnTo>
                  <a:lnTo>
                    <a:pt x="1710249" y="1168166"/>
                  </a:lnTo>
                  <a:lnTo>
                    <a:pt x="1710917" y="1168166"/>
                  </a:lnTo>
                  <a:lnTo>
                    <a:pt x="1711585" y="1168166"/>
                  </a:lnTo>
                  <a:lnTo>
                    <a:pt x="1712253" y="1168166"/>
                  </a:lnTo>
                  <a:lnTo>
                    <a:pt x="1712921" y="1168166"/>
                  </a:lnTo>
                  <a:lnTo>
                    <a:pt x="1713590" y="1143134"/>
                  </a:lnTo>
                  <a:lnTo>
                    <a:pt x="1714258" y="1112540"/>
                  </a:lnTo>
                  <a:lnTo>
                    <a:pt x="1714926" y="1140353"/>
                  </a:lnTo>
                  <a:lnTo>
                    <a:pt x="1715594" y="1168166"/>
                  </a:lnTo>
                  <a:lnTo>
                    <a:pt x="1716262" y="1168166"/>
                  </a:lnTo>
                  <a:lnTo>
                    <a:pt x="1716930" y="1184855"/>
                  </a:lnTo>
                  <a:lnTo>
                    <a:pt x="1717598" y="1279421"/>
                  </a:lnTo>
                  <a:lnTo>
                    <a:pt x="1718266" y="1279421"/>
                  </a:lnTo>
                  <a:lnTo>
                    <a:pt x="1718934" y="1279421"/>
                  </a:lnTo>
                  <a:lnTo>
                    <a:pt x="1719602" y="1279421"/>
                  </a:lnTo>
                  <a:lnTo>
                    <a:pt x="1720270" y="1279421"/>
                  </a:lnTo>
                  <a:lnTo>
                    <a:pt x="1720938" y="1312797"/>
                  </a:lnTo>
                  <a:lnTo>
                    <a:pt x="1721606" y="1335048"/>
                  </a:lnTo>
                  <a:lnTo>
                    <a:pt x="1722274" y="1337829"/>
                  </a:lnTo>
                  <a:lnTo>
                    <a:pt x="1722942" y="1365642"/>
                  </a:lnTo>
                  <a:lnTo>
                    <a:pt x="1723610" y="1368424"/>
                  </a:lnTo>
                  <a:lnTo>
                    <a:pt x="1724278" y="1335048"/>
                  </a:lnTo>
                  <a:lnTo>
                    <a:pt x="1724946" y="1373986"/>
                  </a:lnTo>
                  <a:lnTo>
                    <a:pt x="1725614" y="1437957"/>
                  </a:lnTo>
                  <a:lnTo>
                    <a:pt x="1726282" y="1415707"/>
                  </a:lnTo>
                  <a:lnTo>
                    <a:pt x="1726950" y="1390675"/>
                  </a:lnTo>
                  <a:lnTo>
                    <a:pt x="1727618" y="1376768"/>
                  </a:lnTo>
                  <a:lnTo>
                    <a:pt x="1728286" y="1301671"/>
                  </a:lnTo>
                  <a:lnTo>
                    <a:pt x="1728954" y="1273858"/>
                  </a:lnTo>
                  <a:lnTo>
                    <a:pt x="1729622" y="1187636"/>
                  </a:lnTo>
                  <a:lnTo>
                    <a:pt x="1730290" y="1204324"/>
                  </a:lnTo>
                  <a:lnTo>
                    <a:pt x="1730958" y="1279421"/>
                  </a:lnTo>
                  <a:lnTo>
                    <a:pt x="1731626" y="1279421"/>
                  </a:lnTo>
                  <a:lnTo>
                    <a:pt x="1732294" y="1234919"/>
                  </a:lnTo>
                  <a:lnTo>
                    <a:pt x="1732962" y="1201543"/>
                  </a:lnTo>
                  <a:lnTo>
                    <a:pt x="1733630" y="1168166"/>
                  </a:lnTo>
                  <a:lnTo>
                    <a:pt x="1734298" y="1145916"/>
                  </a:lnTo>
                  <a:lnTo>
                    <a:pt x="1734966" y="1073601"/>
                  </a:lnTo>
                  <a:lnTo>
                    <a:pt x="1735634" y="1056912"/>
                  </a:lnTo>
                  <a:lnTo>
                    <a:pt x="1736302" y="1056912"/>
                  </a:lnTo>
                  <a:lnTo>
                    <a:pt x="1736970" y="1056912"/>
                  </a:lnTo>
                  <a:lnTo>
                    <a:pt x="1737638" y="1001286"/>
                  </a:lnTo>
                  <a:lnTo>
                    <a:pt x="1738307" y="1001286"/>
                  </a:lnTo>
                  <a:lnTo>
                    <a:pt x="1738975" y="1001286"/>
                  </a:lnTo>
                  <a:lnTo>
                    <a:pt x="1739643" y="1034662"/>
                  </a:lnTo>
                  <a:lnTo>
                    <a:pt x="1740311" y="1076382"/>
                  </a:lnTo>
                  <a:lnTo>
                    <a:pt x="1740979" y="1079163"/>
                  </a:lnTo>
                  <a:lnTo>
                    <a:pt x="1741647" y="1056912"/>
                  </a:lnTo>
                  <a:lnTo>
                    <a:pt x="1742315" y="1056912"/>
                  </a:lnTo>
                  <a:lnTo>
                    <a:pt x="1742983" y="1084726"/>
                  </a:lnTo>
                  <a:lnTo>
                    <a:pt x="1743651" y="1026318"/>
                  </a:lnTo>
                  <a:lnTo>
                    <a:pt x="1744319" y="970691"/>
                  </a:lnTo>
                  <a:lnTo>
                    <a:pt x="1744987" y="1023536"/>
                  </a:lnTo>
                  <a:lnTo>
                    <a:pt x="1745655" y="951221"/>
                  </a:lnTo>
                  <a:lnTo>
                    <a:pt x="1746323" y="1034662"/>
                  </a:lnTo>
                  <a:lnTo>
                    <a:pt x="1746991" y="1056912"/>
                  </a:lnTo>
                  <a:lnTo>
                    <a:pt x="1747659" y="1017974"/>
                  </a:lnTo>
                  <a:lnTo>
                    <a:pt x="1748327" y="1001286"/>
                  </a:lnTo>
                  <a:lnTo>
                    <a:pt x="1748995" y="995723"/>
                  </a:lnTo>
                  <a:lnTo>
                    <a:pt x="1749663" y="928971"/>
                  </a:lnTo>
                  <a:lnTo>
                    <a:pt x="1750331" y="909501"/>
                  </a:lnTo>
                  <a:lnTo>
                    <a:pt x="1750999" y="845530"/>
                  </a:lnTo>
                  <a:lnTo>
                    <a:pt x="1751667" y="856655"/>
                  </a:lnTo>
                  <a:lnTo>
                    <a:pt x="1752335" y="789903"/>
                  </a:lnTo>
                  <a:lnTo>
                    <a:pt x="1753003" y="778777"/>
                  </a:lnTo>
                  <a:lnTo>
                    <a:pt x="1753671" y="778777"/>
                  </a:lnTo>
                  <a:lnTo>
                    <a:pt x="1754339" y="831623"/>
                  </a:lnTo>
                  <a:lnTo>
                    <a:pt x="1755007" y="834405"/>
                  </a:lnTo>
                  <a:lnTo>
                    <a:pt x="1755675" y="834405"/>
                  </a:lnTo>
                  <a:lnTo>
                    <a:pt x="1756343" y="834405"/>
                  </a:lnTo>
                  <a:lnTo>
                    <a:pt x="1757011" y="834405"/>
                  </a:lnTo>
                  <a:lnTo>
                    <a:pt x="1757679" y="864999"/>
                  </a:lnTo>
                  <a:lnTo>
                    <a:pt x="1758347" y="890032"/>
                  </a:lnTo>
                  <a:lnTo>
                    <a:pt x="1759015" y="890032"/>
                  </a:lnTo>
                  <a:lnTo>
                    <a:pt x="1759683" y="890032"/>
                  </a:lnTo>
                  <a:lnTo>
                    <a:pt x="1760351" y="970691"/>
                  </a:lnTo>
                  <a:lnTo>
                    <a:pt x="1761019" y="1040224"/>
                  </a:lnTo>
                  <a:lnTo>
                    <a:pt x="1761687" y="1062475"/>
                  </a:lnTo>
                  <a:lnTo>
                    <a:pt x="1762356" y="1154260"/>
                  </a:lnTo>
                  <a:lnTo>
                    <a:pt x="1763024" y="1112540"/>
                  </a:lnTo>
                  <a:lnTo>
                    <a:pt x="1763692" y="1112540"/>
                  </a:lnTo>
                  <a:lnTo>
                    <a:pt x="1764360" y="1148697"/>
                  </a:lnTo>
                  <a:lnTo>
                    <a:pt x="1765028" y="1168166"/>
                  </a:lnTo>
                  <a:lnTo>
                    <a:pt x="1765696" y="1209887"/>
                  </a:lnTo>
                  <a:lnTo>
                    <a:pt x="1766364" y="1312797"/>
                  </a:lnTo>
                  <a:lnTo>
                    <a:pt x="1767032" y="1365642"/>
                  </a:lnTo>
                  <a:lnTo>
                    <a:pt x="1767700" y="1351736"/>
                  </a:lnTo>
                  <a:lnTo>
                    <a:pt x="1768368" y="1401800"/>
                  </a:lnTo>
                  <a:lnTo>
                    <a:pt x="1769036" y="1488022"/>
                  </a:lnTo>
                  <a:lnTo>
                    <a:pt x="1769704" y="1485240"/>
                  </a:lnTo>
                  <a:lnTo>
                    <a:pt x="1770372" y="1446302"/>
                  </a:lnTo>
                  <a:lnTo>
                    <a:pt x="1771040" y="1401800"/>
                  </a:lnTo>
                  <a:lnTo>
                    <a:pt x="1771708" y="1390675"/>
                  </a:lnTo>
                  <a:lnTo>
                    <a:pt x="1772376" y="1390675"/>
                  </a:lnTo>
                  <a:lnTo>
                    <a:pt x="1773044" y="1390675"/>
                  </a:lnTo>
                  <a:lnTo>
                    <a:pt x="1773712" y="1390675"/>
                  </a:lnTo>
                  <a:lnTo>
                    <a:pt x="1774380" y="1390675"/>
                  </a:lnTo>
                  <a:lnTo>
                    <a:pt x="1775048" y="1390675"/>
                  </a:lnTo>
                  <a:lnTo>
                    <a:pt x="1775716" y="1390675"/>
                  </a:lnTo>
                  <a:lnTo>
                    <a:pt x="1776384" y="1390675"/>
                  </a:lnTo>
                  <a:lnTo>
                    <a:pt x="1777052" y="1390675"/>
                  </a:lnTo>
                  <a:lnTo>
                    <a:pt x="1777720" y="1390675"/>
                  </a:lnTo>
                  <a:lnTo>
                    <a:pt x="1778388" y="1390675"/>
                  </a:lnTo>
                  <a:lnTo>
                    <a:pt x="1779056" y="1396237"/>
                  </a:lnTo>
                  <a:lnTo>
                    <a:pt x="1779724" y="1446302"/>
                  </a:lnTo>
                  <a:lnTo>
                    <a:pt x="1780392" y="1446302"/>
                  </a:lnTo>
                  <a:lnTo>
                    <a:pt x="1781060" y="1446302"/>
                  </a:lnTo>
                  <a:lnTo>
                    <a:pt x="1781728" y="1446302"/>
                  </a:lnTo>
                  <a:lnTo>
                    <a:pt x="1782396" y="1396237"/>
                  </a:lnTo>
                  <a:lnTo>
                    <a:pt x="1783064" y="1390675"/>
                  </a:lnTo>
                  <a:lnTo>
                    <a:pt x="1783732" y="1390675"/>
                  </a:lnTo>
                  <a:lnTo>
                    <a:pt x="1784400" y="1485240"/>
                  </a:lnTo>
                  <a:lnTo>
                    <a:pt x="1785068" y="1501929"/>
                  </a:lnTo>
                  <a:lnTo>
                    <a:pt x="1785736" y="1446302"/>
                  </a:lnTo>
                  <a:lnTo>
                    <a:pt x="1786404" y="1460208"/>
                  </a:lnTo>
                  <a:lnTo>
                    <a:pt x="1787073" y="1501929"/>
                  </a:lnTo>
                  <a:lnTo>
                    <a:pt x="1787741" y="1543649"/>
                  </a:lnTo>
                  <a:lnTo>
                    <a:pt x="1788409" y="1557556"/>
                  </a:lnTo>
                  <a:lnTo>
                    <a:pt x="1789077" y="1557556"/>
                  </a:lnTo>
                  <a:lnTo>
                    <a:pt x="1789745" y="1507491"/>
                  </a:lnTo>
                  <a:lnTo>
                    <a:pt x="1790413" y="1468552"/>
                  </a:lnTo>
                  <a:lnTo>
                    <a:pt x="1791081" y="1446302"/>
                  </a:lnTo>
                  <a:lnTo>
                    <a:pt x="1791749" y="1446302"/>
                  </a:lnTo>
                  <a:lnTo>
                    <a:pt x="1792417" y="1446302"/>
                  </a:lnTo>
                  <a:lnTo>
                    <a:pt x="1793085" y="1410144"/>
                  </a:lnTo>
                  <a:lnTo>
                    <a:pt x="1793753" y="1390675"/>
                  </a:lnTo>
                  <a:lnTo>
                    <a:pt x="1794421" y="1390675"/>
                  </a:lnTo>
                  <a:lnTo>
                    <a:pt x="1795089" y="1390675"/>
                  </a:lnTo>
                  <a:lnTo>
                    <a:pt x="1795757" y="1390675"/>
                  </a:lnTo>
                  <a:lnTo>
                    <a:pt x="1796425" y="1382331"/>
                  </a:lnTo>
                  <a:lnTo>
                    <a:pt x="1797093" y="1335048"/>
                  </a:lnTo>
                  <a:lnTo>
                    <a:pt x="1797761" y="1335048"/>
                  </a:lnTo>
                  <a:lnTo>
                    <a:pt x="1798429" y="1335048"/>
                  </a:lnTo>
                  <a:lnTo>
                    <a:pt x="1799097" y="1382330"/>
                  </a:lnTo>
                  <a:lnTo>
                    <a:pt x="1799765" y="1390675"/>
                  </a:lnTo>
                  <a:lnTo>
                    <a:pt x="1800433" y="1390675"/>
                  </a:lnTo>
                  <a:lnTo>
                    <a:pt x="1801101" y="1390675"/>
                  </a:lnTo>
                  <a:lnTo>
                    <a:pt x="1801769" y="1390675"/>
                  </a:lnTo>
                  <a:lnTo>
                    <a:pt x="1802437" y="1440739"/>
                  </a:lnTo>
                  <a:lnTo>
                    <a:pt x="1803105" y="1387893"/>
                  </a:lnTo>
                  <a:lnTo>
                    <a:pt x="1803773" y="1329485"/>
                  </a:lnTo>
                  <a:lnTo>
                    <a:pt x="1804441" y="1279421"/>
                  </a:lnTo>
                  <a:lnTo>
                    <a:pt x="1805109" y="1273858"/>
                  </a:lnTo>
                  <a:lnTo>
                    <a:pt x="1805777" y="1168166"/>
                  </a:lnTo>
                  <a:lnTo>
                    <a:pt x="1806445" y="1215449"/>
                  </a:lnTo>
                  <a:lnTo>
                    <a:pt x="1807113" y="1254388"/>
                  </a:lnTo>
                  <a:lnTo>
                    <a:pt x="1807781" y="1223794"/>
                  </a:lnTo>
                  <a:lnTo>
                    <a:pt x="1808449" y="1223794"/>
                  </a:lnTo>
                  <a:lnTo>
                    <a:pt x="1809117" y="1223794"/>
                  </a:lnTo>
                  <a:lnTo>
                    <a:pt x="1809785" y="1209887"/>
                  </a:lnTo>
                  <a:lnTo>
                    <a:pt x="1810453" y="1223794"/>
                  </a:lnTo>
                  <a:lnTo>
                    <a:pt x="1811121" y="1223794"/>
                  </a:lnTo>
                  <a:lnTo>
                    <a:pt x="1811790" y="1223794"/>
                  </a:lnTo>
                  <a:lnTo>
                    <a:pt x="1812458" y="1223794"/>
                  </a:lnTo>
                  <a:lnTo>
                    <a:pt x="1813126" y="1215449"/>
                  </a:lnTo>
                  <a:lnTo>
                    <a:pt x="1813794" y="1223794"/>
                  </a:lnTo>
                  <a:lnTo>
                    <a:pt x="1814462" y="1223794"/>
                  </a:lnTo>
                  <a:lnTo>
                    <a:pt x="1815130" y="1223794"/>
                  </a:lnTo>
                  <a:lnTo>
                    <a:pt x="1815798" y="1223794"/>
                  </a:lnTo>
                  <a:lnTo>
                    <a:pt x="1816466" y="1223794"/>
                  </a:lnTo>
                  <a:lnTo>
                    <a:pt x="1817134" y="1223794"/>
                  </a:lnTo>
                  <a:lnTo>
                    <a:pt x="1817802" y="1223794"/>
                  </a:lnTo>
                  <a:lnTo>
                    <a:pt x="1818470" y="1223794"/>
                  </a:lnTo>
                  <a:lnTo>
                    <a:pt x="1819138" y="1223794"/>
                  </a:lnTo>
                  <a:lnTo>
                    <a:pt x="1819806" y="1279421"/>
                  </a:lnTo>
                  <a:lnTo>
                    <a:pt x="1820474" y="1337829"/>
                  </a:lnTo>
                  <a:lnTo>
                    <a:pt x="1821142" y="1390675"/>
                  </a:lnTo>
                  <a:lnTo>
                    <a:pt x="1821810" y="1354517"/>
                  </a:lnTo>
                  <a:lnTo>
                    <a:pt x="1822478" y="1443520"/>
                  </a:lnTo>
                  <a:lnTo>
                    <a:pt x="1823146" y="1446302"/>
                  </a:lnTo>
                  <a:lnTo>
                    <a:pt x="1823814" y="1393456"/>
                  </a:lnTo>
                  <a:lnTo>
                    <a:pt x="1824482" y="1415707"/>
                  </a:lnTo>
                  <a:lnTo>
                    <a:pt x="1825150" y="1354517"/>
                  </a:lnTo>
                  <a:lnTo>
                    <a:pt x="1825818" y="1335048"/>
                  </a:lnTo>
                  <a:lnTo>
                    <a:pt x="1826486" y="1379549"/>
                  </a:lnTo>
                  <a:lnTo>
                    <a:pt x="1827154" y="1390675"/>
                  </a:lnTo>
                  <a:lnTo>
                    <a:pt x="1827822" y="1390675"/>
                  </a:lnTo>
                  <a:lnTo>
                    <a:pt x="1828490" y="1390675"/>
                  </a:lnTo>
                  <a:lnTo>
                    <a:pt x="1829158" y="1390675"/>
                  </a:lnTo>
                  <a:lnTo>
                    <a:pt x="1829826" y="1360080"/>
                  </a:lnTo>
                  <a:lnTo>
                    <a:pt x="1830494" y="1390675"/>
                  </a:lnTo>
                  <a:lnTo>
                    <a:pt x="1831162" y="1390675"/>
                  </a:lnTo>
                  <a:lnTo>
                    <a:pt x="1831830" y="1340610"/>
                  </a:lnTo>
                  <a:lnTo>
                    <a:pt x="1832498" y="1279421"/>
                  </a:lnTo>
                  <a:lnTo>
                    <a:pt x="1833166" y="1279421"/>
                  </a:lnTo>
                  <a:lnTo>
                    <a:pt x="1833834" y="1279421"/>
                  </a:lnTo>
                  <a:lnTo>
                    <a:pt x="1834502" y="1279421"/>
                  </a:lnTo>
                  <a:lnTo>
                    <a:pt x="1835170" y="1279421"/>
                  </a:lnTo>
                  <a:lnTo>
                    <a:pt x="1835838" y="1251607"/>
                  </a:lnTo>
                  <a:lnTo>
                    <a:pt x="1836507" y="1198761"/>
                  </a:lnTo>
                  <a:lnTo>
                    <a:pt x="1837175" y="1168166"/>
                  </a:lnTo>
                  <a:lnTo>
                    <a:pt x="1837843" y="1168166"/>
                  </a:lnTo>
                  <a:lnTo>
                    <a:pt x="1838511" y="1204324"/>
                  </a:lnTo>
                  <a:lnTo>
                    <a:pt x="1839179" y="1223794"/>
                  </a:lnTo>
                  <a:lnTo>
                    <a:pt x="1839847" y="1190417"/>
                  </a:lnTo>
                  <a:lnTo>
                    <a:pt x="1840515" y="1218231"/>
                  </a:lnTo>
                  <a:lnTo>
                    <a:pt x="1841183" y="1248826"/>
                  </a:lnTo>
                  <a:lnTo>
                    <a:pt x="1841851" y="1312797"/>
                  </a:lnTo>
                  <a:lnTo>
                    <a:pt x="1842519" y="1335048"/>
                  </a:lnTo>
                  <a:lnTo>
                    <a:pt x="1843187" y="1335048"/>
                  </a:lnTo>
                  <a:lnTo>
                    <a:pt x="1843855" y="1335048"/>
                  </a:lnTo>
                  <a:lnTo>
                    <a:pt x="1844523" y="1335048"/>
                  </a:lnTo>
                  <a:lnTo>
                    <a:pt x="1845191" y="1335048"/>
                  </a:lnTo>
                  <a:lnTo>
                    <a:pt x="1845859" y="1335048"/>
                  </a:lnTo>
                  <a:lnTo>
                    <a:pt x="1846527" y="1373986"/>
                  </a:lnTo>
                  <a:lnTo>
                    <a:pt x="1847195" y="1390675"/>
                  </a:lnTo>
                  <a:lnTo>
                    <a:pt x="1847863" y="1390675"/>
                  </a:lnTo>
                  <a:lnTo>
                    <a:pt x="1848531" y="1437957"/>
                  </a:lnTo>
                  <a:lnTo>
                    <a:pt x="1849199" y="1499147"/>
                  </a:lnTo>
                  <a:lnTo>
                    <a:pt x="1849867" y="1501929"/>
                  </a:lnTo>
                  <a:lnTo>
                    <a:pt x="1850535" y="1501929"/>
                  </a:lnTo>
                  <a:lnTo>
                    <a:pt x="1851203" y="1501929"/>
                  </a:lnTo>
                  <a:lnTo>
                    <a:pt x="1851871" y="1496366"/>
                  </a:lnTo>
                  <a:lnTo>
                    <a:pt x="1852539" y="1418488"/>
                  </a:lnTo>
                  <a:lnTo>
                    <a:pt x="1853207" y="1468552"/>
                  </a:lnTo>
                  <a:lnTo>
                    <a:pt x="1853875" y="1501929"/>
                  </a:lnTo>
                  <a:lnTo>
                    <a:pt x="1854543" y="1474115"/>
                  </a:lnTo>
                  <a:lnTo>
                    <a:pt x="1855211" y="1446302"/>
                  </a:lnTo>
                  <a:lnTo>
                    <a:pt x="1855879" y="1373987"/>
                  </a:lnTo>
                  <a:lnTo>
                    <a:pt x="1856547" y="1357298"/>
                  </a:lnTo>
                  <a:lnTo>
                    <a:pt x="1857215" y="1335048"/>
                  </a:lnTo>
                  <a:lnTo>
                    <a:pt x="1857883" y="1273858"/>
                  </a:lnTo>
                  <a:lnTo>
                    <a:pt x="1858551" y="1198761"/>
                  </a:lnTo>
                  <a:lnTo>
                    <a:pt x="1859219" y="1137572"/>
                  </a:lnTo>
                  <a:lnTo>
                    <a:pt x="1859887" y="1095851"/>
                  </a:lnTo>
                  <a:lnTo>
                    <a:pt x="1860556" y="1015192"/>
                  </a:lnTo>
                  <a:lnTo>
                    <a:pt x="1861224" y="970691"/>
                  </a:lnTo>
                  <a:lnTo>
                    <a:pt x="1861892" y="945659"/>
                  </a:lnTo>
                  <a:lnTo>
                    <a:pt x="1862560" y="945659"/>
                  </a:lnTo>
                  <a:lnTo>
                    <a:pt x="1863228" y="945659"/>
                  </a:lnTo>
                  <a:lnTo>
                    <a:pt x="1863896" y="862218"/>
                  </a:lnTo>
                  <a:lnTo>
                    <a:pt x="1864564" y="723150"/>
                  </a:lnTo>
                  <a:lnTo>
                    <a:pt x="1865232" y="723150"/>
                  </a:lnTo>
                  <a:lnTo>
                    <a:pt x="1865900" y="723150"/>
                  </a:lnTo>
                  <a:lnTo>
                    <a:pt x="1866568" y="681430"/>
                  </a:lnTo>
                  <a:lnTo>
                    <a:pt x="1867236" y="611897"/>
                  </a:lnTo>
                  <a:lnTo>
                    <a:pt x="1867904" y="611897"/>
                  </a:lnTo>
                  <a:lnTo>
                    <a:pt x="1868572" y="534019"/>
                  </a:lnTo>
                  <a:lnTo>
                    <a:pt x="1869240" y="606334"/>
                  </a:lnTo>
                  <a:lnTo>
                    <a:pt x="1869908" y="611897"/>
                  </a:lnTo>
                  <a:lnTo>
                    <a:pt x="1870576" y="611897"/>
                  </a:lnTo>
                  <a:lnTo>
                    <a:pt x="1871244" y="636929"/>
                  </a:lnTo>
                  <a:lnTo>
                    <a:pt x="1871912" y="636929"/>
                  </a:lnTo>
                  <a:lnTo>
                    <a:pt x="1872580" y="678649"/>
                  </a:lnTo>
                  <a:lnTo>
                    <a:pt x="1873248" y="728713"/>
                  </a:lnTo>
                  <a:lnTo>
                    <a:pt x="1873916" y="778777"/>
                  </a:lnTo>
                  <a:lnTo>
                    <a:pt x="1874584" y="789903"/>
                  </a:lnTo>
                  <a:lnTo>
                    <a:pt x="1875252" y="856655"/>
                  </a:lnTo>
                  <a:lnTo>
                    <a:pt x="1875920" y="917845"/>
                  </a:lnTo>
                  <a:lnTo>
                    <a:pt x="1876588" y="959565"/>
                  </a:lnTo>
                  <a:lnTo>
                    <a:pt x="1877256" y="1040224"/>
                  </a:lnTo>
                  <a:lnTo>
                    <a:pt x="1877924" y="1084726"/>
                  </a:lnTo>
                  <a:lnTo>
                    <a:pt x="1878592" y="1081945"/>
                  </a:lnTo>
                  <a:lnTo>
                    <a:pt x="1879260" y="987379"/>
                  </a:lnTo>
                  <a:lnTo>
                    <a:pt x="1879928" y="945659"/>
                  </a:lnTo>
                  <a:lnTo>
                    <a:pt x="1880596" y="923408"/>
                  </a:lnTo>
                  <a:lnTo>
                    <a:pt x="1881264" y="1056912"/>
                  </a:lnTo>
                  <a:lnTo>
                    <a:pt x="1881932" y="1015192"/>
                  </a:lnTo>
                  <a:lnTo>
                    <a:pt x="1882600" y="998504"/>
                  </a:lnTo>
                  <a:lnTo>
                    <a:pt x="1883268" y="981816"/>
                  </a:lnTo>
                  <a:lnTo>
                    <a:pt x="1883936" y="1056912"/>
                  </a:lnTo>
                  <a:lnTo>
                    <a:pt x="1884604" y="1020755"/>
                  </a:lnTo>
                  <a:lnTo>
                    <a:pt x="1885273" y="1076382"/>
                  </a:lnTo>
                  <a:lnTo>
                    <a:pt x="1885941" y="1112540"/>
                  </a:lnTo>
                  <a:lnTo>
                    <a:pt x="1886609" y="1112540"/>
                  </a:lnTo>
                  <a:lnTo>
                    <a:pt x="1887277" y="1112540"/>
                  </a:lnTo>
                  <a:lnTo>
                    <a:pt x="1887945" y="1112540"/>
                  </a:lnTo>
                  <a:lnTo>
                    <a:pt x="1888613" y="1115321"/>
                  </a:lnTo>
                  <a:lnTo>
                    <a:pt x="1889281" y="1095851"/>
                  </a:lnTo>
                  <a:lnTo>
                    <a:pt x="1889949" y="1015192"/>
                  </a:lnTo>
                  <a:lnTo>
                    <a:pt x="1890617" y="1001286"/>
                  </a:lnTo>
                  <a:lnTo>
                    <a:pt x="1891285" y="1043006"/>
                  </a:lnTo>
                  <a:lnTo>
                    <a:pt x="1891953" y="1056912"/>
                  </a:lnTo>
                  <a:lnTo>
                    <a:pt x="1892621" y="1056912"/>
                  </a:lnTo>
                  <a:lnTo>
                    <a:pt x="1893289" y="1056912"/>
                  </a:lnTo>
                  <a:lnTo>
                    <a:pt x="1893957" y="1056912"/>
                  </a:lnTo>
                  <a:lnTo>
                    <a:pt x="1894625" y="1056912"/>
                  </a:lnTo>
                  <a:lnTo>
                    <a:pt x="1895293" y="1081945"/>
                  </a:lnTo>
                  <a:lnTo>
                    <a:pt x="1895961" y="1179292"/>
                  </a:lnTo>
                  <a:lnTo>
                    <a:pt x="1896629" y="1223794"/>
                  </a:lnTo>
                  <a:lnTo>
                    <a:pt x="1897297" y="1312797"/>
                  </a:lnTo>
                  <a:lnTo>
                    <a:pt x="1897965" y="1335048"/>
                  </a:lnTo>
                  <a:lnTo>
                    <a:pt x="1898633" y="1337829"/>
                  </a:lnTo>
                  <a:lnTo>
                    <a:pt x="1899301" y="1279421"/>
                  </a:lnTo>
                  <a:lnTo>
                    <a:pt x="1899969" y="1262732"/>
                  </a:lnTo>
                  <a:lnTo>
                    <a:pt x="1900637" y="1215449"/>
                  </a:lnTo>
                  <a:lnTo>
                    <a:pt x="1901305" y="1201543"/>
                  </a:lnTo>
                  <a:lnTo>
                    <a:pt x="1901973" y="1223794"/>
                  </a:lnTo>
                  <a:lnTo>
                    <a:pt x="1902641" y="1140353"/>
                  </a:lnTo>
                  <a:lnTo>
                    <a:pt x="1903309" y="1051350"/>
                  </a:lnTo>
                  <a:lnTo>
                    <a:pt x="1903977" y="1001286"/>
                  </a:lnTo>
                  <a:lnTo>
                    <a:pt x="1904645" y="959565"/>
                  </a:lnTo>
                  <a:lnTo>
                    <a:pt x="1905313" y="967909"/>
                  </a:lnTo>
                  <a:lnTo>
                    <a:pt x="1905981" y="1015192"/>
                  </a:lnTo>
                  <a:lnTo>
                    <a:pt x="1906649" y="1095851"/>
                  </a:lnTo>
                  <a:lnTo>
                    <a:pt x="1907317" y="1112540"/>
                  </a:lnTo>
                  <a:lnTo>
                    <a:pt x="1907985" y="1112540"/>
                  </a:lnTo>
                  <a:lnTo>
                    <a:pt x="1908653" y="1112540"/>
                  </a:lnTo>
                  <a:lnTo>
                    <a:pt x="1909321" y="1051350"/>
                  </a:lnTo>
                  <a:lnTo>
                    <a:pt x="1909990" y="1001286"/>
                  </a:lnTo>
                  <a:lnTo>
                    <a:pt x="1910658" y="1001286"/>
                  </a:lnTo>
                  <a:lnTo>
                    <a:pt x="1911326" y="1001286"/>
                  </a:lnTo>
                  <a:lnTo>
                    <a:pt x="1911994" y="1001286"/>
                  </a:lnTo>
                  <a:lnTo>
                    <a:pt x="1912662" y="1001286"/>
                  </a:lnTo>
                  <a:lnTo>
                    <a:pt x="1913330" y="1001286"/>
                  </a:lnTo>
                  <a:lnTo>
                    <a:pt x="1913998" y="1001286"/>
                  </a:lnTo>
                  <a:lnTo>
                    <a:pt x="1914666" y="1001286"/>
                  </a:lnTo>
                  <a:lnTo>
                    <a:pt x="1915334" y="1031880"/>
                  </a:lnTo>
                  <a:lnTo>
                    <a:pt x="1916002" y="1112540"/>
                  </a:lnTo>
                  <a:lnTo>
                    <a:pt x="1916670" y="1179292"/>
                  </a:lnTo>
                  <a:lnTo>
                    <a:pt x="1917338" y="1223794"/>
                  </a:lnTo>
                  <a:lnTo>
                    <a:pt x="1918006" y="1218231"/>
                  </a:lnTo>
                  <a:lnTo>
                    <a:pt x="1918674" y="1168166"/>
                  </a:lnTo>
                  <a:lnTo>
                    <a:pt x="1919342" y="1246044"/>
                  </a:lnTo>
                  <a:lnTo>
                    <a:pt x="1920010" y="1335048"/>
                  </a:lnTo>
                  <a:lnTo>
                    <a:pt x="1920678" y="1390675"/>
                  </a:lnTo>
                  <a:lnTo>
                    <a:pt x="1921346" y="1429613"/>
                  </a:lnTo>
                  <a:lnTo>
                    <a:pt x="1922014" y="1401800"/>
                  </a:lnTo>
                  <a:lnTo>
                    <a:pt x="1922682" y="1390675"/>
                  </a:lnTo>
                  <a:lnTo>
                    <a:pt x="1923350" y="1390675"/>
                  </a:lnTo>
                  <a:lnTo>
                    <a:pt x="1924018" y="1373987"/>
                  </a:lnTo>
                  <a:lnTo>
                    <a:pt x="1924686" y="1335048"/>
                  </a:lnTo>
                  <a:lnTo>
                    <a:pt x="1925354" y="1335048"/>
                  </a:lnTo>
                  <a:lnTo>
                    <a:pt x="1926022" y="1390675"/>
                  </a:lnTo>
                  <a:lnTo>
                    <a:pt x="1926690" y="1446302"/>
                  </a:lnTo>
                  <a:lnTo>
                    <a:pt x="1927358" y="1446302"/>
                  </a:lnTo>
                  <a:lnTo>
                    <a:pt x="1928026" y="1446302"/>
                  </a:lnTo>
                  <a:lnTo>
                    <a:pt x="1928694" y="1446302"/>
                  </a:lnTo>
                  <a:lnTo>
                    <a:pt x="1929362" y="1446302"/>
                  </a:lnTo>
                  <a:lnTo>
                    <a:pt x="1930030" y="1446302"/>
                  </a:lnTo>
                  <a:lnTo>
                    <a:pt x="1930698" y="1424051"/>
                  </a:lnTo>
                  <a:lnTo>
                    <a:pt x="1931366" y="1390675"/>
                  </a:lnTo>
                  <a:lnTo>
                    <a:pt x="1932034" y="1390675"/>
                  </a:lnTo>
                  <a:lnTo>
                    <a:pt x="1932702" y="1390675"/>
                  </a:lnTo>
                  <a:lnTo>
                    <a:pt x="1933370" y="1390675"/>
                  </a:lnTo>
                  <a:lnTo>
                    <a:pt x="1934039" y="1393456"/>
                  </a:lnTo>
                  <a:lnTo>
                    <a:pt x="1934707" y="1446302"/>
                  </a:lnTo>
                  <a:lnTo>
                    <a:pt x="1935375" y="1446302"/>
                  </a:lnTo>
                  <a:lnTo>
                    <a:pt x="1936043" y="1429613"/>
                  </a:lnTo>
                  <a:lnTo>
                    <a:pt x="1936711" y="1390675"/>
                  </a:lnTo>
                  <a:lnTo>
                    <a:pt x="1937379" y="1390675"/>
                  </a:lnTo>
                  <a:lnTo>
                    <a:pt x="1938047" y="1390675"/>
                  </a:lnTo>
                  <a:lnTo>
                    <a:pt x="1938715" y="1432395"/>
                  </a:lnTo>
                  <a:lnTo>
                    <a:pt x="1939383" y="1446302"/>
                  </a:lnTo>
                  <a:lnTo>
                    <a:pt x="1940051" y="1446302"/>
                  </a:lnTo>
                  <a:lnTo>
                    <a:pt x="1940719" y="1460208"/>
                  </a:lnTo>
                  <a:lnTo>
                    <a:pt x="1941387" y="1490803"/>
                  </a:lnTo>
                  <a:lnTo>
                    <a:pt x="1942055" y="1446302"/>
                  </a:lnTo>
                  <a:lnTo>
                    <a:pt x="1942723" y="1382331"/>
                  </a:lnTo>
                  <a:lnTo>
                    <a:pt x="1943391" y="1335048"/>
                  </a:lnTo>
                  <a:lnTo>
                    <a:pt x="1944059" y="1326704"/>
                  </a:lnTo>
                  <a:lnTo>
                    <a:pt x="1944727" y="1240482"/>
                  </a:lnTo>
                  <a:lnTo>
                    <a:pt x="1945395" y="1223794"/>
                  </a:lnTo>
                  <a:lnTo>
                    <a:pt x="1946063" y="1193199"/>
                  </a:lnTo>
                  <a:lnTo>
                    <a:pt x="1946731" y="1073601"/>
                  </a:lnTo>
                  <a:lnTo>
                    <a:pt x="1947399" y="1076382"/>
                  </a:lnTo>
                  <a:lnTo>
                    <a:pt x="1948067" y="1087507"/>
                  </a:lnTo>
                  <a:lnTo>
                    <a:pt x="1948735" y="956784"/>
                  </a:lnTo>
                  <a:lnTo>
                    <a:pt x="1949403" y="878906"/>
                  </a:lnTo>
                  <a:lnTo>
                    <a:pt x="1950071" y="809372"/>
                  </a:lnTo>
                  <a:lnTo>
                    <a:pt x="1950739" y="778777"/>
                  </a:lnTo>
                  <a:lnTo>
                    <a:pt x="1951407" y="720369"/>
                  </a:lnTo>
                  <a:lnTo>
                    <a:pt x="1952075" y="692555"/>
                  </a:lnTo>
                  <a:lnTo>
                    <a:pt x="1952743" y="681430"/>
                  </a:lnTo>
                  <a:lnTo>
                    <a:pt x="1953411" y="723150"/>
                  </a:lnTo>
                  <a:lnTo>
                    <a:pt x="1954079" y="723150"/>
                  </a:lnTo>
                  <a:lnTo>
                    <a:pt x="1954747" y="723150"/>
                  </a:lnTo>
                  <a:lnTo>
                    <a:pt x="1955415" y="675868"/>
                  </a:lnTo>
                  <a:lnTo>
                    <a:pt x="1956083" y="559051"/>
                  </a:lnTo>
                  <a:lnTo>
                    <a:pt x="1956751" y="503424"/>
                  </a:lnTo>
                  <a:lnTo>
                    <a:pt x="1957419" y="500643"/>
                  </a:lnTo>
                  <a:lnTo>
                    <a:pt x="1958087" y="508987"/>
                  </a:lnTo>
                  <a:lnTo>
                    <a:pt x="1958756" y="556269"/>
                  </a:lnTo>
                  <a:lnTo>
                    <a:pt x="1959424" y="614678"/>
                  </a:lnTo>
                  <a:lnTo>
                    <a:pt x="1960092" y="667523"/>
                  </a:lnTo>
                  <a:lnTo>
                    <a:pt x="1960760" y="673086"/>
                  </a:lnTo>
                  <a:lnTo>
                    <a:pt x="1961428" y="759308"/>
                  </a:lnTo>
                  <a:lnTo>
                    <a:pt x="1962096" y="723150"/>
                  </a:lnTo>
                  <a:lnTo>
                    <a:pt x="1962764" y="748183"/>
                  </a:lnTo>
                  <a:lnTo>
                    <a:pt x="1963432" y="870562"/>
                  </a:lnTo>
                  <a:lnTo>
                    <a:pt x="1964100" y="890032"/>
                  </a:lnTo>
                  <a:lnTo>
                    <a:pt x="1964768" y="912282"/>
                  </a:lnTo>
                  <a:lnTo>
                    <a:pt x="1965436" y="1012411"/>
                  </a:lnTo>
                  <a:lnTo>
                    <a:pt x="1966104" y="1017974"/>
                  </a:lnTo>
                  <a:lnTo>
                    <a:pt x="1966772" y="1079163"/>
                  </a:lnTo>
                  <a:lnTo>
                    <a:pt x="1967440" y="1112540"/>
                  </a:lnTo>
                  <a:lnTo>
                    <a:pt x="1968108" y="1165385"/>
                  </a:lnTo>
                  <a:lnTo>
                    <a:pt x="1968776" y="1251607"/>
                  </a:lnTo>
                  <a:lnTo>
                    <a:pt x="1969444" y="1279421"/>
                  </a:lnTo>
                  <a:lnTo>
                    <a:pt x="1970112" y="1279421"/>
                  </a:lnTo>
                  <a:lnTo>
                    <a:pt x="1970780" y="1279421"/>
                  </a:lnTo>
                  <a:lnTo>
                    <a:pt x="1971448" y="1251607"/>
                  </a:lnTo>
                  <a:lnTo>
                    <a:pt x="1972116" y="1265514"/>
                  </a:lnTo>
                  <a:lnTo>
                    <a:pt x="1972784" y="1385112"/>
                  </a:lnTo>
                  <a:lnTo>
                    <a:pt x="1973452" y="1440739"/>
                  </a:lnTo>
                  <a:lnTo>
                    <a:pt x="1974120" y="1446302"/>
                  </a:lnTo>
                  <a:lnTo>
                    <a:pt x="1974788" y="1446302"/>
                  </a:lnTo>
                  <a:lnTo>
                    <a:pt x="1975456" y="1446302"/>
                  </a:lnTo>
                  <a:lnTo>
                    <a:pt x="1976124" y="1446302"/>
                  </a:lnTo>
                  <a:lnTo>
                    <a:pt x="1976792" y="1446302"/>
                  </a:lnTo>
                  <a:lnTo>
                    <a:pt x="1977460" y="1446302"/>
                  </a:lnTo>
                  <a:lnTo>
                    <a:pt x="1978128" y="1446302"/>
                  </a:lnTo>
                  <a:lnTo>
                    <a:pt x="1978796" y="1499147"/>
                  </a:lnTo>
                  <a:lnTo>
                    <a:pt x="1979464" y="1501929"/>
                  </a:lnTo>
                  <a:lnTo>
                    <a:pt x="1980132" y="1501929"/>
                  </a:lnTo>
                  <a:lnTo>
                    <a:pt x="1980800" y="1501929"/>
                  </a:lnTo>
                  <a:lnTo>
                    <a:pt x="1981468" y="1501929"/>
                  </a:lnTo>
                  <a:lnTo>
                    <a:pt x="1982136" y="1524179"/>
                  </a:lnTo>
                  <a:lnTo>
                    <a:pt x="1982804" y="1554774"/>
                  </a:lnTo>
                  <a:lnTo>
                    <a:pt x="1983473" y="1501929"/>
                  </a:lnTo>
                  <a:lnTo>
                    <a:pt x="1984141" y="1501929"/>
                  </a:lnTo>
                  <a:lnTo>
                    <a:pt x="1984809" y="1501929"/>
                  </a:lnTo>
                  <a:lnTo>
                    <a:pt x="1985477" y="1501929"/>
                  </a:lnTo>
                  <a:lnTo>
                    <a:pt x="1986145" y="1451864"/>
                  </a:lnTo>
                  <a:lnTo>
                    <a:pt x="1986813" y="1446302"/>
                  </a:lnTo>
                  <a:lnTo>
                    <a:pt x="1987481" y="1446302"/>
                  </a:lnTo>
                  <a:lnTo>
                    <a:pt x="1988149" y="1471334"/>
                  </a:lnTo>
                  <a:lnTo>
                    <a:pt x="1988817" y="1501929"/>
                  </a:lnTo>
                  <a:lnTo>
                    <a:pt x="1989485" y="1501929"/>
                  </a:lnTo>
                  <a:lnTo>
                    <a:pt x="1990153" y="1501929"/>
                  </a:lnTo>
                  <a:lnTo>
                    <a:pt x="1990821" y="1501929"/>
                  </a:lnTo>
                  <a:lnTo>
                    <a:pt x="1991489" y="1501929"/>
                  </a:lnTo>
                  <a:lnTo>
                    <a:pt x="1992157" y="1501929"/>
                  </a:lnTo>
                  <a:lnTo>
                    <a:pt x="1992825" y="1501929"/>
                  </a:lnTo>
                  <a:lnTo>
                    <a:pt x="1993493" y="1501929"/>
                  </a:lnTo>
                  <a:lnTo>
                    <a:pt x="1994161" y="1501929"/>
                  </a:lnTo>
                  <a:lnTo>
                    <a:pt x="1994829" y="1501929"/>
                  </a:lnTo>
                  <a:lnTo>
                    <a:pt x="1995497" y="1501929"/>
                  </a:lnTo>
                  <a:lnTo>
                    <a:pt x="1996165" y="1501929"/>
                  </a:lnTo>
                  <a:lnTo>
                    <a:pt x="1996833" y="1501929"/>
                  </a:lnTo>
                  <a:lnTo>
                    <a:pt x="1997501" y="1501929"/>
                  </a:lnTo>
                  <a:lnTo>
                    <a:pt x="1998169" y="1443520"/>
                  </a:lnTo>
                  <a:lnTo>
                    <a:pt x="1998837" y="1390675"/>
                  </a:lnTo>
                  <a:lnTo>
                    <a:pt x="1999505" y="1418488"/>
                  </a:lnTo>
                  <a:lnTo>
                    <a:pt x="2000173" y="1399019"/>
                  </a:lnTo>
                  <a:lnTo>
                    <a:pt x="2000841" y="1379549"/>
                  </a:lnTo>
                  <a:lnTo>
                    <a:pt x="2001509" y="1293327"/>
                  </a:lnTo>
                  <a:lnTo>
                    <a:pt x="2002177" y="1229356"/>
                  </a:lnTo>
                  <a:lnTo>
                    <a:pt x="2002845" y="1215449"/>
                  </a:lnTo>
                  <a:lnTo>
                    <a:pt x="2003513" y="1223794"/>
                  </a:lnTo>
                  <a:lnTo>
                    <a:pt x="2004181" y="1223794"/>
                  </a:lnTo>
                  <a:lnTo>
                    <a:pt x="2004849" y="1223794"/>
                  </a:lnTo>
                  <a:lnTo>
                    <a:pt x="2005517" y="1223794"/>
                  </a:lnTo>
                  <a:lnTo>
                    <a:pt x="2006185" y="1168166"/>
                  </a:lnTo>
                  <a:lnTo>
                    <a:pt x="2006853" y="1087507"/>
                  </a:lnTo>
                  <a:lnTo>
                    <a:pt x="2007521" y="984598"/>
                  </a:lnTo>
                  <a:lnTo>
                    <a:pt x="2008190" y="945659"/>
                  </a:lnTo>
                  <a:lnTo>
                    <a:pt x="2008858" y="945659"/>
                  </a:lnTo>
                  <a:lnTo>
                    <a:pt x="2009526" y="945659"/>
                  </a:lnTo>
                  <a:lnTo>
                    <a:pt x="2010194" y="903938"/>
                  </a:lnTo>
                  <a:lnTo>
                    <a:pt x="2010862" y="890032"/>
                  </a:lnTo>
                  <a:lnTo>
                    <a:pt x="2011530" y="887250"/>
                  </a:lnTo>
                  <a:lnTo>
                    <a:pt x="2012198" y="834405"/>
                  </a:lnTo>
                  <a:lnTo>
                    <a:pt x="2012866" y="834405"/>
                  </a:lnTo>
                  <a:lnTo>
                    <a:pt x="2013534" y="834405"/>
                  </a:lnTo>
                  <a:lnTo>
                    <a:pt x="2014202" y="798247"/>
                  </a:lnTo>
                  <a:lnTo>
                    <a:pt x="2014870" y="831623"/>
                  </a:lnTo>
                  <a:lnTo>
                    <a:pt x="2015538" y="890032"/>
                  </a:lnTo>
                  <a:lnTo>
                    <a:pt x="2016206" y="901157"/>
                  </a:lnTo>
                  <a:lnTo>
                    <a:pt x="2016874" y="970691"/>
                  </a:lnTo>
                  <a:lnTo>
                    <a:pt x="2017542" y="923408"/>
                  </a:lnTo>
                  <a:lnTo>
                    <a:pt x="2018210" y="976254"/>
                  </a:lnTo>
                  <a:lnTo>
                    <a:pt x="2018878" y="992942"/>
                  </a:lnTo>
                  <a:lnTo>
                    <a:pt x="2019546" y="1012411"/>
                  </a:lnTo>
                  <a:lnTo>
                    <a:pt x="2020214" y="981816"/>
                  </a:lnTo>
                  <a:lnTo>
                    <a:pt x="2020882" y="945659"/>
                  </a:lnTo>
                  <a:lnTo>
                    <a:pt x="2021550" y="892813"/>
                  </a:lnTo>
                  <a:lnTo>
                    <a:pt x="2022218" y="859437"/>
                  </a:lnTo>
                  <a:lnTo>
                    <a:pt x="2022886" y="884469"/>
                  </a:lnTo>
                  <a:lnTo>
                    <a:pt x="2023554" y="967909"/>
                  </a:lnTo>
                  <a:lnTo>
                    <a:pt x="2024222" y="1065256"/>
                  </a:lnTo>
                  <a:lnTo>
                    <a:pt x="2024890" y="1056912"/>
                  </a:lnTo>
                  <a:lnTo>
                    <a:pt x="2025558" y="1056912"/>
                  </a:lnTo>
                  <a:lnTo>
                    <a:pt x="2026226" y="1056912"/>
                  </a:lnTo>
                  <a:lnTo>
                    <a:pt x="2026894" y="1095851"/>
                  </a:lnTo>
                  <a:lnTo>
                    <a:pt x="2027562" y="1065256"/>
                  </a:lnTo>
                  <a:lnTo>
                    <a:pt x="2028230" y="1056912"/>
                  </a:lnTo>
                  <a:lnTo>
                    <a:pt x="2028898" y="1112540"/>
                  </a:lnTo>
                  <a:lnTo>
                    <a:pt x="2029566" y="1112540"/>
                  </a:lnTo>
                  <a:lnTo>
                    <a:pt x="2030234" y="1112540"/>
                  </a:lnTo>
                  <a:lnTo>
                    <a:pt x="2030902" y="1145916"/>
                  </a:lnTo>
                  <a:lnTo>
                    <a:pt x="2031570" y="1168166"/>
                  </a:lnTo>
                  <a:lnTo>
                    <a:pt x="2032239" y="1168166"/>
                  </a:lnTo>
                  <a:lnTo>
                    <a:pt x="2032907" y="1168166"/>
                  </a:lnTo>
                  <a:lnTo>
                    <a:pt x="2033575" y="1184855"/>
                  </a:lnTo>
                  <a:lnTo>
                    <a:pt x="2034243" y="1221012"/>
                  </a:lnTo>
                  <a:lnTo>
                    <a:pt x="2034911" y="1229356"/>
                  </a:lnTo>
                  <a:lnTo>
                    <a:pt x="2035579" y="1279421"/>
                  </a:lnTo>
                  <a:lnTo>
                    <a:pt x="2036247" y="1318360"/>
                  </a:lnTo>
                  <a:lnTo>
                    <a:pt x="2036915" y="1351736"/>
                  </a:lnTo>
                  <a:lnTo>
                    <a:pt x="2037583" y="1390675"/>
                  </a:lnTo>
                  <a:lnTo>
                    <a:pt x="2038251" y="1440739"/>
                  </a:lnTo>
                  <a:lnTo>
                    <a:pt x="2038919" y="1474115"/>
                  </a:lnTo>
                  <a:lnTo>
                    <a:pt x="2039587" y="1462990"/>
                  </a:lnTo>
                  <a:lnTo>
                    <a:pt x="2040255" y="1446302"/>
                  </a:lnTo>
                  <a:lnTo>
                    <a:pt x="2040923" y="1446302"/>
                  </a:lnTo>
                  <a:lnTo>
                    <a:pt x="2041591" y="1501929"/>
                  </a:lnTo>
                  <a:lnTo>
                    <a:pt x="2042259" y="1501929"/>
                  </a:lnTo>
                  <a:lnTo>
                    <a:pt x="2042927" y="1451864"/>
                  </a:lnTo>
                  <a:lnTo>
                    <a:pt x="2043595" y="1446302"/>
                  </a:lnTo>
                  <a:lnTo>
                    <a:pt x="2044263" y="1490803"/>
                  </a:lnTo>
                  <a:lnTo>
                    <a:pt x="2044931" y="1501929"/>
                  </a:lnTo>
                  <a:lnTo>
                    <a:pt x="2045599" y="1501929"/>
                  </a:lnTo>
                  <a:lnTo>
                    <a:pt x="2046267" y="1501929"/>
                  </a:lnTo>
                  <a:lnTo>
                    <a:pt x="2046935" y="1501929"/>
                  </a:lnTo>
                  <a:lnTo>
                    <a:pt x="2047603" y="1501929"/>
                  </a:lnTo>
                  <a:lnTo>
                    <a:pt x="2048271" y="1501929"/>
                  </a:lnTo>
                  <a:lnTo>
                    <a:pt x="2048939" y="1501929"/>
                  </a:lnTo>
                  <a:lnTo>
                    <a:pt x="2049607" y="1449083"/>
                  </a:lnTo>
                  <a:lnTo>
                    <a:pt x="2050275" y="1435176"/>
                  </a:lnTo>
                  <a:lnTo>
                    <a:pt x="2050943" y="1418488"/>
                  </a:lnTo>
                  <a:lnTo>
                    <a:pt x="2051611" y="1446302"/>
                  </a:lnTo>
                  <a:lnTo>
                    <a:pt x="2052279" y="1435176"/>
                  </a:lnTo>
                  <a:lnTo>
                    <a:pt x="2052947" y="1390675"/>
                  </a:lnTo>
                  <a:lnTo>
                    <a:pt x="2053615" y="1390675"/>
                  </a:lnTo>
                  <a:lnTo>
                    <a:pt x="2054283" y="1390675"/>
                  </a:lnTo>
                  <a:lnTo>
                    <a:pt x="2054951" y="1390675"/>
                  </a:lnTo>
                  <a:lnTo>
                    <a:pt x="2055619" y="1390675"/>
                  </a:lnTo>
                  <a:lnTo>
                    <a:pt x="2056287" y="1396237"/>
                  </a:lnTo>
                  <a:lnTo>
                    <a:pt x="2056956" y="1390675"/>
                  </a:lnTo>
                  <a:lnTo>
                    <a:pt x="2057624" y="1360080"/>
                  </a:lnTo>
                  <a:lnTo>
                    <a:pt x="2058292" y="1335048"/>
                  </a:lnTo>
                  <a:lnTo>
                    <a:pt x="2058960" y="1310015"/>
                  </a:lnTo>
                  <a:lnTo>
                    <a:pt x="2059628" y="1287765"/>
                  </a:lnTo>
                  <a:lnTo>
                    <a:pt x="2060296" y="1226575"/>
                  </a:lnTo>
                  <a:lnTo>
                    <a:pt x="2060964" y="1223794"/>
                  </a:lnTo>
                  <a:lnTo>
                    <a:pt x="2061632" y="1207105"/>
                  </a:lnTo>
                  <a:lnTo>
                    <a:pt x="2062300" y="1168166"/>
                  </a:lnTo>
                  <a:lnTo>
                    <a:pt x="2062968" y="1165385"/>
                  </a:lnTo>
                  <a:lnTo>
                    <a:pt x="2063636" y="1112540"/>
                  </a:lnTo>
                  <a:lnTo>
                    <a:pt x="2064304" y="1112540"/>
                  </a:lnTo>
                  <a:lnTo>
                    <a:pt x="2064972" y="1112540"/>
                  </a:lnTo>
                  <a:lnTo>
                    <a:pt x="2065640" y="1112540"/>
                  </a:lnTo>
                  <a:lnTo>
                    <a:pt x="2066308" y="1162604"/>
                  </a:lnTo>
                  <a:lnTo>
                    <a:pt x="2066976" y="1176511"/>
                  </a:lnTo>
                  <a:lnTo>
                    <a:pt x="2067644" y="1179292"/>
                  </a:lnTo>
                  <a:lnTo>
                    <a:pt x="2068312" y="1168166"/>
                  </a:lnTo>
                  <a:lnTo>
                    <a:pt x="2068980" y="1176511"/>
                  </a:lnTo>
                  <a:lnTo>
                    <a:pt x="2069648" y="1187636"/>
                  </a:lnTo>
                  <a:lnTo>
                    <a:pt x="2070316" y="1129228"/>
                  </a:lnTo>
                  <a:lnTo>
                    <a:pt x="2070984" y="1065256"/>
                  </a:lnTo>
                  <a:lnTo>
                    <a:pt x="2071652" y="1006848"/>
                  </a:lnTo>
                  <a:lnTo>
                    <a:pt x="2072320" y="1001286"/>
                  </a:lnTo>
                  <a:lnTo>
                    <a:pt x="2072988" y="1001286"/>
                  </a:lnTo>
                  <a:lnTo>
                    <a:pt x="2073656" y="984598"/>
                  </a:lnTo>
                  <a:lnTo>
                    <a:pt x="2074324" y="973472"/>
                  </a:lnTo>
                  <a:lnTo>
                    <a:pt x="2074992" y="1001286"/>
                  </a:lnTo>
                  <a:lnTo>
                    <a:pt x="2075660" y="998504"/>
                  </a:lnTo>
                  <a:lnTo>
                    <a:pt x="2076328" y="1037443"/>
                  </a:lnTo>
                  <a:lnTo>
                    <a:pt x="2076996" y="1106977"/>
                  </a:lnTo>
                  <a:lnTo>
                    <a:pt x="2077664" y="1112540"/>
                  </a:lnTo>
                  <a:lnTo>
                    <a:pt x="2078332" y="1126446"/>
                  </a:lnTo>
                  <a:lnTo>
                    <a:pt x="2079000" y="1168166"/>
                  </a:lnTo>
                  <a:lnTo>
                    <a:pt x="2079668" y="1168166"/>
                  </a:lnTo>
                  <a:lnTo>
                    <a:pt x="2080336" y="1223794"/>
                  </a:lnTo>
                  <a:lnTo>
                    <a:pt x="2081004" y="1223794"/>
                  </a:lnTo>
                  <a:lnTo>
                    <a:pt x="2081673" y="1223794"/>
                  </a:lnTo>
                  <a:lnTo>
                    <a:pt x="2082341" y="1223794"/>
                  </a:lnTo>
                  <a:lnTo>
                    <a:pt x="2083009" y="1223794"/>
                  </a:lnTo>
                  <a:lnTo>
                    <a:pt x="2083677" y="1223794"/>
                  </a:lnTo>
                  <a:lnTo>
                    <a:pt x="2084345" y="1265514"/>
                  </a:lnTo>
                  <a:lnTo>
                    <a:pt x="2085013" y="1279421"/>
                  </a:lnTo>
                  <a:lnTo>
                    <a:pt x="2085681" y="1279421"/>
                  </a:lnTo>
                  <a:lnTo>
                    <a:pt x="2086349" y="1312797"/>
                  </a:lnTo>
                  <a:lnTo>
                    <a:pt x="2087017" y="1371205"/>
                  </a:lnTo>
                  <a:lnTo>
                    <a:pt x="2087685" y="1435176"/>
                  </a:lnTo>
                  <a:lnTo>
                    <a:pt x="2088353" y="1482459"/>
                  </a:lnTo>
                  <a:lnTo>
                    <a:pt x="2089021" y="1446302"/>
                  </a:lnTo>
                  <a:lnTo>
                    <a:pt x="2089689" y="1471334"/>
                  </a:lnTo>
                  <a:lnTo>
                    <a:pt x="2090357" y="1515835"/>
                  </a:lnTo>
                  <a:lnTo>
                    <a:pt x="2091025" y="1524179"/>
                  </a:lnTo>
                  <a:lnTo>
                    <a:pt x="2091693" y="1501929"/>
                  </a:lnTo>
                  <a:lnTo>
                    <a:pt x="2092361" y="1488022"/>
                  </a:lnTo>
                  <a:lnTo>
                    <a:pt x="2093029" y="1501929"/>
                  </a:lnTo>
                  <a:lnTo>
                    <a:pt x="2093697" y="1501929"/>
                  </a:lnTo>
                  <a:lnTo>
                    <a:pt x="2094365" y="1501929"/>
                  </a:lnTo>
                  <a:lnTo>
                    <a:pt x="2095033" y="1501929"/>
                  </a:lnTo>
                  <a:lnTo>
                    <a:pt x="2095701" y="1501929"/>
                  </a:lnTo>
                  <a:lnTo>
                    <a:pt x="2096369" y="1501929"/>
                  </a:lnTo>
                  <a:lnTo>
                    <a:pt x="2097037" y="1471334"/>
                  </a:lnTo>
                  <a:lnTo>
                    <a:pt x="2097705" y="1404581"/>
                  </a:lnTo>
                  <a:lnTo>
                    <a:pt x="2098373" y="1354517"/>
                  </a:lnTo>
                  <a:lnTo>
                    <a:pt x="2099041" y="1335048"/>
                  </a:lnTo>
                  <a:lnTo>
                    <a:pt x="2099709" y="1318359"/>
                  </a:lnTo>
                  <a:lnTo>
                    <a:pt x="2100377" y="1279421"/>
                  </a:lnTo>
                  <a:lnTo>
                    <a:pt x="2101045" y="1279421"/>
                  </a:lnTo>
                  <a:lnTo>
                    <a:pt x="2101713" y="1184855"/>
                  </a:lnTo>
                  <a:lnTo>
                    <a:pt x="2102381" y="1151478"/>
                  </a:lnTo>
                  <a:lnTo>
                    <a:pt x="2103049" y="1106977"/>
                  </a:lnTo>
                  <a:lnTo>
                    <a:pt x="2103717" y="1056912"/>
                  </a:lnTo>
                  <a:lnTo>
                    <a:pt x="2104385" y="1056912"/>
                  </a:lnTo>
                  <a:lnTo>
                    <a:pt x="2105053" y="1065256"/>
                  </a:lnTo>
                  <a:lnTo>
                    <a:pt x="2105721" y="1112540"/>
                  </a:lnTo>
                  <a:lnTo>
                    <a:pt x="2106390" y="1112540"/>
                  </a:lnTo>
                  <a:lnTo>
                    <a:pt x="2107058" y="1112540"/>
                  </a:lnTo>
                  <a:lnTo>
                    <a:pt x="2107726" y="1143134"/>
                  </a:lnTo>
                  <a:lnTo>
                    <a:pt x="2108394" y="1168166"/>
                  </a:lnTo>
                  <a:lnTo>
                    <a:pt x="2109062" y="1201543"/>
                  </a:lnTo>
                  <a:lnTo>
                    <a:pt x="2109730" y="1223794"/>
                  </a:lnTo>
                  <a:lnTo>
                    <a:pt x="2110398" y="1223794"/>
                  </a:lnTo>
                  <a:lnTo>
                    <a:pt x="2111066" y="1223794"/>
                  </a:lnTo>
                  <a:lnTo>
                    <a:pt x="2111734" y="1223794"/>
                  </a:lnTo>
                  <a:lnTo>
                    <a:pt x="2112402" y="1223794"/>
                  </a:lnTo>
                  <a:lnTo>
                    <a:pt x="2113070" y="1223794"/>
                  </a:lnTo>
                  <a:lnTo>
                    <a:pt x="2113738" y="1251607"/>
                  </a:lnTo>
                  <a:lnTo>
                    <a:pt x="2114406" y="1318360"/>
                  </a:lnTo>
                  <a:lnTo>
                    <a:pt x="2115074" y="1323922"/>
                  </a:lnTo>
                  <a:lnTo>
                    <a:pt x="2115742" y="1335048"/>
                  </a:lnTo>
                  <a:lnTo>
                    <a:pt x="2116410" y="1348954"/>
                  </a:lnTo>
                  <a:lnTo>
                    <a:pt x="2117078" y="1390675"/>
                  </a:lnTo>
                  <a:lnTo>
                    <a:pt x="2117746" y="1390675"/>
                  </a:lnTo>
                  <a:lnTo>
                    <a:pt x="2118414" y="1479678"/>
                  </a:lnTo>
                  <a:lnTo>
                    <a:pt x="2119082" y="1451864"/>
                  </a:lnTo>
                  <a:lnTo>
                    <a:pt x="2119750" y="1449083"/>
                  </a:lnTo>
                  <a:lnTo>
                    <a:pt x="2120418" y="1501929"/>
                  </a:lnTo>
                  <a:lnTo>
                    <a:pt x="2121086" y="1501929"/>
                  </a:lnTo>
                  <a:lnTo>
                    <a:pt x="2121754" y="1499147"/>
                  </a:lnTo>
                  <a:lnTo>
                    <a:pt x="2122422" y="1446302"/>
                  </a:lnTo>
                  <a:lnTo>
                    <a:pt x="2123090" y="1446302"/>
                  </a:lnTo>
                  <a:lnTo>
                    <a:pt x="2123758" y="1446302"/>
                  </a:lnTo>
                  <a:lnTo>
                    <a:pt x="2124426" y="1401800"/>
                  </a:lnTo>
                  <a:lnTo>
                    <a:pt x="2125094" y="1390675"/>
                  </a:lnTo>
                  <a:lnTo>
                    <a:pt x="2125762" y="1390675"/>
                  </a:lnTo>
                  <a:lnTo>
                    <a:pt x="2126430" y="1390675"/>
                  </a:lnTo>
                  <a:lnTo>
                    <a:pt x="2127098" y="1390675"/>
                  </a:lnTo>
                  <a:lnTo>
                    <a:pt x="2127766" y="1390675"/>
                  </a:lnTo>
                  <a:lnTo>
                    <a:pt x="2128434" y="1390675"/>
                  </a:lnTo>
                  <a:lnTo>
                    <a:pt x="2129102" y="1390675"/>
                  </a:lnTo>
                  <a:lnTo>
                    <a:pt x="2129770" y="1390675"/>
                  </a:lnTo>
                  <a:lnTo>
                    <a:pt x="2130439" y="1390675"/>
                  </a:lnTo>
                  <a:lnTo>
                    <a:pt x="2131107" y="1365642"/>
                  </a:lnTo>
                  <a:lnTo>
                    <a:pt x="2131775" y="1376768"/>
                  </a:lnTo>
                  <a:lnTo>
                    <a:pt x="2132443" y="1390675"/>
                  </a:lnTo>
                  <a:lnTo>
                    <a:pt x="2133111" y="1390675"/>
                  </a:lnTo>
                  <a:lnTo>
                    <a:pt x="2133779" y="1390675"/>
                  </a:lnTo>
                  <a:lnTo>
                    <a:pt x="2134447" y="1390675"/>
                  </a:lnTo>
                  <a:lnTo>
                    <a:pt x="2135115" y="1390675"/>
                  </a:lnTo>
                  <a:lnTo>
                    <a:pt x="2135783" y="1449083"/>
                  </a:lnTo>
                  <a:lnTo>
                    <a:pt x="2136451" y="1501929"/>
                  </a:lnTo>
                  <a:lnTo>
                    <a:pt x="2137119" y="1485240"/>
                  </a:lnTo>
                  <a:lnTo>
                    <a:pt x="2137787" y="1446302"/>
                  </a:lnTo>
                  <a:lnTo>
                    <a:pt x="2138455" y="1446302"/>
                  </a:lnTo>
                  <a:lnTo>
                    <a:pt x="2139123" y="1501929"/>
                  </a:lnTo>
                  <a:lnTo>
                    <a:pt x="2139791" y="1501929"/>
                  </a:lnTo>
                  <a:lnTo>
                    <a:pt x="2140459" y="1501929"/>
                  </a:lnTo>
                  <a:lnTo>
                    <a:pt x="2141127" y="1543649"/>
                  </a:lnTo>
                  <a:lnTo>
                    <a:pt x="2141795" y="1557556"/>
                  </a:lnTo>
                  <a:lnTo>
                    <a:pt x="2142463" y="1557556"/>
                  </a:lnTo>
                  <a:lnTo>
                    <a:pt x="2143131" y="1557556"/>
                  </a:lnTo>
                  <a:lnTo>
                    <a:pt x="2143799" y="1557556"/>
                  </a:lnTo>
                  <a:lnTo>
                    <a:pt x="2144467" y="1557556"/>
                  </a:lnTo>
                  <a:lnTo>
                    <a:pt x="2145135" y="1557556"/>
                  </a:lnTo>
                  <a:lnTo>
                    <a:pt x="2145803" y="1557556"/>
                  </a:lnTo>
                  <a:lnTo>
                    <a:pt x="2146471" y="1557556"/>
                  </a:lnTo>
                  <a:lnTo>
                    <a:pt x="2147139" y="1557556"/>
                  </a:lnTo>
                  <a:lnTo>
                    <a:pt x="2147807" y="1579806"/>
                  </a:lnTo>
                  <a:lnTo>
                    <a:pt x="2148475" y="1613183"/>
                  </a:lnTo>
                  <a:lnTo>
                    <a:pt x="2149143" y="1557556"/>
                  </a:lnTo>
                  <a:lnTo>
                    <a:pt x="2149811" y="1557556"/>
                  </a:lnTo>
                  <a:lnTo>
                    <a:pt x="2150479" y="1557556"/>
                  </a:lnTo>
                  <a:lnTo>
                    <a:pt x="2151147" y="1518617"/>
                  </a:lnTo>
                  <a:lnTo>
                    <a:pt x="2151815" y="1501929"/>
                  </a:lnTo>
                  <a:lnTo>
                    <a:pt x="2152483" y="1501929"/>
                  </a:lnTo>
                  <a:lnTo>
                    <a:pt x="2153151" y="1501929"/>
                  </a:lnTo>
                  <a:lnTo>
                    <a:pt x="2153819" y="1515835"/>
                  </a:lnTo>
                  <a:lnTo>
                    <a:pt x="2154487" y="1557556"/>
                  </a:lnTo>
                  <a:lnTo>
                    <a:pt x="2155156" y="1557556"/>
                  </a:lnTo>
                  <a:lnTo>
                    <a:pt x="2155824" y="1557556"/>
                  </a:lnTo>
                  <a:lnTo>
                    <a:pt x="2156492" y="1504710"/>
                  </a:lnTo>
                  <a:lnTo>
                    <a:pt x="2157160" y="1499147"/>
                  </a:lnTo>
                  <a:lnTo>
                    <a:pt x="2157828" y="1446302"/>
                  </a:lnTo>
                  <a:lnTo>
                    <a:pt x="2158496" y="1446302"/>
                  </a:lnTo>
                  <a:lnTo>
                    <a:pt x="2159164" y="1446302"/>
                  </a:lnTo>
                  <a:lnTo>
                    <a:pt x="2159832" y="1446302"/>
                  </a:lnTo>
                  <a:lnTo>
                    <a:pt x="2160500" y="1446302"/>
                  </a:lnTo>
                  <a:lnTo>
                    <a:pt x="2161168" y="1446302"/>
                  </a:lnTo>
                  <a:lnTo>
                    <a:pt x="2161836" y="1446302"/>
                  </a:lnTo>
                  <a:lnTo>
                    <a:pt x="2162504" y="1446302"/>
                  </a:lnTo>
                  <a:lnTo>
                    <a:pt x="2163172" y="1446302"/>
                  </a:lnTo>
                  <a:lnTo>
                    <a:pt x="2163840" y="1415707"/>
                  </a:lnTo>
                  <a:lnTo>
                    <a:pt x="2164508" y="1390675"/>
                  </a:lnTo>
                  <a:lnTo>
                    <a:pt x="2165176" y="1390675"/>
                  </a:lnTo>
                  <a:lnTo>
                    <a:pt x="2165844" y="1443520"/>
                  </a:lnTo>
                  <a:lnTo>
                    <a:pt x="2166512" y="1446302"/>
                  </a:lnTo>
                  <a:lnTo>
                    <a:pt x="2167180" y="1446302"/>
                  </a:lnTo>
                  <a:lnTo>
                    <a:pt x="2167848" y="1482459"/>
                  </a:lnTo>
                  <a:lnTo>
                    <a:pt x="2168516" y="1501929"/>
                  </a:lnTo>
                  <a:lnTo>
                    <a:pt x="2169184" y="1501929"/>
                  </a:lnTo>
                  <a:lnTo>
                    <a:pt x="2169852" y="1501929"/>
                  </a:lnTo>
                  <a:lnTo>
                    <a:pt x="2170520" y="1501929"/>
                  </a:lnTo>
                  <a:lnTo>
                    <a:pt x="2171188" y="1501929"/>
                  </a:lnTo>
                  <a:lnTo>
                    <a:pt x="2171856" y="1501929"/>
                  </a:lnTo>
                  <a:lnTo>
                    <a:pt x="2172524" y="1501929"/>
                  </a:lnTo>
                  <a:lnTo>
                    <a:pt x="2173192" y="1551993"/>
                  </a:lnTo>
                  <a:lnTo>
                    <a:pt x="2173860" y="1493584"/>
                  </a:lnTo>
                  <a:lnTo>
                    <a:pt x="2174528" y="1501929"/>
                  </a:lnTo>
                  <a:lnTo>
                    <a:pt x="2175196" y="1454646"/>
                  </a:lnTo>
                  <a:lnTo>
                    <a:pt x="2175864" y="1407363"/>
                  </a:lnTo>
                  <a:lnTo>
                    <a:pt x="2176532" y="1390675"/>
                  </a:lnTo>
                  <a:lnTo>
                    <a:pt x="2177200" y="1390675"/>
                  </a:lnTo>
                  <a:lnTo>
                    <a:pt x="2177868" y="1390675"/>
                  </a:lnTo>
                  <a:lnTo>
                    <a:pt x="2178536" y="1365642"/>
                  </a:lnTo>
                  <a:lnTo>
                    <a:pt x="2179204" y="1335048"/>
                  </a:lnTo>
                  <a:lnTo>
                    <a:pt x="2179873" y="1335048"/>
                  </a:lnTo>
                  <a:lnTo>
                    <a:pt x="2180541" y="1335048"/>
                  </a:lnTo>
                  <a:lnTo>
                    <a:pt x="2181209" y="1335048"/>
                  </a:lnTo>
                  <a:lnTo>
                    <a:pt x="2181877" y="1335048"/>
                  </a:lnTo>
                  <a:lnTo>
                    <a:pt x="2182545" y="1335048"/>
                  </a:lnTo>
                  <a:lnTo>
                    <a:pt x="2183213" y="1265514"/>
                  </a:lnTo>
                  <a:lnTo>
                    <a:pt x="2183881" y="1223794"/>
                  </a:lnTo>
                  <a:lnTo>
                    <a:pt x="2184549" y="1223794"/>
                  </a:lnTo>
                  <a:lnTo>
                    <a:pt x="2185217" y="1223794"/>
                  </a:lnTo>
                  <a:lnTo>
                    <a:pt x="2185885" y="1223794"/>
                  </a:lnTo>
                  <a:lnTo>
                    <a:pt x="2186553" y="1223794"/>
                  </a:lnTo>
                  <a:lnTo>
                    <a:pt x="2187221" y="1179292"/>
                  </a:lnTo>
                  <a:lnTo>
                    <a:pt x="2187889" y="1034662"/>
                  </a:lnTo>
                  <a:lnTo>
                    <a:pt x="2188557" y="998504"/>
                  </a:lnTo>
                  <a:lnTo>
                    <a:pt x="2189225" y="937315"/>
                  </a:lnTo>
                  <a:lnTo>
                    <a:pt x="2189893" y="890032"/>
                  </a:lnTo>
                  <a:lnTo>
                    <a:pt x="2190561" y="948440"/>
                  </a:lnTo>
                  <a:lnTo>
                    <a:pt x="2191229" y="1001286"/>
                  </a:lnTo>
                  <a:lnTo>
                    <a:pt x="2191897" y="995723"/>
                  </a:lnTo>
                  <a:lnTo>
                    <a:pt x="2192565" y="1037443"/>
                  </a:lnTo>
                  <a:lnTo>
                    <a:pt x="2193233" y="1017974"/>
                  </a:lnTo>
                  <a:lnTo>
                    <a:pt x="2193901" y="1001286"/>
                  </a:lnTo>
                  <a:lnTo>
                    <a:pt x="2194569" y="1001286"/>
                  </a:lnTo>
                  <a:lnTo>
                    <a:pt x="2195237" y="967909"/>
                  </a:lnTo>
                  <a:lnTo>
                    <a:pt x="2195905" y="956784"/>
                  </a:lnTo>
                  <a:lnTo>
                    <a:pt x="2196573" y="945659"/>
                  </a:lnTo>
                  <a:lnTo>
                    <a:pt x="2197241" y="970691"/>
                  </a:lnTo>
                  <a:lnTo>
                    <a:pt x="2197909" y="1001286"/>
                  </a:lnTo>
                  <a:lnTo>
                    <a:pt x="2198577" y="1001286"/>
                  </a:lnTo>
                  <a:lnTo>
                    <a:pt x="2199245" y="1001286"/>
                  </a:lnTo>
                  <a:lnTo>
                    <a:pt x="2199913" y="1065256"/>
                  </a:lnTo>
                  <a:lnTo>
                    <a:pt x="2200581" y="1112540"/>
                  </a:lnTo>
                  <a:lnTo>
                    <a:pt x="2201249" y="1095851"/>
                  </a:lnTo>
                  <a:lnTo>
                    <a:pt x="2201917" y="1056912"/>
                  </a:lnTo>
                  <a:lnTo>
                    <a:pt x="2202585" y="1056912"/>
                  </a:lnTo>
                  <a:lnTo>
                    <a:pt x="2203253" y="1048568"/>
                  </a:lnTo>
                  <a:lnTo>
                    <a:pt x="2203921" y="1040224"/>
                  </a:lnTo>
                  <a:lnTo>
                    <a:pt x="2204590" y="1134790"/>
                  </a:lnTo>
                  <a:lnTo>
                    <a:pt x="2205258" y="1129228"/>
                  </a:lnTo>
                  <a:lnTo>
                    <a:pt x="2205926" y="1173729"/>
                  </a:lnTo>
                  <a:lnTo>
                    <a:pt x="2206594" y="1223794"/>
                  </a:lnTo>
                  <a:lnTo>
                    <a:pt x="2207262" y="1223794"/>
                  </a:lnTo>
                  <a:lnTo>
                    <a:pt x="2207930" y="1223794"/>
                  </a:lnTo>
                  <a:lnTo>
                    <a:pt x="2208598" y="1271077"/>
                  </a:lnTo>
                  <a:lnTo>
                    <a:pt x="2209266" y="1279421"/>
                  </a:lnTo>
                  <a:lnTo>
                    <a:pt x="2209934" y="1315578"/>
                  </a:lnTo>
                  <a:lnTo>
                    <a:pt x="2210602" y="1335048"/>
                  </a:lnTo>
                  <a:lnTo>
                    <a:pt x="2211270" y="1315578"/>
                  </a:lnTo>
                  <a:lnTo>
                    <a:pt x="2211938" y="1332266"/>
                  </a:lnTo>
                  <a:lnTo>
                    <a:pt x="2212606" y="1354517"/>
                  </a:lnTo>
                  <a:lnTo>
                    <a:pt x="2213274" y="1321141"/>
                  </a:lnTo>
                  <a:lnTo>
                    <a:pt x="2213942" y="1279421"/>
                  </a:lnTo>
                  <a:lnTo>
                    <a:pt x="2214610" y="1279421"/>
                  </a:lnTo>
                  <a:lnTo>
                    <a:pt x="2215278" y="1226575"/>
                  </a:lnTo>
                  <a:lnTo>
                    <a:pt x="2215946" y="1223794"/>
                  </a:lnTo>
                  <a:lnTo>
                    <a:pt x="2216614" y="1223794"/>
                  </a:lnTo>
                  <a:lnTo>
                    <a:pt x="2217282" y="1223794"/>
                  </a:lnTo>
                  <a:lnTo>
                    <a:pt x="2217950" y="1237700"/>
                  </a:lnTo>
                  <a:lnTo>
                    <a:pt x="2218618" y="1279421"/>
                  </a:lnTo>
                  <a:lnTo>
                    <a:pt x="2219286" y="1279421"/>
                  </a:lnTo>
                  <a:lnTo>
                    <a:pt x="2219954" y="1284983"/>
                  </a:lnTo>
                  <a:lnTo>
                    <a:pt x="2220622" y="1335048"/>
                  </a:lnTo>
                  <a:lnTo>
                    <a:pt x="2221290" y="1382330"/>
                  </a:lnTo>
                  <a:lnTo>
                    <a:pt x="2221958" y="1426832"/>
                  </a:lnTo>
                  <a:lnTo>
                    <a:pt x="2222626" y="1446302"/>
                  </a:lnTo>
                  <a:lnTo>
                    <a:pt x="2223294" y="1446302"/>
                  </a:lnTo>
                  <a:lnTo>
                    <a:pt x="2223962" y="1446302"/>
                  </a:lnTo>
                  <a:lnTo>
                    <a:pt x="2224630" y="1446302"/>
                  </a:lnTo>
                  <a:lnTo>
                    <a:pt x="2225298" y="1446302"/>
                  </a:lnTo>
                  <a:lnTo>
                    <a:pt x="2225966" y="1446302"/>
                  </a:lnTo>
                  <a:lnTo>
                    <a:pt x="2226634" y="1446302"/>
                  </a:lnTo>
                  <a:lnTo>
                    <a:pt x="2227302" y="1446302"/>
                  </a:lnTo>
                  <a:lnTo>
                    <a:pt x="2227970" y="1462990"/>
                  </a:lnTo>
                  <a:lnTo>
                    <a:pt x="2228639" y="1501929"/>
                  </a:lnTo>
                  <a:lnTo>
                    <a:pt x="2229307" y="1501929"/>
                  </a:lnTo>
                  <a:lnTo>
                    <a:pt x="2229975" y="1513054"/>
                  </a:lnTo>
                  <a:lnTo>
                    <a:pt x="2230643" y="1557556"/>
                  </a:lnTo>
                  <a:lnTo>
                    <a:pt x="2231311" y="1557556"/>
                  </a:lnTo>
                  <a:lnTo>
                    <a:pt x="2231979" y="1607620"/>
                  </a:lnTo>
                  <a:lnTo>
                    <a:pt x="2232647" y="1613183"/>
                  </a:lnTo>
                  <a:lnTo>
                    <a:pt x="2233315" y="1571462"/>
                  </a:lnTo>
                  <a:lnTo>
                    <a:pt x="2233983" y="1557556"/>
                  </a:lnTo>
                  <a:lnTo>
                    <a:pt x="2234651" y="1557556"/>
                  </a:lnTo>
                  <a:lnTo>
                    <a:pt x="2235319" y="1501929"/>
                  </a:lnTo>
                  <a:lnTo>
                    <a:pt x="2235987" y="1446302"/>
                  </a:lnTo>
                  <a:lnTo>
                    <a:pt x="2236655" y="1446302"/>
                  </a:lnTo>
                  <a:lnTo>
                    <a:pt x="2237323" y="1410144"/>
                  </a:lnTo>
                  <a:lnTo>
                    <a:pt x="2237991" y="1362861"/>
                  </a:lnTo>
                  <a:lnTo>
                    <a:pt x="2238659" y="1335048"/>
                  </a:lnTo>
                  <a:lnTo>
                    <a:pt x="2239327" y="1335048"/>
                  </a:lnTo>
                  <a:lnTo>
                    <a:pt x="2239995" y="1335048"/>
                  </a:lnTo>
                  <a:lnTo>
                    <a:pt x="2240663" y="1335048"/>
                  </a:lnTo>
                  <a:lnTo>
                    <a:pt x="2241331" y="1335048"/>
                  </a:lnTo>
                  <a:lnTo>
                    <a:pt x="2241999" y="1282202"/>
                  </a:lnTo>
                  <a:lnTo>
                    <a:pt x="2242667" y="1279421"/>
                  </a:lnTo>
                  <a:lnTo>
                    <a:pt x="2243335" y="1279421"/>
                  </a:lnTo>
                  <a:lnTo>
                    <a:pt x="2244003" y="1279421"/>
                  </a:lnTo>
                  <a:lnTo>
                    <a:pt x="2244671" y="1279421"/>
                  </a:lnTo>
                  <a:lnTo>
                    <a:pt x="2245339" y="1279421"/>
                  </a:lnTo>
                  <a:lnTo>
                    <a:pt x="2246007" y="1265514"/>
                  </a:lnTo>
                  <a:lnTo>
                    <a:pt x="2246675" y="1279421"/>
                  </a:lnTo>
                  <a:lnTo>
                    <a:pt x="2247343" y="1279421"/>
                  </a:lnTo>
                  <a:lnTo>
                    <a:pt x="2248011" y="1279421"/>
                  </a:lnTo>
                  <a:lnTo>
                    <a:pt x="2248679" y="1279421"/>
                  </a:lnTo>
                  <a:lnTo>
                    <a:pt x="2249347" y="1279421"/>
                  </a:lnTo>
                  <a:lnTo>
                    <a:pt x="2250015" y="1318360"/>
                  </a:lnTo>
                  <a:lnTo>
                    <a:pt x="2250683" y="1335048"/>
                  </a:lnTo>
                  <a:lnTo>
                    <a:pt x="2251351" y="1335048"/>
                  </a:lnTo>
                  <a:lnTo>
                    <a:pt x="2252019" y="1385112"/>
                  </a:lnTo>
                  <a:lnTo>
                    <a:pt x="2252687" y="1446302"/>
                  </a:lnTo>
                  <a:lnTo>
                    <a:pt x="2253356" y="1446302"/>
                  </a:lnTo>
                  <a:lnTo>
                    <a:pt x="2254024" y="1479678"/>
                  </a:lnTo>
                  <a:lnTo>
                    <a:pt x="2254692" y="1504710"/>
                  </a:lnTo>
                  <a:lnTo>
                    <a:pt x="2255360" y="1501929"/>
                  </a:lnTo>
                  <a:lnTo>
                    <a:pt x="2256028" y="1501929"/>
                  </a:lnTo>
                  <a:lnTo>
                    <a:pt x="2256696" y="1501929"/>
                  </a:lnTo>
                  <a:lnTo>
                    <a:pt x="2257364" y="1501929"/>
                  </a:lnTo>
                  <a:lnTo>
                    <a:pt x="2258032" y="1501929"/>
                  </a:lnTo>
                  <a:lnTo>
                    <a:pt x="2258700" y="1551993"/>
                  </a:lnTo>
                  <a:lnTo>
                    <a:pt x="2259368" y="1557556"/>
                  </a:lnTo>
                  <a:lnTo>
                    <a:pt x="2260036" y="1557556"/>
                  </a:lnTo>
                  <a:lnTo>
                    <a:pt x="2260704" y="1557556"/>
                  </a:lnTo>
                  <a:lnTo>
                    <a:pt x="2261372" y="1557556"/>
                  </a:lnTo>
                  <a:lnTo>
                    <a:pt x="2262040" y="1557556"/>
                  </a:lnTo>
                  <a:lnTo>
                    <a:pt x="2262708" y="1585369"/>
                  </a:lnTo>
                  <a:lnTo>
                    <a:pt x="2263376" y="1613183"/>
                  </a:lnTo>
                  <a:lnTo>
                    <a:pt x="2264044" y="1613183"/>
                  </a:lnTo>
                  <a:lnTo>
                    <a:pt x="2264712" y="1613183"/>
                  </a:lnTo>
                  <a:lnTo>
                    <a:pt x="2265380" y="1613183"/>
                  </a:lnTo>
                  <a:lnTo>
                    <a:pt x="2266048" y="1613183"/>
                  </a:lnTo>
                  <a:lnTo>
                    <a:pt x="2266716" y="1613183"/>
                  </a:lnTo>
                  <a:lnTo>
                    <a:pt x="2267384" y="1613183"/>
                  </a:lnTo>
                  <a:lnTo>
                    <a:pt x="2268052" y="1613183"/>
                  </a:lnTo>
                  <a:lnTo>
                    <a:pt x="2268720" y="1613183"/>
                  </a:lnTo>
                  <a:lnTo>
                    <a:pt x="2269388" y="1613183"/>
                  </a:lnTo>
                  <a:lnTo>
                    <a:pt x="2270056" y="1613183"/>
                  </a:lnTo>
                  <a:lnTo>
                    <a:pt x="2270724" y="1613183"/>
                  </a:lnTo>
                  <a:lnTo>
                    <a:pt x="2271392" y="1632652"/>
                  </a:lnTo>
                  <a:lnTo>
                    <a:pt x="2272060" y="1668810"/>
                  </a:lnTo>
                  <a:lnTo>
                    <a:pt x="2272060" y="1668810"/>
                  </a:lnTo>
                  <a:lnTo>
                    <a:pt x="2272728" y="1668810"/>
                  </a:lnTo>
                  <a:lnTo>
                    <a:pt x="2273396" y="1668810"/>
                  </a:lnTo>
                  <a:lnTo>
                    <a:pt x="2274064" y="1668810"/>
                  </a:lnTo>
                  <a:lnTo>
                    <a:pt x="2274732" y="1668810"/>
                  </a:lnTo>
                  <a:lnTo>
                    <a:pt x="2275400" y="1668810"/>
                  </a:lnTo>
                  <a:lnTo>
                    <a:pt x="2276068" y="1668810"/>
                  </a:lnTo>
                  <a:lnTo>
                    <a:pt x="2276736" y="1668810"/>
                  </a:lnTo>
                  <a:lnTo>
                    <a:pt x="2277404" y="1668810"/>
                  </a:lnTo>
                  <a:lnTo>
                    <a:pt x="2278073" y="1668810"/>
                  </a:lnTo>
                  <a:lnTo>
                    <a:pt x="2278741" y="1668810"/>
                  </a:lnTo>
                  <a:lnTo>
                    <a:pt x="2279409" y="1668810"/>
                  </a:lnTo>
                  <a:lnTo>
                    <a:pt x="2280077" y="1668810"/>
                  </a:lnTo>
                  <a:lnTo>
                    <a:pt x="2280745" y="1668810"/>
                  </a:lnTo>
                  <a:lnTo>
                    <a:pt x="2281413" y="1668810"/>
                  </a:lnTo>
                  <a:lnTo>
                    <a:pt x="2282081" y="1668810"/>
                  </a:lnTo>
                  <a:lnTo>
                    <a:pt x="2282749" y="1668810"/>
                  </a:lnTo>
                  <a:lnTo>
                    <a:pt x="2283417" y="1668810"/>
                  </a:lnTo>
                  <a:lnTo>
                    <a:pt x="2284085" y="1640996"/>
                  </a:lnTo>
                  <a:lnTo>
                    <a:pt x="2284753" y="1613183"/>
                  </a:lnTo>
                  <a:lnTo>
                    <a:pt x="2285421" y="1590932"/>
                  </a:lnTo>
                  <a:lnTo>
                    <a:pt x="2286089" y="1557556"/>
                  </a:lnTo>
                  <a:lnTo>
                    <a:pt x="2286757" y="1557556"/>
                  </a:lnTo>
                  <a:lnTo>
                    <a:pt x="2287425" y="1557556"/>
                  </a:lnTo>
                  <a:lnTo>
                    <a:pt x="2288093" y="1510273"/>
                  </a:lnTo>
                  <a:lnTo>
                    <a:pt x="2288761" y="1501929"/>
                  </a:lnTo>
                  <a:lnTo>
                    <a:pt x="2289429" y="1501929"/>
                  </a:lnTo>
                  <a:lnTo>
                    <a:pt x="2290097" y="1501929"/>
                  </a:lnTo>
                  <a:lnTo>
                    <a:pt x="2290765" y="1501929"/>
                  </a:lnTo>
                  <a:lnTo>
                    <a:pt x="2291433" y="1501929"/>
                  </a:lnTo>
                  <a:lnTo>
                    <a:pt x="2292101" y="1501929"/>
                  </a:lnTo>
                  <a:lnTo>
                    <a:pt x="2292769" y="1501929"/>
                  </a:lnTo>
                  <a:lnTo>
                    <a:pt x="2293437" y="1501929"/>
                  </a:lnTo>
                  <a:lnTo>
                    <a:pt x="2294105" y="1501929"/>
                  </a:lnTo>
                  <a:lnTo>
                    <a:pt x="2294773" y="1501929"/>
                  </a:lnTo>
                  <a:lnTo>
                    <a:pt x="2295441" y="1501929"/>
                  </a:lnTo>
                  <a:lnTo>
                    <a:pt x="2296109" y="1501929"/>
                  </a:lnTo>
                  <a:lnTo>
                    <a:pt x="2296777" y="1501929"/>
                  </a:lnTo>
                  <a:lnTo>
                    <a:pt x="2297445" y="1501929"/>
                  </a:lnTo>
                  <a:lnTo>
                    <a:pt x="2298113" y="1501929"/>
                  </a:lnTo>
                  <a:lnTo>
                    <a:pt x="2298781" y="1501929"/>
                  </a:lnTo>
                  <a:lnTo>
                    <a:pt x="2299449" y="1488022"/>
                  </a:lnTo>
                  <a:lnTo>
                    <a:pt x="2300117" y="1446302"/>
                  </a:lnTo>
                  <a:lnTo>
                    <a:pt x="2300785" y="1471334"/>
                  </a:lnTo>
                  <a:lnTo>
                    <a:pt x="2301453" y="1501929"/>
                  </a:lnTo>
                  <a:lnTo>
                    <a:pt x="2302121" y="1521398"/>
                  </a:lnTo>
                  <a:lnTo>
                    <a:pt x="2302790" y="1557556"/>
                  </a:lnTo>
                  <a:lnTo>
                    <a:pt x="2303458" y="1557556"/>
                  </a:lnTo>
                  <a:lnTo>
                    <a:pt x="2304126" y="1557556"/>
                  </a:lnTo>
                  <a:lnTo>
                    <a:pt x="2304794" y="1602057"/>
                  </a:lnTo>
                  <a:lnTo>
                    <a:pt x="2305462" y="1613183"/>
                  </a:lnTo>
                  <a:lnTo>
                    <a:pt x="2306130" y="1565900"/>
                  </a:lnTo>
                  <a:lnTo>
                    <a:pt x="2306798" y="1510273"/>
                  </a:lnTo>
                  <a:lnTo>
                    <a:pt x="2307466" y="1401800"/>
                  </a:lnTo>
                  <a:lnTo>
                    <a:pt x="2308134" y="1390675"/>
                  </a:lnTo>
                  <a:lnTo>
                    <a:pt x="2308802" y="1385112"/>
                  </a:lnTo>
                  <a:lnTo>
                    <a:pt x="2309470" y="1335048"/>
                  </a:lnTo>
                  <a:lnTo>
                    <a:pt x="2310138" y="1276639"/>
                  </a:lnTo>
                  <a:lnTo>
                    <a:pt x="2310806" y="1176511"/>
                  </a:lnTo>
                  <a:lnTo>
                    <a:pt x="2311474" y="1168166"/>
                  </a:lnTo>
                  <a:lnTo>
                    <a:pt x="2312142" y="1168166"/>
                  </a:lnTo>
                  <a:lnTo>
                    <a:pt x="2312810" y="1168166"/>
                  </a:lnTo>
                  <a:lnTo>
                    <a:pt x="2313478" y="1168166"/>
                  </a:lnTo>
                  <a:lnTo>
                    <a:pt x="2314146" y="1168166"/>
                  </a:lnTo>
                  <a:lnTo>
                    <a:pt x="2314814" y="1168166"/>
                  </a:lnTo>
                  <a:lnTo>
                    <a:pt x="2315482" y="1168166"/>
                  </a:lnTo>
                  <a:lnTo>
                    <a:pt x="2316150" y="1179292"/>
                  </a:lnTo>
                  <a:lnTo>
                    <a:pt x="2316818" y="1223794"/>
                  </a:lnTo>
                  <a:lnTo>
                    <a:pt x="2317486" y="1223794"/>
                  </a:lnTo>
                  <a:lnTo>
                    <a:pt x="2318154" y="1223794"/>
                  </a:lnTo>
                  <a:lnTo>
                    <a:pt x="2318822" y="1223794"/>
                  </a:lnTo>
                  <a:lnTo>
                    <a:pt x="2319490" y="1223794"/>
                  </a:lnTo>
                  <a:lnTo>
                    <a:pt x="2320158" y="1223794"/>
                  </a:lnTo>
                  <a:lnTo>
                    <a:pt x="2320826" y="1223794"/>
                  </a:lnTo>
                  <a:lnTo>
                    <a:pt x="2321494" y="1223794"/>
                  </a:lnTo>
                  <a:lnTo>
                    <a:pt x="2322162" y="1223794"/>
                  </a:lnTo>
                  <a:lnTo>
                    <a:pt x="2322830" y="1268295"/>
                  </a:lnTo>
                  <a:lnTo>
                    <a:pt x="2323498" y="1321141"/>
                  </a:lnTo>
                  <a:lnTo>
                    <a:pt x="2324166" y="1432395"/>
                  </a:lnTo>
                  <a:lnTo>
                    <a:pt x="2324834" y="1446302"/>
                  </a:lnTo>
                  <a:lnTo>
                    <a:pt x="2325502" y="1449083"/>
                  </a:lnTo>
                  <a:lnTo>
                    <a:pt x="2326170" y="1462990"/>
                  </a:lnTo>
                  <a:lnTo>
                    <a:pt x="2326839" y="1499147"/>
                  </a:lnTo>
                  <a:lnTo>
                    <a:pt x="2327507" y="1602057"/>
                  </a:lnTo>
                  <a:lnTo>
                    <a:pt x="2328175" y="1613183"/>
                  </a:lnTo>
                  <a:lnTo>
                    <a:pt x="2328843" y="1613183"/>
                  </a:lnTo>
                  <a:lnTo>
                    <a:pt x="2329511" y="1613183"/>
                  </a:lnTo>
                  <a:lnTo>
                    <a:pt x="2330179" y="1613183"/>
                  </a:lnTo>
                  <a:lnTo>
                    <a:pt x="2330847" y="1613183"/>
                  </a:lnTo>
                  <a:lnTo>
                    <a:pt x="2331515" y="1613183"/>
                  </a:lnTo>
                  <a:lnTo>
                    <a:pt x="2332183" y="1602057"/>
                  </a:lnTo>
                  <a:lnTo>
                    <a:pt x="2332851" y="1557556"/>
                  </a:lnTo>
                  <a:lnTo>
                    <a:pt x="2333519" y="1557556"/>
                  </a:lnTo>
                  <a:lnTo>
                    <a:pt x="2334187" y="1557556"/>
                  </a:lnTo>
                  <a:lnTo>
                    <a:pt x="2334855" y="1557556"/>
                  </a:lnTo>
                  <a:lnTo>
                    <a:pt x="2335523" y="1557556"/>
                  </a:lnTo>
                  <a:lnTo>
                    <a:pt x="2336191" y="1557556"/>
                  </a:lnTo>
                  <a:lnTo>
                    <a:pt x="2336859" y="1557556"/>
                  </a:lnTo>
                  <a:lnTo>
                    <a:pt x="2337527" y="1557556"/>
                  </a:lnTo>
                  <a:lnTo>
                    <a:pt x="2338195" y="1557556"/>
                  </a:lnTo>
                  <a:lnTo>
                    <a:pt x="2338863" y="1557556"/>
                  </a:lnTo>
                  <a:lnTo>
                    <a:pt x="2339531" y="1557556"/>
                  </a:lnTo>
                  <a:lnTo>
                    <a:pt x="2340199" y="1524179"/>
                  </a:lnTo>
                  <a:lnTo>
                    <a:pt x="2340867" y="1501929"/>
                  </a:lnTo>
                  <a:lnTo>
                    <a:pt x="2341535" y="1501929"/>
                  </a:lnTo>
                  <a:lnTo>
                    <a:pt x="2342203" y="1501929"/>
                  </a:lnTo>
                  <a:lnTo>
                    <a:pt x="2342871" y="1538086"/>
                  </a:lnTo>
                  <a:lnTo>
                    <a:pt x="2343539" y="1557556"/>
                  </a:lnTo>
                  <a:lnTo>
                    <a:pt x="2344207" y="1543649"/>
                  </a:lnTo>
                  <a:lnTo>
                    <a:pt x="2344875" y="1501929"/>
                  </a:lnTo>
                  <a:lnTo>
                    <a:pt x="2345543" y="1501929"/>
                  </a:lnTo>
                  <a:lnTo>
                    <a:pt x="2346211" y="1501929"/>
                  </a:lnTo>
                  <a:lnTo>
                    <a:pt x="2346879" y="1501929"/>
                  </a:lnTo>
                  <a:lnTo>
                    <a:pt x="2347547" y="1501929"/>
                  </a:lnTo>
                  <a:lnTo>
                    <a:pt x="2348215" y="1446302"/>
                  </a:lnTo>
                  <a:lnTo>
                    <a:pt x="2348883" y="1454646"/>
                  </a:lnTo>
                  <a:lnTo>
                    <a:pt x="2349551" y="1501929"/>
                  </a:lnTo>
                  <a:lnTo>
                    <a:pt x="2350219" y="1501929"/>
                  </a:lnTo>
                  <a:lnTo>
                    <a:pt x="2350887" y="1501929"/>
                  </a:lnTo>
                  <a:lnTo>
                    <a:pt x="2351556" y="1501929"/>
                  </a:lnTo>
                  <a:lnTo>
                    <a:pt x="2352224" y="1479678"/>
                  </a:lnTo>
                  <a:lnTo>
                    <a:pt x="2352892" y="1446302"/>
                  </a:lnTo>
                  <a:lnTo>
                    <a:pt x="2353560" y="1446302"/>
                  </a:lnTo>
                  <a:lnTo>
                    <a:pt x="2354228" y="1404581"/>
                  </a:lnTo>
                  <a:lnTo>
                    <a:pt x="2354896" y="1390675"/>
                  </a:lnTo>
                  <a:lnTo>
                    <a:pt x="2355564" y="1390675"/>
                  </a:lnTo>
                  <a:lnTo>
                    <a:pt x="2356232" y="1390675"/>
                  </a:lnTo>
                  <a:lnTo>
                    <a:pt x="2356900" y="1421269"/>
                  </a:lnTo>
                  <a:lnTo>
                    <a:pt x="2357568" y="1446302"/>
                  </a:lnTo>
                  <a:lnTo>
                    <a:pt x="2358236" y="1407363"/>
                  </a:lnTo>
                  <a:lnTo>
                    <a:pt x="2358904" y="1343392"/>
                  </a:lnTo>
                  <a:lnTo>
                    <a:pt x="2359572" y="1335048"/>
                  </a:lnTo>
                  <a:lnTo>
                    <a:pt x="2360240" y="1335048"/>
                  </a:lnTo>
                  <a:lnTo>
                    <a:pt x="2360908" y="1329485"/>
                  </a:lnTo>
                  <a:lnTo>
                    <a:pt x="2361576" y="1335048"/>
                  </a:lnTo>
                  <a:lnTo>
                    <a:pt x="2362244" y="1335048"/>
                  </a:lnTo>
                  <a:lnTo>
                    <a:pt x="2362912" y="1282202"/>
                  </a:lnTo>
                  <a:lnTo>
                    <a:pt x="2363580" y="1279421"/>
                  </a:lnTo>
                  <a:lnTo>
                    <a:pt x="2364248" y="1226575"/>
                  </a:lnTo>
                  <a:lnTo>
                    <a:pt x="2364916" y="1223793"/>
                  </a:lnTo>
                  <a:lnTo>
                    <a:pt x="2365584" y="1120884"/>
                  </a:lnTo>
                  <a:lnTo>
                    <a:pt x="2366252" y="1093070"/>
                  </a:lnTo>
                  <a:lnTo>
                    <a:pt x="2366920" y="1045787"/>
                  </a:lnTo>
                  <a:lnTo>
                    <a:pt x="2367588" y="995723"/>
                  </a:lnTo>
                  <a:lnTo>
                    <a:pt x="2368256" y="945659"/>
                  </a:lnTo>
                  <a:lnTo>
                    <a:pt x="2368924" y="867781"/>
                  </a:lnTo>
                  <a:lnTo>
                    <a:pt x="2369592" y="864999"/>
                  </a:lnTo>
                  <a:lnTo>
                    <a:pt x="2370260" y="834405"/>
                  </a:lnTo>
                  <a:lnTo>
                    <a:pt x="2370928" y="873343"/>
                  </a:lnTo>
                  <a:lnTo>
                    <a:pt x="2371596" y="890032"/>
                  </a:lnTo>
                  <a:lnTo>
                    <a:pt x="2372264" y="890032"/>
                  </a:lnTo>
                  <a:lnTo>
                    <a:pt x="2372932" y="890032"/>
                  </a:lnTo>
                  <a:lnTo>
                    <a:pt x="2373600" y="890032"/>
                  </a:lnTo>
                  <a:lnTo>
                    <a:pt x="2374268" y="864999"/>
                  </a:lnTo>
                  <a:lnTo>
                    <a:pt x="2374936" y="870562"/>
                  </a:lnTo>
                  <a:lnTo>
                    <a:pt x="2375604" y="934533"/>
                  </a:lnTo>
                  <a:lnTo>
                    <a:pt x="2376273" y="945659"/>
                  </a:lnTo>
                  <a:lnTo>
                    <a:pt x="2376941" y="945659"/>
                  </a:lnTo>
                  <a:lnTo>
                    <a:pt x="2377609" y="937315"/>
                  </a:lnTo>
                  <a:lnTo>
                    <a:pt x="2378277" y="945659"/>
                  </a:lnTo>
                  <a:lnTo>
                    <a:pt x="2378945" y="892813"/>
                  </a:lnTo>
                  <a:lnTo>
                    <a:pt x="2379613" y="940096"/>
                  </a:lnTo>
                  <a:lnTo>
                    <a:pt x="2380281" y="906720"/>
                  </a:lnTo>
                  <a:lnTo>
                    <a:pt x="2380949" y="940096"/>
                  </a:lnTo>
                  <a:lnTo>
                    <a:pt x="2381617" y="992942"/>
                  </a:lnTo>
                  <a:lnTo>
                    <a:pt x="2382285" y="1101414"/>
                  </a:lnTo>
                  <a:lnTo>
                    <a:pt x="2382953" y="1129228"/>
                  </a:lnTo>
                  <a:lnTo>
                    <a:pt x="2383621" y="1176511"/>
                  </a:lnTo>
                  <a:lnTo>
                    <a:pt x="2384289" y="1226575"/>
                  </a:lnTo>
                  <a:lnTo>
                    <a:pt x="2384957" y="1279421"/>
                  </a:lnTo>
                  <a:lnTo>
                    <a:pt x="2385625" y="1371205"/>
                  </a:lnTo>
                  <a:lnTo>
                    <a:pt x="2386293" y="1412925"/>
                  </a:lnTo>
                  <a:lnTo>
                    <a:pt x="2386961" y="1446302"/>
                  </a:lnTo>
                  <a:lnTo>
                    <a:pt x="2387629" y="1446302"/>
                  </a:lnTo>
                  <a:lnTo>
                    <a:pt x="2388297" y="1446302"/>
                  </a:lnTo>
                  <a:lnTo>
                    <a:pt x="2388965" y="1446302"/>
                  </a:lnTo>
                  <a:lnTo>
                    <a:pt x="2389633" y="1446302"/>
                  </a:lnTo>
                  <a:lnTo>
                    <a:pt x="2390301" y="1393456"/>
                  </a:lnTo>
                  <a:lnTo>
                    <a:pt x="2390969" y="1365642"/>
                  </a:lnTo>
                  <a:lnTo>
                    <a:pt x="2391637" y="1390675"/>
                  </a:lnTo>
                  <a:lnTo>
                    <a:pt x="2392305" y="1390675"/>
                  </a:lnTo>
                  <a:lnTo>
                    <a:pt x="2392973" y="1390675"/>
                  </a:lnTo>
                  <a:lnTo>
                    <a:pt x="2393641" y="1390675"/>
                  </a:lnTo>
                  <a:lnTo>
                    <a:pt x="2394309" y="1410144"/>
                  </a:lnTo>
                  <a:lnTo>
                    <a:pt x="2394977" y="1446302"/>
                  </a:lnTo>
                  <a:lnTo>
                    <a:pt x="2395645" y="1496366"/>
                  </a:lnTo>
                  <a:lnTo>
                    <a:pt x="2396313" y="1501929"/>
                  </a:lnTo>
                  <a:lnTo>
                    <a:pt x="2396981" y="1538086"/>
                  </a:lnTo>
                  <a:lnTo>
                    <a:pt x="2397649" y="1557556"/>
                  </a:lnTo>
                  <a:lnTo>
                    <a:pt x="2398317" y="1557556"/>
                  </a:lnTo>
                  <a:lnTo>
                    <a:pt x="2398985" y="1557556"/>
                  </a:lnTo>
                  <a:lnTo>
                    <a:pt x="2399653" y="1557556"/>
                  </a:lnTo>
                  <a:lnTo>
                    <a:pt x="2400321" y="1557556"/>
                  </a:lnTo>
                  <a:lnTo>
                    <a:pt x="2400990" y="1557556"/>
                  </a:lnTo>
                  <a:lnTo>
                    <a:pt x="2401658" y="1557556"/>
                  </a:lnTo>
                  <a:lnTo>
                    <a:pt x="2402326" y="1557556"/>
                  </a:lnTo>
                  <a:lnTo>
                    <a:pt x="2402994" y="1557556"/>
                  </a:lnTo>
                  <a:lnTo>
                    <a:pt x="2403662" y="1557556"/>
                  </a:lnTo>
                  <a:lnTo>
                    <a:pt x="2404330" y="1557556"/>
                  </a:lnTo>
                  <a:lnTo>
                    <a:pt x="2404998" y="1557556"/>
                  </a:lnTo>
                  <a:lnTo>
                    <a:pt x="2405666" y="1557556"/>
                  </a:lnTo>
                  <a:lnTo>
                    <a:pt x="2406334" y="1557556"/>
                  </a:lnTo>
                  <a:lnTo>
                    <a:pt x="2407002" y="1607620"/>
                  </a:lnTo>
                  <a:lnTo>
                    <a:pt x="2407670" y="1657684"/>
                  </a:lnTo>
                  <a:lnTo>
                    <a:pt x="2408338" y="1668810"/>
                  </a:lnTo>
                  <a:lnTo>
                    <a:pt x="2408338" y="1668810"/>
                  </a:lnTo>
                  <a:lnTo>
                    <a:pt x="2409006" y="1627089"/>
                  </a:lnTo>
                  <a:lnTo>
                    <a:pt x="2409674" y="1596494"/>
                  </a:lnTo>
                  <a:lnTo>
                    <a:pt x="2410342" y="1557556"/>
                  </a:lnTo>
                  <a:lnTo>
                    <a:pt x="2411010" y="1557556"/>
                  </a:lnTo>
                  <a:lnTo>
                    <a:pt x="2411678" y="1557556"/>
                  </a:lnTo>
                  <a:lnTo>
                    <a:pt x="2412346" y="1557556"/>
                  </a:lnTo>
                  <a:lnTo>
                    <a:pt x="2413014" y="1557556"/>
                  </a:lnTo>
                  <a:lnTo>
                    <a:pt x="2413682" y="1515835"/>
                  </a:lnTo>
                  <a:lnTo>
                    <a:pt x="2414350" y="1501929"/>
                  </a:lnTo>
                  <a:lnTo>
                    <a:pt x="2415018" y="1499147"/>
                  </a:lnTo>
                  <a:lnTo>
                    <a:pt x="2415686" y="1446302"/>
                  </a:lnTo>
                  <a:lnTo>
                    <a:pt x="2416354" y="1424051"/>
                  </a:lnTo>
                  <a:lnTo>
                    <a:pt x="2417022" y="1390675"/>
                  </a:lnTo>
                  <a:lnTo>
                    <a:pt x="2417690" y="1390675"/>
                  </a:lnTo>
                  <a:lnTo>
                    <a:pt x="2418358" y="1365642"/>
                  </a:lnTo>
                  <a:lnTo>
                    <a:pt x="2419026" y="1335048"/>
                  </a:lnTo>
                  <a:lnTo>
                    <a:pt x="2419694" y="1335048"/>
                  </a:lnTo>
                  <a:lnTo>
                    <a:pt x="2420362" y="1326704"/>
                  </a:lnTo>
                  <a:lnTo>
                    <a:pt x="2421030" y="1279421"/>
                  </a:lnTo>
                  <a:lnTo>
                    <a:pt x="2421698" y="1246044"/>
                  </a:lnTo>
                  <a:lnTo>
                    <a:pt x="2422366" y="1223794"/>
                  </a:lnTo>
                  <a:lnTo>
                    <a:pt x="2423034" y="1223794"/>
                  </a:lnTo>
                  <a:lnTo>
                    <a:pt x="2423702" y="1173729"/>
                  </a:lnTo>
                  <a:lnTo>
                    <a:pt x="2424370" y="1168166"/>
                  </a:lnTo>
                  <a:lnTo>
                    <a:pt x="2425039" y="1168166"/>
                  </a:lnTo>
                  <a:lnTo>
                    <a:pt x="2425707" y="1207105"/>
                  </a:lnTo>
                  <a:lnTo>
                    <a:pt x="2426375" y="1237700"/>
                  </a:lnTo>
                  <a:lnTo>
                    <a:pt x="2427043" y="1279421"/>
                  </a:lnTo>
                  <a:lnTo>
                    <a:pt x="2427711" y="1243263"/>
                  </a:lnTo>
                  <a:lnTo>
                    <a:pt x="2428379" y="1223794"/>
                  </a:lnTo>
                  <a:lnTo>
                    <a:pt x="2429047" y="1223794"/>
                  </a:lnTo>
                  <a:lnTo>
                    <a:pt x="2429715" y="1223794"/>
                  </a:lnTo>
                  <a:lnTo>
                    <a:pt x="2430383" y="1262732"/>
                  </a:lnTo>
                  <a:lnTo>
                    <a:pt x="2431051" y="1279421"/>
                  </a:lnTo>
                  <a:lnTo>
                    <a:pt x="2431719" y="1279421"/>
                  </a:lnTo>
                  <a:lnTo>
                    <a:pt x="2432387" y="1335048"/>
                  </a:lnTo>
                  <a:lnTo>
                    <a:pt x="2433055" y="1354517"/>
                  </a:lnTo>
                  <a:lnTo>
                    <a:pt x="2433723" y="1390675"/>
                  </a:lnTo>
                  <a:lnTo>
                    <a:pt x="2434391" y="1390675"/>
                  </a:lnTo>
                  <a:lnTo>
                    <a:pt x="2435059" y="1412925"/>
                  </a:lnTo>
                  <a:lnTo>
                    <a:pt x="2435727" y="1446302"/>
                  </a:lnTo>
                  <a:lnTo>
                    <a:pt x="2436395" y="1446302"/>
                  </a:lnTo>
                  <a:lnTo>
                    <a:pt x="2437063" y="1399019"/>
                  </a:lnTo>
                  <a:lnTo>
                    <a:pt x="2437731" y="1446302"/>
                  </a:lnTo>
                  <a:lnTo>
                    <a:pt x="2438399" y="1476896"/>
                  </a:lnTo>
                  <a:lnTo>
                    <a:pt x="2439067" y="1501929"/>
                  </a:lnTo>
                  <a:lnTo>
                    <a:pt x="2439735" y="1501929"/>
                  </a:lnTo>
                  <a:lnTo>
                    <a:pt x="2440403" y="1549211"/>
                  </a:lnTo>
                  <a:lnTo>
                    <a:pt x="2441071" y="1557556"/>
                  </a:lnTo>
                  <a:lnTo>
                    <a:pt x="2441739" y="1557556"/>
                  </a:lnTo>
                  <a:lnTo>
                    <a:pt x="2442407" y="1557556"/>
                  </a:lnTo>
                  <a:lnTo>
                    <a:pt x="2443075" y="1557556"/>
                  </a:lnTo>
                  <a:lnTo>
                    <a:pt x="2443743" y="1557556"/>
                  </a:lnTo>
                  <a:lnTo>
                    <a:pt x="2444411" y="1590932"/>
                  </a:lnTo>
                  <a:lnTo>
                    <a:pt x="2445079" y="1613183"/>
                  </a:lnTo>
                  <a:lnTo>
                    <a:pt x="2445747" y="1571462"/>
                  </a:lnTo>
                  <a:lnTo>
                    <a:pt x="2446415" y="1546430"/>
                  </a:lnTo>
                  <a:lnTo>
                    <a:pt x="2447083" y="1501929"/>
                  </a:lnTo>
                  <a:lnTo>
                    <a:pt x="2447751" y="1501929"/>
                  </a:lnTo>
                  <a:lnTo>
                    <a:pt x="2448419" y="1501929"/>
                  </a:lnTo>
                  <a:lnTo>
                    <a:pt x="2449087" y="1501929"/>
                  </a:lnTo>
                  <a:lnTo>
                    <a:pt x="2449756" y="1501929"/>
                  </a:lnTo>
                  <a:lnTo>
                    <a:pt x="2450424" y="1501929"/>
                  </a:lnTo>
                  <a:lnTo>
                    <a:pt x="2451092" y="1501929"/>
                  </a:lnTo>
                  <a:lnTo>
                    <a:pt x="2451760" y="1501929"/>
                  </a:lnTo>
                  <a:lnTo>
                    <a:pt x="2452428" y="1501929"/>
                  </a:lnTo>
                  <a:lnTo>
                    <a:pt x="2453096" y="1501929"/>
                  </a:lnTo>
                  <a:lnTo>
                    <a:pt x="2453764" y="1551993"/>
                  </a:lnTo>
                  <a:lnTo>
                    <a:pt x="2454432" y="1557556"/>
                  </a:lnTo>
                  <a:lnTo>
                    <a:pt x="2455100" y="1557556"/>
                  </a:lnTo>
                  <a:lnTo>
                    <a:pt x="2455768" y="1557556"/>
                  </a:lnTo>
                  <a:lnTo>
                    <a:pt x="2456436" y="1557556"/>
                  </a:lnTo>
                  <a:lnTo>
                    <a:pt x="2457104" y="1557556"/>
                  </a:lnTo>
                  <a:lnTo>
                    <a:pt x="2457772" y="1518617"/>
                  </a:lnTo>
                  <a:lnTo>
                    <a:pt x="2458440" y="1501929"/>
                  </a:lnTo>
                  <a:lnTo>
                    <a:pt x="2459108" y="1501929"/>
                  </a:lnTo>
                  <a:lnTo>
                    <a:pt x="2459776" y="1501929"/>
                  </a:lnTo>
                  <a:lnTo>
                    <a:pt x="2460444" y="1501929"/>
                  </a:lnTo>
                  <a:lnTo>
                    <a:pt x="2461112" y="1501929"/>
                  </a:lnTo>
                  <a:lnTo>
                    <a:pt x="2461780" y="1501929"/>
                  </a:lnTo>
                  <a:lnTo>
                    <a:pt x="2462448" y="1540867"/>
                  </a:lnTo>
                  <a:lnTo>
                    <a:pt x="2463116" y="1565900"/>
                  </a:lnTo>
                  <a:lnTo>
                    <a:pt x="2463784" y="1613183"/>
                  </a:lnTo>
                  <a:lnTo>
                    <a:pt x="2464452" y="1613183"/>
                  </a:lnTo>
                  <a:lnTo>
                    <a:pt x="2465120" y="1613183"/>
                  </a:lnTo>
                  <a:lnTo>
                    <a:pt x="2465788" y="1613183"/>
                  </a:lnTo>
                  <a:lnTo>
                    <a:pt x="2466456" y="1613183"/>
                  </a:lnTo>
                  <a:lnTo>
                    <a:pt x="2467124" y="1613183"/>
                  </a:lnTo>
                  <a:lnTo>
                    <a:pt x="2467792" y="1568681"/>
                  </a:lnTo>
                  <a:lnTo>
                    <a:pt x="2468460" y="1557556"/>
                  </a:lnTo>
                  <a:lnTo>
                    <a:pt x="2469128" y="1557556"/>
                  </a:lnTo>
                  <a:lnTo>
                    <a:pt x="2469796" y="1557556"/>
                  </a:lnTo>
                  <a:lnTo>
                    <a:pt x="2470464" y="1557556"/>
                  </a:lnTo>
                  <a:lnTo>
                    <a:pt x="2471132" y="1557556"/>
                  </a:lnTo>
                  <a:lnTo>
                    <a:pt x="2471800" y="1557556"/>
                  </a:lnTo>
                  <a:lnTo>
                    <a:pt x="2472468" y="1507491"/>
                  </a:lnTo>
                  <a:lnTo>
                    <a:pt x="2473136" y="1501929"/>
                  </a:lnTo>
                  <a:lnTo>
                    <a:pt x="2473804" y="1479678"/>
                  </a:lnTo>
                  <a:lnTo>
                    <a:pt x="2474473" y="1482459"/>
                  </a:lnTo>
                  <a:lnTo>
                    <a:pt x="2475141" y="1501929"/>
                  </a:lnTo>
                  <a:lnTo>
                    <a:pt x="2475809" y="1501929"/>
                  </a:lnTo>
                  <a:lnTo>
                    <a:pt x="2476477" y="1501929"/>
                  </a:lnTo>
                  <a:lnTo>
                    <a:pt x="2477145" y="1501929"/>
                  </a:lnTo>
                  <a:lnTo>
                    <a:pt x="2477813" y="1501929"/>
                  </a:lnTo>
                  <a:lnTo>
                    <a:pt x="2478481" y="1501929"/>
                  </a:lnTo>
                  <a:lnTo>
                    <a:pt x="2479149" y="1501929"/>
                  </a:lnTo>
                  <a:lnTo>
                    <a:pt x="2479817" y="1501929"/>
                  </a:lnTo>
                  <a:lnTo>
                    <a:pt x="2480485" y="1501929"/>
                  </a:lnTo>
                  <a:lnTo>
                    <a:pt x="2481153" y="1501929"/>
                  </a:lnTo>
                  <a:lnTo>
                    <a:pt x="2481821" y="1501929"/>
                  </a:lnTo>
                  <a:lnTo>
                    <a:pt x="2482489" y="1451864"/>
                  </a:lnTo>
                  <a:lnTo>
                    <a:pt x="2483157" y="1446302"/>
                  </a:lnTo>
                  <a:lnTo>
                    <a:pt x="2483825" y="1443520"/>
                  </a:lnTo>
                  <a:lnTo>
                    <a:pt x="2484493" y="1432395"/>
                  </a:lnTo>
                  <a:lnTo>
                    <a:pt x="2485161" y="1446302"/>
                  </a:lnTo>
                  <a:lnTo>
                    <a:pt x="2485829" y="1446302"/>
                  </a:lnTo>
                  <a:lnTo>
                    <a:pt x="2486497" y="1446302"/>
                  </a:lnTo>
                  <a:lnTo>
                    <a:pt x="2487165" y="1446302"/>
                  </a:lnTo>
                  <a:lnTo>
                    <a:pt x="2487833" y="1446302"/>
                  </a:lnTo>
                  <a:lnTo>
                    <a:pt x="2488501" y="1446302"/>
                  </a:lnTo>
                  <a:lnTo>
                    <a:pt x="2489169" y="1493585"/>
                  </a:lnTo>
                  <a:lnTo>
                    <a:pt x="2489837" y="1501929"/>
                  </a:lnTo>
                  <a:lnTo>
                    <a:pt x="2490505" y="1521398"/>
                  </a:lnTo>
                  <a:lnTo>
                    <a:pt x="2491173" y="1557556"/>
                  </a:lnTo>
                  <a:lnTo>
                    <a:pt x="2491841" y="1557556"/>
                  </a:lnTo>
                  <a:lnTo>
                    <a:pt x="2492509" y="1557556"/>
                  </a:lnTo>
                  <a:lnTo>
                    <a:pt x="2493177" y="1557556"/>
                  </a:lnTo>
                  <a:lnTo>
                    <a:pt x="2493845" y="1557556"/>
                  </a:lnTo>
                  <a:lnTo>
                    <a:pt x="2494513" y="1557556"/>
                  </a:lnTo>
                  <a:lnTo>
                    <a:pt x="2495181" y="1557556"/>
                  </a:lnTo>
                  <a:lnTo>
                    <a:pt x="2495849" y="1557556"/>
                  </a:lnTo>
                  <a:lnTo>
                    <a:pt x="2496517" y="1557556"/>
                  </a:lnTo>
                  <a:lnTo>
                    <a:pt x="2497185" y="1557556"/>
                  </a:lnTo>
                  <a:lnTo>
                    <a:pt x="2497853" y="1557556"/>
                  </a:lnTo>
                  <a:lnTo>
                    <a:pt x="2498521" y="1557556"/>
                  </a:lnTo>
                  <a:lnTo>
                    <a:pt x="2499190" y="1604839"/>
                  </a:lnTo>
                  <a:lnTo>
                    <a:pt x="2499858" y="1613183"/>
                  </a:lnTo>
                  <a:lnTo>
                    <a:pt x="2500526" y="1613183"/>
                  </a:lnTo>
                  <a:lnTo>
                    <a:pt x="2501194" y="1668810"/>
                  </a:lnTo>
                  <a:lnTo>
                    <a:pt x="2501194" y="1668810"/>
                  </a:lnTo>
                  <a:lnTo>
                    <a:pt x="2501862" y="1668810"/>
                  </a:lnTo>
                  <a:lnTo>
                    <a:pt x="2502530" y="1668810"/>
                  </a:lnTo>
                  <a:lnTo>
                    <a:pt x="2503198" y="1668810"/>
                  </a:lnTo>
                  <a:lnTo>
                    <a:pt x="2503866" y="1668810"/>
                  </a:lnTo>
                  <a:lnTo>
                    <a:pt x="2504534" y="1668810"/>
                  </a:lnTo>
                  <a:lnTo>
                    <a:pt x="2505202" y="1668810"/>
                  </a:lnTo>
                  <a:lnTo>
                    <a:pt x="2505870" y="1668810"/>
                  </a:lnTo>
                  <a:lnTo>
                    <a:pt x="2506538" y="1668810"/>
                  </a:lnTo>
                  <a:lnTo>
                    <a:pt x="2507206" y="1668810"/>
                  </a:lnTo>
                  <a:lnTo>
                    <a:pt x="2507874" y="1668810"/>
                  </a:lnTo>
                  <a:lnTo>
                    <a:pt x="2508542" y="1668810"/>
                  </a:lnTo>
                  <a:lnTo>
                    <a:pt x="2509210" y="1668810"/>
                  </a:lnTo>
                  <a:lnTo>
                    <a:pt x="2509878" y="1668810"/>
                  </a:lnTo>
                  <a:lnTo>
                    <a:pt x="2510546" y="1668810"/>
                  </a:lnTo>
                  <a:lnTo>
                    <a:pt x="2511214" y="1613183"/>
                  </a:lnTo>
                  <a:lnTo>
                    <a:pt x="2511882" y="1613183"/>
                  </a:lnTo>
                  <a:lnTo>
                    <a:pt x="2512550" y="1568681"/>
                  </a:lnTo>
                  <a:lnTo>
                    <a:pt x="2513218" y="1546430"/>
                  </a:lnTo>
                  <a:lnTo>
                    <a:pt x="2513886" y="1501929"/>
                  </a:lnTo>
                  <a:lnTo>
                    <a:pt x="2514554" y="1501929"/>
                  </a:lnTo>
                  <a:lnTo>
                    <a:pt x="2515222" y="1501929"/>
                  </a:lnTo>
                  <a:lnTo>
                    <a:pt x="2515890" y="1501929"/>
                  </a:lnTo>
                  <a:lnTo>
                    <a:pt x="2516558" y="1501929"/>
                  </a:lnTo>
                  <a:lnTo>
                    <a:pt x="2517226" y="1501929"/>
                  </a:lnTo>
                  <a:lnTo>
                    <a:pt x="2517894" y="1501929"/>
                  </a:lnTo>
                  <a:lnTo>
                    <a:pt x="2518562" y="1501929"/>
                  </a:lnTo>
                  <a:lnTo>
                    <a:pt x="2519230" y="1501929"/>
                  </a:lnTo>
                  <a:lnTo>
                    <a:pt x="2519898" y="1501929"/>
                  </a:lnTo>
                  <a:lnTo>
                    <a:pt x="2520566" y="1501929"/>
                  </a:lnTo>
                  <a:lnTo>
                    <a:pt x="2521234" y="1468552"/>
                  </a:lnTo>
                  <a:lnTo>
                    <a:pt x="2521902" y="1446302"/>
                  </a:lnTo>
                  <a:lnTo>
                    <a:pt x="2522570" y="1418488"/>
                  </a:lnTo>
                  <a:lnTo>
                    <a:pt x="2523239" y="1390675"/>
                  </a:lnTo>
                  <a:lnTo>
                    <a:pt x="2523907" y="1390675"/>
                  </a:lnTo>
                  <a:lnTo>
                    <a:pt x="2524575" y="1390675"/>
                  </a:lnTo>
                  <a:lnTo>
                    <a:pt x="2525243" y="1379549"/>
                  </a:lnTo>
                  <a:lnTo>
                    <a:pt x="2525911" y="1326704"/>
                  </a:lnTo>
                  <a:lnTo>
                    <a:pt x="2526579" y="1279421"/>
                  </a:lnTo>
                  <a:lnTo>
                    <a:pt x="2527247" y="1279421"/>
                  </a:lnTo>
                  <a:lnTo>
                    <a:pt x="2527915" y="1332266"/>
                  </a:lnTo>
                  <a:lnTo>
                    <a:pt x="2528583" y="1335048"/>
                  </a:lnTo>
                  <a:lnTo>
                    <a:pt x="2529251" y="1376768"/>
                  </a:lnTo>
                  <a:lnTo>
                    <a:pt x="2529919" y="1399019"/>
                  </a:lnTo>
                  <a:lnTo>
                    <a:pt x="2530587" y="1446302"/>
                  </a:lnTo>
                  <a:lnTo>
                    <a:pt x="2531255" y="1446302"/>
                  </a:lnTo>
                  <a:lnTo>
                    <a:pt x="2531923" y="1446302"/>
                  </a:lnTo>
                  <a:lnTo>
                    <a:pt x="2532591" y="1446302"/>
                  </a:lnTo>
                  <a:lnTo>
                    <a:pt x="2533259" y="1446302"/>
                  </a:lnTo>
                  <a:lnTo>
                    <a:pt x="2533927" y="1446302"/>
                  </a:lnTo>
                  <a:lnTo>
                    <a:pt x="2534595" y="1412925"/>
                  </a:lnTo>
                  <a:lnTo>
                    <a:pt x="2535263" y="1390675"/>
                  </a:lnTo>
                  <a:lnTo>
                    <a:pt x="2535931" y="1390675"/>
                  </a:lnTo>
                  <a:lnTo>
                    <a:pt x="2536599" y="1390675"/>
                  </a:lnTo>
                  <a:lnTo>
                    <a:pt x="2537267" y="1390675"/>
                  </a:lnTo>
                  <a:lnTo>
                    <a:pt x="2537935" y="1421269"/>
                  </a:lnTo>
                  <a:lnTo>
                    <a:pt x="2538603" y="1446302"/>
                  </a:lnTo>
                  <a:lnTo>
                    <a:pt x="2539271" y="1471334"/>
                  </a:lnTo>
                  <a:lnTo>
                    <a:pt x="2539939" y="1501929"/>
                  </a:lnTo>
                  <a:lnTo>
                    <a:pt x="2540607" y="1501929"/>
                  </a:lnTo>
                  <a:lnTo>
                    <a:pt x="2541275" y="1501929"/>
                  </a:lnTo>
                  <a:lnTo>
                    <a:pt x="2541943" y="1510273"/>
                  </a:lnTo>
                  <a:lnTo>
                    <a:pt x="2542611" y="1563118"/>
                  </a:lnTo>
                  <a:lnTo>
                    <a:pt x="2543279" y="1613183"/>
                  </a:lnTo>
                  <a:lnTo>
                    <a:pt x="2543947" y="1613183"/>
                  </a:lnTo>
                  <a:lnTo>
                    <a:pt x="2544615" y="1613183"/>
                  </a:lnTo>
                  <a:lnTo>
                    <a:pt x="2545283" y="1613183"/>
                  </a:lnTo>
                  <a:lnTo>
                    <a:pt x="2545951" y="1613183"/>
                  </a:lnTo>
                  <a:lnTo>
                    <a:pt x="2546619" y="1593713"/>
                  </a:lnTo>
                  <a:lnTo>
                    <a:pt x="2547287" y="1557556"/>
                  </a:lnTo>
                  <a:lnTo>
                    <a:pt x="2547956" y="1557556"/>
                  </a:lnTo>
                  <a:lnTo>
                    <a:pt x="2548624" y="1557556"/>
                  </a:lnTo>
                  <a:lnTo>
                    <a:pt x="2549292" y="1557556"/>
                  </a:lnTo>
                  <a:lnTo>
                    <a:pt x="2549960" y="1557556"/>
                  </a:lnTo>
                  <a:lnTo>
                    <a:pt x="2550628" y="1557556"/>
                  </a:lnTo>
                  <a:lnTo>
                    <a:pt x="2551296" y="1532523"/>
                  </a:lnTo>
                  <a:lnTo>
                    <a:pt x="2551964" y="1557556"/>
                  </a:lnTo>
                  <a:lnTo>
                    <a:pt x="2552632" y="1546430"/>
                  </a:lnTo>
                  <a:lnTo>
                    <a:pt x="2553300" y="1501929"/>
                  </a:lnTo>
                  <a:lnTo>
                    <a:pt x="2553968" y="1501929"/>
                  </a:lnTo>
                  <a:lnTo>
                    <a:pt x="2554636" y="1501929"/>
                  </a:lnTo>
                  <a:lnTo>
                    <a:pt x="2555304" y="1501929"/>
                  </a:lnTo>
                  <a:lnTo>
                    <a:pt x="2555972" y="1501929"/>
                  </a:lnTo>
                  <a:lnTo>
                    <a:pt x="2556640" y="1501929"/>
                  </a:lnTo>
                  <a:lnTo>
                    <a:pt x="2557308" y="1501929"/>
                  </a:lnTo>
                  <a:lnTo>
                    <a:pt x="2557976" y="1462990"/>
                  </a:lnTo>
                  <a:lnTo>
                    <a:pt x="2558644" y="1446302"/>
                  </a:lnTo>
                  <a:lnTo>
                    <a:pt x="2559312" y="1446302"/>
                  </a:lnTo>
                  <a:lnTo>
                    <a:pt x="2559980" y="1446302"/>
                  </a:lnTo>
                  <a:lnTo>
                    <a:pt x="2560648" y="1404581"/>
                  </a:lnTo>
                  <a:lnTo>
                    <a:pt x="2561316" y="1335048"/>
                  </a:lnTo>
                  <a:lnTo>
                    <a:pt x="2561984" y="1335048"/>
                  </a:lnTo>
                  <a:lnTo>
                    <a:pt x="2562652" y="1335048"/>
                  </a:lnTo>
                  <a:lnTo>
                    <a:pt x="2563320" y="1318359"/>
                  </a:lnTo>
                  <a:lnTo>
                    <a:pt x="2563988" y="1335048"/>
                  </a:lnTo>
                  <a:lnTo>
                    <a:pt x="2564656" y="1335048"/>
                  </a:lnTo>
                  <a:lnTo>
                    <a:pt x="2565324" y="1335048"/>
                  </a:lnTo>
                  <a:lnTo>
                    <a:pt x="2565992" y="1335048"/>
                  </a:lnTo>
                  <a:lnTo>
                    <a:pt x="2566660" y="1335048"/>
                  </a:lnTo>
                  <a:lnTo>
                    <a:pt x="2567328" y="1307234"/>
                  </a:lnTo>
                  <a:lnTo>
                    <a:pt x="2567996" y="1332266"/>
                  </a:lnTo>
                  <a:lnTo>
                    <a:pt x="2568664" y="1335048"/>
                  </a:lnTo>
                  <a:lnTo>
                    <a:pt x="2569332" y="1343392"/>
                  </a:lnTo>
                  <a:lnTo>
                    <a:pt x="2570000" y="1390675"/>
                  </a:lnTo>
                  <a:lnTo>
                    <a:pt x="2570668" y="1387893"/>
                  </a:lnTo>
                  <a:lnTo>
                    <a:pt x="2571336" y="1335048"/>
                  </a:lnTo>
                  <a:lnTo>
                    <a:pt x="2572004" y="1240482"/>
                  </a:lnTo>
                  <a:lnTo>
                    <a:pt x="2572673" y="1223794"/>
                  </a:lnTo>
                  <a:lnTo>
                    <a:pt x="2573341" y="1198761"/>
                  </a:lnTo>
                  <a:lnTo>
                    <a:pt x="2574009" y="1168166"/>
                  </a:lnTo>
                  <a:lnTo>
                    <a:pt x="2574677" y="1184855"/>
                  </a:lnTo>
                  <a:lnTo>
                    <a:pt x="2575345" y="1168166"/>
                  </a:lnTo>
                  <a:lnTo>
                    <a:pt x="2576013" y="1145916"/>
                  </a:lnTo>
                  <a:lnTo>
                    <a:pt x="2576681" y="1112540"/>
                  </a:lnTo>
                  <a:lnTo>
                    <a:pt x="2577349" y="1140353"/>
                  </a:lnTo>
                  <a:lnTo>
                    <a:pt x="2578017" y="1168166"/>
                  </a:lnTo>
                  <a:lnTo>
                    <a:pt x="2578685" y="1168166"/>
                  </a:lnTo>
                  <a:lnTo>
                    <a:pt x="2579353" y="1168166"/>
                  </a:lnTo>
                  <a:lnTo>
                    <a:pt x="2580021" y="1168166"/>
                  </a:lnTo>
                  <a:lnTo>
                    <a:pt x="2580689" y="1157041"/>
                  </a:lnTo>
                  <a:lnTo>
                    <a:pt x="2581357" y="1112540"/>
                  </a:lnTo>
                  <a:lnTo>
                    <a:pt x="2582025" y="1112540"/>
                  </a:lnTo>
                  <a:lnTo>
                    <a:pt x="2582693" y="1112540"/>
                  </a:lnTo>
                  <a:lnTo>
                    <a:pt x="2583361" y="1112540"/>
                  </a:lnTo>
                  <a:lnTo>
                    <a:pt x="2584029" y="1137572"/>
                  </a:lnTo>
                  <a:lnTo>
                    <a:pt x="2584697" y="1168166"/>
                  </a:lnTo>
                  <a:lnTo>
                    <a:pt x="2585365" y="1168166"/>
                  </a:lnTo>
                  <a:lnTo>
                    <a:pt x="2586033" y="1168166"/>
                  </a:lnTo>
                  <a:lnTo>
                    <a:pt x="2586701" y="1168166"/>
                  </a:lnTo>
                  <a:lnTo>
                    <a:pt x="2587369" y="1123665"/>
                  </a:lnTo>
                  <a:lnTo>
                    <a:pt x="2588037" y="1168166"/>
                  </a:lnTo>
                  <a:lnTo>
                    <a:pt x="2588705" y="1257170"/>
                  </a:lnTo>
                  <a:lnTo>
                    <a:pt x="2589373" y="1279421"/>
                  </a:lnTo>
                  <a:lnTo>
                    <a:pt x="2590041" y="1301671"/>
                  </a:lnTo>
                  <a:lnTo>
                    <a:pt x="2590709" y="1335048"/>
                  </a:lnTo>
                  <a:lnTo>
                    <a:pt x="2591377" y="1351736"/>
                  </a:lnTo>
                  <a:lnTo>
                    <a:pt x="2592045" y="1390675"/>
                  </a:lnTo>
                  <a:lnTo>
                    <a:pt x="2592713" y="1410144"/>
                  </a:lnTo>
                  <a:lnTo>
                    <a:pt x="2593381" y="1446302"/>
                  </a:lnTo>
                  <a:lnTo>
                    <a:pt x="2594049" y="1451864"/>
                  </a:lnTo>
                  <a:lnTo>
                    <a:pt x="2594717" y="1501929"/>
                  </a:lnTo>
                  <a:lnTo>
                    <a:pt x="2595385" y="1501929"/>
                  </a:lnTo>
                  <a:lnTo>
                    <a:pt x="2596053" y="1501929"/>
                  </a:lnTo>
                  <a:lnTo>
                    <a:pt x="2596722" y="1529742"/>
                  </a:lnTo>
                  <a:lnTo>
                    <a:pt x="2597390" y="1513054"/>
                  </a:lnTo>
                  <a:lnTo>
                    <a:pt x="2598058" y="1557556"/>
                  </a:lnTo>
                  <a:lnTo>
                    <a:pt x="2598726" y="1557556"/>
                  </a:lnTo>
                  <a:lnTo>
                    <a:pt x="2599394" y="1474115"/>
                  </a:lnTo>
                  <a:lnTo>
                    <a:pt x="2600062" y="1446302"/>
                  </a:lnTo>
                  <a:lnTo>
                    <a:pt x="2600730" y="1446302"/>
                  </a:lnTo>
                  <a:lnTo>
                    <a:pt x="2601398" y="1446302"/>
                  </a:lnTo>
                  <a:lnTo>
                    <a:pt x="2602066" y="1446302"/>
                  </a:lnTo>
                  <a:lnTo>
                    <a:pt x="2602734" y="1446302"/>
                  </a:lnTo>
                  <a:lnTo>
                    <a:pt x="2603402" y="1446302"/>
                  </a:lnTo>
                  <a:lnTo>
                    <a:pt x="2604070" y="1488022"/>
                  </a:lnTo>
                  <a:lnTo>
                    <a:pt x="2604738" y="1501929"/>
                  </a:lnTo>
                  <a:lnTo>
                    <a:pt x="2605406" y="1501929"/>
                  </a:lnTo>
                  <a:lnTo>
                    <a:pt x="2606074" y="1501929"/>
                  </a:lnTo>
                  <a:lnTo>
                    <a:pt x="2606742" y="1479678"/>
                  </a:lnTo>
                  <a:lnTo>
                    <a:pt x="2607410" y="1446302"/>
                  </a:lnTo>
                  <a:lnTo>
                    <a:pt x="2608078" y="1446302"/>
                  </a:lnTo>
                  <a:lnTo>
                    <a:pt x="2608746" y="1446302"/>
                  </a:lnTo>
                  <a:lnTo>
                    <a:pt x="2609414" y="1446302"/>
                  </a:lnTo>
                  <a:lnTo>
                    <a:pt x="2610082" y="1446302"/>
                  </a:lnTo>
                  <a:lnTo>
                    <a:pt x="2610750" y="1446302"/>
                  </a:lnTo>
                  <a:lnTo>
                    <a:pt x="2611418" y="1446302"/>
                  </a:lnTo>
                  <a:lnTo>
                    <a:pt x="2612086" y="1446302"/>
                  </a:lnTo>
                  <a:lnTo>
                    <a:pt x="2612754" y="1446302"/>
                  </a:lnTo>
                  <a:lnTo>
                    <a:pt x="2613422" y="1446302"/>
                  </a:lnTo>
                  <a:lnTo>
                    <a:pt x="2614090" y="1496366"/>
                  </a:lnTo>
                  <a:lnTo>
                    <a:pt x="2614758" y="1501929"/>
                  </a:lnTo>
                  <a:lnTo>
                    <a:pt x="2615426" y="1501929"/>
                  </a:lnTo>
                  <a:lnTo>
                    <a:pt x="2616094" y="1579806"/>
                  </a:lnTo>
                  <a:lnTo>
                    <a:pt x="2616762" y="1613183"/>
                  </a:lnTo>
                  <a:lnTo>
                    <a:pt x="2617430" y="1568681"/>
                  </a:lnTo>
                  <a:lnTo>
                    <a:pt x="2618098" y="1515835"/>
                  </a:lnTo>
                  <a:lnTo>
                    <a:pt x="2618766" y="1501929"/>
                  </a:lnTo>
                  <a:lnTo>
                    <a:pt x="2619434" y="1501929"/>
                  </a:lnTo>
                  <a:lnTo>
                    <a:pt x="2620102" y="1490803"/>
                  </a:lnTo>
                  <a:lnTo>
                    <a:pt x="2620770" y="1446302"/>
                  </a:lnTo>
                  <a:lnTo>
                    <a:pt x="2621439" y="1426832"/>
                  </a:lnTo>
                  <a:lnTo>
                    <a:pt x="2622107" y="1390675"/>
                  </a:lnTo>
                  <a:lnTo>
                    <a:pt x="2622775" y="1382331"/>
                  </a:lnTo>
                  <a:lnTo>
                    <a:pt x="2623443" y="1312797"/>
                  </a:lnTo>
                  <a:lnTo>
                    <a:pt x="2624111" y="1335048"/>
                  </a:lnTo>
                  <a:lnTo>
                    <a:pt x="2624779" y="1310015"/>
                  </a:lnTo>
                  <a:lnTo>
                    <a:pt x="2625447" y="1279421"/>
                  </a:lnTo>
                  <a:lnTo>
                    <a:pt x="2626115" y="1279421"/>
                  </a:lnTo>
                  <a:lnTo>
                    <a:pt x="2626783" y="1279421"/>
                  </a:lnTo>
                  <a:lnTo>
                    <a:pt x="2627451" y="1279421"/>
                  </a:lnTo>
                  <a:lnTo>
                    <a:pt x="2628119" y="1229356"/>
                  </a:lnTo>
                  <a:lnTo>
                    <a:pt x="2628787" y="1223794"/>
                  </a:lnTo>
                  <a:lnTo>
                    <a:pt x="2629455" y="1223794"/>
                  </a:lnTo>
                  <a:lnTo>
                    <a:pt x="2630123" y="1223794"/>
                  </a:lnTo>
                  <a:lnTo>
                    <a:pt x="2630791" y="1223794"/>
                  </a:lnTo>
                  <a:lnTo>
                    <a:pt x="2631459" y="1223794"/>
                  </a:lnTo>
                  <a:lnTo>
                    <a:pt x="2632127" y="1184855"/>
                  </a:lnTo>
                  <a:lnTo>
                    <a:pt x="2632795" y="1143134"/>
                  </a:lnTo>
                  <a:lnTo>
                    <a:pt x="2633463" y="1112540"/>
                  </a:lnTo>
                  <a:lnTo>
                    <a:pt x="2634131" y="1154260"/>
                  </a:lnTo>
                  <a:lnTo>
                    <a:pt x="2634799" y="1182073"/>
                  </a:lnTo>
                  <a:lnTo>
                    <a:pt x="2635467" y="1148697"/>
                  </a:lnTo>
                  <a:lnTo>
                    <a:pt x="2636135" y="1112540"/>
                  </a:lnTo>
                  <a:lnTo>
                    <a:pt x="2636803" y="1076382"/>
                  </a:lnTo>
                  <a:lnTo>
                    <a:pt x="2637471" y="1081945"/>
                  </a:lnTo>
                  <a:lnTo>
                    <a:pt x="2638139" y="1073601"/>
                  </a:lnTo>
                  <a:lnTo>
                    <a:pt x="2638807" y="1112540"/>
                  </a:lnTo>
                  <a:lnTo>
                    <a:pt x="2639475" y="1118102"/>
                  </a:lnTo>
                  <a:lnTo>
                    <a:pt x="2640143" y="1123665"/>
                  </a:lnTo>
                  <a:lnTo>
                    <a:pt x="2640811" y="1026318"/>
                  </a:lnTo>
                  <a:lnTo>
                    <a:pt x="2641479" y="1023536"/>
                  </a:lnTo>
                  <a:lnTo>
                    <a:pt x="2642147" y="1056912"/>
                  </a:lnTo>
                  <a:lnTo>
                    <a:pt x="2642815" y="1054131"/>
                  </a:lnTo>
                  <a:lnTo>
                    <a:pt x="2643483" y="931752"/>
                  </a:lnTo>
                  <a:lnTo>
                    <a:pt x="2644151" y="890032"/>
                  </a:lnTo>
                  <a:lnTo>
                    <a:pt x="2644819" y="937315"/>
                  </a:lnTo>
                  <a:lnTo>
                    <a:pt x="2645487" y="945659"/>
                  </a:lnTo>
                  <a:lnTo>
                    <a:pt x="2646156" y="945659"/>
                  </a:lnTo>
                  <a:lnTo>
                    <a:pt x="2646824" y="945659"/>
                  </a:lnTo>
                  <a:lnTo>
                    <a:pt x="2647492" y="945659"/>
                  </a:lnTo>
                  <a:lnTo>
                    <a:pt x="2648160" y="945659"/>
                  </a:lnTo>
                  <a:lnTo>
                    <a:pt x="2648828" y="959565"/>
                  </a:lnTo>
                  <a:lnTo>
                    <a:pt x="2649496" y="923408"/>
                  </a:lnTo>
                  <a:lnTo>
                    <a:pt x="2650164" y="945659"/>
                  </a:lnTo>
                  <a:lnTo>
                    <a:pt x="2650832" y="945659"/>
                  </a:lnTo>
                  <a:lnTo>
                    <a:pt x="2651500" y="909501"/>
                  </a:lnTo>
                  <a:lnTo>
                    <a:pt x="2652168" y="906720"/>
                  </a:lnTo>
                  <a:lnTo>
                    <a:pt x="2652836" y="945659"/>
                  </a:lnTo>
                  <a:lnTo>
                    <a:pt x="2653504" y="987379"/>
                  </a:lnTo>
                  <a:lnTo>
                    <a:pt x="2654172" y="1029099"/>
                  </a:lnTo>
                  <a:lnTo>
                    <a:pt x="2654840" y="1056912"/>
                  </a:lnTo>
                  <a:lnTo>
                    <a:pt x="2655508" y="1056912"/>
                  </a:lnTo>
                  <a:lnTo>
                    <a:pt x="2656176" y="1056912"/>
                  </a:lnTo>
                  <a:lnTo>
                    <a:pt x="2656844" y="1098633"/>
                  </a:lnTo>
                  <a:lnTo>
                    <a:pt x="2657512" y="1193199"/>
                  </a:lnTo>
                  <a:lnTo>
                    <a:pt x="2658180" y="1173729"/>
                  </a:lnTo>
                  <a:lnTo>
                    <a:pt x="2658848" y="1168166"/>
                  </a:lnTo>
                  <a:lnTo>
                    <a:pt x="2659516" y="1120884"/>
                  </a:lnTo>
                  <a:lnTo>
                    <a:pt x="2660184" y="1232138"/>
                  </a:lnTo>
                  <a:lnTo>
                    <a:pt x="2660852" y="1271077"/>
                  </a:lnTo>
                  <a:lnTo>
                    <a:pt x="2661520" y="1223794"/>
                  </a:lnTo>
                  <a:lnTo>
                    <a:pt x="2662188" y="1215449"/>
                  </a:lnTo>
                  <a:lnTo>
                    <a:pt x="2662856" y="1132009"/>
                  </a:lnTo>
                  <a:lnTo>
                    <a:pt x="2663524" y="1112540"/>
                  </a:lnTo>
                  <a:lnTo>
                    <a:pt x="2664192" y="1043006"/>
                  </a:lnTo>
                  <a:lnTo>
                    <a:pt x="2664860" y="937315"/>
                  </a:lnTo>
                  <a:lnTo>
                    <a:pt x="2665528" y="859437"/>
                  </a:lnTo>
                  <a:lnTo>
                    <a:pt x="2666196" y="901157"/>
                  </a:lnTo>
                  <a:lnTo>
                    <a:pt x="2666864" y="890032"/>
                  </a:lnTo>
                  <a:lnTo>
                    <a:pt x="2667532" y="878906"/>
                  </a:lnTo>
                  <a:lnTo>
                    <a:pt x="2668200" y="837186"/>
                  </a:lnTo>
                  <a:lnTo>
                    <a:pt x="2668868" y="834405"/>
                  </a:lnTo>
                  <a:lnTo>
                    <a:pt x="2669536" y="834405"/>
                  </a:lnTo>
                  <a:lnTo>
                    <a:pt x="2670204" y="834405"/>
                  </a:lnTo>
                  <a:lnTo>
                    <a:pt x="2670873" y="834405"/>
                  </a:lnTo>
                  <a:lnTo>
                    <a:pt x="2671541" y="834405"/>
                  </a:lnTo>
                  <a:lnTo>
                    <a:pt x="2672209" y="834405"/>
                  </a:lnTo>
                  <a:lnTo>
                    <a:pt x="2672877" y="834405"/>
                  </a:lnTo>
                  <a:lnTo>
                    <a:pt x="2673545" y="867781"/>
                  </a:lnTo>
                  <a:lnTo>
                    <a:pt x="2674213" y="890032"/>
                  </a:lnTo>
                  <a:lnTo>
                    <a:pt x="2674881" y="937315"/>
                  </a:lnTo>
                  <a:lnTo>
                    <a:pt x="2675549" y="945659"/>
                  </a:lnTo>
                  <a:lnTo>
                    <a:pt x="2676217" y="990160"/>
                  </a:lnTo>
                  <a:lnTo>
                    <a:pt x="2676885" y="1001286"/>
                  </a:lnTo>
                  <a:lnTo>
                    <a:pt x="2677553" y="1006848"/>
                  </a:lnTo>
                  <a:lnTo>
                    <a:pt x="2678221" y="1056912"/>
                  </a:lnTo>
                  <a:lnTo>
                    <a:pt x="2678889" y="1037443"/>
                  </a:lnTo>
                  <a:lnTo>
                    <a:pt x="2679557" y="1090289"/>
                  </a:lnTo>
                  <a:lnTo>
                    <a:pt x="2680225" y="1112540"/>
                  </a:lnTo>
                  <a:lnTo>
                    <a:pt x="2680893" y="1173729"/>
                  </a:lnTo>
                  <a:lnTo>
                    <a:pt x="2681561" y="1284983"/>
                  </a:lnTo>
                  <a:lnTo>
                    <a:pt x="2682229" y="1382330"/>
                  </a:lnTo>
                  <a:lnTo>
                    <a:pt x="2682897" y="1418488"/>
                  </a:lnTo>
                  <a:lnTo>
                    <a:pt x="2683565" y="1446302"/>
                  </a:lnTo>
                  <a:lnTo>
                    <a:pt x="2684233" y="1454646"/>
                  </a:lnTo>
                  <a:lnTo>
                    <a:pt x="2684901" y="1546430"/>
                  </a:lnTo>
                  <a:lnTo>
                    <a:pt x="2685569" y="1613183"/>
                  </a:lnTo>
                  <a:lnTo>
                    <a:pt x="2686237" y="1613183"/>
                  </a:lnTo>
                  <a:lnTo>
                    <a:pt x="2686905" y="1613183"/>
                  </a:lnTo>
                  <a:lnTo>
                    <a:pt x="2687573" y="1613183"/>
                  </a:lnTo>
                  <a:lnTo>
                    <a:pt x="2688241" y="1613183"/>
                  </a:lnTo>
                  <a:lnTo>
                    <a:pt x="2688909" y="1613183"/>
                  </a:lnTo>
                  <a:lnTo>
                    <a:pt x="2689577" y="1613183"/>
                  </a:lnTo>
                  <a:lnTo>
                    <a:pt x="2690245" y="1613183"/>
                  </a:lnTo>
                  <a:lnTo>
                    <a:pt x="2690913" y="1563118"/>
                  </a:lnTo>
                  <a:lnTo>
                    <a:pt x="2691581" y="1557556"/>
                  </a:lnTo>
                  <a:lnTo>
                    <a:pt x="2692249" y="1557556"/>
                  </a:lnTo>
                  <a:lnTo>
                    <a:pt x="2692917" y="1557556"/>
                  </a:lnTo>
                  <a:lnTo>
                    <a:pt x="2693585" y="1557556"/>
                  </a:lnTo>
                  <a:lnTo>
                    <a:pt x="2694253" y="1557556"/>
                  </a:lnTo>
                  <a:lnTo>
                    <a:pt x="2694922" y="1557556"/>
                  </a:lnTo>
                  <a:lnTo>
                    <a:pt x="2695590" y="1579806"/>
                  </a:lnTo>
                  <a:lnTo>
                    <a:pt x="2696258" y="1613183"/>
                  </a:lnTo>
                  <a:lnTo>
                    <a:pt x="2696926" y="1613183"/>
                  </a:lnTo>
                  <a:lnTo>
                    <a:pt x="2697594" y="1602057"/>
                  </a:lnTo>
                  <a:lnTo>
                    <a:pt x="2698262" y="1557556"/>
                  </a:lnTo>
                  <a:lnTo>
                    <a:pt x="2698930" y="1557556"/>
                  </a:lnTo>
                  <a:lnTo>
                    <a:pt x="2699598" y="1557556"/>
                  </a:lnTo>
                  <a:lnTo>
                    <a:pt x="2700266" y="1557556"/>
                  </a:lnTo>
                  <a:lnTo>
                    <a:pt x="2700934" y="1557556"/>
                  </a:lnTo>
                  <a:lnTo>
                    <a:pt x="2701602" y="1557556"/>
                  </a:lnTo>
                  <a:lnTo>
                    <a:pt x="2702270" y="1557556"/>
                  </a:lnTo>
                  <a:lnTo>
                    <a:pt x="2702938" y="1557556"/>
                  </a:lnTo>
                  <a:lnTo>
                    <a:pt x="2703606" y="1557556"/>
                  </a:lnTo>
                  <a:lnTo>
                    <a:pt x="2704274" y="1557556"/>
                  </a:lnTo>
                  <a:lnTo>
                    <a:pt x="2704942" y="1521398"/>
                  </a:lnTo>
                  <a:lnTo>
                    <a:pt x="2705610" y="1501929"/>
                  </a:lnTo>
                  <a:lnTo>
                    <a:pt x="2706278" y="1501929"/>
                  </a:lnTo>
                  <a:lnTo>
                    <a:pt x="2706946" y="1396237"/>
                  </a:lnTo>
                  <a:lnTo>
                    <a:pt x="2707614" y="1437957"/>
                  </a:lnTo>
                  <a:lnTo>
                    <a:pt x="2708282" y="1446302"/>
                  </a:lnTo>
                  <a:lnTo>
                    <a:pt x="2708950" y="1446302"/>
                  </a:lnTo>
                  <a:lnTo>
                    <a:pt x="2709618" y="1446302"/>
                  </a:lnTo>
                  <a:lnTo>
                    <a:pt x="2710286" y="1446302"/>
                  </a:lnTo>
                  <a:lnTo>
                    <a:pt x="2710954" y="1446302"/>
                  </a:lnTo>
                  <a:lnTo>
                    <a:pt x="2711622" y="1446302"/>
                  </a:lnTo>
                  <a:lnTo>
                    <a:pt x="2712290" y="1390675"/>
                  </a:lnTo>
                  <a:lnTo>
                    <a:pt x="2712958" y="1390675"/>
                  </a:lnTo>
                  <a:lnTo>
                    <a:pt x="2713626" y="1390675"/>
                  </a:lnTo>
                  <a:lnTo>
                    <a:pt x="2714294" y="1321141"/>
                  </a:lnTo>
                  <a:lnTo>
                    <a:pt x="2714962" y="1335048"/>
                  </a:lnTo>
                  <a:lnTo>
                    <a:pt x="2715630" y="1310015"/>
                  </a:lnTo>
                  <a:lnTo>
                    <a:pt x="2716298" y="1279421"/>
                  </a:lnTo>
                  <a:lnTo>
                    <a:pt x="2716966" y="1248826"/>
                  </a:lnTo>
                  <a:lnTo>
                    <a:pt x="2717634" y="1223794"/>
                  </a:lnTo>
                  <a:lnTo>
                    <a:pt x="2718302" y="1179292"/>
                  </a:lnTo>
                  <a:lnTo>
                    <a:pt x="2718970" y="1157041"/>
                  </a:lnTo>
                  <a:lnTo>
                    <a:pt x="2719639" y="1112540"/>
                  </a:lnTo>
                  <a:lnTo>
                    <a:pt x="2720307" y="1076382"/>
                  </a:lnTo>
                  <a:lnTo>
                    <a:pt x="2720975" y="1056912"/>
                  </a:lnTo>
                  <a:lnTo>
                    <a:pt x="2721643" y="1090289"/>
                  </a:lnTo>
                  <a:lnTo>
                    <a:pt x="2722311" y="1059694"/>
                  </a:lnTo>
                  <a:lnTo>
                    <a:pt x="2722979" y="954003"/>
                  </a:lnTo>
                  <a:lnTo>
                    <a:pt x="2723647" y="1045787"/>
                  </a:lnTo>
                  <a:lnTo>
                    <a:pt x="2724315" y="1056912"/>
                  </a:lnTo>
                  <a:lnTo>
                    <a:pt x="2724983" y="1056912"/>
                  </a:lnTo>
                  <a:lnTo>
                    <a:pt x="2725651" y="1056912"/>
                  </a:lnTo>
                  <a:lnTo>
                    <a:pt x="2726319" y="1056912"/>
                  </a:lnTo>
                  <a:lnTo>
                    <a:pt x="2726987" y="1015192"/>
                  </a:lnTo>
                  <a:lnTo>
                    <a:pt x="2727655" y="948440"/>
                  </a:lnTo>
                  <a:lnTo>
                    <a:pt x="2728323" y="898376"/>
                  </a:lnTo>
                  <a:lnTo>
                    <a:pt x="2728991" y="937315"/>
                  </a:lnTo>
                  <a:lnTo>
                    <a:pt x="2729659" y="806591"/>
                  </a:lnTo>
                  <a:lnTo>
                    <a:pt x="2730327" y="778777"/>
                  </a:lnTo>
                  <a:lnTo>
                    <a:pt x="2730995" y="851093"/>
                  </a:lnTo>
                  <a:lnTo>
                    <a:pt x="2731663" y="890032"/>
                  </a:lnTo>
                  <a:lnTo>
                    <a:pt x="2732331" y="912282"/>
                  </a:lnTo>
                  <a:lnTo>
                    <a:pt x="2732999" y="945659"/>
                  </a:lnTo>
                  <a:lnTo>
                    <a:pt x="2733667" y="973472"/>
                  </a:lnTo>
                  <a:lnTo>
                    <a:pt x="2734335" y="1001286"/>
                  </a:lnTo>
                  <a:lnTo>
                    <a:pt x="2735003" y="1043006"/>
                  </a:lnTo>
                  <a:lnTo>
                    <a:pt x="2735671" y="1065256"/>
                  </a:lnTo>
                  <a:lnTo>
                    <a:pt x="2736339" y="1112540"/>
                  </a:lnTo>
                  <a:lnTo>
                    <a:pt x="2737007" y="1104195"/>
                  </a:lnTo>
                  <a:lnTo>
                    <a:pt x="2737675" y="1056912"/>
                  </a:lnTo>
                  <a:lnTo>
                    <a:pt x="2738343" y="1015192"/>
                  </a:lnTo>
                  <a:lnTo>
                    <a:pt x="2739011" y="1051350"/>
                  </a:lnTo>
                  <a:lnTo>
                    <a:pt x="2739679" y="1154260"/>
                  </a:lnTo>
                  <a:lnTo>
                    <a:pt x="2740347" y="1168166"/>
                  </a:lnTo>
                  <a:lnTo>
                    <a:pt x="2741015" y="1168166"/>
                  </a:lnTo>
                  <a:lnTo>
                    <a:pt x="2741683" y="1168166"/>
                  </a:lnTo>
                  <a:lnTo>
                    <a:pt x="2742351" y="1115321"/>
                  </a:lnTo>
                  <a:lnTo>
                    <a:pt x="2743019" y="1101414"/>
                  </a:lnTo>
                  <a:lnTo>
                    <a:pt x="2743687" y="1095851"/>
                  </a:lnTo>
                  <a:lnTo>
                    <a:pt x="2744356" y="1162604"/>
                  </a:lnTo>
                  <a:lnTo>
                    <a:pt x="2745024" y="1193199"/>
                  </a:lnTo>
                  <a:lnTo>
                    <a:pt x="2745692" y="1170948"/>
                  </a:lnTo>
                  <a:lnTo>
                    <a:pt x="2746360" y="1301671"/>
                  </a:lnTo>
                  <a:lnTo>
                    <a:pt x="2747028" y="1335048"/>
                  </a:lnTo>
                  <a:lnTo>
                    <a:pt x="2747696" y="1332266"/>
                  </a:lnTo>
                  <a:lnTo>
                    <a:pt x="2748364" y="1237700"/>
                  </a:lnTo>
                  <a:lnTo>
                    <a:pt x="2749032" y="1223794"/>
                  </a:lnTo>
                  <a:lnTo>
                    <a:pt x="2749700" y="1170948"/>
                  </a:lnTo>
                  <a:lnTo>
                    <a:pt x="2750368" y="1120884"/>
                  </a:lnTo>
                  <a:lnTo>
                    <a:pt x="2751036" y="1112540"/>
                  </a:lnTo>
                  <a:lnTo>
                    <a:pt x="2751704" y="1079163"/>
                  </a:lnTo>
                  <a:lnTo>
                    <a:pt x="2752372" y="1056912"/>
                  </a:lnTo>
                  <a:lnTo>
                    <a:pt x="2753040" y="1056912"/>
                  </a:lnTo>
                  <a:lnTo>
                    <a:pt x="2753708" y="1093070"/>
                  </a:lnTo>
                  <a:lnTo>
                    <a:pt x="2754376" y="1168166"/>
                  </a:lnTo>
                  <a:lnTo>
                    <a:pt x="2755044" y="1207105"/>
                  </a:lnTo>
                  <a:lnTo>
                    <a:pt x="2755712" y="1223794"/>
                  </a:lnTo>
                  <a:lnTo>
                    <a:pt x="2756380" y="1223794"/>
                  </a:lnTo>
                  <a:lnTo>
                    <a:pt x="2757048" y="1223794"/>
                  </a:lnTo>
                  <a:lnTo>
                    <a:pt x="2757716" y="1179292"/>
                  </a:lnTo>
                  <a:lnTo>
                    <a:pt x="2758384" y="1168166"/>
                  </a:lnTo>
                  <a:lnTo>
                    <a:pt x="2759052" y="1218231"/>
                  </a:lnTo>
                  <a:lnTo>
                    <a:pt x="2759720" y="1232138"/>
                  </a:lnTo>
                  <a:lnTo>
                    <a:pt x="2760388" y="1279421"/>
                  </a:lnTo>
                  <a:lnTo>
                    <a:pt x="2761056" y="1279421"/>
                  </a:lnTo>
                  <a:lnTo>
                    <a:pt x="2761724" y="1296109"/>
                  </a:lnTo>
                  <a:lnTo>
                    <a:pt x="2762392" y="1335048"/>
                  </a:lnTo>
                  <a:lnTo>
                    <a:pt x="2763060" y="1335048"/>
                  </a:lnTo>
                  <a:lnTo>
                    <a:pt x="2763728" y="1335048"/>
                  </a:lnTo>
                  <a:lnTo>
                    <a:pt x="2764396" y="1335048"/>
                  </a:lnTo>
                  <a:lnTo>
                    <a:pt x="2765064" y="1429613"/>
                  </a:lnTo>
                  <a:lnTo>
                    <a:pt x="2765732" y="1446302"/>
                  </a:lnTo>
                  <a:lnTo>
                    <a:pt x="2766400" y="1496366"/>
                  </a:lnTo>
                  <a:lnTo>
                    <a:pt x="2767068" y="1546430"/>
                  </a:lnTo>
                  <a:lnTo>
                    <a:pt x="2767736" y="1557556"/>
                  </a:lnTo>
                  <a:lnTo>
                    <a:pt x="2768404" y="1588150"/>
                  </a:lnTo>
                  <a:lnTo>
                    <a:pt x="2769073" y="1579806"/>
                  </a:lnTo>
                  <a:lnTo>
                    <a:pt x="2769741" y="1549212"/>
                  </a:lnTo>
                  <a:lnTo>
                    <a:pt x="2770409" y="1501929"/>
                  </a:lnTo>
                  <a:lnTo>
                    <a:pt x="2771077" y="1501929"/>
                  </a:lnTo>
                  <a:lnTo>
                    <a:pt x="2771745" y="1501929"/>
                  </a:lnTo>
                  <a:lnTo>
                    <a:pt x="2772413" y="1501929"/>
                  </a:lnTo>
                  <a:lnTo>
                    <a:pt x="2773081" y="1496366"/>
                  </a:lnTo>
                  <a:lnTo>
                    <a:pt x="2773749" y="1446302"/>
                  </a:lnTo>
                  <a:lnTo>
                    <a:pt x="2774417" y="1488022"/>
                  </a:lnTo>
                  <a:lnTo>
                    <a:pt x="2775085" y="1501929"/>
                  </a:lnTo>
                  <a:lnTo>
                    <a:pt x="2775753" y="1501929"/>
                  </a:lnTo>
                  <a:lnTo>
                    <a:pt x="2776421" y="1501929"/>
                  </a:lnTo>
                  <a:lnTo>
                    <a:pt x="2777089" y="1501929"/>
                  </a:lnTo>
                  <a:lnTo>
                    <a:pt x="2777757" y="1485240"/>
                  </a:lnTo>
                  <a:lnTo>
                    <a:pt x="2778425" y="1424051"/>
                  </a:lnTo>
                  <a:lnTo>
                    <a:pt x="2779093" y="1346173"/>
                  </a:lnTo>
                  <a:lnTo>
                    <a:pt x="2779761" y="1193199"/>
                  </a:lnTo>
                  <a:lnTo>
                    <a:pt x="2780429" y="1168166"/>
                  </a:lnTo>
                  <a:lnTo>
                    <a:pt x="2781097" y="1112540"/>
                  </a:lnTo>
                  <a:lnTo>
                    <a:pt x="2781765" y="1112540"/>
                  </a:lnTo>
                  <a:lnTo>
                    <a:pt x="2782433" y="1112540"/>
                  </a:lnTo>
                  <a:lnTo>
                    <a:pt x="2783101" y="1112540"/>
                  </a:lnTo>
                  <a:lnTo>
                    <a:pt x="2783769" y="1112540"/>
                  </a:lnTo>
                  <a:lnTo>
                    <a:pt x="2784437" y="1095851"/>
                  </a:lnTo>
                  <a:lnTo>
                    <a:pt x="2785105" y="1031880"/>
                  </a:lnTo>
                  <a:lnTo>
                    <a:pt x="2785773" y="984598"/>
                  </a:lnTo>
                  <a:lnTo>
                    <a:pt x="2786441" y="1006848"/>
                  </a:lnTo>
                  <a:lnTo>
                    <a:pt x="2787109" y="1056912"/>
                  </a:lnTo>
                  <a:lnTo>
                    <a:pt x="2787777" y="1056912"/>
                  </a:lnTo>
                  <a:lnTo>
                    <a:pt x="2788445" y="1009630"/>
                  </a:lnTo>
                  <a:lnTo>
                    <a:pt x="2789113" y="1001286"/>
                  </a:lnTo>
                  <a:lnTo>
                    <a:pt x="2789781" y="1004067"/>
                  </a:lnTo>
                  <a:lnTo>
                    <a:pt x="2790449" y="1056912"/>
                  </a:lnTo>
                  <a:lnTo>
                    <a:pt x="2791117" y="1056912"/>
                  </a:lnTo>
                  <a:lnTo>
                    <a:pt x="2791785" y="1056912"/>
                  </a:lnTo>
                  <a:lnTo>
                    <a:pt x="2792453" y="1056912"/>
                  </a:lnTo>
                  <a:lnTo>
                    <a:pt x="2793122" y="1056912"/>
                  </a:lnTo>
                  <a:lnTo>
                    <a:pt x="2793790" y="1056912"/>
                  </a:lnTo>
                  <a:lnTo>
                    <a:pt x="2794458" y="1070819"/>
                  </a:lnTo>
                  <a:lnTo>
                    <a:pt x="2795126" y="1104195"/>
                  </a:lnTo>
                  <a:lnTo>
                    <a:pt x="2795794" y="1151478"/>
                  </a:lnTo>
                  <a:lnTo>
                    <a:pt x="2796462" y="1304453"/>
                  </a:lnTo>
                  <a:lnTo>
                    <a:pt x="2797130" y="1335048"/>
                  </a:lnTo>
                  <a:lnTo>
                    <a:pt x="2797798" y="1387893"/>
                  </a:lnTo>
                  <a:lnTo>
                    <a:pt x="2798466" y="1390675"/>
                  </a:lnTo>
                  <a:lnTo>
                    <a:pt x="2799134" y="1390675"/>
                  </a:lnTo>
                  <a:lnTo>
                    <a:pt x="2799802" y="1390675"/>
                  </a:lnTo>
                  <a:lnTo>
                    <a:pt x="2800470" y="1390675"/>
                  </a:lnTo>
                  <a:lnTo>
                    <a:pt x="2801138" y="1404581"/>
                  </a:lnTo>
                  <a:lnTo>
                    <a:pt x="2801806" y="1468552"/>
                  </a:lnTo>
                  <a:lnTo>
                    <a:pt x="2802474" y="1546430"/>
                  </a:lnTo>
                  <a:lnTo>
                    <a:pt x="2803142" y="1557556"/>
                  </a:lnTo>
                  <a:lnTo>
                    <a:pt x="2803810" y="1557556"/>
                  </a:lnTo>
                  <a:lnTo>
                    <a:pt x="2804478" y="1557556"/>
                  </a:lnTo>
                  <a:lnTo>
                    <a:pt x="2805146" y="1602057"/>
                  </a:lnTo>
                  <a:lnTo>
                    <a:pt x="2805814" y="1613183"/>
                  </a:lnTo>
                  <a:lnTo>
                    <a:pt x="2806482" y="1613183"/>
                  </a:lnTo>
                  <a:lnTo>
                    <a:pt x="2807150" y="1613183"/>
                  </a:lnTo>
                  <a:lnTo>
                    <a:pt x="2807818" y="1613183"/>
                  </a:lnTo>
                  <a:lnTo>
                    <a:pt x="2808486" y="1613183"/>
                  </a:lnTo>
                  <a:lnTo>
                    <a:pt x="2809154" y="1613183"/>
                  </a:lnTo>
                  <a:lnTo>
                    <a:pt x="2809822" y="1613183"/>
                  </a:lnTo>
                  <a:lnTo>
                    <a:pt x="2810490" y="1613183"/>
                  </a:lnTo>
                  <a:lnTo>
                    <a:pt x="2811158" y="1613183"/>
                  </a:lnTo>
                  <a:lnTo>
                    <a:pt x="2811826" y="1638215"/>
                  </a:lnTo>
                  <a:lnTo>
                    <a:pt x="2812494" y="1668810"/>
                  </a:lnTo>
                  <a:lnTo>
                    <a:pt x="2812494" y="1668810"/>
                  </a:lnTo>
                  <a:lnTo>
                    <a:pt x="2813162" y="1668810"/>
                  </a:lnTo>
                  <a:lnTo>
                    <a:pt x="2813830" y="1663247"/>
                  </a:lnTo>
                  <a:lnTo>
                    <a:pt x="2814498" y="1613183"/>
                  </a:lnTo>
                  <a:lnTo>
                    <a:pt x="2815166" y="1613183"/>
                  </a:lnTo>
                  <a:lnTo>
                    <a:pt x="2815834" y="1613183"/>
                  </a:lnTo>
                  <a:lnTo>
                    <a:pt x="2816502" y="1613183"/>
                  </a:lnTo>
                  <a:lnTo>
                    <a:pt x="2817170" y="1613183"/>
                  </a:lnTo>
                  <a:lnTo>
                    <a:pt x="2817839" y="1613183"/>
                  </a:lnTo>
                  <a:lnTo>
                    <a:pt x="2818507" y="1568681"/>
                  </a:lnTo>
                  <a:lnTo>
                    <a:pt x="2819175" y="1554774"/>
                  </a:lnTo>
                  <a:lnTo>
                    <a:pt x="2819843" y="1501929"/>
                  </a:lnTo>
                  <a:lnTo>
                    <a:pt x="2820511" y="1501929"/>
                  </a:lnTo>
                  <a:lnTo>
                    <a:pt x="2821179" y="1501929"/>
                  </a:lnTo>
                  <a:lnTo>
                    <a:pt x="2821847" y="1501929"/>
                  </a:lnTo>
                  <a:lnTo>
                    <a:pt x="2822515" y="1501929"/>
                  </a:lnTo>
                  <a:lnTo>
                    <a:pt x="2823183" y="1479678"/>
                  </a:lnTo>
                  <a:lnTo>
                    <a:pt x="2823851" y="1401800"/>
                  </a:lnTo>
                  <a:lnTo>
                    <a:pt x="2824519" y="1335048"/>
                  </a:lnTo>
                  <a:lnTo>
                    <a:pt x="2825187" y="1335048"/>
                  </a:lnTo>
                  <a:lnTo>
                    <a:pt x="2825855" y="1335048"/>
                  </a:lnTo>
                  <a:lnTo>
                    <a:pt x="2826523" y="1335048"/>
                  </a:lnTo>
                  <a:lnTo>
                    <a:pt x="2827191" y="1326704"/>
                  </a:lnTo>
                  <a:lnTo>
                    <a:pt x="2827859" y="1279421"/>
                  </a:lnTo>
                  <a:lnTo>
                    <a:pt x="2828527" y="1279421"/>
                  </a:lnTo>
                  <a:lnTo>
                    <a:pt x="2829195" y="1279421"/>
                  </a:lnTo>
                  <a:lnTo>
                    <a:pt x="2829863" y="1279421"/>
                  </a:lnTo>
                  <a:lnTo>
                    <a:pt x="2830531" y="1257170"/>
                  </a:lnTo>
                  <a:lnTo>
                    <a:pt x="2831199" y="1273858"/>
                  </a:lnTo>
                  <a:lnTo>
                    <a:pt x="2831867" y="1223794"/>
                  </a:lnTo>
                  <a:lnTo>
                    <a:pt x="2832535" y="1223794"/>
                  </a:lnTo>
                  <a:lnTo>
                    <a:pt x="2833203" y="1223794"/>
                  </a:lnTo>
                  <a:lnTo>
                    <a:pt x="2833871" y="1223794"/>
                  </a:lnTo>
                  <a:lnTo>
                    <a:pt x="2834539" y="1223794"/>
                  </a:lnTo>
                  <a:lnTo>
                    <a:pt x="2835207" y="1265514"/>
                  </a:lnTo>
                  <a:lnTo>
                    <a:pt x="2835875" y="1279421"/>
                  </a:lnTo>
                  <a:lnTo>
                    <a:pt x="2836543" y="1335048"/>
                  </a:lnTo>
                  <a:lnTo>
                    <a:pt x="2837211" y="1335048"/>
                  </a:lnTo>
                  <a:lnTo>
                    <a:pt x="2837879" y="1335048"/>
                  </a:lnTo>
                  <a:lnTo>
                    <a:pt x="2838547" y="1335048"/>
                  </a:lnTo>
                  <a:lnTo>
                    <a:pt x="2839215" y="1335048"/>
                  </a:lnTo>
                  <a:lnTo>
                    <a:pt x="2839883" y="1354517"/>
                  </a:lnTo>
                  <a:lnTo>
                    <a:pt x="2840551" y="1432395"/>
                  </a:lnTo>
                  <a:lnTo>
                    <a:pt x="2841219" y="1499147"/>
                  </a:lnTo>
                  <a:lnTo>
                    <a:pt x="2841887" y="1493585"/>
                  </a:lnTo>
                  <a:lnTo>
                    <a:pt x="2842556" y="1446302"/>
                  </a:lnTo>
                  <a:lnTo>
                    <a:pt x="2843224" y="1446302"/>
                  </a:lnTo>
                  <a:lnTo>
                    <a:pt x="2843892" y="1451864"/>
                  </a:lnTo>
                  <a:lnTo>
                    <a:pt x="2844560" y="1501929"/>
                  </a:lnTo>
                  <a:lnTo>
                    <a:pt x="2845228" y="1501929"/>
                  </a:lnTo>
                  <a:lnTo>
                    <a:pt x="2845896" y="1501929"/>
                  </a:lnTo>
                  <a:lnTo>
                    <a:pt x="2846564" y="1482459"/>
                  </a:lnTo>
                  <a:lnTo>
                    <a:pt x="2847232" y="1468552"/>
                  </a:lnTo>
                  <a:lnTo>
                    <a:pt x="2847900" y="1504710"/>
                  </a:lnTo>
                  <a:lnTo>
                    <a:pt x="2848568" y="1557556"/>
                  </a:lnTo>
                  <a:lnTo>
                    <a:pt x="2849236" y="1535305"/>
                  </a:lnTo>
                  <a:lnTo>
                    <a:pt x="2849904" y="1501929"/>
                  </a:lnTo>
                  <a:lnTo>
                    <a:pt x="2850572" y="1501929"/>
                  </a:lnTo>
                  <a:lnTo>
                    <a:pt x="2851240" y="1501929"/>
                  </a:lnTo>
                  <a:lnTo>
                    <a:pt x="2851908" y="1501929"/>
                  </a:lnTo>
                  <a:lnTo>
                    <a:pt x="2852576" y="1501929"/>
                  </a:lnTo>
                  <a:lnTo>
                    <a:pt x="2853244" y="1501929"/>
                  </a:lnTo>
                  <a:lnTo>
                    <a:pt x="2853912" y="1479678"/>
                  </a:lnTo>
                  <a:lnTo>
                    <a:pt x="2854580" y="1446302"/>
                  </a:lnTo>
                  <a:lnTo>
                    <a:pt x="2855248" y="1446302"/>
                  </a:lnTo>
                  <a:lnTo>
                    <a:pt x="2855916" y="1396237"/>
                  </a:lnTo>
                  <a:lnTo>
                    <a:pt x="2856584" y="1390675"/>
                  </a:lnTo>
                  <a:lnTo>
                    <a:pt x="2857252" y="1390675"/>
                  </a:lnTo>
                  <a:lnTo>
                    <a:pt x="2857920" y="1390675"/>
                  </a:lnTo>
                  <a:lnTo>
                    <a:pt x="2858588" y="1360080"/>
                  </a:lnTo>
                  <a:lnTo>
                    <a:pt x="2859256" y="1390675"/>
                  </a:lnTo>
                  <a:lnTo>
                    <a:pt x="2859924" y="1343392"/>
                  </a:lnTo>
                  <a:lnTo>
                    <a:pt x="2860592" y="1279421"/>
                  </a:lnTo>
                  <a:lnTo>
                    <a:pt x="2861260" y="1279421"/>
                  </a:lnTo>
                  <a:lnTo>
                    <a:pt x="2861928" y="1279421"/>
                  </a:lnTo>
                  <a:lnTo>
                    <a:pt x="2862596" y="1234919"/>
                  </a:lnTo>
                  <a:lnTo>
                    <a:pt x="2863264" y="1184855"/>
                  </a:lnTo>
                  <a:lnTo>
                    <a:pt x="2863932" y="1223794"/>
                  </a:lnTo>
                  <a:lnTo>
                    <a:pt x="2864600" y="1223794"/>
                  </a:lnTo>
                  <a:lnTo>
                    <a:pt x="2865268" y="1223794"/>
                  </a:lnTo>
                  <a:lnTo>
                    <a:pt x="2865936" y="1232138"/>
                  </a:lnTo>
                  <a:lnTo>
                    <a:pt x="2866604" y="1223794"/>
                  </a:lnTo>
                  <a:lnTo>
                    <a:pt x="2867273" y="1223794"/>
                  </a:lnTo>
                  <a:lnTo>
                    <a:pt x="2867941" y="1223794"/>
                  </a:lnTo>
                  <a:lnTo>
                    <a:pt x="2868609" y="1223794"/>
                  </a:lnTo>
                  <a:lnTo>
                    <a:pt x="2869277" y="1223794"/>
                  </a:lnTo>
                  <a:lnTo>
                    <a:pt x="2869945" y="1184855"/>
                  </a:lnTo>
                  <a:lnTo>
                    <a:pt x="2870613" y="1187636"/>
                  </a:lnTo>
                  <a:lnTo>
                    <a:pt x="2871281" y="1223794"/>
                  </a:lnTo>
                  <a:lnTo>
                    <a:pt x="2871949" y="1176511"/>
                  </a:lnTo>
                  <a:lnTo>
                    <a:pt x="2872617" y="1126446"/>
                  </a:lnTo>
                  <a:lnTo>
                    <a:pt x="2873285" y="1112540"/>
                  </a:lnTo>
                  <a:lnTo>
                    <a:pt x="2873953" y="1112540"/>
                  </a:lnTo>
                  <a:lnTo>
                    <a:pt x="2874621" y="1112540"/>
                  </a:lnTo>
                  <a:lnTo>
                    <a:pt x="2875289" y="1098633"/>
                  </a:lnTo>
                  <a:lnTo>
                    <a:pt x="2875957" y="1112540"/>
                  </a:lnTo>
                  <a:lnTo>
                    <a:pt x="2876625" y="1157041"/>
                  </a:lnTo>
                  <a:lnTo>
                    <a:pt x="2877293" y="1193199"/>
                  </a:lnTo>
                  <a:lnTo>
                    <a:pt x="2877961" y="1168166"/>
                  </a:lnTo>
                  <a:lnTo>
                    <a:pt x="2878629" y="1168166"/>
                  </a:lnTo>
                  <a:lnTo>
                    <a:pt x="2879297" y="1207105"/>
                  </a:lnTo>
                  <a:lnTo>
                    <a:pt x="2879965" y="1279421"/>
                  </a:lnTo>
                  <a:lnTo>
                    <a:pt x="2880633" y="1279421"/>
                  </a:lnTo>
                  <a:lnTo>
                    <a:pt x="2881301" y="1279421"/>
                  </a:lnTo>
                  <a:lnTo>
                    <a:pt x="2881969" y="1279421"/>
                  </a:lnTo>
                  <a:lnTo>
                    <a:pt x="2882637" y="1287765"/>
                  </a:lnTo>
                  <a:lnTo>
                    <a:pt x="2883305" y="1335048"/>
                  </a:lnTo>
                  <a:lnTo>
                    <a:pt x="2883973" y="1335048"/>
                  </a:lnTo>
                  <a:lnTo>
                    <a:pt x="2884641" y="1335048"/>
                  </a:lnTo>
                  <a:lnTo>
                    <a:pt x="2885309" y="1335048"/>
                  </a:lnTo>
                  <a:lnTo>
                    <a:pt x="2885977" y="1335048"/>
                  </a:lnTo>
                  <a:lnTo>
                    <a:pt x="2886645" y="1371205"/>
                  </a:lnTo>
                  <a:lnTo>
                    <a:pt x="2887313" y="1390675"/>
                  </a:lnTo>
                  <a:lnTo>
                    <a:pt x="2887981" y="1390675"/>
                  </a:lnTo>
                  <a:lnTo>
                    <a:pt x="2888649" y="1432395"/>
                  </a:lnTo>
                  <a:lnTo>
                    <a:pt x="2889317" y="1532523"/>
                  </a:lnTo>
                  <a:lnTo>
                    <a:pt x="2889985" y="1557556"/>
                  </a:lnTo>
                  <a:lnTo>
                    <a:pt x="2890653" y="1557556"/>
                  </a:lnTo>
                  <a:lnTo>
                    <a:pt x="2891322" y="1557556"/>
                  </a:lnTo>
                  <a:lnTo>
                    <a:pt x="2891990" y="1602057"/>
                  </a:lnTo>
                  <a:lnTo>
                    <a:pt x="2892658" y="1613183"/>
                  </a:lnTo>
                  <a:lnTo>
                    <a:pt x="2893326" y="1613183"/>
                  </a:lnTo>
                  <a:lnTo>
                    <a:pt x="2893994" y="1638215"/>
                  </a:lnTo>
                  <a:lnTo>
                    <a:pt x="2894662" y="1668810"/>
                  </a:lnTo>
                  <a:lnTo>
                    <a:pt x="2894662" y="1668810"/>
                  </a:lnTo>
                  <a:lnTo>
                    <a:pt x="2895330" y="1668810"/>
                  </a:lnTo>
                  <a:lnTo>
                    <a:pt x="2895998" y="1668810"/>
                  </a:lnTo>
                  <a:lnTo>
                    <a:pt x="2896666" y="1668810"/>
                  </a:lnTo>
                  <a:lnTo>
                    <a:pt x="2897334" y="1668810"/>
                  </a:lnTo>
                  <a:lnTo>
                    <a:pt x="2898002" y="1668810"/>
                  </a:lnTo>
                  <a:lnTo>
                    <a:pt x="2898670" y="1668810"/>
                  </a:lnTo>
                  <a:lnTo>
                    <a:pt x="2899338" y="1629871"/>
                  </a:lnTo>
                  <a:lnTo>
                    <a:pt x="2900006" y="1613183"/>
                  </a:lnTo>
                  <a:lnTo>
                    <a:pt x="2900674" y="1613183"/>
                  </a:lnTo>
                  <a:lnTo>
                    <a:pt x="2901342" y="1607620"/>
                  </a:lnTo>
                  <a:lnTo>
                    <a:pt x="2902010" y="1557556"/>
                  </a:lnTo>
                  <a:lnTo>
                    <a:pt x="2902678" y="1557556"/>
                  </a:lnTo>
                  <a:lnTo>
                    <a:pt x="2903346" y="1557556"/>
                  </a:lnTo>
                  <a:lnTo>
                    <a:pt x="2904014" y="1557556"/>
                  </a:lnTo>
                  <a:lnTo>
                    <a:pt x="2904682" y="1557556"/>
                  </a:lnTo>
                  <a:lnTo>
                    <a:pt x="2905350" y="1557556"/>
                  </a:lnTo>
                  <a:lnTo>
                    <a:pt x="2906018" y="1557556"/>
                  </a:lnTo>
                  <a:lnTo>
                    <a:pt x="2906686" y="1557556"/>
                  </a:lnTo>
                  <a:lnTo>
                    <a:pt x="2907354" y="1557556"/>
                  </a:lnTo>
                  <a:lnTo>
                    <a:pt x="2908022" y="1557556"/>
                  </a:lnTo>
                  <a:lnTo>
                    <a:pt x="2908690" y="1557556"/>
                  </a:lnTo>
                  <a:lnTo>
                    <a:pt x="2909358" y="1557556"/>
                  </a:lnTo>
                  <a:lnTo>
                    <a:pt x="2910026" y="1557556"/>
                  </a:lnTo>
                  <a:lnTo>
                    <a:pt x="2910694" y="1554774"/>
                  </a:lnTo>
                  <a:lnTo>
                    <a:pt x="2911362" y="1501929"/>
                  </a:lnTo>
                  <a:lnTo>
                    <a:pt x="2912030" y="1501929"/>
                  </a:lnTo>
                  <a:lnTo>
                    <a:pt x="2912698" y="1501929"/>
                  </a:lnTo>
                  <a:lnTo>
                    <a:pt x="2913366" y="1457427"/>
                  </a:lnTo>
                  <a:lnTo>
                    <a:pt x="2914034" y="1446302"/>
                  </a:lnTo>
                  <a:lnTo>
                    <a:pt x="2914702" y="1446302"/>
                  </a:lnTo>
                  <a:lnTo>
                    <a:pt x="2915370" y="1446302"/>
                  </a:lnTo>
                  <a:lnTo>
                    <a:pt x="2916039" y="1482459"/>
                  </a:lnTo>
                  <a:lnTo>
                    <a:pt x="2916707" y="1501929"/>
                  </a:lnTo>
                  <a:lnTo>
                    <a:pt x="2917375" y="1501929"/>
                  </a:lnTo>
                  <a:lnTo>
                    <a:pt x="2918043" y="1504710"/>
                  </a:lnTo>
                  <a:lnTo>
                    <a:pt x="2918711" y="1557556"/>
                  </a:lnTo>
                  <a:lnTo>
                    <a:pt x="2919379" y="1557556"/>
                  </a:lnTo>
                  <a:lnTo>
                    <a:pt x="2920047" y="1515835"/>
                  </a:lnTo>
                  <a:lnTo>
                    <a:pt x="2920715" y="1501929"/>
                  </a:lnTo>
                  <a:lnTo>
                    <a:pt x="2921383" y="1501929"/>
                  </a:lnTo>
                  <a:lnTo>
                    <a:pt x="2922051" y="1501929"/>
                  </a:lnTo>
                  <a:lnTo>
                    <a:pt x="2922719" y="1501929"/>
                  </a:lnTo>
                  <a:lnTo>
                    <a:pt x="2923387" y="1485240"/>
                  </a:lnTo>
                  <a:lnTo>
                    <a:pt x="2924055" y="1418488"/>
                  </a:lnTo>
                  <a:lnTo>
                    <a:pt x="2924723" y="1390675"/>
                  </a:lnTo>
                  <a:lnTo>
                    <a:pt x="2925391" y="1390675"/>
                  </a:lnTo>
                  <a:lnTo>
                    <a:pt x="2926059" y="1390675"/>
                  </a:lnTo>
                  <a:lnTo>
                    <a:pt x="2926727" y="1390675"/>
                  </a:lnTo>
                  <a:lnTo>
                    <a:pt x="2927395" y="1390675"/>
                  </a:lnTo>
                  <a:lnTo>
                    <a:pt x="2928063" y="1404581"/>
                  </a:lnTo>
                  <a:lnTo>
                    <a:pt x="2928731" y="1390675"/>
                  </a:lnTo>
                  <a:lnTo>
                    <a:pt x="2929399" y="1390675"/>
                  </a:lnTo>
                  <a:lnTo>
                    <a:pt x="2930067" y="1432395"/>
                  </a:lnTo>
                  <a:lnTo>
                    <a:pt x="2930735" y="1446302"/>
                  </a:lnTo>
                  <a:lnTo>
                    <a:pt x="2931403" y="1373987"/>
                  </a:lnTo>
                  <a:lnTo>
                    <a:pt x="2932071" y="1335048"/>
                  </a:lnTo>
                  <a:lnTo>
                    <a:pt x="2932739" y="1335048"/>
                  </a:lnTo>
                  <a:lnTo>
                    <a:pt x="2933407" y="1335048"/>
                  </a:lnTo>
                  <a:lnTo>
                    <a:pt x="2934075" y="1335048"/>
                  </a:lnTo>
                  <a:lnTo>
                    <a:pt x="2934743" y="1335048"/>
                  </a:lnTo>
                  <a:lnTo>
                    <a:pt x="2935411" y="1335048"/>
                  </a:lnTo>
                  <a:lnTo>
                    <a:pt x="2936079" y="1335048"/>
                  </a:lnTo>
                  <a:lnTo>
                    <a:pt x="2936747" y="1373986"/>
                  </a:lnTo>
                  <a:lnTo>
                    <a:pt x="2937415" y="1390675"/>
                  </a:lnTo>
                  <a:lnTo>
                    <a:pt x="2938083" y="1390675"/>
                  </a:lnTo>
                  <a:lnTo>
                    <a:pt x="2938751" y="1390675"/>
                  </a:lnTo>
                  <a:lnTo>
                    <a:pt x="2939419" y="1390675"/>
                  </a:lnTo>
                  <a:lnTo>
                    <a:pt x="2940087" y="1404581"/>
                  </a:lnTo>
                  <a:lnTo>
                    <a:pt x="2940756" y="1471334"/>
                  </a:lnTo>
                  <a:lnTo>
                    <a:pt x="2941424" y="1501929"/>
                  </a:lnTo>
                  <a:lnTo>
                    <a:pt x="2942092" y="1501929"/>
                  </a:lnTo>
                  <a:lnTo>
                    <a:pt x="2942760" y="1501929"/>
                  </a:lnTo>
                  <a:lnTo>
                    <a:pt x="2943428" y="1454646"/>
                  </a:lnTo>
                  <a:lnTo>
                    <a:pt x="2944096" y="1401800"/>
                  </a:lnTo>
                  <a:lnTo>
                    <a:pt x="2944764" y="1346173"/>
                  </a:lnTo>
                  <a:lnTo>
                    <a:pt x="2945432" y="1279421"/>
                  </a:lnTo>
                  <a:lnTo>
                    <a:pt x="2946100" y="1279421"/>
                  </a:lnTo>
                  <a:lnTo>
                    <a:pt x="2946768" y="1279421"/>
                  </a:lnTo>
                  <a:lnTo>
                    <a:pt x="2947436" y="1279421"/>
                  </a:lnTo>
                  <a:lnTo>
                    <a:pt x="2948104" y="1346173"/>
                  </a:lnTo>
                  <a:lnTo>
                    <a:pt x="2948772" y="1390675"/>
                  </a:lnTo>
                  <a:lnTo>
                    <a:pt x="2949440" y="1390675"/>
                  </a:lnTo>
                  <a:lnTo>
                    <a:pt x="2950108" y="1390675"/>
                  </a:lnTo>
                  <a:lnTo>
                    <a:pt x="2950776" y="1390675"/>
                  </a:lnTo>
                  <a:lnTo>
                    <a:pt x="2951444" y="1390675"/>
                  </a:lnTo>
                  <a:lnTo>
                    <a:pt x="2952112" y="1390675"/>
                  </a:lnTo>
                  <a:lnTo>
                    <a:pt x="2952780" y="1390675"/>
                  </a:lnTo>
                  <a:lnTo>
                    <a:pt x="2953448" y="1346173"/>
                  </a:lnTo>
                  <a:lnTo>
                    <a:pt x="2954116" y="1293327"/>
                  </a:lnTo>
                  <a:lnTo>
                    <a:pt x="2954784" y="1279421"/>
                  </a:lnTo>
                  <a:lnTo>
                    <a:pt x="2955452" y="1279421"/>
                  </a:lnTo>
                  <a:lnTo>
                    <a:pt x="2956120" y="1279421"/>
                  </a:lnTo>
                  <a:lnTo>
                    <a:pt x="2956788" y="1279421"/>
                  </a:lnTo>
                  <a:lnTo>
                    <a:pt x="2957456" y="1279421"/>
                  </a:lnTo>
                  <a:lnTo>
                    <a:pt x="2958124" y="1279421"/>
                  </a:lnTo>
                  <a:lnTo>
                    <a:pt x="2958792" y="1279421"/>
                  </a:lnTo>
                  <a:lnTo>
                    <a:pt x="2959460" y="1279421"/>
                  </a:lnTo>
                  <a:lnTo>
                    <a:pt x="2960128" y="1323922"/>
                  </a:lnTo>
                  <a:lnTo>
                    <a:pt x="2960796" y="1373986"/>
                  </a:lnTo>
                  <a:lnTo>
                    <a:pt x="2961464" y="1451864"/>
                  </a:lnTo>
                  <a:lnTo>
                    <a:pt x="2962132" y="1488022"/>
                  </a:lnTo>
                  <a:lnTo>
                    <a:pt x="2962800" y="1446302"/>
                  </a:lnTo>
                  <a:lnTo>
                    <a:pt x="2963468" y="1446302"/>
                  </a:lnTo>
                  <a:lnTo>
                    <a:pt x="2964136" y="1390675"/>
                  </a:lnTo>
                  <a:lnTo>
                    <a:pt x="2964804" y="1390675"/>
                  </a:lnTo>
                  <a:lnTo>
                    <a:pt x="2965473" y="1390675"/>
                  </a:lnTo>
                  <a:lnTo>
                    <a:pt x="2966141" y="1390675"/>
                  </a:lnTo>
                  <a:lnTo>
                    <a:pt x="2966809" y="1390675"/>
                  </a:lnTo>
                  <a:lnTo>
                    <a:pt x="2967477" y="1390675"/>
                  </a:lnTo>
                  <a:lnTo>
                    <a:pt x="2968145" y="1390675"/>
                  </a:lnTo>
                  <a:lnTo>
                    <a:pt x="2968813" y="1390675"/>
                  </a:lnTo>
                  <a:lnTo>
                    <a:pt x="2969481" y="1354517"/>
                  </a:lnTo>
                  <a:lnTo>
                    <a:pt x="2970149" y="1376768"/>
                  </a:lnTo>
                  <a:lnTo>
                    <a:pt x="2970817" y="1429613"/>
                  </a:lnTo>
                  <a:lnTo>
                    <a:pt x="2971485" y="1446302"/>
                  </a:lnTo>
                  <a:lnTo>
                    <a:pt x="2972153" y="1446302"/>
                  </a:lnTo>
                  <a:lnTo>
                    <a:pt x="2972821" y="1446302"/>
                  </a:lnTo>
                  <a:lnTo>
                    <a:pt x="2973489" y="1446302"/>
                  </a:lnTo>
                  <a:lnTo>
                    <a:pt x="2974157" y="1446302"/>
                  </a:lnTo>
                  <a:lnTo>
                    <a:pt x="2974825" y="1446302"/>
                  </a:lnTo>
                  <a:lnTo>
                    <a:pt x="2975493" y="1440739"/>
                  </a:lnTo>
                  <a:lnTo>
                    <a:pt x="2976161" y="1390675"/>
                  </a:lnTo>
                  <a:lnTo>
                    <a:pt x="2976829" y="1357298"/>
                  </a:lnTo>
                  <a:lnTo>
                    <a:pt x="2977497" y="1335048"/>
                  </a:lnTo>
                  <a:lnTo>
                    <a:pt x="2978165" y="1351736"/>
                  </a:lnTo>
                  <a:lnTo>
                    <a:pt x="2978833" y="1399019"/>
                  </a:lnTo>
                  <a:lnTo>
                    <a:pt x="2979501" y="1446302"/>
                  </a:lnTo>
                  <a:lnTo>
                    <a:pt x="2980169" y="1446302"/>
                  </a:lnTo>
                  <a:lnTo>
                    <a:pt x="2980837" y="1499147"/>
                  </a:lnTo>
                  <a:lnTo>
                    <a:pt x="2981505" y="1501929"/>
                  </a:lnTo>
                  <a:lnTo>
                    <a:pt x="2982173" y="1501929"/>
                  </a:lnTo>
                  <a:lnTo>
                    <a:pt x="2982841" y="1501929"/>
                  </a:lnTo>
                  <a:lnTo>
                    <a:pt x="2983509" y="1451864"/>
                  </a:lnTo>
                  <a:lnTo>
                    <a:pt x="2984177" y="1446302"/>
                  </a:lnTo>
                  <a:lnTo>
                    <a:pt x="2984845" y="1446302"/>
                  </a:lnTo>
                  <a:lnTo>
                    <a:pt x="2985513" y="1390675"/>
                  </a:lnTo>
                  <a:lnTo>
                    <a:pt x="2986181" y="1424051"/>
                  </a:lnTo>
                  <a:lnTo>
                    <a:pt x="2986849" y="1446302"/>
                  </a:lnTo>
                  <a:lnTo>
                    <a:pt x="2987517" y="1407363"/>
                  </a:lnTo>
                  <a:lnTo>
                    <a:pt x="2988185" y="1390675"/>
                  </a:lnTo>
                  <a:lnTo>
                    <a:pt x="2988853" y="1390675"/>
                  </a:lnTo>
                  <a:lnTo>
                    <a:pt x="2989522" y="1390675"/>
                  </a:lnTo>
                  <a:lnTo>
                    <a:pt x="2990190" y="1390675"/>
                  </a:lnTo>
                  <a:lnTo>
                    <a:pt x="2990858" y="1390675"/>
                  </a:lnTo>
                  <a:lnTo>
                    <a:pt x="2991526" y="1357298"/>
                  </a:lnTo>
                  <a:lnTo>
                    <a:pt x="2992194" y="1337829"/>
                  </a:lnTo>
                  <a:lnTo>
                    <a:pt x="2992862" y="1390675"/>
                  </a:lnTo>
                  <a:lnTo>
                    <a:pt x="2993530" y="1421269"/>
                  </a:lnTo>
                  <a:lnTo>
                    <a:pt x="2994198" y="1446302"/>
                  </a:lnTo>
                  <a:lnTo>
                    <a:pt x="2994866" y="1446302"/>
                  </a:lnTo>
                  <a:lnTo>
                    <a:pt x="2995534" y="1446302"/>
                  </a:lnTo>
                  <a:lnTo>
                    <a:pt x="2996202" y="1446302"/>
                  </a:lnTo>
                  <a:lnTo>
                    <a:pt x="2996870" y="1446302"/>
                  </a:lnTo>
                  <a:lnTo>
                    <a:pt x="2997538" y="1446302"/>
                  </a:lnTo>
                  <a:lnTo>
                    <a:pt x="2998206" y="1446302"/>
                  </a:lnTo>
                  <a:lnTo>
                    <a:pt x="2998874" y="1429613"/>
                  </a:lnTo>
                  <a:lnTo>
                    <a:pt x="2999542" y="1337829"/>
                  </a:lnTo>
                  <a:lnTo>
                    <a:pt x="3000210" y="1382330"/>
                  </a:lnTo>
                  <a:lnTo>
                    <a:pt x="3000878" y="1343392"/>
                  </a:lnTo>
                  <a:lnTo>
                    <a:pt x="3001546" y="1290546"/>
                  </a:lnTo>
                  <a:lnTo>
                    <a:pt x="3002214" y="1332266"/>
                  </a:lnTo>
                  <a:lnTo>
                    <a:pt x="3002882" y="1335048"/>
                  </a:lnTo>
                  <a:lnTo>
                    <a:pt x="3003550" y="1335048"/>
                  </a:lnTo>
                  <a:lnTo>
                    <a:pt x="3004218" y="1371205"/>
                  </a:lnTo>
                  <a:lnTo>
                    <a:pt x="3004886" y="1351736"/>
                  </a:lnTo>
                  <a:lnTo>
                    <a:pt x="3005554" y="1335048"/>
                  </a:lnTo>
                  <a:lnTo>
                    <a:pt x="3006222" y="1318359"/>
                  </a:lnTo>
                  <a:lnTo>
                    <a:pt x="3006890" y="1279421"/>
                  </a:lnTo>
                  <a:lnTo>
                    <a:pt x="3007558" y="1279421"/>
                  </a:lnTo>
                  <a:lnTo>
                    <a:pt x="3008226" y="1268295"/>
                  </a:lnTo>
                  <a:lnTo>
                    <a:pt x="3008894" y="1279421"/>
                  </a:lnTo>
                  <a:lnTo>
                    <a:pt x="3009562" y="1268295"/>
                  </a:lnTo>
                  <a:lnTo>
                    <a:pt x="3010230" y="1207105"/>
                  </a:lnTo>
                  <a:lnTo>
                    <a:pt x="3010898" y="1168166"/>
                  </a:lnTo>
                  <a:lnTo>
                    <a:pt x="3011566" y="1168166"/>
                  </a:lnTo>
                  <a:lnTo>
                    <a:pt x="3012234" y="1168166"/>
                  </a:lnTo>
                  <a:lnTo>
                    <a:pt x="3012902" y="1168166"/>
                  </a:lnTo>
                  <a:lnTo>
                    <a:pt x="3013570" y="1159822"/>
                  </a:lnTo>
                  <a:lnTo>
                    <a:pt x="3014239" y="1112540"/>
                  </a:lnTo>
                  <a:lnTo>
                    <a:pt x="3014907" y="1112540"/>
                  </a:lnTo>
                  <a:lnTo>
                    <a:pt x="3015575" y="1126446"/>
                  </a:lnTo>
                  <a:lnTo>
                    <a:pt x="3016243" y="1218231"/>
                  </a:lnTo>
                  <a:lnTo>
                    <a:pt x="3016911" y="1223794"/>
                  </a:lnTo>
                  <a:lnTo>
                    <a:pt x="3017579" y="1268295"/>
                  </a:lnTo>
                  <a:lnTo>
                    <a:pt x="3018247" y="1321141"/>
                  </a:lnTo>
                  <a:lnTo>
                    <a:pt x="3018915" y="1335048"/>
                  </a:lnTo>
                  <a:lnTo>
                    <a:pt x="3019583" y="1335048"/>
                  </a:lnTo>
                  <a:lnTo>
                    <a:pt x="3020251" y="1335048"/>
                  </a:lnTo>
                  <a:lnTo>
                    <a:pt x="3020919" y="1335048"/>
                  </a:lnTo>
                  <a:lnTo>
                    <a:pt x="3021587" y="1371205"/>
                  </a:lnTo>
                  <a:lnTo>
                    <a:pt x="3022255" y="1390675"/>
                  </a:lnTo>
                  <a:lnTo>
                    <a:pt x="3022923" y="1404581"/>
                  </a:lnTo>
                  <a:lnTo>
                    <a:pt x="3023591" y="1446302"/>
                  </a:lnTo>
                  <a:lnTo>
                    <a:pt x="3024259" y="1446302"/>
                  </a:lnTo>
                  <a:lnTo>
                    <a:pt x="3024927" y="1485240"/>
                  </a:lnTo>
                  <a:lnTo>
                    <a:pt x="3025595" y="1501929"/>
                  </a:lnTo>
                  <a:lnTo>
                    <a:pt x="3026263" y="1510273"/>
                  </a:lnTo>
                  <a:lnTo>
                    <a:pt x="3026931" y="1571462"/>
                  </a:lnTo>
                  <a:lnTo>
                    <a:pt x="3027599" y="1602057"/>
                  </a:lnTo>
                  <a:lnTo>
                    <a:pt x="3028267" y="1535305"/>
                  </a:lnTo>
                  <a:lnTo>
                    <a:pt x="3028935" y="1501929"/>
                  </a:lnTo>
                  <a:lnTo>
                    <a:pt x="3029603" y="1501929"/>
                  </a:lnTo>
                  <a:lnTo>
                    <a:pt x="3030271" y="1507491"/>
                  </a:lnTo>
                  <a:lnTo>
                    <a:pt x="3030939" y="1557556"/>
                  </a:lnTo>
                  <a:lnTo>
                    <a:pt x="3031607" y="1515835"/>
                  </a:lnTo>
                  <a:lnTo>
                    <a:pt x="3032275" y="1457427"/>
                  </a:lnTo>
                  <a:lnTo>
                    <a:pt x="3032943" y="1446302"/>
                  </a:lnTo>
                  <a:lnTo>
                    <a:pt x="3033611" y="1426832"/>
                  </a:lnTo>
                  <a:lnTo>
                    <a:pt x="3034279" y="1390675"/>
                  </a:lnTo>
                  <a:lnTo>
                    <a:pt x="3034947" y="1390675"/>
                  </a:lnTo>
                  <a:lnTo>
                    <a:pt x="3035615" y="1390675"/>
                  </a:lnTo>
                  <a:lnTo>
                    <a:pt x="3036283" y="1390675"/>
                  </a:lnTo>
                  <a:lnTo>
                    <a:pt x="3036951" y="1390675"/>
                  </a:lnTo>
                  <a:lnTo>
                    <a:pt x="3037619" y="1390675"/>
                  </a:lnTo>
                  <a:lnTo>
                    <a:pt x="3038287" y="1390675"/>
                  </a:lnTo>
                  <a:lnTo>
                    <a:pt x="3038956" y="1390675"/>
                  </a:lnTo>
                  <a:lnTo>
                    <a:pt x="3039624" y="1390675"/>
                  </a:lnTo>
                  <a:lnTo>
                    <a:pt x="3040292" y="1390675"/>
                  </a:lnTo>
                  <a:lnTo>
                    <a:pt x="3040960" y="1343392"/>
                  </a:lnTo>
                  <a:lnTo>
                    <a:pt x="3041628" y="1335048"/>
                  </a:lnTo>
                  <a:lnTo>
                    <a:pt x="3042296" y="1335048"/>
                  </a:lnTo>
                  <a:lnTo>
                    <a:pt x="3042964" y="1335048"/>
                  </a:lnTo>
                  <a:lnTo>
                    <a:pt x="3043632" y="1335048"/>
                  </a:lnTo>
                  <a:lnTo>
                    <a:pt x="3044300" y="1343392"/>
                  </a:lnTo>
                  <a:lnTo>
                    <a:pt x="3044968" y="1410144"/>
                  </a:lnTo>
                  <a:lnTo>
                    <a:pt x="3045636" y="1393456"/>
                  </a:lnTo>
                  <a:lnTo>
                    <a:pt x="3046304" y="1296109"/>
                  </a:lnTo>
                  <a:lnTo>
                    <a:pt x="3046972" y="1262732"/>
                  </a:lnTo>
                  <a:lnTo>
                    <a:pt x="3047640" y="1223794"/>
                  </a:lnTo>
                  <a:lnTo>
                    <a:pt x="3048308" y="1229356"/>
                  </a:lnTo>
                  <a:lnTo>
                    <a:pt x="3048976" y="1265514"/>
                  </a:lnTo>
                  <a:lnTo>
                    <a:pt x="3049644" y="1232138"/>
                  </a:lnTo>
                  <a:lnTo>
                    <a:pt x="3050312" y="1184855"/>
                  </a:lnTo>
                  <a:lnTo>
                    <a:pt x="3050980" y="1223794"/>
                  </a:lnTo>
                  <a:lnTo>
                    <a:pt x="3051648" y="1207105"/>
                  </a:lnTo>
                  <a:lnTo>
                    <a:pt x="3052316" y="1168166"/>
                  </a:lnTo>
                  <a:lnTo>
                    <a:pt x="3052984" y="1126446"/>
                  </a:lnTo>
                  <a:lnTo>
                    <a:pt x="3053652" y="1070819"/>
                  </a:lnTo>
                  <a:lnTo>
                    <a:pt x="3054320" y="1056912"/>
                  </a:lnTo>
                  <a:lnTo>
                    <a:pt x="3054988" y="1056912"/>
                  </a:lnTo>
                  <a:lnTo>
                    <a:pt x="3055656" y="1056912"/>
                  </a:lnTo>
                  <a:lnTo>
                    <a:pt x="3056324" y="1056912"/>
                  </a:lnTo>
                  <a:lnTo>
                    <a:pt x="3056992" y="1048568"/>
                  </a:lnTo>
                  <a:lnTo>
                    <a:pt x="3057660" y="1045787"/>
                  </a:lnTo>
                  <a:lnTo>
                    <a:pt x="3058328" y="1045787"/>
                  </a:lnTo>
                  <a:lnTo>
                    <a:pt x="3058996" y="1001286"/>
                  </a:lnTo>
                  <a:lnTo>
                    <a:pt x="3059664" y="1001286"/>
                  </a:lnTo>
                  <a:lnTo>
                    <a:pt x="3060332" y="1001286"/>
                  </a:lnTo>
                  <a:lnTo>
                    <a:pt x="3061000" y="1001286"/>
                  </a:lnTo>
                  <a:lnTo>
                    <a:pt x="3061668" y="1001286"/>
                  </a:lnTo>
                  <a:lnTo>
                    <a:pt x="3062336" y="1015192"/>
                  </a:lnTo>
                  <a:lnTo>
                    <a:pt x="3063004" y="1090289"/>
                  </a:lnTo>
                  <a:lnTo>
                    <a:pt x="3063673" y="1126446"/>
                  </a:lnTo>
                  <a:lnTo>
                    <a:pt x="3064341" y="1168166"/>
                  </a:lnTo>
                  <a:lnTo>
                    <a:pt x="3065009" y="1198761"/>
                  </a:lnTo>
                  <a:lnTo>
                    <a:pt x="3065677" y="1223794"/>
                  </a:lnTo>
                  <a:lnTo>
                    <a:pt x="3066345" y="1251607"/>
                  </a:lnTo>
                  <a:lnTo>
                    <a:pt x="3067013" y="1248826"/>
                  </a:lnTo>
                  <a:lnTo>
                    <a:pt x="3067681" y="1168166"/>
                  </a:lnTo>
                  <a:lnTo>
                    <a:pt x="3068349" y="1157041"/>
                  </a:lnTo>
                  <a:lnTo>
                    <a:pt x="3069017" y="1168166"/>
                  </a:lnTo>
                  <a:lnTo>
                    <a:pt x="3069685" y="1207105"/>
                  </a:lnTo>
                  <a:lnTo>
                    <a:pt x="3070353" y="1259951"/>
                  </a:lnTo>
                  <a:lnTo>
                    <a:pt x="3071021" y="1223794"/>
                  </a:lnTo>
                  <a:lnTo>
                    <a:pt x="3071689" y="1168166"/>
                  </a:lnTo>
                  <a:lnTo>
                    <a:pt x="3072357" y="1159822"/>
                  </a:lnTo>
                  <a:lnTo>
                    <a:pt x="3073025" y="1040225"/>
                  </a:lnTo>
                  <a:lnTo>
                    <a:pt x="3073693" y="1006848"/>
                  </a:lnTo>
                  <a:lnTo>
                    <a:pt x="3074361" y="1006848"/>
                  </a:lnTo>
                  <a:lnTo>
                    <a:pt x="3075029" y="1009630"/>
                  </a:lnTo>
                  <a:lnTo>
                    <a:pt x="3075697" y="1056912"/>
                  </a:lnTo>
                  <a:lnTo>
                    <a:pt x="3076365" y="1056912"/>
                  </a:lnTo>
                  <a:lnTo>
                    <a:pt x="3077033" y="1056912"/>
                  </a:lnTo>
                  <a:lnTo>
                    <a:pt x="3077701" y="1056912"/>
                  </a:lnTo>
                  <a:lnTo>
                    <a:pt x="3078369" y="1056912"/>
                  </a:lnTo>
                  <a:lnTo>
                    <a:pt x="3079037" y="1090289"/>
                  </a:lnTo>
                  <a:lnTo>
                    <a:pt x="3079705" y="1112540"/>
                  </a:lnTo>
                  <a:lnTo>
                    <a:pt x="3080373" y="1112540"/>
                  </a:lnTo>
                  <a:lnTo>
                    <a:pt x="3081041" y="1112540"/>
                  </a:lnTo>
                  <a:lnTo>
                    <a:pt x="3081709" y="1112540"/>
                  </a:lnTo>
                  <a:lnTo>
                    <a:pt x="3082377" y="1112540"/>
                  </a:lnTo>
                  <a:lnTo>
                    <a:pt x="3083045" y="1123665"/>
                  </a:lnTo>
                  <a:lnTo>
                    <a:pt x="3083713" y="1195980"/>
                  </a:lnTo>
                  <a:lnTo>
                    <a:pt x="3084381" y="1276639"/>
                  </a:lnTo>
                  <a:lnTo>
                    <a:pt x="3085049" y="1301671"/>
                  </a:lnTo>
                  <a:lnTo>
                    <a:pt x="3085717" y="1335048"/>
                  </a:lnTo>
                  <a:lnTo>
                    <a:pt x="3086385" y="1335048"/>
                  </a:lnTo>
                  <a:lnTo>
                    <a:pt x="3087053" y="1335048"/>
                  </a:lnTo>
                  <a:lnTo>
                    <a:pt x="3087722" y="1390675"/>
                  </a:lnTo>
                  <a:lnTo>
                    <a:pt x="3088390" y="1443520"/>
                  </a:lnTo>
                  <a:lnTo>
                    <a:pt x="3089058" y="1451864"/>
                  </a:lnTo>
                  <a:lnTo>
                    <a:pt x="3089726" y="1568681"/>
                  </a:lnTo>
                  <a:lnTo>
                    <a:pt x="3090394" y="1613183"/>
                  </a:lnTo>
                  <a:lnTo>
                    <a:pt x="3091062" y="1660466"/>
                  </a:lnTo>
                  <a:lnTo>
                    <a:pt x="3091730" y="1668810"/>
                  </a:lnTo>
                  <a:lnTo>
                    <a:pt x="3091730" y="1668810"/>
                  </a:lnTo>
                  <a:lnTo>
                    <a:pt x="3092398" y="1668810"/>
                  </a:lnTo>
                  <a:lnTo>
                    <a:pt x="3093066" y="1668810"/>
                  </a:lnTo>
                  <a:lnTo>
                    <a:pt x="3093734" y="1668810"/>
                  </a:lnTo>
                  <a:lnTo>
                    <a:pt x="3094402" y="1640996"/>
                  </a:lnTo>
                  <a:lnTo>
                    <a:pt x="3095070" y="1613183"/>
                  </a:lnTo>
                  <a:lnTo>
                    <a:pt x="3095738" y="1613183"/>
                  </a:lnTo>
                  <a:lnTo>
                    <a:pt x="3096406" y="1596494"/>
                  </a:lnTo>
                  <a:lnTo>
                    <a:pt x="3097074" y="1557556"/>
                  </a:lnTo>
                  <a:lnTo>
                    <a:pt x="3097742" y="1557556"/>
                  </a:lnTo>
                  <a:lnTo>
                    <a:pt x="3098410" y="1526961"/>
                  </a:lnTo>
                  <a:lnTo>
                    <a:pt x="3099078" y="1501929"/>
                  </a:lnTo>
                  <a:lnTo>
                    <a:pt x="3099746" y="1501929"/>
                  </a:lnTo>
                  <a:lnTo>
                    <a:pt x="3100414" y="1501929"/>
                  </a:lnTo>
                  <a:lnTo>
                    <a:pt x="3101082" y="1501929"/>
                  </a:lnTo>
                  <a:lnTo>
                    <a:pt x="3101750" y="1501929"/>
                  </a:lnTo>
                  <a:lnTo>
                    <a:pt x="3102418" y="1446302"/>
                  </a:lnTo>
                  <a:lnTo>
                    <a:pt x="3103086" y="1443520"/>
                  </a:lnTo>
                  <a:lnTo>
                    <a:pt x="3103754" y="1390675"/>
                  </a:lnTo>
                  <a:lnTo>
                    <a:pt x="3104422" y="1390675"/>
                  </a:lnTo>
                  <a:lnTo>
                    <a:pt x="3105090" y="1390675"/>
                  </a:lnTo>
                  <a:lnTo>
                    <a:pt x="3105758" y="1368424"/>
                  </a:lnTo>
                  <a:lnTo>
                    <a:pt x="3106426" y="1335048"/>
                  </a:lnTo>
                  <a:lnTo>
                    <a:pt x="3107094" y="1335048"/>
                  </a:lnTo>
                  <a:lnTo>
                    <a:pt x="3107762" y="1329485"/>
                  </a:lnTo>
                  <a:lnTo>
                    <a:pt x="3108430" y="1279421"/>
                  </a:lnTo>
                  <a:lnTo>
                    <a:pt x="3109098" y="1279421"/>
                  </a:lnTo>
                  <a:lnTo>
                    <a:pt x="3109766" y="1279421"/>
                  </a:lnTo>
                  <a:lnTo>
                    <a:pt x="3110434" y="1279421"/>
                  </a:lnTo>
                  <a:lnTo>
                    <a:pt x="3111102" y="1304453"/>
                  </a:lnTo>
                  <a:lnTo>
                    <a:pt x="3111770" y="1335048"/>
                  </a:lnTo>
                  <a:lnTo>
                    <a:pt x="3112439" y="1335048"/>
                  </a:lnTo>
                  <a:lnTo>
                    <a:pt x="3113107" y="1346173"/>
                  </a:lnTo>
                  <a:lnTo>
                    <a:pt x="3113775" y="1335048"/>
                  </a:lnTo>
                  <a:lnTo>
                    <a:pt x="3114443" y="1335048"/>
                  </a:lnTo>
                  <a:lnTo>
                    <a:pt x="3115111" y="1362861"/>
                  </a:lnTo>
                  <a:lnTo>
                    <a:pt x="3115779" y="1390675"/>
                  </a:lnTo>
                  <a:lnTo>
                    <a:pt x="3116447" y="1390675"/>
                  </a:lnTo>
                  <a:lnTo>
                    <a:pt x="3117115" y="1351736"/>
                  </a:lnTo>
                  <a:lnTo>
                    <a:pt x="3117783" y="1335048"/>
                  </a:lnTo>
                  <a:lnTo>
                    <a:pt x="3118451" y="1335048"/>
                  </a:lnTo>
                  <a:lnTo>
                    <a:pt x="3119119" y="1387893"/>
                  </a:lnTo>
                  <a:lnTo>
                    <a:pt x="3119787" y="1390675"/>
                  </a:lnTo>
                  <a:lnTo>
                    <a:pt x="3120455" y="1446302"/>
                  </a:lnTo>
                  <a:lnTo>
                    <a:pt x="3121123" y="1446302"/>
                  </a:lnTo>
                  <a:lnTo>
                    <a:pt x="3121791" y="1446302"/>
                  </a:lnTo>
                  <a:lnTo>
                    <a:pt x="3122459" y="1465771"/>
                  </a:lnTo>
                  <a:lnTo>
                    <a:pt x="3123127" y="1462990"/>
                  </a:lnTo>
                  <a:lnTo>
                    <a:pt x="3123795" y="1390675"/>
                  </a:lnTo>
                  <a:lnTo>
                    <a:pt x="3124463" y="1393456"/>
                  </a:lnTo>
                  <a:lnTo>
                    <a:pt x="3125131" y="1446302"/>
                  </a:lnTo>
                  <a:lnTo>
                    <a:pt x="3125799" y="1351736"/>
                  </a:lnTo>
                  <a:lnTo>
                    <a:pt x="3126467" y="1273858"/>
                  </a:lnTo>
                  <a:lnTo>
                    <a:pt x="3127135" y="1223794"/>
                  </a:lnTo>
                  <a:lnTo>
                    <a:pt x="3127803" y="1173729"/>
                  </a:lnTo>
                  <a:lnTo>
                    <a:pt x="3128471" y="1168166"/>
                  </a:lnTo>
                  <a:lnTo>
                    <a:pt x="3129139" y="1129228"/>
                  </a:lnTo>
                  <a:lnTo>
                    <a:pt x="3129807" y="1112540"/>
                  </a:lnTo>
                  <a:lnTo>
                    <a:pt x="3130475" y="1168166"/>
                  </a:lnTo>
                  <a:lnTo>
                    <a:pt x="3131143" y="1157041"/>
                  </a:lnTo>
                  <a:lnTo>
                    <a:pt x="3131811" y="1087507"/>
                  </a:lnTo>
                  <a:lnTo>
                    <a:pt x="3132479" y="1056912"/>
                  </a:lnTo>
                  <a:lnTo>
                    <a:pt x="3133147" y="1056912"/>
                  </a:lnTo>
                  <a:lnTo>
                    <a:pt x="3133815" y="1093070"/>
                  </a:lnTo>
                  <a:lnTo>
                    <a:pt x="3134483" y="1059694"/>
                  </a:lnTo>
                  <a:lnTo>
                    <a:pt x="3135151" y="1056912"/>
                  </a:lnTo>
                  <a:lnTo>
                    <a:pt x="3135819" y="1056912"/>
                  </a:lnTo>
                  <a:lnTo>
                    <a:pt x="3136487" y="1056912"/>
                  </a:lnTo>
                  <a:lnTo>
                    <a:pt x="3137156" y="1056912"/>
                  </a:lnTo>
                  <a:lnTo>
                    <a:pt x="3137824" y="1004067"/>
                  </a:lnTo>
                  <a:lnTo>
                    <a:pt x="3138492" y="1001286"/>
                  </a:lnTo>
                  <a:lnTo>
                    <a:pt x="3139160" y="1001286"/>
                  </a:lnTo>
                  <a:lnTo>
                    <a:pt x="3139828" y="1034662"/>
                  </a:lnTo>
                  <a:lnTo>
                    <a:pt x="3140496" y="1112540"/>
                  </a:lnTo>
                  <a:lnTo>
                    <a:pt x="3141164" y="1106977"/>
                  </a:lnTo>
                  <a:lnTo>
                    <a:pt x="3141832" y="1056912"/>
                  </a:lnTo>
                  <a:lnTo>
                    <a:pt x="3142500" y="1143134"/>
                  </a:lnTo>
                  <a:lnTo>
                    <a:pt x="3143168" y="1201543"/>
                  </a:lnTo>
                  <a:lnTo>
                    <a:pt x="3143836" y="1223794"/>
                  </a:lnTo>
                  <a:lnTo>
                    <a:pt x="3144504" y="1271077"/>
                  </a:lnTo>
                  <a:lnTo>
                    <a:pt x="3145172" y="1279421"/>
                  </a:lnTo>
                  <a:lnTo>
                    <a:pt x="3145840" y="1315578"/>
                  </a:lnTo>
                  <a:lnTo>
                    <a:pt x="3146508" y="1335048"/>
                  </a:lnTo>
                  <a:lnTo>
                    <a:pt x="3147176" y="1335048"/>
                  </a:lnTo>
                  <a:lnTo>
                    <a:pt x="3147844" y="1343392"/>
                  </a:lnTo>
                  <a:lnTo>
                    <a:pt x="3148512" y="1376768"/>
                  </a:lnTo>
                  <a:lnTo>
                    <a:pt x="3149180" y="1357298"/>
                  </a:lnTo>
                  <a:lnTo>
                    <a:pt x="3149848" y="1335048"/>
                  </a:lnTo>
                  <a:lnTo>
                    <a:pt x="3150516" y="1335048"/>
                  </a:lnTo>
                  <a:lnTo>
                    <a:pt x="3151184" y="1385112"/>
                  </a:lnTo>
                  <a:lnTo>
                    <a:pt x="3151852" y="1390675"/>
                  </a:lnTo>
                  <a:lnTo>
                    <a:pt x="3152520" y="1390675"/>
                  </a:lnTo>
                  <a:lnTo>
                    <a:pt x="3153188" y="1340610"/>
                  </a:lnTo>
                  <a:lnTo>
                    <a:pt x="3153856" y="1335048"/>
                  </a:lnTo>
                  <a:lnTo>
                    <a:pt x="3154524" y="1385112"/>
                  </a:lnTo>
                  <a:lnTo>
                    <a:pt x="3155192" y="1390675"/>
                  </a:lnTo>
                  <a:lnTo>
                    <a:pt x="3155860" y="1390675"/>
                  </a:lnTo>
                  <a:lnTo>
                    <a:pt x="3156528" y="1390675"/>
                  </a:lnTo>
                  <a:lnTo>
                    <a:pt x="3157196" y="1390675"/>
                  </a:lnTo>
                  <a:lnTo>
                    <a:pt x="3157864" y="1393456"/>
                  </a:lnTo>
                  <a:lnTo>
                    <a:pt x="3158532" y="1446302"/>
                  </a:lnTo>
                  <a:lnTo>
                    <a:pt x="3159200" y="1446302"/>
                  </a:lnTo>
                  <a:lnTo>
                    <a:pt x="3159868" y="1468552"/>
                  </a:lnTo>
                  <a:lnTo>
                    <a:pt x="3160536" y="1501929"/>
                  </a:lnTo>
                  <a:lnTo>
                    <a:pt x="3161204" y="1501929"/>
                  </a:lnTo>
                  <a:lnTo>
                    <a:pt x="3161873" y="1501929"/>
                  </a:lnTo>
                  <a:lnTo>
                    <a:pt x="3162541" y="1501929"/>
                  </a:lnTo>
                  <a:lnTo>
                    <a:pt x="3163209" y="1501929"/>
                  </a:lnTo>
                  <a:lnTo>
                    <a:pt x="3163877" y="1501929"/>
                  </a:lnTo>
                  <a:lnTo>
                    <a:pt x="3164545" y="1501929"/>
                  </a:lnTo>
                  <a:lnTo>
                    <a:pt x="3165213" y="1535305"/>
                  </a:lnTo>
                  <a:lnTo>
                    <a:pt x="3165881" y="1588150"/>
                  </a:lnTo>
                  <a:lnTo>
                    <a:pt x="3166549" y="1613183"/>
                  </a:lnTo>
                  <a:lnTo>
                    <a:pt x="3167217" y="1613183"/>
                  </a:lnTo>
                  <a:lnTo>
                    <a:pt x="3167885" y="1613183"/>
                  </a:lnTo>
                  <a:lnTo>
                    <a:pt x="3168553" y="1613183"/>
                  </a:lnTo>
                  <a:lnTo>
                    <a:pt x="3169221" y="1613183"/>
                  </a:lnTo>
                  <a:lnTo>
                    <a:pt x="3169889" y="1660466"/>
                  </a:lnTo>
                  <a:lnTo>
                    <a:pt x="3170557" y="1668810"/>
                  </a:lnTo>
                  <a:lnTo>
                    <a:pt x="3170557" y="1668810"/>
                  </a:lnTo>
                  <a:lnTo>
                    <a:pt x="3171225" y="1668810"/>
                  </a:lnTo>
                  <a:lnTo>
                    <a:pt x="3171893" y="1660466"/>
                  </a:lnTo>
                  <a:lnTo>
                    <a:pt x="3172561" y="1579806"/>
                  </a:lnTo>
                  <a:lnTo>
                    <a:pt x="3173229" y="1557556"/>
                  </a:lnTo>
                  <a:lnTo>
                    <a:pt x="3173897" y="1557556"/>
                  </a:lnTo>
                  <a:lnTo>
                    <a:pt x="3174565" y="1557556"/>
                  </a:lnTo>
                  <a:lnTo>
                    <a:pt x="3175233" y="1557556"/>
                  </a:lnTo>
                  <a:lnTo>
                    <a:pt x="3175901" y="1557556"/>
                  </a:lnTo>
                  <a:lnTo>
                    <a:pt x="3176569" y="1557556"/>
                  </a:lnTo>
                  <a:lnTo>
                    <a:pt x="3177237" y="1557556"/>
                  </a:lnTo>
                  <a:lnTo>
                    <a:pt x="3177905" y="1557556"/>
                  </a:lnTo>
                  <a:lnTo>
                    <a:pt x="3178573" y="1557556"/>
                  </a:lnTo>
                  <a:lnTo>
                    <a:pt x="3179241" y="1557556"/>
                  </a:lnTo>
                  <a:lnTo>
                    <a:pt x="3179909" y="1557556"/>
                  </a:lnTo>
                  <a:lnTo>
                    <a:pt x="3180577" y="1557556"/>
                  </a:lnTo>
                  <a:lnTo>
                    <a:pt x="3181245" y="1557556"/>
                  </a:lnTo>
                  <a:lnTo>
                    <a:pt x="3181913" y="1557556"/>
                  </a:lnTo>
                  <a:lnTo>
                    <a:pt x="3182581" y="1557556"/>
                  </a:lnTo>
                  <a:lnTo>
                    <a:pt x="3183249" y="1557556"/>
                  </a:lnTo>
                  <a:lnTo>
                    <a:pt x="3183917" y="1557556"/>
                  </a:lnTo>
                  <a:lnTo>
                    <a:pt x="3184585" y="1557556"/>
                  </a:lnTo>
                  <a:lnTo>
                    <a:pt x="3185253" y="1557556"/>
                  </a:lnTo>
                  <a:lnTo>
                    <a:pt x="3185922" y="1557556"/>
                  </a:lnTo>
                  <a:lnTo>
                    <a:pt x="3186590" y="1557556"/>
                  </a:lnTo>
                  <a:lnTo>
                    <a:pt x="3187258" y="1557556"/>
                  </a:lnTo>
                  <a:lnTo>
                    <a:pt x="3187926" y="1557556"/>
                  </a:lnTo>
                  <a:lnTo>
                    <a:pt x="3188594" y="1563118"/>
                  </a:lnTo>
                  <a:lnTo>
                    <a:pt x="3189262" y="1643777"/>
                  </a:lnTo>
                  <a:lnTo>
                    <a:pt x="3189930" y="1624308"/>
                  </a:lnTo>
                  <a:lnTo>
                    <a:pt x="3190598" y="1613183"/>
                  </a:lnTo>
                  <a:lnTo>
                    <a:pt x="3191266" y="1613183"/>
                  </a:lnTo>
                  <a:lnTo>
                    <a:pt x="3191934" y="1613183"/>
                  </a:lnTo>
                  <a:lnTo>
                    <a:pt x="3192602" y="1613183"/>
                  </a:lnTo>
                  <a:lnTo>
                    <a:pt x="3193270" y="1613183"/>
                  </a:lnTo>
                  <a:lnTo>
                    <a:pt x="3193938" y="1613183"/>
                  </a:lnTo>
                  <a:lnTo>
                    <a:pt x="3194606" y="1613183"/>
                  </a:lnTo>
                  <a:lnTo>
                    <a:pt x="3195274" y="1613183"/>
                  </a:lnTo>
                  <a:lnTo>
                    <a:pt x="3195942" y="1613183"/>
                  </a:lnTo>
                  <a:lnTo>
                    <a:pt x="3196610" y="1613183"/>
                  </a:lnTo>
                  <a:lnTo>
                    <a:pt x="3197278" y="1613183"/>
                  </a:lnTo>
                  <a:lnTo>
                    <a:pt x="3197946" y="1613183"/>
                  </a:lnTo>
                  <a:lnTo>
                    <a:pt x="3198614" y="1613183"/>
                  </a:lnTo>
                  <a:lnTo>
                    <a:pt x="3199282" y="1613183"/>
                  </a:lnTo>
                  <a:lnTo>
                    <a:pt x="3199950" y="1613183"/>
                  </a:lnTo>
                  <a:lnTo>
                    <a:pt x="3200618" y="1613183"/>
                  </a:lnTo>
                  <a:lnTo>
                    <a:pt x="3201286" y="1613183"/>
                  </a:lnTo>
                  <a:lnTo>
                    <a:pt x="3201954" y="1613183"/>
                  </a:lnTo>
                  <a:lnTo>
                    <a:pt x="3202622" y="1613183"/>
                  </a:lnTo>
                  <a:lnTo>
                    <a:pt x="3203290" y="1613183"/>
                  </a:lnTo>
                  <a:lnTo>
                    <a:pt x="3203958" y="1613183"/>
                  </a:lnTo>
                  <a:lnTo>
                    <a:pt x="3204626" y="1613183"/>
                  </a:lnTo>
                  <a:lnTo>
                    <a:pt x="3205294" y="1613183"/>
                  </a:lnTo>
                  <a:lnTo>
                    <a:pt x="3205962" y="1613183"/>
                  </a:lnTo>
                  <a:lnTo>
                    <a:pt x="3206630" y="1654903"/>
                  </a:lnTo>
                  <a:lnTo>
                    <a:pt x="3207298" y="1668810"/>
                  </a:lnTo>
                  <a:lnTo>
                    <a:pt x="3207298" y="1668810"/>
                  </a:lnTo>
                  <a:lnTo>
                    <a:pt x="3207966" y="1668810"/>
                  </a:lnTo>
                  <a:lnTo>
                    <a:pt x="3208634" y="1668810"/>
                  </a:lnTo>
                  <a:lnTo>
                    <a:pt x="3209302" y="1668810"/>
                  </a:lnTo>
                  <a:lnTo>
                    <a:pt x="3209970" y="1668810"/>
                  </a:lnTo>
                  <a:lnTo>
                    <a:pt x="3210639" y="1668810"/>
                  </a:lnTo>
                  <a:lnTo>
                    <a:pt x="3211307" y="1668810"/>
                  </a:lnTo>
                  <a:lnTo>
                    <a:pt x="3211975" y="1668810"/>
                  </a:lnTo>
                  <a:lnTo>
                    <a:pt x="3212643" y="1668810"/>
                  </a:lnTo>
                  <a:lnTo>
                    <a:pt x="3213311" y="1668810"/>
                  </a:lnTo>
                  <a:lnTo>
                    <a:pt x="3213979" y="1668810"/>
                  </a:lnTo>
                  <a:lnTo>
                    <a:pt x="3214647" y="1668810"/>
                  </a:lnTo>
                  <a:lnTo>
                    <a:pt x="3215315" y="1668810"/>
                  </a:lnTo>
                  <a:lnTo>
                    <a:pt x="3215983" y="1668810"/>
                  </a:lnTo>
                  <a:lnTo>
                    <a:pt x="3216651" y="1668810"/>
                  </a:lnTo>
                  <a:lnTo>
                    <a:pt x="3217319" y="1668810"/>
                  </a:lnTo>
                  <a:lnTo>
                    <a:pt x="3217987" y="1668810"/>
                  </a:lnTo>
                  <a:lnTo>
                    <a:pt x="3218655" y="1668810"/>
                  </a:lnTo>
                  <a:lnTo>
                    <a:pt x="3219323" y="1668810"/>
                  </a:lnTo>
                  <a:lnTo>
                    <a:pt x="3219991" y="1668810"/>
                  </a:lnTo>
                  <a:lnTo>
                    <a:pt x="3220659" y="1654903"/>
                  </a:lnTo>
                  <a:lnTo>
                    <a:pt x="3221327" y="1613183"/>
                  </a:lnTo>
                  <a:lnTo>
                    <a:pt x="3221995" y="1613183"/>
                  </a:lnTo>
                  <a:lnTo>
                    <a:pt x="3222663" y="1613183"/>
                  </a:lnTo>
                  <a:lnTo>
                    <a:pt x="3223331" y="1613183"/>
                  </a:lnTo>
                  <a:lnTo>
                    <a:pt x="3223999" y="1613183"/>
                  </a:lnTo>
                  <a:lnTo>
                    <a:pt x="3224667" y="1613183"/>
                  </a:lnTo>
                  <a:lnTo>
                    <a:pt x="3225335" y="1613183"/>
                  </a:lnTo>
                  <a:lnTo>
                    <a:pt x="3226003" y="1613183"/>
                  </a:lnTo>
                  <a:lnTo>
                    <a:pt x="3226671" y="1582588"/>
                  </a:lnTo>
                  <a:lnTo>
                    <a:pt x="3227339" y="1535305"/>
                  </a:lnTo>
                  <a:lnTo>
                    <a:pt x="3228007" y="1501929"/>
                  </a:lnTo>
                  <a:lnTo>
                    <a:pt x="3228675" y="1501929"/>
                  </a:lnTo>
                  <a:lnTo>
                    <a:pt x="3229343" y="1501929"/>
                  </a:lnTo>
                  <a:lnTo>
                    <a:pt x="3230011" y="1501929"/>
                  </a:lnTo>
                  <a:lnTo>
                    <a:pt x="3230679" y="1501929"/>
                  </a:lnTo>
                  <a:lnTo>
                    <a:pt x="3231347" y="1412925"/>
                  </a:lnTo>
                  <a:lnTo>
                    <a:pt x="3232015" y="1390675"/>
                  </a:lnTo>
                  <a:lnTo>
                    <a:pt x="3232683" y="1335048"/>
                  </a:lnTo>
                  <a:lnTo>
                    <a:pt x="3233351" y="1240482"/>
                  </a:lnTo>
                  <a:lnTo>
                    <a:pt x="3234019" y="1168166"/>
                  </a:lnTo>
                  <a:lnTo>
                    <a:pt x="3234687" y="1115321"/>
                  </a:lnTo>
                  <a:lnTo>
                    <a:pt x="3235356" y="1079163"/>
                  </a:lnTo>
                  <a:lnTo>
                    <a:pt x="3236024" y="1001286"/>
                  </a:lnTo>
                  <a:lnTo>
                    <a:pt x="3236692" y="1001286"/>
                  </a:lnTo>
                  <a:lnTo>
                    <a:pt x="3237360" y="998504"/>
                  </a:lnTo>
                  <a:lnTo>
                    <a:pt x="3238028" y="1001286"/>
                  </a:lnTo>
                  <a:lnTo>
                    <a:pt x="3238696" y="962347"/>
                  </a:lnTo>
                  <a:lnTo>
                    <a:pt x="3239364" y="890032"/>
                  </a:lnTo>
                  <a:lnTo>
                    <a:pt x="3240032" y="890032"/>
                  </a:lnTo>
                  <a:lnTo>
                    <a:pt x="3240700" y="890032"/>
                  </a:lnTo>
                  <a:lnTo>
                    <a:pt x="3241368" y="890032"/>
                  </a:lnTo>
                  <a:lnTo>
                    <a:pt x="3242036" y="834405"/>
                  </a:lnTo>
                  <a:lnTo>
                    <a:pt x="3242704" y="834405"/>
                  </a:lnTo>
                  <a:lnTo>
                    <a:pt x="3243372" y="812154"/>
                  </a:lnTo>
                  <a:lnTo>
                    <a:pt x="3244040" y="742620"/>
                  </a:lnTo>
                  <a:lnTo>
                    <a:pt x="3244708" y="778777"/>
                  </a:lnTo>
                  <a:lnTo>
                    <a:pt x="3245376" y="778777"/>
                  </a:lnTo>
                  <a:lnTo>
                    <a:pt x="3246044" y="778777"/>
                  </a:lnTo>
                  <a:lnTo>
                    <a:pt x="3246712" y="778777"/>
                  </a:lnTo>
                  <a:lnTo>
                    <a:pt x="3247380" y="767652"/>
                  </a:lnTo>
                  <a:lnTo>
                    <a:pt x="3248048" y="806591"/>
                  </a:lnTo>
                  <a:lnTo>
                    <a:pt x="3248716" y="784340"/>
                  </a:lnTo>
                  <a:lnTo>
                    <a:pt x="3249384" y="812154"/>
                  </a:lnTo>
                  <a:lnTo>
                    <a:pt x="3250052" y="864999"/>
                  </a:lnTo>
                  <a:lnTo>
                    <a:pt x="3250720" y="890032"/>
                  </a:lnTo>
                  <a:lnTo>
                    <a:pt x="3251388" y="940096"/>
                  </a:lnTo>
                  <a:lnTo>
                    <a:pt x="3252056" y="973472"/>
                  </a:lnTo>
                  <a:lnTo>
                    <a:pt x="3252724" y="1056912"/>
                  </a:lnTo>
                  <a:lnTo>
                    <a:pt x="3253392" y="1056912"/>
                  </a:lnTo>
                  <a:lnTo>
                    <a:pt x="3254060" y="1068038"/>
                  </a:lnTo>
                  <a:lnTo>
                    <a:pt x="3254728" y="1112540"/>
                  </a:lnTo>
                  <a:lnTo>
                    <a:pt x="3255396" y="1145916"/>
                  </a:lnTo>
                  <a:lnTo>
                    <a:pt x="3256064" y="1223794"/>
                  </a:lnTo>
                  <a:lnTo>
                    <a:pt x="3256732" y="1223794"/>
                  </a:lnTo>
                  <a:lnTo>
                    <a:pt x="3257400" y="1223794"/>
                  </a:lnTo>
                  <a:lnTo>
                    <a:pt x="3258068" y="1223794"/>
                  </a:lnTo>
                  <a:lnTo>
                    <a:pt x="3258736" y="1276639"/>
                  </a:lnTo>
                  <a:lnTo>
                    <a:pt x="3259405" y="1279421"/>
                  </a:lnTo>
                  <a:lnTo>
                    <a:pt x="3260073" y="1321141"/>
                  </a:lnTo>
                  <a:lnTo>
                    <a:pt x="3260741" y="1415707"/>
                  </a:lnTo>
                  <a:lnTo>
                    <a:pt x="3261409" y="1390675"/>
                  </a:lnTo>
                  <a:lnTo>
                    <a:pt x="3262077" y="1390675"/>
                  </a:lnTo>
                  <a:lnTo>
                    <a:pt x="3262745" y="1390675"/>
                  </a:lnTo>
                  <a:lnTo>
                    <a:pt x="3263413" y="1376768"/>
                  </a:lnTo>
                  <a:lnTo>
                    <a:pt x="3264081" y="1343392"/>
                  </a:lnTo>
                  <a:lnTo>
                    <a:pt x="3264749" y="1390675"/>
                  </a:lnTo>
                  <a:lnTo>
                    <a:pt x="3265417" y="1390675"/>
                  </a:lnTo>
                  <a:lnTo>
                    <a:pt x="3266085" y="1321141"/>
                  </a:lnTo>
                  <a:lnTo>
                    <a:pt x="3266753" y="1290546"/>
                  </a:lnTo>
                  <a:lnTo>
                    <a:pt x="3267421" y="1335048"/>
                  </a:lnTo>
                  <a:lnTo>
                    <a:pt x="3268089" y="1301671"/>
                  </a:lnTo>
                  <a:lnTo>
                    <a:pt x="3268757" y="1190417"/>
                  </a:lnTo>
                  <a:lnTo>
                    <a:pt x="3269425" y="1137572"/>
                  </a:lnTo>
                  <a:lnTo>
                    <a:pt x="3270093" y="1112540"/>
                  </a:lnTo>
                  <a:lnTo>
                    <a:pt x="3270761" y="1112540"/>
                  </a:lnTo>
                  <a:lnTo>
                    <a:pt x="3271429" y="1087507"/>
                  </a:lnTo>
                  <a:lnTo>
                    <a:pt x="3272097" y="1001286"/>
                  </a:lnTo>
                  <a:lnTo>
                    <a:pt x="3272765" y="1001286"/>
                  </a:lnTo>
                  <a:lnTo>
                    <a:pt x="3273433" y="1001286"/>
                  </a:lnTo>
                  <a:lnTo>
                    <a:pt x="3274101" y="1001286"/>
                  </a:lnTo>
                  <a:lnTo>
                    <a:pt x="3274769" y="1001286"/>
                  </a:lnTo>
                  <a:lnTo>
                    <a:pt x="3275437" y="940096"/>
                  </a:lnTo>
                  <a:lnTo>
                    <a:pt x="3276105" y="890032"/>
                  </a:lnTo>
                  <a:lnTo>
                    <a:pt x="3276773" y="842749"/>
                  </a:lnTo>
                  <a:lnTo>
                    <a:pt x="3277441" y="792684"/>
                  </a:lnTo>
                  <a:lnTo>
                    <a:pt x="3278109" y="745401"/>
                  </a:lnTo>
                  <a:lnTo>
                    <a:pt x="3278777" y="717588"/>
                  </a:lnTo>
                  <a:lnTo>
                    <a:pt x="3279445" y="667523"/>
                  </a:lnTo>
                  <a:lnTo>
                    <a:pt x="3280113" y="678649"/>
                  </a:lnTo>
                  <a:lnTo>
                    <a:pt x="3280781" y="723150"/>
                  </a:lnTo>
                  <a:lnTo>
                    <a:pt x="3281449" y="723150"/>
                  </a:lnTo>
                  <a:lnTo>
                    <a:pt x="3282117" y="712025"/>
                  </a:lnTo>
                  <a:lnTo>
                    <a:pt x="3282785" y="748183"/>
                  </a:lnTo>
                  <a:lnTo>
                    <a:pt x="3283453" y="820498"/>
                  </a:lnTo>
                  <a:lnTo>
                    <a:pt x="3284122" y="834405"/>
                  </a:lnTo>
                  <a:lnTo>
                    <a:pt x="3284790" y="864999"/>
                  </a:lnTo>
                  <a:lnTo>
                    <a:pt x="3285458" y="948440"/>
                  </a:lnTo>
                  <a:lnTo>
                    <a:pt x="3286126" y="973472"/>
                  </a:lnTo>
                  <a:lnTo>
                    <a:pt x="3286794" y="1001286"/>
                  </a:lnTo>
                  <a:lnTo>
                    <a:pt x="3287462" y="1001286"/>
                  </a:lnTo>
                  <a:lnTo>
                    <a:pt x="3288130" y="1020755"/>
                  </a:lnTo>
                  <a:lnTo>
                    <a:pt x="3288798" y="1112540"/>
                  </a:lnTo>
                  <a:lnTo>
                    <a:pt x="3289466" y="1112540"/>
                  </a:lnTo>
                  <a:lnTo>
                    <a:pt x="3290134" y="1065256"/>
                  </a:lnTo>
                  <a:lnTo>
                    <a:pt x="3290802" y="1037443"/>
                  </a:lnTo>
                  <a:lnTo>
                    <a:pt x="3291470" y="1001286"/>
                  </a:lnTo>
                  <a:lnTo>
                    <a:pt x="3292138" y="1056912"/>
                  </a:lnTo>
                  <a:lnTo>
                    <a:pt x="3292806" y="1112540"/>
                  </a:lnTo>
                  <a:lnTo>
                    <a:pt x="3293474" y="1145916"/>
                  </a:lnTo>
                  <a:lnTo>
                    <a:pt x="3294142" y="1179292"/>
                  </a:lnTo>
                  <a:lnTo>
                    <a:pt x="3294810" y="1254388"/>
                  </a:lnTo>
                  <a:lnTo>
                    <a:pt x="3295478" y="1268295"/>
                  </a:lnTo>
                  <a:lnTo>
                    <a:pt x="3296146" y="1251607"/>
                  </a:lnTo>
                  <a:lnTo>
                    <a:pt x="3296814" y="1168166"/>
                  </a:lnTo>
                  <a:lnTo>
                    <a:pt x="3297482" y="1168166"/>
                  </a:lnTo>
                  <a:lnTo>
                    <a:pt x="3298150" y="1168166"/>
                  </a:lnTo>
                  <a:lnTo>
                    <a:pt x="3298818" y="1221012"/>
                  </a:lnTo>
                  <a:lnTo>
                    <a:pt x="3299486" y="1273858"/>
                  </a:lnTo>
                  <a:lnTo>
                    <a:pt x="3300154" y="1279421"/>
                  </a:lnTo>
                  <a:lnTo>
                    <a:pt x="3300822" y="1279421"/>
                  </a:lnTo>
                  <a:lnTo>
                    <a:pt x="3301490" y="1279421"/>
                  </a:lnTo>
                  <a:lnTo>
                    <a:pt x="3302158" y="1301671"/>
                  </a:lnTo>
                  <a:lnTo>
                    <a:pt x="3302826" y="1279421"/>
                  </a:lnTo>
                  <a:lnTo>
                    <a:pt x="3303494" y="1268295"/>
                  </a:lnTo>
                  <a:lnTo>
                    <a:pt x="3304162" y="1204324"/>
                  </a:lnTo>
                  <a:lnTo>
                    <a:pt x="3304830" y="1168166"/>
                  </a:lnTo>
                  <a:lnTo>
                    <a:pt x="3305498" y="1148697"/>
                  </a:lnTo>
                  <a:lnTo>
                    <a:pt x="3306166" y="1112540"/>
                  </a:lnTo>
                  <a:lnTo>
                    <a:pt x="3306834" y="1157041"/>
                  </a:lnTo>
                  <a:lnTo>
                    <a:pt x="3307502" y="1184855"/>
                  </a:lnTo>
                  <a:lnTo>
                    <a:pt x="3308170" y="1223794"/>
                  </a:lnTo>
                  <a:lnTo>
                    <a:pt x="3308839" y="1223794"/>
                  </a:lnTo>
                  <a:lnTo>
                    <a:pt x="3309507" y="1223794"/>
                  </a:lnTo>
                  <a:lnTo>
                    <a:pt x="3310175" y="1229356"/>
                  </a:lnTo>
                  <a:lnTo>
                    <a:pt x="3310843" y="1240482"/>
                  </a:lnTo>
                  <a:lnTo>
                    <a:pt x="3311511" y="1207105"/>
                  </a:lnTo>
                  <a:lnTo>
                    <a:pt x="3312179" y="1179292"/>
                  </a:lnTo>
                  <a:lnTo>
                    <a:pt x="3312847" y="1246044"/>
                  </a:lnTo>
                  <a:lnTo>
                    <a:pt x="3313515" y="1335048"/>
                  </a:lnTo>
                  <a:lnTo>
                    <a:pt x="3314183" y="1298890"/>
                  </a:lnTo>
                  <a:lnTo>
                    <a:pt x="3314851" y="1279421"/>
                  </a:lnTo>
                  <a:lnTo>
                    <a:pt x="3315519" y="1237700"/>
                  </a:lnTo>
                  <a:lnTo>
                    <a:pt x="3316187" y="1223794"/>
                  </a:lnTo>
                  <a:lnTo>
                    <a:pt x="3316855" y="1140353"/>
                  </a:lnTo>
                  <a:lnTo>
                    <a:pt x="3317523" y="1112540"/>
                  </a:lnTo>
                  <a:lnTo>
                    <a:pt x="3318191" y="1098633"/>
                  </a:lnTo>
                  <a:lnTo>
                    <a:pt x="3318859" y="1056912"/>
                  </a:lnTo>
                  <a:lnTo>
                    <a:pt x="3319527" y="1109758"/>
                  </a:lnTo>
                  <a:lnTo>
                    <a:pt x="3320195" y="1120884"/>
                  </a:lnTo>
                  <a:lnTo>
                    <a:pt x="3320863" y="1184855"/>
                  </a:lnTo>
                  <a:lnTo>
                    <a:pt x="3321531" y="1223794"/>
                  </a:lnTo>
                  <a:lnTo>
                    <a:pt x="3322199" y="1240482"/>
                  </a:lnTo>
                  <a:lnTo>
                    <a:pt x="3322867" y="1254388"/>
                  </a:lnTo>
                  <a:lnTo>
                    <a:pt x="3323535" y="1223794"/>
                  </a:lnTo>
                  <a:lnTo>
                    <a:pt x="3324203" y="1223794"/>
                  </a:lnTo>
                  <a:lnTo>
                    <a:pt x="3324871" y="1207105"/>
                  </a:lnTo>
                  <a:lnTo>
                    <a:pt x="3325539" y="1168166"/>
                  </a:lnTo>
                  <a:lnTo>
                    <a:pt x="3326207" y="1168166"/>
                  </a:lnTo>
                  <a:lnTo>
                    <a:pt x="3326875" y="1129228"/>
                  </a:lnTo>
                  <a:lnTo>
                    <a:pt x="3327543" y="1118102"/>
                  </a:lnTo>
                  <a:lnTo>
                    <a:pt x="3328211" y="1126446"/>
                  </a:lnTo>
                  <a:lnTo>
                    <a:pt x="3328879" y="1168166"/>
                  </a:lnTo>
                  <a:lnTo>
                    <a:pt x="3329547" y="1168166"/>
                  </a:lnTo>
                  <a:lnTo>
                    <a:pt x="3330215" y="1162604"/>
                  </a:lnTo>
                  <a:lnTo>
                    <a:pt x="3330883" y="1145916"/>
                  </a:lnTo>
                  <a:lnTo>
                    <a:pt x="3331551" y="1154260"/>
                  </a:lnTo>
                  <a:lnTo>
                    <a:pt x="3332219" y="1120884"/>
                  </a:lnTo>
                  <a:lnTo>
                    <a:pt x="3332887" y="1112540"/>
                  </a:lnTo>
                  <a:lnTo>
                    <a:pt x="3333556" y="1190417"/>
                  </a:lnTo>
                  <a:lnTo>
                    <a:pt x="3334224" y="1223794"/>
                  </a:lnTo>
                  <a:lnTo>
                    <a:pt x="3334892" y="1234919"/>
                  </a:lnTo>
                  <a:lnTo>
                    <a:pt x="3335560" y="1248826"/>
                  </a:lnTo>
                  <a:lnTo>
                    <a:pt x="3336228" y="1209887"/>
                  </a:lnTo>
                  <a:lnTo>
                    <a:pt x="3336896" y="1168166"/>
                  </a:lnTo>
                  <a:lnTo>
                    <a:pt x="3337564" y="1168166"/>
                  </a:lnTo>
                  <a:lnTo>
                    <a:pt x="3338232" y="1168166"/>
                  </a:lnTo>
                  <a:lnTo>
                    <a:pt x="3338900" y="1168166"/>
                  </a:lnTo>
                  <a:lnTo>
                    <a:pt x="3339568" y="1190417"/>
                  </a:lnTo>
                  <a:lnTo>
                    <a:pt x="3340236" y="1223794"/>
                  </a:lnTo>
                  <a:lnTo>
                    <a:pt x="3340904" y="1223794"/>
                  </a:lnTo>
                  <a:lnTo>
                    <a:pt x="3341572" y="1237700"/>
                  </a:lnTo>
                  <a:lnTo>
                    <a:pt x="3342240" y="1279421"/>
                  </a:lnTo>
                  <a:lnTo>
                    <a:pt x="3342908" y="1279421"/>
                  </a:lnTo>
                  <a:lnTo>
                    <a:pt x="3343576" y="1315578"/>
                  </a:lnTo>
                  <a:lnTo>
                    <a:pt x="3344244" y="1315578"/>
                  </a:lnTo>
                  <a:lnTo>
                    <a:pt x="3344912" y="1335048"/>
                  </a:lnTo>
                  <a:lnTo>
                    <a:pt x="3345580" y="1335048"/>
                  </a:lnTo>
                  <a:lnTo>
                    <a:pt x="3346248" y="1335048"/>
                  </a:lnTo>
                  <a:lnTo>
                    <a:pt x="3346916" y="1337829"/>
                  </a:lnTo>
                  <a:lnTo>
                    <a:pt x="3347584" y="1390675"/>
                  </a:lnTo>
                  <a:lnTo>
                    <a:pt x="3348252" y="1401800"/>
                  </a:lnTo>
                  <a:lnTo>
                    <a:pt x="3348920" y="1474115"/>
                  </a:lnTo>
                  <a:lnTo>
                    <a:pt x="3349588" y="1501929"/>
                  </a:lnTo>
                  <a:lnTo>
                    <a:pt x="3350256" y="1501929"/>
                  </a:lnTo>
                  <a:lnTo>
                    <a:pt x="3350924" y="1501929"/>
                  </a:lnTo>
                  <a:lnTo>
                    <a:pt x="3351592" y="1426832"/>
                  </a:lnTo>
                  <a:lnTo>
                    <a:pt x="3352260" y="1287765"/>
                  </a:lnTo>
                  <a:lnTo>
                    <a:pt x="3352928" y="1268295"/>
                  </a:lnTo>
                  <a:lnTo>
                    <a:pt x="3353596" y="1212668"/>
                  </a:lnTo>
                  <a:lnTo>
                    <a:pt x="3354264" y="1084726"/>
                  </a:lnTo>
                  <a:lnTo>
                    <a:pt x="3354932" y="1056912"/>
                  </a:lnTo>
                  <a:lnTo>
                    <a:pt x="3355600" y="965128"/>
                  </a:lnTo>
                  <a:lnTo>
                    <a:pt x="3356268" y="834405"/>
                  </a:lnTo>
                  <a:lnTo>
                    <a:pt x="3356936" y="834405"/>
                  </a:lnTo>
                  <a:lnTo>
                    <a:pt x="3357605" y="834405"/>
                  </a:lnTo>
                  <a:lnTo>
                    <a:pt x="3358273" y="834405"/>
                  </a:lnTo>
                  <a:lnTo>
                    <a:pt x="3358941" y="834405"/>
                  </a:lnTo>
                  <a:lnTo>
                    <a:pt x="3359609" y="834405"/>
                  </a:lnTo>
                  <a:lnTo>
                    <a:pt x="3360277" y="812154"/>
                  </a:lnTo>
                  <a:lnTo>
                    <a:pt x="3360945" y="823279"/>
                  </a:lnTo>
                  <a:lnTo>
                    <a:pt x="3361613" y="834405"/>
                  </a:lnTo>
                  <a:lnTo>
                    <a:pt x="3362281" y="834405"/>
                  </a:lnTo>
                  <a:lnTo>
                    <a:pt x="3362949" y="689774"/>
                  </a:lnTo>
                  <a:lnTo>
                    <a:pt x="3363617" y="556269"/>
                  </a:lnTo>
                  <a:lnTo>
                    <a:pt x="3364285" y="528456"/>
                  </a:lnTo>
                  <a:lnTo>
                    <a:pt x="3364953" y="417202"/>
                  </a:lnTo>
                  <a:lnTo>
                    <a:pt x="3365621" y="314292"/>
                  </a:lnTo>
                  <a:lnTo>
                    <a:pt x="3366289" y="261446"/>
                  </a:lnTo>
                  <a:lnTo>
                    <a:pt x="3366957" y="222508"/>
                  </a:lnTo>
                  <a:lnTo>
                    <a:pt x="3367625" y="222508"/>
                  </a:lnTo>
                  <a:lnTo>
                    <a:pt x="3368293" y="292042"/>
                  </a:lnTo>
                  <a:lnTo>
                    <a:pt x="3368961" y="456141"/>
                  </a:lnTo>
                  <a:lnTo>
                    <a:pt x="3369629" y="520112"/>
                  </a:lnTo>
                  <a:lnTo>
                    <a:pt x="3370297" y="617459"/>
                  </a:lnTo>
                  <a:lnTo>
                    <a:pt x="3370965" y="745401"/>
                  </a:lnTo>
                  <a:lnTo>
                    <a:pt x="3371633" y="778777"/>
                  </a:lnTo>
                  <a:lnTo>
                    <a:pt x="3372301" y="859437"/>
                  </a:lnTo>
                  <a:lnTo>
                    <a:pt x="3372969" y="1001286"/>
                  </a:lnTo>
                  <a:lnTo>
                    <a:pt x="3373637" y="1001286"/>
                  </a:lnTo>
                  <a:lnTo>
                    <a:pt x="3374305" y="1001286"/>
                  </a:lnTo>
                  <a:lnTo>
                    <a:pt x="3374973" y="1001286"/>
                  </a:lnTo>
                  <a:lnTo>
                    <a:pt x="3375641" y="1001286"/>
                  </a:lnTo>
                  <a:lnTo>
                    <a:pt x="3376309" y="948440"/>
                  </a:lnTo>
                  <a:lnTo>
                    <a:pt x="3376977" y="909501"/>
                  </a:lnTo>
                  <a:lnTo>
                    <a:pt x="3377645" y="928971"/>
                  </a:lnTo>
                  <a:lnTo>
                    <a:pt x="3378313" y="890032"/>
                  </a:lnTo>
                  <a:lnTo>
                    <a:pt x="3378981" y="834405"/>
                  </a:lnTo>
                  <a:lnTo>
                    <a:pt x="3379649" y="901157"/>
                  </a:lnTo>
                  <a:lnTo>
                    <a:pt x="3380317" y="1001286"/>
                  </a:lnTo>
                  <a:lnTo>
                    <a:pt x="3380985" y="970691"/>
                  </a:lnTo>
                  <a:lnTo>
                    <a:pt x="3381653" y="1079163"/>
                  </a:lnTo>
                  <a:lnTo>
                    <a:pt x="3382322" y="1170948"/>
                  </a:lnTo>
                  <a:lnTo>
                    <a:pt x="3382990" y="1182073"/>
                  </a:lnTo>
                  <a:lnTo>
                    <a:pt x="3383658" y="1223794"/>
                  </a:lnTo>
                  <a:lnTo>
                    <a:pt x="3384326" y="1173729"/>
                  </a:lnTo>
                  <a:lnTo>
                    <a:pt x="3384994" y="1154260"/>
                  </a:lnTo>
                  <a:lnTo>
                    <a:pt x="3385662" y="1101414"/>
                  </a:lnTo>
                  <a:lnTo>
                    <a:pt x="3386330" y="1056912"/>
                  </a:lnTo>
                  <a:lnTo>
                    <a:pt x="3386998" y="1001286"/>
                  </a:lnTo>
                  <a:lnTo>
                    <a:pt x="3387666" y="1001286"/>
                  </a:lnTo>
                  <a:lnTo>
                    <a:pt x="3388334" y="1001286"/>
                  </a:lnTo>
                  <a:lnTo>
                    <a:pt x="3389002" y="1001286"/>
                  </a:lnTo>
                  <a:lnTo>
                    <a:pt x="3389670" y="976253"/>
                  </a:lnTo>
                  <a:lnTo>
                    <a:pt x="3390338" y="945659"/>
                  </a:lnTo>
                  <a:lnTo>
                    <a:pt x="3391006" y="945659"/>
                  </a:lnTo>
                  <a:lnTo>
                    <a:pt x="3391674" y="945659"/>
                  </a:lnTo>
                  <a:lnTo>
                    <a:pt x="3392342" y="945659"/>
                  </a:lnTo>
                  <a:lnTo>
                    <a:pt x="3393010" y="992942"/>
                  </a:lnTo>
                  <a:lnTo>
                    <a:pt x="3393678" y="1056912"/>
                  </a:lnTo>
                  <a:lnTo>
                    <a:pt x="3394346" y="1070819"/>
                  </a:lnTo>
                  <a:lnTo>
                    <a:pt x="3395014" y="1112540"/>
                  </a:lnTo>
                  <a:lnTo>
                    <a:pt x="3395682" y="1165385"/>
                  </a:lnTo>
                  <a:lnTo>
                    <a:pt x="3396350" y="1226575"/>
                  </a:lnTo>
                  <a:lnTo>
                    <a:pt x="3397018" y="1279421"/>
                  </a:lnTo>
                  <a:lnTo>
                    <a:pt x="3397686" y="1329485"/>
                  </a:lnTo>
                  <a:lnTo>
                    <a:pt x="3398354" y="1279421"/>
                  </a:lnTo>
                  <a:lnTo>
                    <a:pt x="3399022" y="1287765"/>
                  </a:lnTo>
                  <a:lnTo>
                    <a:pt x="3399690" y="1335048"/>
                  </a:lnTo>
                  <a:lnTo>
                    <a:pt x="3400358" y="1326704"/>
                  </a:lnTo>
                  <a:lnTo>
                    <a:pt x="3401026" y="1326704"/>
                  </a:lnTo>
                  <a:lnTo>
                    <a:pt x="3401694" y="1346173"/>
                  </a:lnTo>
                  <a:lnTo>
                    <a:pt x="3402362" y="1399019"/>
                  </a:lnTo>
                  <a:lnTo>
                    <a:pt x="3403030" y="1446302"/>
                  </a:lnTo>
                  <a:lnTo>
                    <a:pt x="3403698" y="1499147"/>
                  </a:lnTo>
                  <a:lnTo>
                    <a:pt x="3404366" y="1501929"/>
                  </a:lnTo>
                  <a:lnTo>
                    <a:pt x="3405034" y="1446302"/>
                  </a:lnTo>
                  <a:lnTo>
                    <a:pt x="3405702" y="1446302"/>
                  </a:lnTo>
                  <a:lnTo>
                    <a:pt x="3406370" y="1468552"/>
                  </a:lnTo>
                  <a:lnTo>
                    <a:pt x="3407039" y="1471334"/>
                  </a:lnTo>
                  <a:lnTo>
                    <a:pt x="3407707" y="1446302"/>
                  </a:lnTo>
                  <a:lnTo>
                    <a:pt x="3408375" y="1429613"/>
                  </a:lnTo>
                  <a:lnTo>
                    <a:pt x="3409043" y="1390675"/>
                  </a:lnTo>
                  <a:lnTo>
                    <a:pt x="3409711" y="1335048"/>
                  </a:lnTo>
                  <a:lnTo>
                    <a:pt x="3410379" y="1335048"/>
                  </a:lnTo>
                  <a:lnTo>
                    <a:pt x="3411047" y="1335048"/>
                  </a:lnTo>
                  <a:lnTo>
                    <a:pt x="3411715" y="1290546"/>
                  </a:lnTo>
                  <a:lnTo>
                    <a:pt x="3412383" y="1279421"/>
                  </a:lnTo>
                  <a:lnTo>
                    <a:pt x="3413051" y="1268295"/>
                  </a:lnTo>
                  <a:lnTo>
                    <a:pt x="3413719" y="1223794"/>
                  </a:lnTo>
                  <a:lnTo>
                    <a:pt x="3414387" y="1173729"/>
                  </a:lnTo>
                  <a:lnTo>
                    <a:pt x="3415055" y="1223794"/>
                  </a:lnTo>
                  <a:lnTo>
                    <a:pt x="3415723" y="1223794"/>
                  </a:lnTo>
                  <a:lnTo>
                    <a:pt x="3416391" y="1223794"/>
                  </a:lnTo>
                  <a:lnTo>
                    <a:pt x="3417059" y="1229356"/>
                  </a:lnTo>
                  <a:lnTo>
                    <a:pt x="3417727" y="1279421"/>
                  </a:lnTo>
                  <a:lnTo>
                    <a:pt x="3418395" y="1279421"/>
                  </a:lnTo>
                  <a:lnTo>
                    <a:pt x="3419063" y="1279421"/>
                  </a:lnTo>
                  <a:lnTo>
                    <a:pt x="3419731" y="1279421"/>
                  </a:lnTo>
                  <a:lnTo>
                    <a:pt x="3420399" y="1251607"/>
                  </a:lnTo>
                  <a:lnTo>
                    <a:pt x="3421067" y="1223794"/>
                  </a:lnTo>
                  <a:lnTo>
                    <a:pt x="3421735" y="1254388"/>
                  </a:lnTo>
                  <a:lnTo>
                    <a:pt x="3422403" y="1209887"/>
                  </a:lnTo>
                  <a:lnTo>
                    <a:pt x="3423071" y="1112540"/>
                  </a:lnTo>
                  <a:lnTo>
                    <a:pt x="3423739" y="1140353"/>
                  </a:lnTo>
                  <a:lnTo>
                    <a:pt x="3424407" y="1115321"/>
                  </a:lnTo>
                  <a:lnTo>
                    <a:pt x="3425075" y="1093070"/>
                  </a:lnTo>
                  <a:lnTo>
                    <a:pt x="3425743" y="1101414"/>
                  </a:lnTo>
                  <a:lnTo>
                    <a:pt x="3426411" y="1109758"/>
                  </a:lnTo>
                  <a:lnTo>
                    <a:pt x="3427079" y="1095851"/>
                  </a:lnTo>
                  <a:lnTo>
                    <a:pt x="3427747" y="1056912"/>
                  </a:lnTo>
                  <a:lnTo>
                    <a:pt x="3428415" y="1098633"/>
                  </a:lnTo>
                  <a:lnTo>
                    <a:pt x="3429083" y="1112540"/>
                  </a:lnTo>
                  <a:lnTo>
                    <a:pt x="3429751" y="1120884"/>
                  </a:lnTo>
                  <a:lnTo>
                    <a:pt x="3430419" y="1168166"/>
                  </a:lnTo>
                  <a:lnTo>
                    <a:pt x="3431087" y="1215449"/>
                  </a:lnTo>
                  <a:lnTo>
                    <a:pt x="3431756" y="1176511"/>
                  </a:lnTo>
                  <a:lnTo>
                    <a:pt x="3432424" y="1123665"/>
                  </a:lnTo>
                  <a:lnTo>
                    <a:pt x="3433092" y="1112540"/>
                  </a:lnTo>
                  <a:lnTo>
                    <a:pt x="3433760" y="1112540"/>
                  </a:lnTo>
                  <a:lnTo>
                    <a:pt x="3434428" y="1087507"/>
                  </a:lnTo>
                  <a:lnTo>
                    <a:pt x="3435096" y="1040224"/>
                  </a:lnTo>
                  <a:lnTo>
                    <a:pt x="3435764" y="1001286"/>
                  </a:lnTo>
                  <a:lnTo>
                    <a:pt x="3436432" y="1001286"/>
                  </a:lnTo>
                  <a:lnTo>
                    <a:pt x="3437100" y="1026317"/>
                  </a:lnTo>
                  <a:lnTo>
                    <a:pt x="3437768" y="1056912"/>
                  </a:lnTo>
                  <a:lnTo>
                    <a:pt x="3438436" y="1029099"/>
                  </a:lnTo>
                  <a:lnTo>
                    <a:pt x="3439104" y="1068038"/>
                  </a:lnTo>
                  <a:lnTo>
                    <a:pt x="3439772" y="1154260"/>
                  </a:lnTo>
                  <a:lnTo>
                    <a:pt x="3440440" y="1087507"/>
                  </a:lnTo>
                  <a:lnTo>
                    <a:pt x="3441108" y="1056912"/>
                  </a:lnTo>
                  <a:lnTo>
                    <a:pt x="3441776" y="1087507"/>
                  </a:lnTo>
                  <a:lnTo>
                    <a:pt x="3442444" y="1120884"/>
                  </a:lnTo>
                  <a:lnTo>
                    <a:pt x="3443112" y="1118102"/>
                  </a:lnTo>
                  <a:lnTo>
                    <a:pt x="3443780" y="1126446"/>
                  </a:lnTo>
                  <a:lnTo>
                    <a:pt x="3444448" y="1168166"/>
                  </a:lnTo>
                  <a:lnTo>
                    <a:pt x="3445116" y="1165385"/>
                  </a:lnTo>
                  <a:lnTo>
                    <a:pt x="3445784" y="1090289"/>
                  </a:lnTo>
                  <a:lnTo>
                    <a:pt x="3446452" y="1056912"/>
                  </a:lnTo>
                  <a:lnTo>
                    <a:pt x="3447120" y="1040224"/>
                  </a:lnTo>
                  <a:lnTo>
                    <a:pt x="3447788" y="1001286"/>
                  </a:lnTo>
                  <a:lnTo>
                    <a:pt x="3448456" y="1045787"/>
                  </a:lnTo>
                  <a:lnTo>
                    <a:pt x="3449124" y="1098633"/>
                  </a:lnTo>
                  <a:lnTo>
                    <a:pt x="3449792" y="1109758"/>
                  </a:lnTo>
                  <a:lnTo>
                    <a:pt x="3450460" y="1017974"/>
                  </a:lnTo>
                  <a:lnTo>
                    <a:pt x="3451128" y="1023536"/>
                  </a:lnTo>
                  <a:lnTo>
                    <a:pt x="3451796" y="1045787"/>
                  </a:lnTo>
                  <a:lnTo>
                    <a:pt x="3452464" y="1056912"/>
                  </a:lnTo>
                  <a:lnTo>
                    <a:pt x="3453132" y="1056912"/>
                  </a:lnTo>
                  <a:lnTo>
                    <a:pt x="3453800" y="1056912"/>
                  </a:lnTo>
                  <a:lnTo>
                    <a:pt x="3454468" y="1006848"/>
                  </a:lnTo>
                  <a:lnTo>
                    <a:pt x="3455136" y="1045787"/>
                  </a:lnTo>
                  <a:lnTo>
                    <a:pt x="3455805" y="1040224"/>
                  </a:lnTo>
                  <a:lnTo>
                    <a:pt x="3456473" y="1009630"/>
                  </a:lnTo>
                  <a:lnTo>
                    <a:pt x="3457141" y="1079163"/>
                  </a:lnTo>
                  <a:lnTo>
                    <a:pt x="3457809" y="1159822"/>
                  </a:lnTo>
                  <a:lnTo>
                    <a:pt x="3458477" y="1168166"/>
                  </a:lnTo>
                  <a:lnTo>
                    <a:pt x="3459145" y="1168166"/>
                  </a:lnTo>
                  <a:lnTo>
                    <a:pt x="3459813" y="1215449"/>
                  </a:lnTo>
                  <a:lnTo>
                    <a:pt x="3460481" y="1212668"/>
                  </a:lnTo>
                  <a:lnTo>
                    <a:pt x="3461149" y="1168166"/>
                  </a:lnTo>
                  <a:lnTo>
                    <a:pt x="3461817" y="1132009"/>
                  </a:lnTo>
                  <a:lnTo>
                    <a:pt x="3462485" y="1148697"/>
                  </a:lnTo>
                  <a:lnTo>
                    <a:pt x="3463153" y="1168166"/>
                  </a:lnTo>
                  <a:lnTo>
                    <a:pt x="3463821" y="1182073"/>
                  </a:lnTo>
                  <a:lnTo>
                    <a:pt x="3464489" y="1223794"/>
                  </a:lnTo>
                  <a:lnTo>
                    <a:pt x="3465157" y="1223794"/>
                  </a:lnTo>
                  <a:lnTo>
                    <a:pt x="3465825" y="1223794"/>
                  </a:lnTo>
                  <a:lnTo>
                    <a:pt x="3466493" y="1223794"/>
                  </a:lnTo>
                  <a:lnTo>
                    <a:pt x="3467161" y="1315578"/>
                  </a:lnTo>
                  <a:lnTo>
                    <a:pt x="3467829" y="1335048"/>
                  </a:lnTo>
                  <a:lnTo>
                    <a:pt x="3468497" y="1357298"/>
                  </a:lnTo>
                  <a:lnTo>
                    <a:pt x="3469165" y="1390675"/>
                  </a:lnTo>
                  <a:lnTo>
                    <a:pt x="3469833" y="1390675"/>
                  </a:lnTo>
                  <a:lnTo>
                    <a:pt x="3470501" y="1390675"/>
                  </a:lnTo>
                  <a:lnTo>
                    <a:pt x="3471169" y="1437957"/>
                  </a:lnTo>
                  <a:lnTo>
                    <a:pt x="3471837" y="1446302"/>
                  </a:lnTo>
                  <a:lnTo>
                    <a:pt x="3472505" y="1460208"/>
                  </a:lnTo>
                  <a:lnTo>
                    <a:pt x="3473173" y="1501929"/>
                  </a:lnTo>
                  <a:lnTo>
                    <a:pt x="3473841" y="1501929"/>
                  </a:lnTo>
                  <a:lnTo>
                    <a:pt x="3474509" y="1501929"/>
                  </a:lnTo>
                  <a:lnTo>
                    <a:pt x="3475177" y="1501929"/>
                  </a:lnTo>
                  <a:lnTo>
                    <a:pt x="3475845" y="1501929"/>
                  </a:lnTo>
                  <a:lnTo>
                    <a:pt x="3476513" y="1501929"/>
                  </a:lnTo>
                  <a:lnTo>
                    <a:pt x="3477181" y="1510273"/>
                  </a:lnTo>
                  <a:lnTo>
                    <a:pt x="3477849" y="1557556"/>
                  </a:lnTo>
                  <a:lnTo>
                    <a:pt x="3478517" y="1590932"/>
                  </a:lnTo>
                  <a:lnTo>
                    <a:pt x="3479185" y="1649340"/>
                  </a:lnTo>
                  <a:lnTo>
                    <a:pt x="3479853" y="1668810"/>
                  </a:lnTo>
                  <a:lnTo>
                    <a:pt x="3479853" y="1668810"/>
                  </a:lnTo>
                  <a:lnTo>
                    <a:pt x="3480522" y="1668810"/>
                  </a:lnTo>
                  <a:lnTo>
                    <a:pt x="3481190" y="1668810"/>
                  </a:lnTo>
                  <a:lnTo>
                    <a:pt x="3481858" y="1668810"/>
                  </a:lnTo>
                  <a:lnTo>
                    <a:pt x="3482526" y="1668810"/>
                  </a:lnTo>
                  <a:lnTo>
                    <a:pt x="3483194" y="1668810"/>
                  </a:lnTo>
                  <a:lnTo>
                    <a:pt x="3483862" y="1668810"/>
                  </a:lnTo>
                  <a:lnTo>
                    <a:pt x="3484530" y="1668810"/>
                  </a:lnTo>
                  <a:lnTo>
                    <a:pt x="3485198" y="1668810"/>
                  </a:lnTo>
                  <a:lnTo>
                    <a:pt x="3485866" y="1668810"/>
                  </a:lnTo>
                  <a:lnTo>
                    <a:pt x="3486534" y="1668810"/>
                  </a:lnTo>
                  <a:lnTo>
                    <a:pt x="3487202" y="1668810"/>
                  </a:lnTo>
                  <a:lnTo>
                    <a:pt x="3487870" y="1668810"/>
                  </a:lnTo>
                  <a:lnTo>
                    <a:pt x="3488538" y="1668810"/>
                  </a:lnTo>
                  <a:lnTo>
                    <a:pt x="3489206" y="1668810"/>
                  </a:lnTo>
                  <a:lnTo>
                    <a:pt x="3489874" y="1668810"/>
                  </a:lnTo>
                  <a:lnTo>
                    <a:pt x="3490542" y="1663247"/>
                  </a:lnTo>
                  <a:lnTo>
                    <a:pt x="3491210" y="1604839"/>
                  </a:lnTo>
                  <a:lnTo>
                    <a:pt x="3491878" y="1557556"/>
                  </a:lnTo>
                  <a:lnTo>
                    <a:pt x="3492546" y="1557556"/>
                  </a:lnTo>
                  <a:lnTo>
                    <a:pt x="3493214" y="1557556"/>
                  </a:lnTo>
                  <a:lnTo>
                    <a:pt x="3493882" y="1557556"/>
                  </a:lnTo>
                  <a:lnTo>
                    <a:pt x="3494550" y="1557556"/>
                  </a:lnTo>
                  <a:lnTo>
                    <a:pt x="3495218" y="1557556"/>
                  </a:lnTo>
                  <a:lnTo>
                    <a:pt x="3495886" y="1501929"/>
                  </a:lnTo>
                  <a:lnTo>
                    <a:pt x="3496554" y="1501929"/>
                  </a:lnTo>
                  <a:lnTo>
                    <a:pt x="3497222" y="1482459"/>
                  </a:lnTo>
                  <a:lnTo>
                    <a:pt x="3497890" y="1446302"/>
                  </a:lnTo>
                  <a:lnTo>
                    <a:pt x="3498558" y="1446302"/>
                  </a:lnTo>
                  <a:lnTo>
                    <a:pt x="3499226" y="1446302"/>
                  </a:lnTo>
                  <a:lnTo>
                    <a:pt x="3499894" y="1446302"/>
                  </a:lnTo>
                  <a:lnTo>
                    <a:pt x="3500562" y="1446302"/>
                  </a:lnTo>
                  <a:lnTo>
                    <a:pt x="3501230" y="1446302"/>
                  </a:lnTo>
                  <a:lnTo>
                    <a:pt x="3501898" y="1390675"/>
                  </a:lnTo>
                  <a:lnTo>
                    <a:pt x="3502566" y="1390675"/>
                  </a:lnTo>
                  <a:lnTo>
                    <a:pt x="3503234" y="1390675"/>
                  </a:lnTo>
                  <a:lnTo>
                    <a:pt x="3503902" y="1390675"/>
                  </a:lnTo>
                  <a:lnTo>
                    <a:pt x="3504570" y="1382331"/>
                  </a:lnTo>
                  <a:lnTo>
                    <a:pt x="3505239" y="1287765"/>
                  </a:lnTo>
                  <a:lnTo>
                    <a:pt x="3505907" y="1279421"/>
                  </a:lnTo>
                  <a:lnTo>
                    <a:pt x="3506575" y="1279421"/>
                  </a:lnTo>
                  <a:lnTo>
                    <a:pt x="3507243" y="1282202"/>
                  </a:lnTo>
                  <a:lnTo>
                    <a:pt x="3507911" y="1284983"/>
                  </a:lnTo>
                  <a:lnTo>
                    <a:pt x="3508579" y="1335048"/>
                  </a:lnTo>
                  <a:lnTo>
                    <a:pt x="3509247" y="1335048"/>
                  </a:lnTo>
                  <a:lnTo>
                    <a:pt x="3509915" y="1335048"/>
                  </a:lnTo>
                  <a:lnTo>
                    <a:pt x="3510583" y="1335048"/>
                  </a:lnTo>
                  <a:lnTo>
                    <a:pt x="3511251" y="1312797"/>
                  </a:lnTo>
                  <a:lnTo>
                    <a:pt x="3511919" y="1254388"/>
                  </a:lnTo>
                  <a:lnTo>
                    <a:pt x="3512587" y="1276639"/>
                  </a:lnTo>
                  <a:lnTo>
                    <a:pt x="3513255" y="1279421"/>
                  </a:lnTo>
                  <a:lnTo>
                    <a:pt x="3513923" y="1296109"/>
                  </a:lnTo>
                  <a:lnTo>
                    <a:pt x="3514591" y="1335048"/>
                  </a:lnTo>
                  <a:lnTo>
                    <a:pt x="3515259" y="1335048"/>
                  </a:lnTo>
                  <a:lnTo>
                    <a:pt x="3515927" y="1287765"/>
                  </a:lnTo>
                  <a:lnTo>
                    <a:pt x="3516595" y="1279421"/>
                  </a:lnTo>
                  <a:lnTo>
                    <a:pt x="3517263" y="1268295"/>
                  </a:lnTo>
                  <a:lnTo>
                    <a:pt x="3517931" y="1223794"/>
                  </a:lnTo>
                  <a:lnTo>
                    <a:pt x="3518599" y="1276639"/>
                  </a:lnTo>
                  <a:lnTo>
                    <a:pt x="3519267" y="1279421"/>
                  </a:lnTo>
                  <a:lnTo>
                    <a:pt x="3519935" y="1279421"/>
                  </a:lnTo>
                  <a:lnTo>
                    <a:pt x="3520603" y="1279421"/>
                  </a:lnTo>
                  <a:lnTo>
                    <a:pt x="3521271" y="1248826"/>
                  </a:lnTo>
                  <a:lnTo>
                    <a:pt x="3521939" y="1323922"/>
                  </a:lnTo>
                  <a:lnTo>
                    <a:pt x="3522607" y="1298890"/>
                  </a:lnTo>
                  <a:lnTo>
                    <a:pt x="3523275" y="1223794"/>
                  </a:lnTo>
                  <a:lnTo>
                    <a:pt x="3523943" y="1168166"/>
                  </a:lnTo>
                  <a:lnTo>
                    <a:pt x="3524611" y="1221012"/>
                  </a:lnTo>
                  <a:lnTo>
                    <a:pt x="3525279" y="1223794"/>
                  </a:lnTo>
                  <a:lnTo>
                    <a:pt x="3525947" y="1223794"/>
                  </a:lnTo>
                  <a:lnTo>
                    <a:pt x="3526615" y="1223794"/>
                  </a:lnTo>
                  <a:lnTo>
                    <a:pt x="3527283" y="1223794"/>
                  </a:lnTo>
                  <a:lnTo>
                    <a:pt x="3527951" y="1243263"/>
                  </a:lnTo>
                  <a:lnTo>
                    <a:pt x="3528619" y="1301671"/>
                  </a:lnTo>
                  <a:lnTo>
                    <a:pt x="3529287" y="1335048"/>
                  </a:lnTo>
                  <a:lnTo>
                    <a:pt x="3529956" y="1335048"/>
                  </a:lnTo>
                  <a:lnTo>
                    <a:pt x="3530624" y="1335048"/>
                  </a:lnTo>
                  <a:lnTo>
                    <a:pt x="3531292" y="1296109"/>
                  </a:lnTo>
                  <a:lnTo>
                    <a:pt x="3531960" y="1257170"/>
                  </a:lnTo>
                  <a:lnTo>
                    <a:pt x="3532628" y="1268295"/>
                  </a:lnTo>
                  <a:lnTo>
                    <a:pt x="3533296" y="1279421"/>
                  </a:lnTo>
                  <a:lnTo>
                    <a:pt x="3533964" y="1287765"/>
                  </a:lnTo>
                  <a:lnTo>
                    <a:pt x="3534632" y="1335048"/>
                  </a:lnTo>
                  <a:lnTo>
                    <a:pt x="3535300" y="1335048"/>
                  </a:lnTo>
                  <a:lnTo>
                    <a:pt x="3535968" y="1335048"/>
                  </a:lnTo>
                  <a:lnTo>
                    <a:pt x="3536636" y="1298890"/>
                  </a:lnTo>
                  <a:lnTo>
                    <a:pt x="3537304" y="1279421"/>
                  </a:lnTo>
                  <a:lnTo>
                    <a:pt x="3537972" y="1312797"/>
                  </a:lnTo>
                  <a:lnTo>
                    <a:pt x="3538640" y="1321141"/>
                  </a:lnTo>
                  <a:lnTo>
                    <a:pt x="3539308" y="1304453"/>
                  </a:lnTo>
                  <a:lnTo>
                    <a:pt x="3539976" y="1335048"/>
                  </a:lnTo>
                  <a:lnTo>
                    <a:pt x="3540644" y="1387893"/>
                  </a:lnTo>
                  <a:lnTo>
                    <a:pt x="3541312" y="1390675"/>
                  </a:lnTo>
                  <a:lnTo>
                    <a:pt x="3541980" y="1390675"/>
                  </a:lnTo>
                  <a:lnTo>
                    <a:pt x="3542648" y="1390675"/>
                  </a:lnTo>
                  <a:lnTo>
                    <a:pt x="3543316" y="1376768"/>
                  </a:lnTo>
                  <a:lnTo>
                    <a:pt x="3543984" y="1293327"/>
                  </a:lnTo>
                  <a:lnTo>
                    <a:pt x="3544652" y="1279421"/>
                  </a:lnTo>
                  <a:lnTo>
                    <a:pt x="3545320" y="1279421"/>
                  </a:lnTo>
                  <a:lnTo>
                    <a:pt x="3545988" y="1279421"/>
                  </a:lnTo>
                  <a:lnTo>
                    <a:pt x="3546656" y="1279421"/>
                  </a:lnTo>
                  <a:lnTo>
                    <a:pt x="3547324" y="1254388"/>
                  </a:lnTo>
                  <a:lnTo>
                    <a:pt x="3547992" y="1259951"/>
                  </a:lnTo>
                  <a:lnTo>
                    <a:pt x="3548660" y="1262732"/>
                  </a:lnTo>
                  <a:lnTo>
                    <a:pt x="3549328" y="1251607"/>
                  </a:lnTo>
                  <a:lnTo>
                    <a:pt x="3549996" y="1223794"/>
                  </a:lnTo>
                  <a:lnTo>
                    <a:pt x="3550664" y="1182073"/>
                  </a:lnTo>
                  <a:lnTo>
                    <a:pt x="3551332" y="1118102"/>
                  </a:lnTo>
                  <a:lnTo>
                    <a:pt x="3552000" y="1112540"/>
                  </a:lnTo>
                  <a:lnTo>
                    <a:pt x="3552668" y="1112540"/>
                  </a:lnTo>
                  <a:lnTo>
                    <a:pt x="3553336" y="1145916"/>
                  </a:lnTo>
                  <a:lnTo>
                    <a:pt x="3554005" y="1168166"/>
                  </a:lnTo>
                  <a:lnTo>
                    <a:pt x="3554673" y="1151478"/>
                  </a:lnTo>
                  <a:lnTo>
                    <a:pt x="3555341" y="1001286"/>
                  </a:lnTo>
                  <a:lnTo>
                    <a:pt x="3556009" y="976253"/>
                  </a:lnTo>
                  <a:lnTo>
                    <a:pt x="3556677" y="976253"/>
                  </a:lnTo>
                  <a:lnTo>
                    <a:pt x="3557345" y="945659"/>
                  </a:lnTo>
                  <a:lnTo>
                    <a:pt x="3558013" y="945659"/>
                  </a:lnTo>
                  <a:lnTo>
                    <a:pt x="3558681" y="945659"/>
                  </a:lnTo>
                  <a:lnTo>
                    <a:pt x="3559349" y="945659"/>
                  </a:lnTo>
                  <a:lnTo>
                    <a:pt x="3560017" y="926189"/>
                  </a:lnTo>
                  <a:lnTo>
                    <a:pt x="3560685" y="984598"/>
                  </a:lnTo>
                  <a:lnTo>
                    <a:pt x="3561353" y="1001286"/>
                  </a:lnTo>
                  <a:lnTo>
                    <a:pt x="3562021" y="1001286"/>
                  </a:lnTo>
                  <a:lnTo>
                    <a:pt x="3562689" y="1001286"/>
                  </a:lnTo>
                  <a:lnTo>
                    <a:pt x="3563357" y="1001286"/>
                  </a:lnTo>
                  <a:lnTo>
                    <a:pt x="3564025" y="1001286"/>
                  </a:lnTo>
                  <a:lnTo>
                    <a:pt x="3564693" y="1001286"/>
                  </a:lnTo>
                  <a:lnTo>
                    <a:pt x="3565361" y="1001286"/>
                  </a:lnTo>
                  <a:lnTo>
                    <a:pt x="3566029" y="1026317"/>
                  </a:lnTo>
                  <a:lnTo>
                    <a:pt x="3566697" y="1004067"/>
                  </a:lnTo>
                  <a:lnTo>
                    <a:pt x="3567365" y="1040224"/>
                  </a:lnTo>
                  <a:lnTo>
                    <a:pt x="3568033" y="1104195"/>
                  </a:lnTo>
                  <a:lnTo>
                    <a:pt x="3568701" y="1112540"/>
                  </a:lnTo>
                  <a:lnTo>
                    <a:pt x="3569369" y="1112540"/>
                  </a:lnTo>
                  <a:lnTo>
                    <a:pt x="3570037" y="1112540"/>
                  </a:lnTo>
                  <a:lnTo>
                    <a:pt x="3570705" y="1112540"/>
                  </a:lnTo>
                  <a:lnTo>
                    <a:pt x="3571373" y="1123665"/>
                  </a:lnTo>
                  <a:lnTo>
                    <a:pt x="3572041" y="1284983"/>
                  </a:lnTo>
                  <a:lnTo>
                    <a:pt x="3572709" y="1360080"/>
                  </a:lnTo>
                  <a:lnTo>
                    <a:pt x="3573377" y="1412925"/>
                  </a:lnTo>
                  <a:lnTo>
                    <a:pt x="3574045" y="1446302"/>
                  </a:lnTo>
                  <a:lnTo>
                    <a:pt x="3574713" y="1446302"/>
                  </a:lnTo>
                  <a:lnTo>
                    <a:pt x="3575381" y="1393456"/>
                  </a:lnTo>
                  <a:lnTo>
                    <a:pt x="3576049" y="1390675"/>
                  </a:lnTo>
                  <a:lnTo>
                    <a:pt x="3576717" y="1418488"/>
                  </a:lnTo>
                  <a:lnTo>
                    <a:pt x="3577385" y="1446302"/>
                  </a:lnTo>
                  <a:lnTo>
                    <a:pt x="3578053" y="1446302"/>
                  </a:lnTo>
                  <a:lnTo>
                    <a:pt x="3578722" y="1446302"/>
                  </a:lnTo>
                  <a:lnTo>
                    <a:pt x="3579390" y="1446302"/>
                  </a:lnTo>
                  <a:lnTo>
                    <a:pt x="3580058" y="1401800"/>
                  </a:lnTo>
                  <a:lnTo>
                    <a:pt x="3580726" y="1410144"/>
                  </a:lnTo>
                  <a:lnTo>
                    <a:pt x="3581394" y="1446302"/>
                  </a:lnTo>
                  <a:lnTo>
                    <a:pt x="3582062" y="1476896"/>
                  </a:lnTo>
                  <a:lnTo>
                    <a:pt x="3582730" y="1501929"/>
                  </a:lnTo>
                  <a:lnTo>
                    <a:pt x="3583398" y="1551993"/>
                  </a:lnTo>
                  <a:lnTo>
                    <a:pt x="3584066" y="1557556"/>
                  </a:lnTo>
                  <a:lnTo>
                    <a:pt x="3584734" y="1557556"/>
                  </a:lnTo>
                  <a:lnTo>
                    <a:pt x="3585402" y="1557556"/>
                  </a:lnTo>
                  <a:lnTo>
                    <a:pt x="3586070" y="1557556"/>
                  </a:lnTo>
                  <a:lnTo>
                    <a:pt x="3586738" y="1557556"/>
                  </a:lnTo>
                  <a:lnTo>
                    <a:pt x="3587406" y="1521398"/>
                  </a:lnTo>
                  <a:lnTo>
                    <a:pt x="3588074" y="1501929"/>
                  </a:lnTo>
                  <a:lnTo>
                    <a:pt x="3588742" y="1501929"/>
                  </a:lnTo>
                  <a:lnTo>
                    <a:pt x="3589410" y="1468552"/>
                  </a:lnTo>
                  <a:lnTo>
                    <a:pt x="3590078" y="1446302"/>
                  </a:lnTo>
                  <a:lnTo>
                    <a:pt x="3590746" y="1446302"/>
                  </a:lnTo>
                  <a:lnTo>
                    <a:pt x="3591414" y="1432395"/>
                  </a:lnTo>
                  <a:lnTo>
                    <a:pt x="3592082" y="1385112"/>
                  </a:lnTo>
                  <a:lnTo>
                    <a:pt x="3592750" y="1371205"/>
                  </a:lnTo>
                  <a:lnTo>
                    <a:pt x="3593418" y="1335048"/>
                  </a:lnTo>
                  <a:lnTo>
                    <a:pt x="3594086" y="1335048"/>
                  </a:lnTo>
                  <a:lnTo>
                    <a:pt x="3594754" y="1301671"/>
                  </a:lnTo>
                  <a:lnTo>
                    <a:pt x="3595422" y="1268295"/>
                  </a:lnTo>
                  <a:lnTo>
                    <a:pt x="3596090" y="1195980"/>
                  </a:lnTo>
                  <a:lnTo>
                    <a:pt x="3596758" y="1154260"/>
                  </a:lnTo>
                  <a:lnTo>
                    <a:pt x="3597426" y="1162604"/>
                  </a:lnTo>
                  <a:lnTo>
                    <a:pt x="3598094" y="1112540"/>
                  </a:lnTo>
                  <a:lnTo>
                    <a:pt x="3598762" y="1112540"/>
                  </a:lnTo>
                  <a:lnTo>
                    <a:pt x="3599430" y="1056912"/>
                  </a:lnTo>
                  <a:lnTo>
                    <a:pt x="3600098" y="956784"/>
                  </a:lnTo>
                  <a:lnTo>
                    <a:pt x="3600766" y="878906"/>
                  </a:lnTo>
                  <a:lnTo>
                    <a:pt x="3601434" y="795466"/>
                  </a:lnTo>
                  <a:lnTo>
                    <a:pt x="3602102" y="778777"/>
                  </a:lnTo>
                  <a:lnTo>
                    <a:pt x="3602770" y="778777"/>
                  </a:lnTo>
                  <a:lnTo>
                    <a:pt x="3603439" y="778777"/>
                  </a:lnTo>
                  <a:lnTo>
                    <a:pt x="3604107" y="812154"/>
                  </a:lnTo>
                  <a:lnTo>
                    <a:pt x="3604775" y="834405"/>
                  </a:lnTo>
                  <a:lnTo>
                    <a:pt x="3605443" y="817716"/>
                  </a:lnTo>
                  <a:lnTo>
                    <a:pt x="3606111" y="809372"/>
                  </a:lnTo>
                  <a:lnTo>
                    <a:pt x="3606779" y="834405"/>
                  </a:lnTo>
                  <a:lnTo>
                    <a:pt x="3607447" y="826060"/>
                  </a:lnTo>
                  <a:lnTo>
                    <a:pt x="3608115" y="789903"/>
                  </a:lnTo>
                  <a:lnTo>
                    <a:pt x="3608783" y="887250"/>
                  </a:lnTo>
                  <a:lnTo>
                    <a:pt x="3609451" y="906720"/>
                  </a:lnTo>
                  <a:lnTo>
                    <a:pt x="3610119" y="945659"/>
                  </a:lnTo>
                  <a:lnTo>
                    <a:pt x="3610787" y="945659"/>
                  </a:lnTo>
                  <a:lnTo>
                    <a:pt x="3611455" y="976254"/>
                  </a:lnTo>
                  <a:lnTo>
                    <a:pt x="3612123" y="1009630"/>
                  </a:lnTo>
                  <a:lnTo>
                    <a:pt x="3612791" y="1048568"/>
                  </a:lnTo>
                  <a:lnTo>
                    <a:pt x="3613459" y="1076382"/>
                  </a:lnTo>
                  <a:lnTo>
                    <a:pt x="3614127" y="1006848"/>
                  </a:lnTo>
                  <a:lnTo>
                    <a:pt x="3614795" y="1056912"/>
                  </a:lnTo>
                  <a:lnTo>
                    <a:pt x="3615463" y="1056912"/>
                  </a:lnTo>
                  <a:lnTo>
                    <a:pt x="3616131" y="1093070"/>
                  </a:lnTo>
                  <a:lnTo>
                    <a:pt x="3616799" y="940096"/>
                  </a:lnTo>
                  <a:lnTo>
                    <a:pt x="3617467" y="895594"/>
                  </a:lnTo>
                  <a:lnTo>
                    <a:pt x="3618135" y="981816"/>
                  </a:lnTo>
                  <a:lnTo>
                    <a:pt x="3618803" y="967909"/>
                  </a:lnTo>
                  <a:lnTo>
                    <a:pt x="3619471" y="945659"/>
                  </a:lnTo>
                  <a:lnTo>
                    <a:pt x="3620139" y="945659"/>
                  </a:lnTo>
                  <a:lnTo>
                    <a:pt x="3620807" y="945659"/>
                  </a:lnTo>
                  <a:lnTo>
                    <a:pt x="3621475" y="945659"/>
                  </a:lnTo>
                  <a:lnTo>
                    <a:pt x="3622143" y="959565"/>
                  </a:lnTo>
                  <a:lnTo>
                    <a:pt x="3622811" y="1001286"/>
                  </a:lnTo>
                  <a:lnTo>
                    <a:pt x="3623479" y="1001286"/>
                  </a:lnTo>
                  <a:lnTo>
                    <a:pt x="3624147" y="1006848"/>
                  </a:lnTo>
                  <a:lnTo>
                    <a:pt x="3624815" y="1056912"/>
                  </a:lnTo>
                  <a:lnTo>
                    <a:pt x="3625483" y="1056912"/>
                  </a:lnTo>
                  <a:lnTo>
                    <a:pt x="3626151" y="1056912"/>
                  </a:lnTo>
                  <a:lnTo>
                    <a:pt x="3626819" y="1056912"/>
                  </a:lnTo>
                  <a:lnTo>
                    <a:pt x="3627487" y="1056912"/>
                  </a:lnTo>
                  <a:lnTo>
                    <a:pt x="3628156" y="1056912"/>
                  </a:lnTo>
                  <a:lnTo>
                    <a:pt x="3628824" y="1056912"/>
                  </a:lnTo>
                  <a:lnTo>
                    <a:pt x="3629492" y="1087507"/>
                  </a:lnTo>
                  <a:lnTo>
                    <a:pt x="3630160" y="1098633"/>
                  </a:lnTo>
                  <a:lnTo>
                    <a:pt x="3630828" y="1162604"/>
                  </a:lnTo>
                  <a:lnTo>
                    <a:pt x="3631496" y="1168166"/>
                  </a:lnTo>
                  <a:lnTo>
                    <a:pt x="3632164" y="1168166"/>
                  </a:lnTo>
                  <a:lnTo>
                    <a:pt x="3632832" y="1179292"/>
                  </a:lnTo>
                  <a:lnTo>
                    <a:pt x="3633500" y="1404581"/>
                  </a:lnTo>
                  <a:lnTo>
                    <a:pt x="3634168" y="1396237"/>
                  </a:lnTo>
                  <a:lnTo>
                    <a:pt x="3634836" y="1329485"/>
                  </a:lnTo>
                  <a:lnTo>
                    <a:pt x="3635504" y="1310015"/>
                  </a:lnTo>
                  <a:lnTo>
                    <a:pt x="3636172" y="1301671"/>
                  </a:lnTo>
                  <a:lnTo>
                    <a:pt x="3636840" y="1279421"/>
                  </a:lnTo>
                  <a:lnTo>
                    <a:pt x="3637508" y="1279421"/>
                  </a:lnTo>
                  <a:lnTo>
                    <a:pt x="3638176" y="1279421"/>
                  </a:lnTo>
                  <a:lnTo>
                    <a:pt x="3638844" y="1279421"/>
                  </a:lnTo>
                  <a:lnTo>
                    <a:pt x="3639512" y="1243263"/>
                  </a:lnTo>
                  <a:lnTo>
                    <a:pt x="3640180" y="1223794"/>
                  </a:lnTo>
                  <a:lnTo>
                    <a:pt x="3640848" y="1223794"/>
                  </a:lnTo>
                  <a:lnTo>
                    <a:pt x="3641516" y="1223794"/>
                  </a:lnTo>
                  <a:lnTo>
                    <a:pt x="3642184" y="1223794"/>
                  </a:lnTo>
                  <a:lnTo>
                    <a:pt x="3642852" y="1223794"/>
                  </a:lnTo>
                  <a:lnTo>
                    <a:pt x="3643520" y="1223794"/>
                  </a:lnTo>
                  <a:lnTo>
                    <a:pt x="3644188" y="1223794"/>
                  </a:lnTo>
                  <a:lnTo>
                    <a:pt x="3644856" y="1223794"/>
                  </a:lnTo>
                  <a:lnTo>
                    <a:pt x="3645524" y="1223794"/>
                  </a:lnTo>
                  <a:lnTo>
                    <a:pt x="3646192" y="1223794"/>
                  </a:lnTo>
                  <a:lnTo>
                    <a:pt x="3646860" y="1265514"/>
                  </a:lnTo>
                  <a:lnTo>
                    <a:pt x="3647528" y="1279421"/>
                  </a:lnTo>
                  <a:lnTo>
                    <a:pt x="3648196" y="1279421"/>
                  </a:lnTo>
                  <a:lnTo>
                    <a:pt x="3648864" y="1279421"/>
                  </a:lnTo>
                  <a:lnTo>
                    <a:pt x="3649532" y="1279421"/>
                  </a:lnTo>
                  <a:lnTo>
                    <a:pt x="3650200" y="1293327"/>
                  </a:lnTo>
                  <a:lnTo>
                    <a:pt x="3650868" y="1435176"/>
                  </a:lnTo>
                  <a:lnTo>
                    <a:pt x="3651536" y="1501929"/>
                  </a:lnTo>
                  <a:lnTo>
                    <a:pt x="3652205" y="1521398"/>
                  </a:lnTo>
                  <a:lnTo>
                    <a:pt x="3652873" y="1532523"/>
                  </a:lnTo>
                  <a:lnTo>
                    <a:pt x="3653541" y="1557556"/>
                  </a:lnTo>
                  <a:lnTo>
                    <a:pt x="3654209" y="1557556"/>
                  </a:lnTo>
                  <a:lnTo>
                    <a:pt x="3654877" y="1557556"/>
                  </a:lnTo>
                  <a:lnTo>
                    <a:pt x="3655545" y="1557556"/>
                  </a:lnTo>
                  <a:lnTo>
                    <a:pt x="3656213" y="1590932"/>
                  </a:lnTo>
                  <a:lnTo>
                    <a:pt x="3656881" y="1613183"/>
                  </a:lnTo>
                  <a:lnTo>
                    <a:pt x="3657549" y="1613183"/>
                  </a:lnTo>
                  <a:lnTo>
                    <a:pt x="3658217" y="1613183"/>
                  </a:lnTo>
                  <a:lnTo>
                    <a:pt x="3658885" y="1613183"/>
                  </a:lnTo>
                  <a:lnTo>
                    <a:pt x="3659553" y="1613183"/>
                  </a:lnTo>
                  <a:lnTo>
                    <a:pt x="3660221" y="1613183"/>
                  </a:lnTo>
                  <a:lnTo>
                    <a:pt x="3660889" y="1613183"/>
                  </a:lnTo>
                  <a:lnTo>
                    <a:pt x="3661557" y="1613183"/>
                  </a:lnTo>
                  <a:lnTo>
                    <a:pt x="3662225" y="1613183"/>
                  </a:lnTo>
                  <a:lnTo>
                    <a:pt x="3662893" y="1613183"/>
                  </a:lnTo>
                  <a:lnTo>
                    <a:pt x="3663561" y="1613183"/>
                  </a:lnTo>
                  <a:lnTo>
                    <a:pt x="3664229" y="1613183"/>
                  </a:lnTo>
                  <a:lnTo>
                    <a:pt x="3664897" y="1613183"/>
                  </a:lnTo>
                  <a:lnTo>
                    <a:pt x="3665565" y="1613183"/>
                  </a:lnTo>
                  <a:lnTo>
                    <a:pt x="3666233" y="1613183"/>
                  </a:lnTo>
                  <a:lnTo>
                    <a:pt x="3666901" y="1579806"/>
                  </a:lnTo>
                  <a:lnTo>
                    <a:pt x="3667569" y="1501929"/>
                  </a:lnTo>
                  <a:lnTo>
                    <a:pt x="3668237" y="1501929"/>
                  </a:lnTo>
                  <a:lnTo>
                    <a:pt x="3668905" y="1535305"/>
                  </a:lnTo>
                  <a:lnTo>
                    <a:pt x="3669573" y="1501929"/>
                  </a:lnTo>
                  <a:lnTo>
                    <a:pt x="3670241" y="1454646"/>
                  </a:lnTo>
                  <a:lnTo>
                    <a:pt x="3670909" y="1379549"/>
                  </a:lnTo>
                  <a:lnTo>
                    <a:pt x="3671577" y="1335048"/>
                  </a:lnTo>
                  <a:lnTo>
                    <a:pt x="3672245" y="1335048"/>
                  </a:lnTo>
                  <a:lnTo>
                    <a:pt x="3672913" y="1335048"/>
                  </a:lnTo>
                  <a:lnTo>
                    <a:pt x="3673581" y="1310015"/>
                  </a:lnTo>
                  <a:lnTo>
                    <a:pt x="3674249" y="1232138"/>
                  </a:lnTo>
                  <a:lnTo>
                    <a:pt x="3674917" y="1223794"/>
                  </a:lnTo>
                  <a:lnTo>
                    <a:pt x="3675585" y="1223794"/>
                  </a:lnTo>
                  <a:lnTo>
                    <a:pt x="3676253" y="1223794"/>
                  </a:lnTo>
                  <a:lnTo>
                    <a:pt x="3676922" y="1212668"/>
                  </a:lnTo>
                  <a:lnTo>
                    <a:pt x="3677590" y="1168166"/>
                  </a:lnTo>
                  <a:lnTo>
                    <a:pt x="3678258" y="1168166"/>
                  </a:lnTo>
                  <a:lnTo>
                    <a:pt x="3678926" y="1159822"/>
                  </a:lnTo>
                  <a:lnTo>
                    <a:pt x="3679594" y="1112540"/>
                  </a:lnTo>
                  <a:lnTo>
                    <a:pt x="3680262" y="1106977"/>
                  </a:lnTo>
                  <a:lnTo>
                    <a:pt x="3680930" y="1006848"/>
                  </a:lnTo>
                  <a:lnTo>
                    <a:pt x="3681598" y="1001286"/>
                  </a:lnTo>
                  <a:lnTo>
                    <a:pt x="3682266" y="1001286"/>
                  </a:lnTo>
                  <a:lnTo>
                    <a:pt x="3682934" y="1001286"/>
                  </a:lnTo>
                  <a:lnTo>
                    <a:pt x="3683602" y="1031880"/>
                  </a:lnTo>
                  <a:lnTo>
                    <a:pt x="3684270" y="1090289"/>
                  </a:lnTo>
                  <a:lnTo>
                    <a:pt x="3684938" y="1026318"/>
                  </a:lnTo>
                  <a:lnTo>
                    <a:pt x="3685606" y="890032"/>
                  </a:lnTo>
                  <a:lnTo>
                    <a:pt x="3686274" y="853874"/>
                  </a:lnTo>
                  <a:lnTo>
                    <a:pt x="3686942" y="878906"/>
                  </a:lnTo>
                  <a:lnTo>
                    <a:pt x="3687610" y="940096"/>
                  </a:lnTo>
                  <a:lnTo>
                    <a:pt x="3688278" y="945659"/>
                  </a:lnTo>
                  <a:lnTo>
                    <a:pt x="3688946" y="926189"/>
                  </a:lnTo>
                  <a:lnTo>
                    <a:pt x="3689614" y="878906"/>
                  </a:lnTo>
                  <a:lnTo>
                    <a:pt x="3690282" y="856655"/>
                  </a:lnTo>
                  <a:lnTo>
                    <a:pt x="3690950" y="934533"/>
                  </a:lnTo>
                  <a:lnTo>
                    <a:pt x="3691618" y="934533"/>
                  </a:lnTo>
                  <a:lnTo>
                    <a:pt x="3692286" y="828842"/>
                  </a:lnTo>
                  <a:lnTo>
                    <a:pt x="3692954" y="750964"/>
                  </a:lnTo>
                  <a:lnTo>
                    <a:pt x="3693622" y="731494"/>
                  </a:lnTo>
                  <a:lnTo>
                    <a:pt x="3694290" y="728713"/>
                  </a:lnTo>
                  <a:lnTo>
                    <a:pt x="3694958" y="667523"/>
                  </a:lnTo>
                  <a:lnTo>
                    <a:pt x="3695626" y="673086"/>
                  </a:lnTo>
                  <a:lnTo>
                    <a:pt x="3696294" y="723150"/>
                  </a:lnTo>
                  <a:lnTo>
                    <a:pt x="3696962" y="725932"/>
                  </a:lnTo>
                  <a:lnTo>
                    <a:pt x="3697630" y="826061"/>
                  </a:lnTo>
                  <a:lnTo>
                    <a:pt x="3698298" y="834405"/>
                  </a:lnTo>
                  <a:lnTo>
                    <a:pt x="3698966" y="834405"/>
                  </a:lnTo>
                  <a:lnTo>
                    <a:pt x="3699634" y="834405"/>
                  </a:lnTo>
                  <a:lnTo>
                    <a:pt x="3700302" y="834405"/>
                  </a:lnTo>
                  <a:lnTo>
                    <a:pt x="3700970" y="826061"/>
                  </a:lnTo>
                  <a:lnTo>
                    <a:pt x="3701639" y="862218"/>
                  </a:lnTo>
                  <a:lnTo>
                    <a:pt x="3702307" y="992941"/>
                  </a:lnTo>
                  <a:lnTo>
                    <a:pt x="3702975" y="1087507"/>
                  </a:lnTo>
                  <a:lnTo>
                    <a:pt x="3703643" y="1112540"/>
                  </a:lnTo>
                  <a:lnTo>
                    <a:pt x="3704311" y="1087507"/>
                  </a:lnTo>
                  <a:lnTo>
                    <a:pt x="3704979" y="1084726"/>
                  </a:lnTo>
                  <a:lnTo>
                    <a:pt x="3705647" y="1017974"/>
                  </a:lnTo>
                  <a:lnTo>
                    <a:pt x="3706315" y="1065256"/>
                  </a:lnTo>
                  <a:lnTo>
                    <a:pt x="3706983" y="1112540"/>
                  </a:lnTo>
                  <a:lnTo>
                    <a:pt x="3707651" y="1109758"/>
                  </a:lnTo>
                  <a:lnTo>
                    <a:pt x="3708319" y="1015192"/>
                  </a:lnTo>
                  <a:lnTo>
                    <a:pt x="3708987" y="1017974"/>
                  </a:lnTo>
                  <a:lnTo>
                    <a:pt x="3709655" y="934533"/>
                  </a:lnTo>
                  <a:lnTo>
                    <a:pt x="3710323" y="945659"/>
                  </a:lnTo>
                  <a:lnTo>
                    <a:pt x="3710991" y="990160"/>
                  </a:lnTo>
                  <a:lnTo>
                    <a:pt x="3711659" y="1026318"/>
                  </a:lnTo>
                  <a:lnTo>
                    <a:pt x="3712327" y="912282"/>
                  </a:lnTo>
                  <a:lnTo>
                    <a:pt x="3712995" y="890032"/>
                  </a:lnTo>
                  <a:lnTo>
                    <a:pt x="3713663" y="873344"/>
                  </a:lnTo>
                  <a:lnTo>
                    <a:pt x="3714331" y="801028"/>
                  </a:lnTo>
                  <a:lnTo>
                    <a:pt x="3714999" y="778777"/>
                  </a:lnTo>
                  <a:lnTo>
                    <a:pt x="3715667" y="778777"/>
                  </a:lnTo>
                  <a:lnTo>
                    <a:pt x="3716335" y="700900"/>
                  </a:lnTo>
                  <a:lnTo>
                    <a:pt x="3717003" y="667523"/>
                  </a:lnTo>
                  <a:lnTo>
                    <a:pt x="3717671" y="689774"/>
                  </a:lnTo>
                  <a:lnTo>
                    <a:pt x="3718339" y="723150"/>
                  </a:lnTo>
                  <a:lnTo>
                    <a:pt x="3719007" y="723150"/>
                  </a:lnTo>
                  <a:lnTo>
                    <a:pt x="3719675" y="723150"/>
                  </a:lnTo>
                  <a:lnTo>
                    <a:pt x="3720343" y="723150"/>
                  </a:lnTo>
                  <a:lnTo>
                    <a:pt x="3721011" y="753745"/>
                  </a:lnTo>
                  <a:lnTo>
                    <a:pt x="3721679" y="801028"/>
                  </a:lnTo>
                  <a:lnTo>
                    <a:pt x="3722347" y="890032"/>
                  </a:lnTo>
                  <a:lnTo>
                    <a:pt x="3723015" y="890032"/>
                  </a:lnTo>
                  <a:lnTo>
                    <a:pt x="3723683" y="890032"/>
                  </a:lnTo>
                  <a:lnTo>
                    <a:pt x="3724351" y="890032"/>
                  </a:lnTo>
                  <a:lnTo>
                    <a:pt x="3725019" y="990160"/>
                  </a:lnTo>
                  <a:lnTo>
                    <a:pt x="3725687" y="1090289"/>
                  </a:lnTo>
                  <a:lnTo>
                    <a:pt x="3726356" y="1240482"/>
                  </a:lnTo>
                  <a:lnTo>
                    <a:pt x="3727024" y="1223794"/>
                  </a:lnTo>
                  <a:lnTo>
                    <a:pt x="3727692" y="1223794"/>
                  </a:lnTo>
                  <a:lnTo>
                    <a:pt x="3728360" y="1212668"/>
                  </a:lnTo>
                  <a:lnTo>
                    <a:pt x="3729028" y="1307234"/>
                  </a:lnTo>
                  <a:lnTo>
                    <a:pt x="3729696" y="1335048"/>
                  </a:lnTo>
                  <a:lnTo>
                    <a:pt x="3730364" y="1348954"/>
                  </a:lnTo>
                  <a:lnTo>
                    <a:pt x="3731032" y="1421269"/>
                  </a:lnTo>
                  <a:lnTo>
                    <a:pt x="3731700" y="1446302"/>
                  </a:lnTo>
                  <a:lnTo>
                    <a:pt x="3732368" y="1404581"/>
                  </a:lnTo>
                  <a:lnTo>
                    <a:pt x="3733036" y="1462990"/>
                  </a:lnTo>
                  <a:lnTo>
                    <a:pt x="3733704" y="1501929"/>
                  </a:lnTo>
                  <a:lnTo>
                    <a:pt x="3734372" y="1501929"/>
                  </a:lnTo>
                  <a:lnTo>
                    <a:pt x="3735040" y="1501929"/>
                  </a:lnTo>
                  <a:lnTo>
                    <a:pt x="3735708" y="1501929"/>
                  </a:lnTo>
                  <a:lnTo>
                    <a:pt x="3736376" y="1501929"/>
                  </a:lnTo>
                  <a:lnTo>
                    <a:pt x="3737044" y="1501929"/>
                  </a:lnTo>
                  <a:lnTo>
                    <a:pt x="3737712" y="1440739"/>
                  </a:lnTo>
                  <a:lnTo>
                    <a:pt x="3738380" y="1390675"/>
                  </a:lnTo>
                  <a:lnTo>
                    <a:pt x="3739048" y="1390675"/>
                  </a:lnTo>
                  <a:lnTo>
                    <a:pt x="3739716" y="1360080"/>
                  </a:lnTo>
                  <a:lnTo>
                    <a:pt x="3740384" y="1296109"/>
                  </a:lnTo>
                  <a:lnTo>
                    <a:pt x="3741052" y="1234919"/>
                  </a:lnTo>
                  <a:lnTo>
                    <a:pt x="3741720" y="1223794"/>
                  </a:lnTo>
                  <a:lnTo>
                    <a:pt x="3742388" y="1223794"/>
                  </a:lnTo>
                  <a:lnTo>
                    <a:pt x="3743056" y="1234919"/>
                  </a:lnTo>
                  <a:lnTo>
                    <a:pt x="3743724" y="1279421"/>
                  </a:lnTo>
                  <a:lnTo>
                    <a:pt x="3744392" y="1279421"/>
                  </a:lnTo>
                  <a:lnTo>
                    <a:pt x="3745060" y="1315578"/>
                  </a:lnTo>
                  <a:lnTo>
                    <a:pt x="3745728" y="1335048"/>
                  </a:lnTo>
                  <a:lnTo>
                    <a:pt x="3746396" y="1335048"/>
                  </a:lnTo>
                  <a:lnTo>
                    <a:pt x="3747064" y="1335048"/>
                  </a:lnTo>
                  <a:lnTo>
                    <a:pt x="3747732" y="1335048"/>
                  </a:lnTo>
                  <a:lnTo>
                    <a:pt x="3748400" y="1335048"/>
                  </a:lnTo>
                  <a:lnTo>
                    <a:pt x="3749068" y="1373986"/>
                  </a:lnTo>
                  <a:lnTo>
                    <a:pt x="3749736" y="1390675"/>
                  </a:lnTo>
                  <a:lnTo>
                    <a:pt x="3750405" y="1390675"/>
                  </a:lnTo>
                  <a:lnTo>
                    <a:pt x="3751073" y="1390675"/>
                  </a:lnTo>
                  <a:lnTo>
                    <a:pt x="3751741" y="1390675"/>
                  </a:lnTo>
                  <a:lnTo>
                    <a:pt x="3752409" y="1376768"/>
                  </a:lnTo>
                  <a:lnTo>
                    <a:pt x="3753077" y="1335048"/>
                  </a:lnTo>
                  <a:lnTo>
                    <a:pt x="3753745" y="1335048"/>
                  </a:lnTo>
                  <a:lnTo>
                    <a:pt x="3754413" y="1390675"/>
                  </a:lnTo>
                  <a:lnTo>
                    <a:pt x="3755081" y="1446302"/>
                  </a:lnTo>
                  <a:lnTo>
                    <a:pt x="3755749" y="1446302"/>
                  </a:lnTo>
                  <a:lnTo>
                    <a:pt x="3756417" y="1437957"/>
                  </a:lnTo>
                  <a:lnTo>
                    <a:pt x="3757085" y="1482459"/>
                  </a:lnTo>
                  <a:lnTo>
                    <a:pt x="3757753" y="1543649"/>
                  </a:lnTo>
                  <a:lnTo>
                    <a:pt x="3758421" y="1557556"/>
                  </a:lnTo>
                  <a:lnTo>
                    <a:pt x="3759089" y="1557556"/>
                  </a:lnTo>
                  <a:lnTo>
                    <a:pt x="3759757" y="1557556"/>
                  </a:lnTo>
                  <a:lnTo>
                    <a:pt x="3760425" y="1557556"/>
                  </a:lnTo>
                  <a:lnTo>
                    <a:pt x="3761093" y="1557556"/>
                  </a:lnTo>
                  <a:lnTo>
                    <a:pt x="3761761" y="1557556"/>
                  </a:lnTo>
                  <a:lnTo>
                    <a:pt x="3762429" y="1557556"/>
                  </a:lnTo>
                  <a:lnTo>
                    <a:pt x="3763097" y="1557556"/>
                  </a:lnTo>
                  <a:lnTo>
                    <a:pt x="3763765" y="1526961"/>
                  </a:lnTo>
                  <a:lnTo>
                    <a:pt x="3764433" y="1501929"/>
                  </a:lnTo>
                  <a:lnTo>
                    <a:pt x="3765101" y="1501929"/>
                  </a:lnTo>
                  <a:lnTo>
                    <a:pt x="3765769" y="1501929"/>
                  </a:lnTo>
                  <a:lnTo>
                    <a:pt x="3766437" y="1488022"/>
                  </a:lnTo>
                  <a:lnTo>
                    <a:pt x="3767105" y="1446302"/>
                  </a:lnTo>
                  <a:lnTo>
                    <a:pt x="3767773" y="1446302"/>
                  </a:lnTo>
                  <a:lnTo>
                    <a:pt x="3768441" y="1446302"/>
                  </a:lnTo>
                  <a:lnTo>
                    <a:pt x="3769109" y="1457427"/>
                  </a:lnTo>
                  <a:lnTo>
                    <a:pt x="3769777" y="1501929"/>
                  </a:lnTo>
                  <a:lnTo>
                    <a:pt x="3770445" y="1501929"/>
                  </a:lnTo>
                  <a:lnTo>
                    <a:pt x="3771113" y="1501929"/>
                  </a:lnTo>
                  <a:lnTo>
                    <a:pt x="3771781" y="1501929"/>
                  </a:lnTo>
                  <a:lnTo>
                    <a:pt x="3772449" y="1460208"/>
                  </a:lnTo>
                  <a:lnTo>
                    <a:pt x="3773117" y="1479678"/>
                  </a:lnTo>
                  <a:lnTo>
                    <a:pt x="3773785" y="1501929"/>
                  </a:lnTo>
                  <a:lnTo>
                    <a:pt x="3774453" y="1482459"/>
                  </a:lnTo>
                  <a:lnTo>
                    <a:pt x="3775122" y="1446302"/>
                  </a:lnTo>
                  <a:lnTo>
                    <a:pt x="3775790" y="1446302"/>
                  </a:lnTo>
                  <a:lnTo>
                    <a:pt x="3776458" y="1446302"/>
                  </a:lnTo>
                  <a:lnTo>
                    <a:pt x="3777126" y="1446302"/>
                  </a:lnTo>
                  <a:lnTo>
                    <a:pt x="3777794" y="1446302"/>
                  </a:lnTo>
                  <a:lnTo>
                    <a:pt x="3778462" y="1446302"/>
                  </a:lnTo>
                  <a:lnTo>
                    <a:pt x="3779130" y="1446302"/>
                  </a:lnTo>
                  <a:lnTo>
                    <a:pt x="3779798" y="1446302"/>
                  </a:lnTo>
                  <a:lnTo>
                    <a:pt x="3780466" y="1474115"/>
                  </a:lnTo>
                  <a:lnTo>
                    <a:pt x="3781134" y="1501929"/>
                  </a:lnTo>
                  <a:lnTo>
                    <a:pt x="3781802" y="1501929"/>
                  </a:lnTo>
                  <a:lnTo>
                    <a:pt x="3782470" y="1499147"/>
                  </a:lnTo>
                  <a:lnTo>
                    <a:pt x="3783138" y="1432395"/>
                  </a:lnTo>
                  <a:lnTo>
                    <a:pt x="3783806" y="1446302"/>
                  </a:lnTo>
                  <a:lnTo>
                    <a:pt x="3784474" y="1446302"/>
                  </a:lnTo>
                  <a:lnTo>
                    <a:pt x="3785142" y="1446302"/>
                  </a:lnTo>
                  <a:lnTo>
                    <a:pt x="3785810" y="1426832"/>
                  </a:lnTo>
                  <a:lnTo>
                    <a:pt x="3786478" y="1390675"/>
                  </a:lnTo>
                  <a:lnTo>
                    <a:pt x="3787146" y="1335048"/>
                  </a:lnTo>
                  <a:lnTo>
                    <a:pt x="3787814" y="1335048"/>
                  </a:lnTo>
                  <a:lnTo>
                    <a:pt x="3788482" y="1312797"/>
                  </a:lnTo>
                  <a:lnTo>
                    <a:pt x="3789150" y="1318360"/>
                  </a:lnTo>
                  <a:lnTo>
                    <a:pt x="3789818" y="1276639"/>
                  </a:lnTo>
                  <a:lnTo>
                    <a:pt x="3790486" y="1223794"/>
                  </a:lnTo>
                  <a:lnTo>
                    <a:pt x="3791154" y="1237700"/>
                  </a:lnTo>
                  <a:lnTo>
                    <a:pt x="3791822" y="1223794"/>
                  </a:lnTo>
                  <a:lnTo>
                    <a:pt x="3792490" y="1223794"/>
                  </a:lnTo>
                  <a:lnTo>
                    <a:pt x="3793158" y="1223794"/>
                  </a:lnTo>
                  <a:lnTo>
                    <a:pt x="3793826" y="1223794"/>
                  </a:lnTo>
                  <a:lnTo>
                    <a:pt x="3794494" y="1223794"/>
                  </a:lnTo>
                  <a:lnTo>
                    <a:pt x="3795162" y="1223794"/>
                  </a:lnTo>
                  <a:lnTo>
                    <a:pt x="3795830" y="1179292"/>
                  </a:lnTo>
                  <a:lnTo>
                    <a:pt x="3796498" y="1168166"/>
                  </a:lnTo>
                  <a:lnTo>
                    <a:pt x="3797166" y="1168166"/>
                  </a:lnTo>
                  <a:lnTo>
                    <a:pt x="3797834" y="1168166"/>
                  </a:lnTo>
                  <a:lnTo>
                    <a:pt x="3798502" y="1168166"/>
                  </a:lnTo>
                  <a:lnTo>
                    <a:pt x="3799170" y="1168166"/>
                  </a:lnTo>
                  <a:lnTo>
                    <a:pt x="3799839" y="1246044"/>
                  </a:lnTo>
                  <a:lnTo>
                    <a:pt x="3800507" y="1279421"/>
                  </a:lnTo>
                  <a:lnTo>
                    <a:pt x="3801175" y="1279421"/>
                  </a:lnTo>
                  <a:lnTo>
                    <a:pt x="3801843" y="1279421"/>
                  </a:lnTo>
                  <a:lnTo>
                    <a:pt x="3802511" y="1296109"/>
                  </a:lnTo>
                  <a:lnTo>
                    <a:pt x="3803179" y="1335048"/>
                  </a:lnTo>
                  <a:lnTo>
                    <a:pt x="3803847" y="1387893"/>
                  </a:lnTo>
                  <a:lnTo>
                    <a:pt x="3804515" y="1390675"/>
                  </a:lnTo>
                  <a:lnTo>
                    <a:pt x="3805183" y="1410144"/>
                  </a:lnTo>
                  <a:lnTo>
                    <a:pt x="3805851" y="1446302"/>
                  </a:lnTo>
                  <a:lnTo>
                    <a:pt x="3806519" y="1493585"/>
                  </a:lnTo>
                  <a:lnTo>
                    <a:pt x="3807187" y="1501929"/>
                  </a:lnTo>
                  <a:lnTo>
                    <a:pt x="3807855" y="1501929"/>
                  </a:lnTo>
                  <a:lnTo>
                    <a:pt x="3808523" y="1557556"/>
                  </a:lnTo>
                  <a:lnTo>
                    <a:pt x="3809191" y="1557556"/>
                  </a:lnTo>
                  <a:lnTo>
                    <a:pt x="3809859" y="1557556"/>
                  </a:lnTo>
                  <a:lnTo>
                    <a:pt x="3810527" y="1557556"/>
                  </a:lnTo>
                  <a:lnTo>
                    <a:pt x="3811195" y="1557556"/>
                  </a:lnTo>
                  <a:lnTo>
                    <a:pt x="3811863" y="1557556"/>
                  </a:lnTo>
                  <a:lnTo>
                    <a:pt x="3812531" y="1599276"/>
                  </a:lnTo>
                  <a:lnTo>
                    <a:pt x="3813199" y="1613183"/>
                  </a:lnTo>
                  <a:lnTo>
                    <a:pt x="3813867" y="1613183"/>
                  </a:lnTo>
                  <a:lnTo>
                    <a:pt x="3814535" y="1613183"/>
                  </a:lnTo>
                  <a:lnTo>
                    <a:pt x="3815203" y="1613183"/>
                  </a:lnTo>
                  <a:lnTo>
                    <a:pt x="3815871" y="1613183"/>
                  </a:lnTo>
                  <a:lnTo>
                    <a:pt x="3816539" y="1613183"/>
                  </a:lnTo>
                  <a:lnTo>
                    <a:pt x="3817207" y="1613183"/>
                  </a:lnTo>
                  <a:lnTo>
                    <a:pt x="3817875" y="1613183"/>
                  </a:lnTo>
                  <a:lnTo>
                    <a:pt x="3818543" y="1602057"/>
                  </a:lnTo>
                  <a:lnTo>
                    <a:pt x="3819211" y="1557556"/>
                  </a:lnTo>
                  <a:lnTo>
                    <a:pt x="3819879" y="1557556"/>
                  </a:lnTo>
                  <a:lnTo>
                    <a:pt x="3820547" y="1557556"/>
                  </a:lnTo>
                  <a:lnTo>
                    <a:pt x="3821215" y="1540867"/>
                  </a:lnTo>
                  <a:lnTo>
                    <a:pt x="3821883" y="1501929"/>
                  </a:lnTo>
                  <a:lnTo>
                    <a:pt x="3822551" y="1468552"/>
                  </a:lnTo>
                  <a:lnTo>
                    <a:pt x="3823219" y="1449083"/>
                  </a:lnTo>
                  <a:lnTo>
                    <a:pt x="3823887" y="1499147"/>
                  </a:lnTo>
                  <a:lnTo>
                    <a:pt x="3824556" y="1446302"/>
                  </a:lnTo>
                  <a:lnTo>
                    <a:pt x="3825224" y="1418488"/>
                  </a:lnTo>
                  <a:lnTo>
                    <a:pt x="3825892" y="1390675"/>
                  </a:lnTo>
                  <a:lnTo>
                    <a:pt x="3826560" y="1390675"/>
                  </a:lnTo>
                  <a:lnTo>
                    <a:pt x="3827228" y="1390675"/>
                  </a:lnTo>
                  <a:lnTo>
                    <a:pt x="3827896" y="1362861"/>
                  </a:lnTo>
                  <a:lnTo>
                    <a:pt x="3828564" y="1335048"/>
                  </a:lnTo>
                  <a:lnTo>
                    <a:pt x="3829232" y="1335048"/>
                  </a:lnTo>
                  <a:lnTo>
                    <a:pt x="3829900" y="1290546"/>
                  </a:lnTo>
                  <a:lnTo>
                    <a:pt x="3830568" y="1279421"/>
                  </a:lnTo>
                  <a:lnTo>
                    <a:pt x="3831236" y="1279421"/>
                  </a:lnTo>
                  <a:lnTo>
                    <a:pt x="3831904" y="1259951"/>
                  </a:lnTo>
                  <a:lnTo>
                    <a:pt x="3832572" y="1223794"/>
                  </a:lnTo>
                  <a:lnTo>
                    <a:pt x="3833240" y="1223794"/>
                  </a:lnTo>
                  <a:lnTo>
                    <a:pt x="3833908" y="1223794"/>
                  </a:lnTo>
                  <a:lnTo>
                    <a:pt x="3834576" y="1223794"/>
                  </a:lnTo>
                  <a:lnTo>
                    <a:pt x="3835244" y="1232138"/>
                  </a:lnTo>
                  <a:lnTo>
                    <a:pt x="3835912" y="1279421"/>
                  </a:lnTo>
                  <a:lnTo>
                    <a:pt x="3836580" y="1279421"/>
                  </a:lnTo>
                  <a:lnTo>
                    <a:pt x="3837248" y="1279421"/>
                  </a:lnTo>
                  <a:lnTo>
                    <a:pt x="3837916" y="1293327"/>
                  </a:lnTo>
                  <a:lnTo>
                    <a:pt x="3838584" y="1335048"/>
                  </a:lnTo>
                  <a:lnTo>
                    <a:pt x="3839252" y="1365642"/>
                  </a:lnTo>
                  <a:lnTo>
                    <a:pt x="3839920" y="1390675"/>
                  </a:lnTo>
                  <a:lnTo>
                    <a:pt x="3840588" y="1390675"/>
                  </a:lnTo>
                  <a:lnTo>
                    <a:pt x="3841256" y="1446302"/>
                  </a:lnTo>
                  <a:lnTo>
                    <a:pt x="3841924" y="1471334"/>
                  </a:lnTo>
                  <a:lnTo>
                    <a:pt x="3842592" y="1501929"/>
                  </a:lnTo>
                  <a:lnTo>
                    <a:pt x="3843260" y="1501929"/>
                  </a:lnTo>
                  <a:lnTo>
                    <a:pt x="3843928" y="1501929"/>
                  </a:lnTo>
                  <a:lnTo>
                    <a:pt x="3844596" y="1526961"/>
                  </a:lnTo>
                  <a:lnTo>
                    <a:pt x="3845264" y="1557556"/>
                  </a:lnTo>
                  <a:lnTo>
                    <a:pt x="3845932" y="1557556"/>
                  </a:lnTo>
                  <a:lnTo>
                    <a:pt x="3846600" y="1599276"/>
                  </a:lnTo>
                  <a:lnTo>
                    <a:pt x="3847268" y="1613183"/>
                  </a:lnTo>
                  <a:lnTo>
                    <a:pt x="3847936" y="1579806"/>
                  </a:lnTo>
                  <a:lnTo>
                    <a:pt x="3848605" y="1574244"/>
                  </a:lnTo>
                  <a:lnTo>
                    <a:pt x="3849273" y="1565900"/>
                  </a:lnTo>
                  <a:lnTo>
                    <a:pt x="3849941" y="1557556"/>
                  </a:lnTo>
                  <a:lnTo>
                    <a:pt x="3850609" y="1557556"/>
                  </a:lnTo>
                  <a:lnTo>
                    <a:pt x="3851277" y="1557556"/>
                  </a:lnTo>
                  <a:lnTo>
                    <a:pt x="3851945" y="1501929"/>
                  </a:lnTo>
                  <a:lnTo>
                    <a:pt x="3852613" y="1501929"/>
                  </a:lnTo>
                  <a:lnTo>
                    <a:pt x="3853281" y="1449083"/>
                  </a:lnTo>
                  <a:lnTo>
                    <a:pt x="3853949" y="1446302"/>
                  </a:lnTo>
                  <a:lnTo>
                    <a:pt x="3854617" y="1432395"/>
                  </a:lnTo>
                  <a:lnTo>
                    <a:pt x="3855285" y="1390675"/>
                  </a:lnTo>
                  <a:lnTo>
                    <a:pt x="3855953" y="1385112"/>
                  </a:lnTo>
                  <a:lnTo>
                    <a:pt x="3856621" y="1335048"/>
                  </a:lnTo>
                  <a:lnTo>
                    <a:pt x="3857289" y="1335048"/>
                  </a:lnTo>
                  <a:lnTo>
                    <a:pt x="3857957" y="1307234"/>
                  </a:lnTo>
                  <a:lnTo>
                    <a:pt x="3858625" y="1254388"/>
                  </a:lnTo>
                  <a:lnTo>
                    <a:pt x="3859293" y="1182073"/>
                  </a:lnTo>
                  <a:lnTo>
                    <a:pt x="3859961" y="1168166"/>
                  </a:lnTo>
                  <a:lnTo>
                    <a:pt x="3860629" y="1129228"/>
                  </a:lnTo>
                  <a:lnTo>
                    <a:pt x="3861297" y="1112540"/>
                  </a:lnTo>
                  <a:lnTo>
                    <a:pt x="3861965" y="1062475"/>
                  </a:lnTo>
                  <a:lnTo>
                    <a:pt x="3862633" y="1048568"/>
                  </a:lnTo>
                  <a:lnTo>
                    <a:pt x="3863301" y="965128"/>
                  </a:lnTo>
                  <a:lnTo>
                    <a:pt x="3863969" y="890032"/>
                  </a:lnTo>
                  <a:lnTo>
                    <a:pt x="3864637" y="920626"/>
                  </a:lnTo>
                  <a:lnTo>
                    <a:pt x="3865305" y="945659"/>
                  </a:lnTo>
                  <a:lnTo>
                    <a:pt x="3865973" y="990160"/>
                  </a:lnTo>
                  <a:lnTo>
                    <a:pt x="3866641" y="984598"/>
                  </a:lnTo>
                  <a:lnTo>
                    <a:pt x="3867309" y="945659"/>
                  </a:lnTo>
                  <a:lnTo>
                    <a:pt x="3867977" y="945659"/>
                  </a:lnTo>
                  <a:lnTo>
                    <a:pt x="3868645" y="998504"/>
                  </a:lnTo>
                  <a:lnTo>
                    <a:pt x="3869313" y="1001286"/>
                  </a:lnTo>
                  <a:lnTo>
                    <a:pt x="3869981" y="1043006"/>
                  </a:lnTo>
                  <a:lnTo>
                    <a:pt x="3870649" y="992942"/>
                  </a:lnTo>
                  <a:lnTo>
                    <a:pt x="3871317" y="956784"/>
                  </a:lnTo>
                  <a:lnTo>
                    <a:pt x="3871985" y="1001286"/>
                  </a:lnTo>
                  <a:lnTo>
                    <a:pt x="3872653" y="1004067"/>
                  </a:lnTo>
                  <a:lnTo>
                    <a:pt x="3873322" y="1056912"/>
                  </a:lnTo>
                  <a:lnTo>
                    <a:pt x="3873990" y="1056912"/>
                  </a:lnTo>
                  <a:lnTo>
                    <a:pt x="3874658" y="1081945"/>
                  </a:lnTo>
                  <a:lnTo>
                    <a:pt x="3875326" y="1134790"/>
                  </a:lnTo>
                  <a:lnTo>
                    <a:pt x="3875994" y="1207105"/>
                  </a:lnTo>
                  <a:lnTo>
                    <a:pt x="3876662" y="1173729"/>
                  </a:lnTo>
                  <a:lnTo>
                    <a:pt x="3877330" y="1195980"/>
                  </a:lnTo>
                  <a:lnTo>
                    <a:pt x="3877998" y="1168166"/>
                  </a:lnTo>
                  <a:lnTo>
                    <a:pt x="3878666" y="1215449"/>
                  </a:lnTo>
                  <a:lnTo>
                    <a:pt x="3879334" y="1229356"/>
                  </a:lnTo>
                  <a:lnTo>
                    <a:pt x="3880002" y="1257170"/>
                  </a:lnTo>
                  <a:lnTo>
                    <a:pt x="3880670" y="1335048"/>
                  </a:lnTo>
                  <a:lnTo>
                    <a:pt x="3881338" y="1335048"/>
                  </a:lnTo>
                  <a:lnTo>
                    <a:pt x="3882006" y="1335048"/>
                  </a:lnTo>
                  <a:lnTo>
                    <a:pt x="3882674" y="1335048"/>
                  </a:lnTo>
                  <a:lnTo>
                    <a:pt x="3883342" y="1348954"/>
                  </a:lnTo>
                  <a:lnTo>
                    <a:pt x="3884010" y="1390675"/>
                  </a:lnTo>
                  <a:lnTo>
                    <a:pt x="3884678" y="1379549"/>
                  </a:lnTo>
                  <a:lnTo>
                    <a:pt x="3885346" y="1304453"/>
                  </a:lnTo>
                  <a:lnTo>
                    <a:pt x="3886014" y="1248826"/>
                  </a:lnTo>
                  <a:lnTo>
                    <a:pt x="3886682" y="1229356"/>
                  </a:lnTo>
                  <a:lnTo>
                    <a:pt x="3887350" y="1284983"/>
                  </a:lnTo>
                  <a:lnTo>
                    <a:pt x="3888018" y="1335048"/>
                  </a:lnTo>
                  <a:lnTo>
                    <a:pt x="3888686" y="1298890"/>
                  </a:lnTo>
                  <a:lnTo>
                    <a:pt x="3889354" y="1251607"/>
                  </a:lnTo>
                  <a:lnTo>
                    <a:pt x="3890022" y="1223794"/>
                  </a:lnTo>
                  <a:lnTo>
                    <a:pt x="3890690" y="1223794"/>
                  </a:lnTo>
                  <a:lnTo>
                    <a:pt x="3891358" y="1162604"/>
                  </a:lnTo>
                  <a:lnTo>
                    <a:pt x="3892026" y="1104195"/>
                  </a:lnTo>
                  <a:lnTo>
                    <a:pt x="3892694" y="1056912"/>
                  </a:lnTo>
                  <a:lnTo>
                    <a:pt x="3893362" y="1095851"/>
                  </a:lnTo>
                  <a:lnTo>
                    <a:pt x="3894030" y="1062475"/>
                  </a:lnTo>
                  <a:lnTo>
                    <a:pt x="3894698" y="1112540"/>
                  </a:lnTo>
                  <a:lnTo>
                    <a:pt x="3895366" y="1101414"/>
                  </a:lnTo>
                  <a:lnTo>
                    <a:pt x="3896034" y="1017974"/>
                  </a:lnTo>
                  <a:lnTo>
                    <a:pt x="3896702" y="1051350"/>
                  </a:lnTo>
                  <a:lnTo>
                    <a:pt x="3897370" y="1056912"/>
                  </a:lnTo>
                  <a:lnTo>
                    <a:pt x="3898039" y="1056912"/>
                  </a:lnTo>
                  <a:lnTo>
                    <a:pt x="3898707" y="1056912"/>
                  </a:lnTo>
                  <a:lnTo>
                    <a:pt x="3899375" y="1056912"/>
                  </a:lnTo>
                  <a:lnTo>
                    <a:pt x="3900043" y="1056912"/>
                  </a:lnTo>
                  <a:lnTo>
                    <a:pt x="3900711" y="1056912"/>
                  </a:lnTo>
                  <a:lnTo>
                    <a:pt x="3901379" y="1065256"/>
                  </a:lnTo>
                  <a:lnTo>
                    <a:pt x="3902047" y="1140353"/>
                  </a:lnTo>
                  <a:lnTo>
                    <a:pt x="3902715" y="1195980"/>
                  </a:lnTo>
                  <a:lnTo>
                    <a:pt x="3903383" y="1223794"/>
                  </a:lnTo>
                  <a:lnTo>
                    <a:pt x="3904051" y="1223794"/>
                  </a:lnTo>
                  <a:lnTo>
                    <a:pt x="3904719" y="1223794"/>
                  </a:lnTo>
                  <a:lnTo>
                    <a:pt x="3905387" y="1257170"/>
                  </a:lnTo>
                  <a:lnTo>
                    <a:pt x="3906055" y="1304453"/>
                  </a:lnTo>
                  <a:lnTo>
                    <a:pt x="3906723" y="1335048"/>
                  </a:lnTo>
                  <a:lnTo>
                    <a:pt x="3907391" y="1318359"/>
                  </a:lnTo>
                  <a:lnTo>
                    <a:pt x="3908059" y="1335048"/>
                  </a:lnTo>
                  <a:lnTo>
                    <a:pt x="3908727" y="1396237"/>
                  </a:lnTo>
                  <a:lnTo>
                    <a:pt x="3909395" y="1446302"/>
                  </a:lnTo>
                  <a:lnTo>
                    <a:pt x="3910063" y="1451864"/>
                  </a:lnTo>
                  <a:lnTo>
                    <a:pt x="3910731" y="1501929"/>
                  </a:lnTo>
                  <a:lnTo>
                    <a:pt x="3911399" y="1460208"/>
                  </a:lnTo>
                  <a:lnTo>
                    <a:pt x="3912067" y="1454646"/>
                  </a:lnTo>
                  <a:lnTo>
                    <a:pt x="3912735" y="1538086"/>
                  </a:lnTo>
                  <a:lnTo>
                    <a:pt x="3913403" y="1557556"/>
                  </a:lnTo>
                  <a:lnTo>
                    <a:pt x="3914071" y="1557556"/>
                  </a:lnTo>
                  <a:lnTo>
                    <a:pt x="3914739" y="1557556"/>
                  </a:lnTo>
                  <a:lnTo>
                    <a:pt x="3915407" y="1557556"/>
                  </a:lnTo>
                  <a:lnTo>
                    <a:pt x="3916075" y="1557556"/>
                  </a:lnTo>
                  <a:lnTo>
                    <a:pt x="3916743" y="1557556"/>
                  </a:lnTo>
                  <a:lnTo>
                    <a:pt x="3917411" y="1557556"/>
                  </a:lnTo>
                  <a:lnTo>
                    <a:pt x="3918079" y="1535305"/>
                  </a:lnTo>
                  <a:lnTo>
                    <a:pt x="3918747" y="1501929"/>
                  </a:lnTo>
                  <a:lnTo>
                    <a:pt x="3919415" y="1501929"/>
                  </a:lnTo>
                  <a:lnTo>
                    <a:pt x="3920083" y="1485240"/>
                  </a:lnTo>
                  <a:lnTo>
                    <a:pt x="3920751" y="1407363"/>
                  </a:lnTo>
                  <a:lnTo>
                    <a:pt x="3921419" y="1332266"/>
                  </a:lnTo>
                  <a:lnTo>
                    <a:pt x="3922088" y="1279421"/>
                  </a:lnTo>
                  <a:lnTo>
                    <a:pt x="3922756" y="1279421"/>
                  </a:lnTo>
                  <a:lnTo>
                    <a:pt x="3923424" y="1279421"/>
                  </a:lnTo>
                  <a:lnTo>
                    <a:pt x="3924092" y="1293327"/>
                  </a:lnTo>
                  <a:lnTo>
                    <a:pt x="3924760" y="1335048"/>
                  </a:lnTo>
                  <a:lnTo>
                    <a:pt x="3925428" y="1335048"/>
                  </a:lnTo>
                  <a:lnTo>
                    <a:pt x="3926096" y="1335048"/>
                  </a:lnTo>
                  <a:lnTo>
                    <a:pt x="3926764" y="1290546"/>
                  </a:lnTo>
                  <a:lnTo>
                    <a:pt x="3927432" y="1279421"/>
                  </a:lnTo>
                  <a:lnTo>
                    <a:pt x="3928100" y="1318360"/>
                  </a:lnTo>
                  <a:lnTo>
                    <a:pt x="3928768" y="1335048"/>
                  </a:lnTo>
                  <a:lnTo>
                    <a:pt x="3929436" y="1335048"/>
                  </a:lnTo>
                  <a:lnTo>
                    <a:pt x="3930104" y="1335048"/>
                  </a:lnTo>
                  <a:lnTo>
                    <a:pt x="3930772" y="1335048"/>
                  </a:lnTo>
                  <a:lnTo>
                    <a:pt x="3931440" y="1335048"/>
                  </a:lnTo>
                  <a:lnTo>
                    <a:pt x="3932108" y="1335048"/>
                  </a:lnTo>
                  <a:lnTo>
                    <a:pt x="3932776" y="1335048"/>
                  </a:lnTo>
                  <a:lnTo>
                    <a:pt x="3933444" y="1335048"/>
                  </a:lnTo>
                  <a:lnTo>
                    <a:pt x="3934112" y="1287765"/>
                  </a:lnTo>
                  <a:lnTo>
                    <a:pt x="3934780" y="1298890"/>
                  </a:lnTo>
                  <a:lnTo>
                    <a:pt x="3935448" y="1335048"/>
                  </a:lnTo>
                  <a:lnTo>
                    <a:pt x="3936116" y="1335048"/>
                  </a:lnTo>
                  <a:lnTo>
                    <a:pt x="3936784" y="1348954"/>
                  </a:lnTo>
                  <a:lnTo>
                    <a:pt x="3937452" y="1426832"/>
                  </a:lnTo>
                  <a:lnTo>
                    <a:pt x="3938120" y="1457427"/>
                  </a:lnTo>
                  <a:lnTo>
                    <a:pt x="3938788" y="1501929"/>
                  </a:lnTo>
                  <a:lnTo>
                    <a:pt x="3939456" y="1501929"/>
                  </a:lnTo>
                  <a:lnTo>
                    <a:pt x="3940124" y="1501929"/>
                  </a:lnTo>
                  <a:lnTo>
                    <a:pt x="3940792" y="1501929"/>
                  </a:lnTo>
                  <a:lnTo>
                    <a:pt x="3941460" y="1501929"/>
                  </a:lnTo>
                  <a:lnTo>
                    <a:pt x="3942128" y="1501929"/>
                  </a:lnTo>
                  <a:lnTo>
                    <a:pt x="3942796" y="1482459"/>
                  </a:lnTo>
                  <a:lnTo>
                    <a:pt x="3943464" y="1488022"/>
                  </a:lnTo>
                  <a:lnTo>
                    <a:pt x="3944132" y="1501929"/>
                  </a:lnTo>
                  <a:lnTo>
                    <a:pt x="3944800" y="1501929"/>
                  </a:lnTo>
                  <a:lnTo>
                    <a:pt x="3945468" y="1501929"/>
                  </a:lnTo>
                  <a:lnTo>
                    <a:pt x="3946136" y="1501929"/>
                  </a:lnTo>
                  <a:lnTo>
                    <a:pt x="3946805" y="1501929"/>
                  </a:lnTo>
                  <a:lnTo>
                    <a:pt x="3947473" y="1501929"/>
                  </a:lnTo>
                  <a:lnTo>
                    <a:pt x="3948141" y="1501929"/>
                  </a:lnTo>
                  <a:lnTo>
                    <a:pt x="3948809" y="1501929"/>
                  </a:lnTo>
                  <a:lnTo>
                    <a:pt x="3949477" y="1501929"/>
                  </a:lnTo>
                  <a:lnTo>
                    <a:pt x="3950145" y="1501929"/>
                  </a:lnTo>
                  <a:lnTo>
                    <a:pt x="3950813" y="1546430"/>
                  </a:lnTo>
                  <a:lnTo>
                    <a:pt x="3951481" y="1557556"/>
                  </a:lnTo>
                  <a:lnTo>
                    <a:pt x="3952149" y="1557556"/>
                  </a:lnTo>
                  <a:lnTo>
                    <a:pt x="3952817" y="1557556"/>
                  </a:lnTo>
                  <a:lnTo>
                    <a:pt x="3953485" y="1543649"/>
                  </a:lnTo>
                  <a:lnTo>
                    <a:pt x="3954153" y="1501929"/>
                  </a:lnTo>
                  <a:lnTo>
                    <a:pt x="3954821" y="1540867"/>
                  </a:lnTo>
                  <a:lnTo>
                    <a:pt x="3955489" y="1557556"/>
                  </a:lnTo>
                  <a:lnTo>
                    <a:pt x="3956157" y="1557556"/>
                  </a:lnTo>
                  <a:lnTo>
                    <a:pt x="3956825" y="1557556"/>
                  </a:lnTo>
                  <a:lnTo>
                    <a:pt x="3957493" y="1557556"/>
                  </a:lnTo>
                  <a:lnTo>
                    <a:pt x="3958161" y="1557556"/>
                  </a:lnTo>
                  <a:lnTo>
                    <a:pt x="3958829" y="1538086"/>
                  </a:lnTo>
                  <a:lnTo>
                    <a:pt x="3959497" y="1518617"/>
                  </a:lnTo>
                  <a:lnTo>
                    <a:pt x="3960165" y="1551993"/>
                  </a:lnTo>
                  <a:lnTo>
                    <a:pt x="3960833" y="1501929"/>
                  </a:lnTo>
                  <a:lnTo>
                    <a:pt x="3961501" y="1501929"/>
                  </a:lnTo>
                  <a:lnTo>
                    <a:pt x="3962169" y="1501929"/>
                  </a:lnTo>
                  <a:lnTo>
                    <a:pt x="3962837" y="1493585"/>
                  </a:lnTo>
                  <a:lnTo>
                    <a:pt x="3963505" y="1446302"/>
                  </a:lnTo>
                  <a:lnTo>
                    <a:pt x="3964173" y="1446302"/>
                  </a:lnTo>
                  <a:lnTo>
                    <a:pt x="3964841" y="1354517"/>
                  </a:lnTo>
                  <a:lnTo>
                    <a:pt x="3965509" y="1335048"/>
                  </a:lnTo>
                  <a:lnTo>
                    <a:pt x="3966177" y="1335048"/>
                  </a:lnTo>
                  <a:lnTo>
                    <a:pt x="3966845" y="1307234"/>
                  </a:lnTo>
                  <a:lnTo>
                    <a:pt x="3967513" y="1279421"/>
                  </a:lnTo>
                  <a:lnTo>
                    <a:pt x="3968181" y="1279421"/>
                  </a:lnTo>
                  <a:lnTo>
                    <a:pt x="3968849" y="1279421"/>
                  </a:lnTo>
                  <a:lnTo>
                    <a:pt x="3969517" y="1279421"/>
                  </a:lnTo>
                  <a:lnTo>
                    <a:pt x="3970185" y="1290546"/>
                  </a:lnTo>
                  <a:lnTo>
                    <a:pt x="3970853" y="1335048"/>
                  </a:lnTo>
                  <a:lnTo>
                    <a:pt x="3971522" y="1304453"/>
                  </a:lnTo>
                  <a:lnTo>
                    <a:pt x="3972190" y="1251607"/>
                  </a:lnTo>
                  <a:lnTo>
                    <a:pt x="3972858" y="1223794"/>
                  </a:lnTo>
                  <a:lnTo>
                    <a:pt x="3973526" y="1223794"/>
                  </a:lnTo>
                  <a:lnTo>
                    <a:pt x="3974194" y="1223794"/>
                  </a:lnTo>
                  <a:lnTo>
                    <a:pt x="3974862" y="1223794"/>
                  </a:lnTo>
                  <a:lnTo>
                    <a:pt x="3975530" y="1240482"/>
                  </a:lnTo>
                  <a:lnTo>
                    <a:pt x="3976198" y="1279421"/>
                  </a:lnTo>
                  <a:lnTo>
                    <a:pt x="3976866" y="1282202"/>
                  </a:lnTo>
                  <a:lnTo>
                    <a:pt x="3977534" y="1335048"/>
                  </a:lnTo>
                  <a:lnTo>
                    <a:pt x="3978202" y="1335048"/>
                  </a:lnTo>
                  <a:lnTo>
                    <a:pt x="3978870" y="1335048"/>
                  </a:lnTo>
                  <a:lnTo>
                    <a:pt x="3979538" y="1340610"/>
                  </a:lnTo>
                  <a:lnTo>
                    <a:pt x="3980206" y="1365642"/>
                  </a:lnTo>
                  <a:lnTo>
                    <a:pt x="3980874" y="1335048"/>
                  </a:lnTo>
                  <a:lnTo>
                    <a:pt x="3981542" y="1357298"/>
                  </a:lnTo>
                  <a:lnTo>
                    <a:pt x="3982210" y="1335048"/>
                  </a:lnTo>
                  <a:lnTo>
                    <a:pt x="3982878" y="1335048"/>
                  </a:lnTo>
                  <a:lnTo>
                    <a:pt x="3983546" y="1360080"/>
                  </a:lnTo>
                  <a:lnTo>
                    <a:pt x="3984214" y="1390675"/>
                  </a:lnTo>
                  <a:lnTo>
                    <a:pt x="3984882" y="1390675"/>
                  </a:lnTo>
                  <a:lnTo>
                    <a:pt x="3985550" y="1390675"/>
                  </a:lnTo>
                  <a:lnTo>
                    <a:pt x="3986218" y="1390675"/>
                  </a:lnTo>
                  <a:lnTo>
                    <a:pt x="3986886" y="1390675"/>
                  </a:lnTo>
                  <a:lnTo>
                    <a:pt x="3987554" y="1390675"/>
                  </a:lnTo>
                  <a:lnTo>
                    <a:pt x="3988222" y="1418488"/>
                  </a:lnTo>
                  <a:lnTo>
                    <a:pt x="3988890" y="1471334"/>
                  </a:lnTo>
                  <a:lnTo>
                    <a:pt x="3989558" y="1501929"/>
                  </a:lnTo>
                  <a:lnTo>
                    <a:pt x="3990226" y="1501929"/>
                  </a:lnTo>
                  <a:lnTo>
                    <a:pt x="3990894" y="1501929"/>
                  </a:lnTo>
                  <a:lnTo>
                    <a:pt x="3991562" y="1501929"/>
                  </a:lnTo>
                  <a:lnTo>
                    <a:pt x="3992230" y="1501929"/>
                  </a:lnTo>
                  <a:lnTo>
                    <a:pt x="3992898" y="1501929"/>
                  </a:lnTo>
                  <a:lnTo>
                    <a:pt x="3993566" y="1462990"/>
                  </a:lnTo>
                  <a:lnTo>
                    <a:pt x="3994234" y="1318359"/>
                  </a:lnTo>
                  <a:lnTo>
                    <a:pt x="3994902" y="1279421"/>
                  </a:lnTo>
                  <a:lnTo>
                    <a:pt x="3995570" y="1279421"/>
                  </a:lnTo>
                  <a:lnTo>
                    <a:pt x="3996239" y="1279421"/>
                  </a:lnTo>
                  <a:lnTo>
                    <a:pt x="3996907" y="1301671"/>
                  </a:lnTo>
                  <a:lnTo>
                    <a:pt x="3997575" y="1284983"/>
                  </a:lnTo>
                  <a:lnTo>
                    <a:pt x="3998243" y="1332266"/>
                  </a:lnTo>
                  <a:lnTo>
                    <a:pt x="3998911" y="1335048"/>
                  </a:lnTo>
                  <a:lnTo>
                    <a:pt x="3999579" y="1335048"/>
                  </a:lnTo>
                  <a:lnTo>
                    <a:pt x="4000247" y="1335048"/>
                  </a:lnTo>
                  <a:lnTo>
                    <a:pt x="4000915" y="1335048"/>
                  </a:lnTo>
                  <a:lnTo>
                    <a:pt x="4001583" y="1298890"/>
                  </a:lnTo>
                  <a:lnTo>
                    <a:pt x="4002251" y="1271077"/>
                  </a:lnTo>
                  <a:lnTo>
                    <a:pt x="4002919" y="1223794"/>
                  </a:lnTo>
                  <a:lnTo>
                    <a:pt x="4003587" y="1223794"/>
                  </a:lnTo>
                  <a:lnTo>
                    <a:pt x="4004255" y="1223794"/>
                  </a:lnTo>
                  <a:lnTo>
                    <a:pt x="4004923" y="1223794"/>
                  </a:lnTo>
                  <a:lnTo>
                    <a:pt x="4005591" y="1223794"/>
                  </a:lnTo>
                  <a:lnTo>
                    <a:pt x="4006259" y="1223794"/>
                  </a:lnTo>
                  <a:lnTo>
                    <a:pt x="4006927" y="1223794"/>
                  </a:lnTo>
                  <a:lnTo>
                    <a:pt x="4007595" y="1223794"/>
                  </a:lnTo>
                  <a:lnTo>
                    <a:pt x="4008263" y="1223794"/>
                  </a:lnTo>
                  <a:lnTo>
                    <a:pt x="4008931" y="1223794"/>
                  </a:lnTo>
                  <a:lnTo>
                    <a:pt x="4009599" y="1223794"/>
                  </a:lnTo>
                  <a:lnTo>
                    <a:pt x="4010267" y="1254388"/>
                  </a:lnTo>
                  <a:lnTo>
                    <a:pt x="4010935" y="1404581"/>
                  </a:lnTo>
                  <a:lnTo>
                    <a:pt x="4011603" y="1373986"/>
                  </a:lnTo>
                  <a:lnTo>
                    <a:pt x="4012271" y="1335048"/>
                  </a:lnTo>
                  <a:lnTo>
                    <a:pt x="4012939" y="1335048"/>
                  </a:lnTo>
                  <a:lnTo>
                    <a:pt x="4013607" y="1335048"/>
                  </a:lnTo>
                  <a:lnTo>
                    <a:pt x="4014275" y="1382330"/>
                  </a:lnTo>
                  <a:lnTo>
                    <a:pt x="4014943" y="1393456"/>
                  </a:lnTo>
                  <a:lnTo>
                    <a:pt x="4015611" y="1446302"/>
                  </a:lnTo>
                  <a:lnTo>
                    <a:pt x="4016279" y="1446302"/>
                  </a:lnTo>
                  <a:lnTo>
                    <a:pt x="4016947" y="1418488"/>
                  </a:lnTo>
                  <a:lnTo>
                    <a:pt x="4017615" y="1382331"/>
                  </a:lnTo>
                  <a:lnTo>
                    <a:pt x="4018283" y="1323922"/>
                  </a:lnTo>
                  <a:lnTo>
                    <a:pt x="4018951" y="1340610"/>
                  </a:lnTo>
                  <a:lnTo>
                    <a:pt x="4019619" y="1390675"/>
                  </a:lnTo>
                  <a:lnTo>
                    <a:pt x="4020288" y="1326704"/>
                  </a:lnTo>
                  <a:lnTo>
                    <a:pt x="4020956" y="1279421"/>
                  </a:lnTo>
                  <a:lnTo>
                    <a:pt x="4021624" y="1234919"/>
                  </a:lnTo>
                  <a:lnTo>
                    <a:pt x="4022292" y="1223794"/>
                  </a:lnTo>
                  <a:lnTo>
                    <a:pt x="4022960" y="1223794"/>
                  </a:lnTo>
                  <a:lnTo>
                    <a:pt x="4023628" y="1173729"/>
                  </a:lnTo>
                  <a:lnTo>
                    <a:pt x="4024296" y="1168166"/>
                  </a:lnTo>
                  <a:lnTo>
                    <a:pt x="4024964" y="1168166"/>
                  </a:lnTo>
                  <a:lnTo>
                    <a:pt x="4025632" y="1126446"/>
                  </a:lnTo>
                  <a:lnTo>
                    <a:pt x="4026300" y="1112540"/>
                  </a:lnTo>
                  <a:lnTo>
                    <a:pt x="4026968" y="1068038"/>
                  </a:lnTo>
                  <a:lnTo>
                    <a:pt x="4027636" y="1056912"/>
                  </a:lnTo>
                  <a:lnTo>
                    <a:pt x="4028304" y="1123665"/>
                  </a:lnTo>
                  <a:lnTo>
                    <a:pt x="4028972" y="1168166"/>
                  </a:lnTo>
                  <a:lnTo>
                    <a:pt x="4029640" y="1168166"/>
                  </a:lnTo>
                  <a:lnTo>
                    <a:pt x="4030308" y="1140353"/>
                  </a:lnTo>
                  <a:lnTo>
                    <a:pt x="4030976" y="1056912"/>
                  </a:lnTo>
                  <a:lnTo>
                    <a:pt x="4031644" y="1056912"/>
                  </a:lnTo>
                  <a:lnTo>
                    <a:pt x="4032312" y="1056912"/>
                  </a:lnTo>
                  <a:lnTo>
                    <a:pt x="4032980" y="1056912"/>
                  </a:lnTo>
                  <a:lnTo>
                    <a:pt x="4033648" y="1081945"/>
                  </a:lnTo>
                  <a:lnTo>
                    <a:pt x="4034316" y="1118102"/>
                  </a:lnTo>
                  <a:lnTo>
                    <a:pt x="4034984" y="1209887"/>
                  </a:lnTo>
                  <a:lnTo>
                    <a:pt x="4035652" y="1223794"/>
                  </a:lnTo>
                  <a:lnTo>
                    <a:pt x="4036320" y="1223794"/>
                  </a:lnTo>
                  <a:lnTo>
                    <a:pt x="4036988" y="1226575"/>
                  </a:lnTo>
                  <a:lnTo>
                    <a:pt x="4037656" y="1279421"/>
                  </a:lnTo>
                  <a:lnTo>
                    <a:pt x="4038324" y="1321141"/>
                  </a:lnTo>
                  <a:lnTo>
                    <a:pt x="4038992" y="1335048"/>
                  </a:lnTo>
                  <a:lnTo>
                    <a:pt x="4039660" y="1335048"/>
                  </a:lnTo>
                  <a:lnTo>
                    <a:pt x="4040328" y="1382330"/>
                  </a:lnTo>
                  <a:lnTo>
                    <a:pt x="4040996" y="1390675"/>
                  </a:lnTo>
                  <a:lnTo>
                    <a:pt x="4041664" y="1390675"/>
                  </a:lnTo>
                  <a:lnTo>
                    <a:pt x="4042332" y="1429613"/>
                  </a:lnTo>
                  <a:lnTo>
                    <a:pt x="4043000" y="1446302"/>
                  </a:lnTo>
                  <a:lnTo>
                    <a:pt x="4043668" y="1488022"/>
                  </a:lnTo>
                  <a:lnTo>
                    <a:pt x="4044336" y="1501929"/>
                  </a:lnTo>
                  <a:lnTo>
                    <a:pt x="4045005" y="1501929"/>
                  </a:lnTo>
                  <a:lnTo>
                    <a:pt x="4045673" y="1501929"/>
                  </a:lnTo>
                  <a:lnTo>
                    <a:pt x="4046341" y="1501929"/>
                  </a:lnTo>
                  <a:lnTo>
                    <a:pt x="4047009" y="1526961"/>
                  </a:lnTo>
                  <a:lnTo>
                    <a:pt x="4047677" y="1610401"/>
                  </a:lnTo>
                  <a:lnTo>
                    <a:pt x="4048345" y="1613183"/>
                  </a:lnTo>
                  <a:lnTo>
                    <a:pt x="4049013" y="1613183"/>
                  </a:lnTo>
                  <a:lnTo>
                    <a:pt x="4049681" y="1613183"/>
                  </a:lnTo>
                  <a:lnTo>
                    <a:pt x="4050349" y="1557556"/>
                  </a:lnTo>
                  <a:lnTo>
                    <a:pt x="4051017" y="1535305"/>
                  </a:lnTo>
                  <a:lnTo>
                    <a:pt x="4051685" y="1460208"/>
                  </a:lnTo>
                  <a:lnTo>
                    <a:pt x="4052353" y="1446302"/>
                  </a:lnTo>
                  <a:lnTo>
                    <a:pt x="4053021" y="1446302"/>
                  </a:lnTo>
                  <a:lnTo>
                    <a:pt x="4053689" y="1490803"/>
                  </a:lnTo>
                  <a:lnTo>
                    <a:pt x="4054357" y="1446302"/>
                  </a:lnTo>
                  <a:lnTo>
                    <a:pt x="4055025" y="1446302"/>
                  </a:lnTo>
                  <a:lnTo>
                    <a:pt x="4055693" y="1446302"/>
                  </a:lnTo>
                  <a:lnTo>
                    <a:pt x="4056361" y="1446302"/>
                  </a:lnTo>
                  <a:lnTo>
                    <a:pt x="4057029" y="1446302"/>
                  </a:lnTo>
                  <a:lnTo>
                    <a:pt x="4057697" y="1399019"/>
                  </a:lnTo>
                  <a:lnTo>
                    <a:pt x="4058365" y="1390675"/>
                  </a:lnTo>
                  <a:lnTo>
                    <a:pt x="4059033" y="1346173"/>
                  </a:lnTo>
                  <a:lnTo>
                    <a:pt x="4059701" y="1271077"/>
                  </a:lnTo>
                  <a:lnTo>
                    <a:pt x="4060369" y="1223794"/>
                  </a:lnTo>
                  <a:lnTo>
                    <a:pt x="4061037" y="1198761"/>
                  </a:lnTo>
                  <a:lnTo>
                    <a:pt x="4061705" y="1168166"/>
                  </a:lnTo>
                  <a:lnTo>
                    <a:pt x="4062373" y="1115321"/>
                  </a:lnTo>
                  <a:lnTo>
                    <a:pt x="4063041" y="1056912"/>
                  </a:lnTo>
                  <a:lnTo>
                    <a:pt x="4063709" y="1056912"/>
                  </a:lnTo>
                  <a:lnTo>
                    <a:pt x="4064377" y="1056912"/>
                  </a:lnTo>
                  <a:lnTo>
                    <a:pt x="4065045" y="1056912"/>
                  </a:lnTo>
                  <a:lnTo>
                    <a:pt x="4065713" y="1015192"/>
                  </a:lnTo>
                  <a:lnTo>
                    <a:pt x="4066381" y="917845"/>
                  </a:lnTo>
                  <a:lnTo>
                    <a:pt x="4067049" y="895594"/>
                  </a:lnTo>
                  <a:lnTo>
                    <a:pt x="4067717" y="909501"/>
                  </a:lnTo>
                  <a:lnTo>
                    <a:pt x="4068385" y="984598"/>
                  </a:lnTo>
                  <a:lnTo>
                    <a:pt x="4069053" y="1001286"/>
                  </a:lnTo>
                  <a:lnTo>
                    <a:pt x="4069722" y="979035"/>
                  </a:lnTo>
                  <a:lnTo>
                    <a:pt x="4070390" y="951221"/>
                  </a:lnTo>
                  <a:lnTo>
                    <a:pt x="4071058" y="992942"/>
                  </a:lnTo>
                  <a:lnTo>
                    <a:pt x="4071726" y="945659"/>
                  </a:lnTo>
                  <a:lnTo>
                    <a:pt x="4072394" y="937315"/>
                  </a:lnTo>
                  <a:lnTo>
                    <a:pt x="4073062" y="890032"/>
                  </a:lnTo>
                  <a:lnTo>
                    <a:pt x="4073730" y="859437"/>
                  </a:lnTo>
                  <a:lnTo>
                    <a:pt x="4074398" y="878906"/>
                  </a:lnTo>
                  <a:lnTo>
                    <a:pt x="4075066" y="890032"/>
                  </a:lnTo>
                  <a:lnTo>
                    <a:pt x="4075734" y="928971"/>
                  </a:lnTo>
                  <a:lnTo>
                    <a:pt x="4076402" y="1006848"/>
                  </a:lnTo>
                  <a:lnTo>
                    <a:pt x="4077070" y="1056912"/>
                  </a:lnTo>
                  <a:lnTo>
                    <a:pt x="4077738" y="1079163"/>
                  </a:lnTo>
                  <a:lnTo>
                    <a:pt x="4078406" y="1101414"/>
                  </a:lnTo>
                  <a:lnTo>
                    <a:pt x="4079074" y="1104195"/>
                  </a:lnTo>
                  <a:lnTo>
                    <a:pt x="4079742" y="1168166"/>
                  </a:lnTo>
                  <a:lnTo>
                    <a:pt x="4080410" y="1168166"/>
                  </a:lnTo>
                  <a:lnTo>
                    <a:pt x="4081078" y="1168166"/>
                  </a:lnTo>
                  <a:lnTo>
                    <a:pt x="4081746" y="1081945"/>
                  </a:lnTo>
                  <a:lnTo>
                    <a:pt x="4082414" y="1037443"/>
                  </a:lnTo>
                  <a:lnTo>
                    <a:pt x="4083082" y="1137572"/>
                  </a:lnTo>
                  <a:lnTo>
                    <a:pt x="4083750" y="1212668"/>
                  </a:lnTo>
                  <a:lnTo>
                    <a:pt x="4084418" y="1190417"/>
                  </a:lnTo>
                  <a:lnTo>
                    <a:pt x="4085086" y="1120884"/>
                  </a:lnTo>
                  <a:lnTo>
                    <a:pt x="4085754" y="1112540"/>
                  </a:lnTo>
                  <a:lnTo>
                    <a:pt x="4086422" y="1132009"/>
                  </a:lnTo>
                  <a:lnTo>
                    <a:pt x="4087090" y="1168166"/>
                  </a:lnTo>
                  <a:lnTo>
                    <a:pt x="4087758" y="1173729"/>
                  </a:lnTo>
                  <a:lnTo>
                    <a:pt x="4088426" y="1190417"/>
                  </a:lnTo>
                  <a:lnTo>
                    <a:pt x="4089094" y="1162604"/>
                  </a:lnTo>
                  <a:lnTo>
                    <a:pt x="4089762" y="1168166"/>
                  </a:lnTo>
                  <a:lnTo>
                    <a:pt x="4090430" y="1195980"/>
                  </a:lnTo>
                  <a:lnTo>
                    <a:pt x="4091098" y="1223794"/>
                  </a:lnTo>
                  <a:lnTo>
                    <a:pt x="4091766" y="1223794"/>
                  </a:lnTo>
                  <a:lnTo>
                    <a:pt x="4092434" y="1223794"/>
                  </a:lnTo>
                  <a:lnTo>
                    <a:pt x="4093102" y="1223794"/>
                  </a:lnTo>
                  <a:lnTo>
                    <a:pt x="4093770" y="1223794"/>
                  </a:lnTo>
                  <a:lnTo>
                    <a:pt x="4094439" y="1223794"/>
                  </a:lnTo>
                  <a:lnTo>
                    <a:pt x="4095107" y="1232138"/>
                  </a:lnTo>
                  <a:lnTo>
                    <a:pt x="4095775" y="1279421"/>
                  </a:lnTo>
                  <a:lnTo>
                    <a:pt x="4096443" y="1229356"/>
                  </a:lnTo>
                  <a:lnTo>
                    <a:pt x="4097111" y="1223794"/>
                  </a:lnTo>
                  <a:lnTo>
                    <a:pt x="4097779" y="1223794"/>
                  </a:lnTo>
                  <a:lnTo>
                    <a:pt x="4098447" y="1301671"/>
                  </a:lnTo>
                  <a:lnTo>
                    <a:pt x="4099115" y="1390675"/>
                  </a:lnTo>
                  <a:lnTo>
                    <a:pt x="4099783" y="1390675"/>
                  </a:lnTo>
                  <a:lnTo>
                    <a:pt x="4100451" y="1390675"/>
                  </a:lnTo>
                  <a:lnTo>
                    <a:pt x="4101119" y="1421269"/>
                  </a:lnTo>
                  <a:lnTo>
                    <a:pt x="4101787" y="1490803"/>
                  </a:lnTo>
                  <a:lnTo>
                    <a:pt x="4102455" y="1454646"/>
                  </a:lnTo>
                  <a:lnTo>
                    <a:pt x="4103123" y="1446302"/>
                  </a:lnTo>
                  <a:lnTo>
                    <a:pt x="4103791" y="1446302"/>
                  </a:lnTo>
                  <a:lnTo>
                    <a:pt x="4104459" y="1446302"/>
                  </a:lnTo>
                  <a:lnTo>
                    <a:pt x="4105127" y="1476896"/>
                  </a:lnTo>
                  <a:lnTo>
                    <a:pt x="4105795" y="1510273"/>
                  </a:lnTo>
                  <a:lnTo>
                    <a:pt x="4106463" y="1557556"/>
                  </a:lnTo>
                  <a:lnTo>
                    <a:pt x="4107131" y="1557556"/>
                  </a:lnTo>
                  <a:lnTo>
                    <a:pt x="4107799" y="1557556"/>
                  </a:lnTo>
                  <a:lnTo>
                    <a:pt x="4108467" y="1557556"/>
                  </a:lnTo>
                  <a:lnTo>
                    <a:pt x="4109135" y="1507491"/>
                  </a:lnTo>
                  <a:lnTo>
                    <a:pt x="4109803" y="1501929"/>
                  </a:lnTo>
                  <a:lnTo>
                    <a:pt x="4110471" y="1501929"/>
                  </a:lnTo>
                  <a:lnTo>
                    <a:pt x="4111139" y="1415707"/>
                  </a:lnTo>
                  <a:lnTo>
                    <a:pt x="4111807" y="1346173"/>
                  </a:lnTo>
                  <a:lnTo>
                    <a:pt x="4112475" y="1335048"/>
                  </a:lnTo>
                  <a:lnTo>
                    <a:pt x="4113143" y="1354517"/>
                  </a:lnTo>
                  <a:lnTo>
                    <a:pt x="4113811" y="1335048"/>
                  </a:lnTo>
                  <a:lnTo>
                    <a:pt x="4114479" y="1310015"/>
                  </a:lnTo>
                  <a:lnTo>
                    <a:pt x="4115147" y="1251607"/>
                  </a:lnTo>
                  <a:lnTo>
                    <a:pt x="4115815" y="1223794"/>
                  </a:lnTo>
                  <a:lnTo>
                    <a:pt x="4116483" y="1223794"/>
                  </a:lnTo>
                  <a:lnTo>
                    <a:pt x="4117151" y="1223794"/>
                  </a:lnTo>
                  <a:lnTo>
                    <a:pt x="4117819" y="1195980"/>
                  </a:lnTo>
                  <a:lnTo>
                    <a:pt x="4118488" y="1168166"/>
                  </a:lnTo>
                  <a:lnTo>
                    <a:pt x="4119156" y="1209887"/>
                  </a:lnTo>
                  <a:lnTo>
                    <a:pt x="4119824" y="1168166"/>
                  </a:lnTo>
                  <a:lnTo>
                    <a:pt x="4120492" y="1168166"/>
                  </a:lnTo>
                  <a:lnTo>
                    <a:pt x="4121160" y="1168166"/>
                  </a:lnTo>
                  <a:lnTo>
                    <a:pt x="4121828" y="1154260"/>
                  </a:lnTo>
                  <a:lnTo>
                    <a:pt x="4122496" y="1112540"/>
                  </a:lnTo>
                  <a:lnTo>
                    <a:pt x="4123164" y="1104195"/>
                  </a:lnTo>
                  <a:lnTo>
                    <a:pt x="4123832" y="1056912"/>
                  </a:lnTo>
                  <a:lnTo>
                    <a:pt x="4124500" y="1056912"/>
                  </a:lnTo>
                  <a:lnTo>
                    <a:pt x="4125168" y="1056912"/>
                  </a:lnTo>
                  <a:lnTo>
                    <a:pt x="4125836" y="1104195"/>
                  </a:lnTo>
                  <a:lnTo>
                    <a:pt x="4126504" y="1112540"/>
                  </a:lnTo>
                  <a:lnTo>
                    <a:pt x="4127172" y="1112540"/>
                  </a:lnTo>
                  <a:lnTo>
                    <a:pt x="4127840" y="1193199"/>
                  </a:lnTo>
                  <a:lnTo>
                    <a:pt x="4128508" y="1221012"/>
                  </a:lnTo>
                  <a:lnTo>
                    <a:pt x="4129176" y="1223794"/>
                  </a:lnTo>
                  <a:lnTo>
                    <a:pt x="4129844" y="1248826"/>
                  </a:lnTo>
                  <a:lnTo>
                    <a:pt x="4130512" y="1265514"/>
                  </a:lnTo>
                  <a:lnTo>
                    <a:pt x="4131180" y="1246044"/>
                  </a:lnTo>
                  <a:lnTo>
                    <a:pt x="4131848" y="1304453"/>
                  </a:lnTo>
                  <a:lnTo>
                    <a:pt x="4132516" y="1335048"/>
                  </a:lnTo>
                  <a:lnTo>
                    <a:pt x="4133184" y="1335048"/>
                  </a:lnTo>
                  <a:lnTo>
                    <a:pt x="4133852" y="1284983"/>
                  </a:lnTo>
                  <a:lnTo>
                    <a:pt x="4134520" y="1304453"/>
                  </a:lnTo>
                  <a:lnTo>
                    <a:pt x="4135188" y="1335048"/>
                  </a:lnTo>
                  <a:lnTo>
                    <a:pt x="4135856" y="1335048"/>
                  </a:lnTo>
                  <a:lnTo>
                    <a:pt x="4136524" y="1346173"/>
                  </a:lnTo>
                  <a:lnTo>
                    <a:pt x="4137192" y="1335048"/>
                  </a:lnTo>
                  <a:lnTo>
                    <a:pt x="4137860" y="1335048"/>
                  </a:lnTo>
                  <a:lnTo>
                    <a:pt x="4138528" y="1346173"/>
                  </a:lnTo>
                  <a:lnTo>
                    <a:pt x="4139196" y="1376768"/>
                  </a:lnTo>
                  <a:lnTo>
                    <a:pt x="4139864" y="1329485"/>
                  </a:lnTo>
                  <a:lnTo>
                    <a:pt x="4140532" y="1335048"/>
                  </a:lnTo>
                  <a:lnTo>
                    <a:pt x="4141200" y="1335048"/>
                  </a:lnTo>
                  <a:lnTo>
                    <a:pt x="4141868" y="1307234"/>
                  </a:lnTo>
                  <a:lnTo>
                    <a:pt x="4142536" y="1279421"/>
                  </a:lnTo>
                  <a:lnTo>
                    <a:pt x="4143205" y="1279421"/>
                  </a:lnTo>
                  <a:lnTo>
                    <a:pt x="4143873" y="1279421"/>
                  </a:lnTo>
                  <a:lnTo>
                    <a:pt x="4144541" y="1279421"/>
                  </a:lnTo>
                  <a:lnTo>
                    <a:pt x="4145209" y="1321141"/>
                  </a:lnTo>
                  <a:lnTo>
                    <a:pt x="4145877" y="1335048"/>
                  </a:lnTo>
                  <a:lnTo>
                    <a:pt x="4146545" y="1335048"/>
                  </a:lnTo>
                  <a:lnTo>
                    <a:pt x="4147213" y="1293327"/>
                  </a:lnTo>
                  <a:lnTo>
                    <a:pt x="4147881" y="1335048"/>
                  </a:lnTo>
                  <a:lnTo>
                    <a:pt x="4148549" y="1301671"/>
                  </a:lnTo>
                  <a:lnTo>
                    <a:pt x="4149217" y="1237700"/>
                  </a:lnTo>
                  <a:lnTo>
                    <a:pt x="4149885" y="1223794"/>
                  </a:lnTo>
                  <a:lnTo>
                    <a:pt x="4150553" y="1271077"/>
                  </a:lnTo>
                  <a:lnTo>
                    <a:pt x="4151221" y="1246044"/>
                  </a:lnTo>
                  <a:lnTo>
                    <a:pt x="4151889" y="1223794"/>
                  </a:lnTo>
                  <a:lnTo>
                    <a:pt x="4152557" y="1223794"/>
                  </a:lnTo>
                  <a:lnTo>
                    <a:pt x="4153225" y="1265514"/>
                  </a:lnTo>
                  <a:lnTo>
                    <a:pt x="4153893" y="1279421"/>
                  </a:lnTo>
                  <a:lnTo>
                    <a:pt x="4154561" y="1279421"/>
                  </a:lnTo>
                  <a:lnTo>
                    <a:pt x="4155229" y="1279421"/>
                  </a:lnTo>
                  <a:lnTo>
                    <a:pt x="4155897" y="1290546"/>
                  </a:lnTo>
                  <a:lnTo>
                    <a:pt x="4156565" y="1343392"/>
                  </a:lnTo>
                  <a:lnTo>
                    <a:pt x="4157233" y="1390675"/>
                  </a:lnTo>
                  <a:lnTo>
                    <a:pt x="4157901" y="1390675"/>
                  </a:lnTo>
                  <a:lnTo>
                    <a:pt x="4158569" y="1415707"/>
                  </a:lnTo>
                  <a:lnTo>
                    <a:pt x="4159237" y="1446302"/>
                  </a:lnTo>
                  <a:lnTo>
                    <a:pt x="4159905" y="1446302"/>
                  </a:lnTo>
                  <a:lnTo>
                    <a:pt x="4160573" y="1446302"/>
                  </a:lnTo>
                  <a:lnTo>
                    <a:pt x="4161241" y="1446302"/>
                  </a:lnTo>
                  <a:lnTo>
                    <a:pt x="4161909" y="1446302"/>
                  </a:lnTo>
                  <a:lnTo>
                    <a:pt x="4162577" y="1446302"/>
                  </a:lnTo>
                  <a:lnTo>
                    <a:pt x="4163245" y="1446302"/>
                  </a:lnTo>
                  <a:lnTo>
                    <a:pt x="4163913" y="1496366"/>
                  </a:lnTo>
                  <a:lnTo>
                    <a:pt x="4164581" y="1501929"/>
                  </a:lnTo>
                  <a:lnTo>
                    <a:pt x="4165249" y="1532523"/>
                  </a:lnTo>
                  <a:lnTo>
                    <a:pt x="4165917" y="1596494"/>
                  </a:lnTo>
                  <a:lnTo>
                    <a:pt x="4166585" y="1613183"/>
                  </a:lnTo>
                  <a:lnTo>
                    <a:pt x="4167253" y="1613183"/>
                  </a:lnTo>
                  <a:lnTo>
                    <a:pt x="4167922" y="1643777"/>
                  </a:lnTo>
                  <a:lnTo>
                    <a:pt x="4168590" y="1668810"/>
                  </a:lnTo>
                  <a:lnTo>
                    <a:pt x="4168590" y="1668810"/>
                  </a:lnTo>
                  <a:lnTo>
                    <a:pt x="4169258" y="1668810"/>
                  </a:lnTo>
                  <a:lnTo>
                    <a:pt x="4169926" y="1668810"/>
                  </a:lnTo>
                  <a:lnTo>
                    <a:pt x="4170594" y="1668810"/>
                  </a:lnTo>
                  <a:lnTo>
                    <a:pt x="4171262" y="1668810"/>
                  </a:lnTo>
                  <a:lnTo>
                    <a:pt x="4171930" y="1668810"/>
                  </a:lnTo>
                  <a:lnTo>
                    <a:pt x="4172598" y="1668810"/>
                  </a:lnTo>
                  <a:lnTo>
                    <a:pt x="4173266" y="1668810"/>
                  </a:lnTo>
                  <a:lnTo>
                    <a:pt x="4173934" y="1668810"/>
                  </a:lnTo>
                  <a:lnTo>
                    <a:pt x="4174602" y="1668810"/>
                  </a:lnTo>
                  <a:lnTo>
                    <a:pt x="4175270" y="1668810"/>
                  </a:lnTo>
                  <a:lnTo>
                    <a:pt x="4175938" y="1668810"/>
                  </a:lnTo>
                  <a:lnTo>
                    <a:pt x="4176606" y="1668810"/>
                  </a:lnTo>
                  <a:lnTo>
                    <a:pt x="4177274" y="1668810"/>
                  </a:lnTo>
                  <a:lnTo>
                    <a:pt x="4177942" y="1668810"/>
                  </a:lnTo>
                  <a:lnTo>
                    <a:pt x="4178610" y="1668810"/>
                  </a:lnTo>
                  <a:lnTo>
                    <a:pt x="4179278" y="1668810"/>
                  </a:lnTo>
                  <a:lnTo>
                    <a:pt x="4179946" y="1668810"/>
                  </a:lnTo>
                  <a:lnTo>
                    <a:pt x="4180614" y="1668810"/>
                  </a:lnTo>
                  <a:lnTo>
                    <a:pt x="4181282" y="1668810"/>
                  </a:lnTo>
                  <a:lnTo>
                    <a:pt x="4181950" y="1668810"/>
                  </a:lnTo>
                  <a:lnTo>
                    <a:pt x="4182618" y="1668810"/>
                  </a:lnTo>
                  <a:lnTo>
                    <a:pt x="4183286" y="1668810"/>
                  </a:lnTo>
                  <a:lnTo>
                    <a:pt x="4183954" y="1668810"/>
                  </a:lnTo>
                  <a:lnTo>
                    <a:pt x="4184622" y="1668810"/>
                  </a:lnTo>
                  <a:lnTo>
                    <a:pt x="4185290" y="1646559"/>
                  </a:lnTo>
                  <a:lnTo>
                    <a:pt x="4185958" y="1613183"/>
                  </a:lnTo>
                  <a:lnTo>
                    <a:pt x="4186626" y="1613183"/>
                  </a:lnTo>
                  <a:lnTo>
                    <a:pt x="4187294" y="1613183"/>
                  </a:lnTo>
                  <a:lnTo>
                    <a:pt x="4187962" y="1613183"/>
                  </a:lnTo>
                  <a:lnTo>
                    <a:pt x="4188630" y="1582588"/>
                  </a:lnTo>
                  <a:lnTo>
                    <a:pt x="4189298" y="1557556"/>
                  </a:lnTo>
                  <a:lnTo>
                    <a:pt x="4189966" y="1557556"/>
                  </a:lnTo>
                  <a:lnTo>
                    <a:pt x="4190634" y="1513054"/>
                  </a:lnTo>
                  <a:lnTo>
                    <a:pt x="4191302" y="1446302"/>
                  </a:lnTo>
                  <a:lnTo>
                    <a:pt x="4191970" y="1446302"/>
                  </a:lnTo>
                  <a:lnTo>
                    <a:pt x="4192639" y="1446302"/>
                  </a:lnTo>
                  <a:lnTo>
                    <a:pt x="4193307" y="1446302"/>
                  </a:lnTo>
                  <a:lnTo>
                    <a:pt x="4193975" y="1446302"/>
                  </a:lnTo>
                  <a:lnTo>
                    <a:pt x="4194643" y="1446302"/>
                  </a:lnTo>
                  <a:lnTo>
                    <a:pt x="4195311" y="1446302"/>
                  </a:lnTo>
                  <a:lnTo>
                    <a:pt x="4195979" y="1446302"/>
                  </a:lnTo>
                  <a:lnTo>
                    <a:pt x="4196647" y="1446302"/>
                  </a:lnTo>
                  <a:lnTo>
                    <a:pt x="4197315" y="1446302"/>
                  </a:lnTo>
                  <a:lnTo>
                    <a:pt x="4197983" y="1446302"/>
                  </a:lnTo>
                  <a:lnTo>
                    <a:pt x="4198651" y="1446302"/>
                  </a:lnTo>
                  <a:lnTo>
                    <a:pt x="4199319" y="1446302"/>
                  </a:lnTo>
                  <a:lnTo>
                    <a:pt x="4199987" y="1426832"/>
                  </a:lnTo>
                  <a:lnTo>
                    <a:pt x="4200655" y="1390675"/>
                  </a:lnTo>
                  <a:lnTo>
                    <a:pt x="4201323" y="1390675"/>
                  </a:lnTo>
                  <a:lnTo>
                    <a:pt x="4201991" y="1387893"/>
                  </a:lnTo>
                  <a:lnTo>
                    <a:pt x="4202659" y="1390675"/>
                  </a:lnTo>
                  <a:lnTo>
                    <a:pt x="4203327" y="1390675"/>
                  </a:lnTo>
                  <a:lnTo>
                    <a:pt x="4203995" y="1390675"/>
                  </a:lnTo>
                  <a:lnTo>
                    <a:pt x="4204663" y="1390675"/>
                  </a:lnTo>
                  <a:lnTo>
                    <a:pt x="4205331" y="1396237"/>
                  </a:lnTo>
                  <a:lnTo>
                    <a:pt x="4205999" y="1390675"/>
                  </a:lnTo>
                  <a:lnTo>
                    <a:pt x="4206667" y="1390675"/>
                  </a:lnTo>
                  <a:lnTo>
                    <a:pt x="4207335" y="1410144"/>
                  </a:lnTo>
                  <a:lnTo>
                    <a:pt x="4208003" y="1446302"/>
                  </a:lnTo>
                  <a:lnTo>
                    <a:pt x="4208671" y="1446302"/>
                  </a:lnTo>
                  <a:lnTo>
                    <a:pt x="4209339" y="1446302"/>
                  </a:lnTo>
                  <a:lnTo>
                    <a:pt x="4210007" y="1446302"/>
                  </a:lnTo>
                  <a:lnTo>
                    <a:pt x="4210675" y="1393456"/>
                  </a:lnTo>
                  <a:lnTo>
                    <a:pt x="4211343" y="1390675"/>
                  </a:lnTo>
                  <a:lnTo>
                    <a:pt x="4212011" y="1390675"/>
                  </a:lnTo>
                  <a:lnTo>
                    <a:pt x="4212679" y="1390675"/>
                  </a:lnTo>
                  <a:lnTo>
                    <a:pt x="4213347" y="1390675"/>
                  </a:lnTo>
                  <a:lnTo>
                    <a:pt x="4214015" y="1390675"/>
                  </a:lnTo>
                  <a:lnTo>
                    <a:pt x="4214683" y="1390675"/>
                  </a:lnTo>
                  <a:lnTo>
                    <a:pt x="4215351" y="1390675"/>
                  </a:lnTo>
                  <a:lnTo>
                    <a:pt x="4216019" y="1390675"/>
                  </a:lnTo>
                  <a:lnTo>
                    <a:pt x="4216688" y="1390675"/>
                  </a:lnTo>
                  <a:lnTo>
                    <a:pt x="4217356" y="1390675"/>
                  </a:lnTo>
                  <a:lnTo>
                    <a:pt x="4218024" y="1390675"/>
                  </a:lnTo>
                  <a:lnTo>
                    <a:pt x="4218692" y="1393456"/>
                  </a:lnTo>
                  <a:lnTo>
                    <a:pt x="4219360" y="1390675"/>
                  </a:lnTo>
                  <a:lnTo>
                    <a:pt x="4220028" y="1390675"/>
                  </a:lnTo>
                  <a:lnTo>
                    <a:pt x="4220696" y="1390675"/>
                  </a:lnTo>
                  <a:lnTo>
                    <a:pt x="4221364" y="1390675"/>
                  </a:lnTo>
                  <a:lnTo>
                    <a:pt x="4222032" y="1410144"/>
                  </a:lnTo>
                  <a:lnTo>
                    <a:pt x="4222700" y="1401800"/>
                  </a:lnTo>
                  <a:lnTo>
                    <a:pt x="4223368" y="1335048"/>
                  </a:lnTo>
                  <a:lnTo>
                    <a:pt x="4224036" y="1351736"/>
                  </a:lnTo>
                  <a:lnTo>
                    <a:pt x="4224704" y="1390675"/>
                  </a:lnTo>
                  <a:lnTo>
                    <a:pt x="4225372" y="1357298"/>
                  </a:lnTo>
                  <a:lnTo>
                    <a:pt x="4226040" y="1268295"/>
                  </a:lnTo>
                  <a:lnTo>
                    <a:pt x="4226708" y="1223794"/>
                  </a:lnTo>
                  <a:lnTo>
                    <a:pt x="4227376" y="1273858"/>
                  </a:lnTo>
                  <a:lnTo>
                    <a:pt x="4228044" y="1279421"/>
                  </a:lnTo>
                  <a:lnTo>
                    <a:pt x="4228712" y="1279421"/>
                  </a:lnTo>
                  <a:lnTo>
                    <a:pt x="4229380" y="1279421"/>
                  </a:lnTo>
                  <a:lnTo>
                    <a:pt x="4230048" y="1279421"/>
                  </a:lnTo>
                  <a:lnTo>
                    <a:pt x="4230716" y="1279421"/>
                  </a:lnTo>
                  <a:lnTo>
                    <a:pt x="4231384" y="1279421"/>
                  </a:lnTo>
                  <a:lnTo>
                    <a:pt x="4232052" y="1279421"/>
                  </a:lnTo>
                  <a:lnTo>
                    <a:pt x="4232720" y="1279421"/>
                  </a:lnTo>
                  <a:lnTo>
                    <a:pt x="4233388" y="1293327"/>
                  </a:lnTo>
                  <a:lnTo>
                    <a:pt x="4234056" y="1335048"/>
                  </a:lnTo>
                  <a:lnTo>
                    <a:pt x="4234724" y="1335048"/>
                  </a:lnTo>
                  <a:lnTo>
                    <a:pt x="4235392" y="1326704"/>
                  </a:lnTo>
                  <a:lnTo>
                    <a:pt x="4236060" y="1335048"/>
                  </a:lnTo>
                  <a:lnTo>
                    <a:pt x="4236728" y="1335048"/>
                  </a:lnTo>
                  <a:lnTo>
                    <a:pt x="4237396" y="1335048"/>
                  </a:lnTo>
                  <a:lnTo>
                    <a:pt x="4238064" y="1268295"/>
                  </a:lnTo>
                  <a:lnTo>
                    <a:pt x="4238732" y="1223794"/>
                  </a:lnTo>
                  <a:lnTo>
                    <a:pt x="4239400" y="1262732"/>
                  </a:lnTo>
                  <a:lnTo>
                    <a:pt x="4240068" y="1315578"/>
                  </a:lnTo>
                  <a:lnTo>
                    <a:pt x="4240736" y="1279421"/>
                  </a:lnTo>
                  <a:lnTo>
                    <a:pt x="4241405" y="1221012"/>
                  </a:lnTo>
                  <a:lnTo>
                    <a:pt x="4242073" y="1198761"/>
                  </a:lnTo>
                  <a:lnTo>
                    <a:pt x="4242741" y="1243263"/>
                  </a:lnTo>
                  <a:lnTo>
                    <a:pt x="4243409" y="1268295"/>
                  </a:lnTo>
                  <a:lnTo>
                    <a:pt x="4244077" y="1223794"/>
                  </a:lnTo>
                  <a:lnTo>
                    <a:pt x="4244745" y="1207105"/>
                  </a:lnTo>
                  <a:lnTo>
                    <a:pt x="4245413" y="1168166"/>
                  </a:lnTo>
                  <a:lnTo>
                    <a:pt x="4246081" y="1168166"/>
                  </a:lnTo>
                  <a:lnTo>
                    <a:pt x="4246749" y="1115321"/>
                  </a:lnTo>
                  <a:lnTo>
                    <a:pt x="4247417" y="1056912"/>
                  </a:lnTo>
                  <a:lnTo>
                    <a:pt x="4248085" y="1056912"/>
                  </a:lnTo>
                  <a:lnTo>
                    <a:pt x="4248753" y="1056912"/>
                  </a:lnTo>
                  <a:lnTo>
                    <a:pt x="4249421" y="1056912"/>
                  </a:lnTo>
                  <a:lnTo>
                    <a:pt x="4250089" y="1056912"/>
                  </a:lnTo>
                  <a:lnTo>
                    <a:pt x="4250757" y="1056912"/>
                  </a:lnTo>
                  <a:lnTo>
                    <a:pt x="4251425" y="1056912"/>
                  </a:lnTo>
                  <a:lnTo>
                    <a:pt x="4252093" y="1076382"/>
                  </a:lnTo>
                  <a:lnTo>
                    <a:pt x="4252761" y="1112540"/>
                  </a:lnTo>
                  <a:lnTo>
                    <a:pt x="4253429" y="1112540"/>
                  </a:lnTo>
                  <a:lnTo>
                    <a:pt x="4254097" y="1112540"/>
                  </a:lnTo>
                  <a:lnTo>
                    <a:pt x="4254765" y="1173729"/>
                  </a:lnTo>
                  <a:lnTo>
                    <a:pt x="4255433" y="1223794"/>
                  </a:lnTo>
                  <a:lnTo>
                    <a:pt x="4256101" y="1223794"/>
                  </a:lnTo>
                  <a:lnTo>
                    <a:pt x="4256769" y="1240482"/>
                  </a:lnTo>
                  <a:lnTo>
                    <a:pt x="4257437" y="1279421"/>
                  </a:lnTo>
                  <a:lnTo>
                    <a:pt x="4258105" y="1332266"/>
                  </a:lnTo>
                  <a:lnTo>
                    <a:pt x="4258773" y="1390675"/>
                  </a:lnTo>
                  <a:lnTo>
                    <a:pt x="4259441" y="1429613"/>
                  </a:lnTo>
                  <a:lnTo>
                    <a:pt x="4260109" y="1454646"/>
                  </a:lnTo>
                  <a:lnTo>
                    <a:pt x="4260777" y="1501929"/>
                  </a:lnTo>
                  <a:lnTo>
                    <a:pt x="4261445" y="1515835"/>
                  </a:lnTo>
                  <a:lnTo>
                    <a:pt x="4262113" y="1557556"/>
                  </a:lnTo>
                  <a:lnTo>
                    <a:pt x="4262781" y="1557556"/>
                  </a:lnTo>
                  <a:lnTo>
                    <a:pt x="4263449" y="1604839"/>
                  </a:lnTo>
                  <a:lnTo>
                    <a:pt x="4264117" y="1621527"/>
                  </a:lnTo>
                  <a:lnTo>
                    <a:pt x="4264785" y="1613183"/>
                  </a:lnTo>
                  <a:lnTo>
                    <a:pt x="4265453" y="1613183"/>
                  </a:lnTo>
                  <a:lnTo>
                    <a:pt x="4266122" y="1613183"/>
                  </a:lnTo>
                  <a:lnTo>
                    <a:pt x="4266790" y="1574244"/>
                  </a:lnTo>
                  <a:lnTo>
                    <a:pt x="4267458" y="1557556"/>
                  </a:lnTo>
                  <a:lnTo>
                    <a:pt x="4268126" y="1557556"/>
                  </a:lnTo>
                  <a:lnTo>
                    <a:pt x="4268794" y="1557556"/>
                  </a:lnTo>
                  <a:lnTo>
                    <a:pt x="4269462" y="1546430"/>
                  </a:lnTo>
                  <a:lnTo>
                    <a:pt x="4270130" y="1501929"/>
                  </a:lnTo>
                  <a:lnTo>
                    <a:pt x="4270798" y="1457427"/>
                  </a:lnTo>
                  <a:lnTo>
                    <a:pt x="4271466" y="1446302"/>
                  </a:lnTo>
                  <a:lnTo>
                    <a:pt x="4272134" y="1446302"/>
                  </a:lnTo>
                  <a:lnTo>
                    <a:pt x="4272802" y="1446302"/>
                  </a:lnTo>
                  <a:lnTo>
                    <a:pt x="4273470" y="1446302"/>
                  </a:lnTo>
                  <a:lnTo>
                    <a:pt x="4274138" y="1446302"/>
                  </a:lnTo>
                  <a:lnTo>
                    <a:pt x="4274806" y="1404581"/>
                  </a:lnTo>
                  <a:lnTo>
                    <a:pt x="4275474" y="1390675"/>
                  </a:lnTo>
                  <a:lnTo>
                    <a:pt x="4276142" y="1390675"/>
                  </a:lnTo>
                  <a:lnTo>
                    <a:pt x="4276810" y="1315578"/>
                  </a:lnTo>
                  <a:lnTo>
                    <a:pt x="4277478" y="1279421"/>
                  </a:lnTo>
                  <a:lnTo>
                    <a:pt x="4278146" y="1273858"/>
                  </a:lnTo>
                  <a:lnTo>
                    <a:pt x="4278814" y="1165385"/>
                  </a:lnTo>
                  <a:lnTo>
                    <a:pt x="4279482" y="1104195"/>
                  </a:lnTo>
                  <a:lnTo>
                    <a:pt x="4280150" y="1056912"/>
                  </a:lnTo>
                  <a:lnTo>
                    <a:pt x="4280818" y="1101414"/>
                  </a:lnTo>
                  <a:lnTo>
                    <a:pt x="4281486" y="1112540"/>
                  </a:lnTo>
                  <a:lnTo>
                    <a:pt x="4282154" y="1112540"/>
                  </a:lnTo>
                  <a:lnTo>
                    <a:pt x="4282822" y="1023536"/>
                  </a:lnTo>
                  <a:lnTo>
                    <a:pt x="4283490" y="1037443"/>
                  </a:lnTo>
                  <a:lnTo>
                    <a:pt x="4284158" y="1056912"/>
                  </a:lnTo>
                  <a:lnTo>
                    <a:pt x="4284826" y="1056912"/>
                  </a:lnTo>
                  <a:lnTo>
                    <a:pt x="4285494" y="1056912"/>
                  </a:lnTo>
                  <a:lnTo>
                    <a:pt x="4286162" y="1065256"/>
                  </a:lnTo>
                  <a:lnTo>
                    <a:pt x="4286830" y="1112540"/>
                  </a:lnTo>
                  <a:lnTo>
                    <a:pt x="4287498" y="1104195"/>
                  </a:lnTo>
                  <a:lnTo>
                    <a:pt x="4288166" y="1112540"/>
                  </a:lnTo>
                  <a:lnTo>
                    <a:pt x="4288834" y="1009630"/>
                  </a:lnTo>
                  <a:lnTo>
                    <a:pt x="4289502" y="965128"/>
                  </a:lnTo>
                  <a:lnTo>
                    <a:pt x="4290170" y="945659"/>
                  </a:lnTo>
                  <a:lnTo>
                    <a:pt x="4290839" y="945659"/>
                  </a:lnTo>
                  <a:lnTo>
                    <a:pt x="4291507" y="984598"/>
                  </a:lnTo>
                  <a:lnTo>
                    <a:pt x="4292175" y="1001286"/>
                  </a:lnTo>
                  <a:lnTo>
                    <a:pt x="4292843" y="1001286"/>
                  </a:lnTo>
                  <a:lnTo>
                    <a:pt x="4293511" y="1070819"/>
                  </a:lnTo>
                  <a:lnTo>
                    <a:pt x="4294179" y="1112540"/>
                  </a:lnTo>
                  <a:lnTo>
                    <a:pt x="4294847" y="1115321"/>
                  </a:lnTo>
                  <a:lnTo>
                    <a:pt x="4295515" y="1221012"/>
                  </a:lnTo>
                  <a:lnTo>
                    <a:pt x="4296183" y="1207105"/>
                  </a:lnTo>
                  <a:lnTo>
                    <a:pt x="4296851" y="1223794"/>
                  </a:lnTo>
                  <a:lnTo>
                    <a:pt x="4297519" y="1223794"/>
                  </a:lnTo>
                  <a:lnTo>
                    <a:pt x="4298187" y="1223794"/>
                  </a:lnTo>
                  <a:lnTo>
                    <a:pt x="4298855" y="1223794"/>
                  </a:lnTo>
                  <a:lnTo>
                    <a:pt x="4299523" y="1307234"/>
                  </a:lnTo>
                  <a:lnTo>
                    <a:pt x="4300191" y="1335048"/>
                  </a:lnTo>
                  <a:lnTo>
                    <a:pt x="4300859" y="1335048"/>
                  </a:lnTo>
                  <a:lnTo>
                    <a:pt x="4301527" y="1335048"/>
                  </a:lnTo>
                  <a:lnTo>
                    <a:pt x="4302195" y="1335048"/>
                  </a:lnTo>
                  <a:lnTo>
                    <a:pt x="4302863" y="1335048"/>
                  </a:lnTo>
                  <a:lnTo>
                    <a:pt x="4303531" y="1335048"/>
                  </a:lnTo>
                  <a:lnTo>
                    <a:pt x="4304199" y="1382330"/>
                  </a:lnTo>
                  <a:lnTo>
                    <a:pt x="4304867" y="1390675"/>
                  </a:lnTo>
                  <a:lnTo>
                    <a:pt x="4305535" y="1488022"/>
                  </a:lnTo>
                  <a:lnTo>
                    <a:pt x="4306203" y="1535305"/>
                  </a:lnTo>
                  <a:lnTo>
                    <a:pt x="4306871" y="1557556"/>
                  </a:lnTo>
                  <a:lnTo>
                    <a:pt x="4307539" y="1557556"/>
                  </a:lnTo>
                  <a:lnTo>
                    <a:pt x="4308207" y="1557556"/>
                  </a:lnTo>
                  <a:lnTo>
                    <a:pt x="4308875" y="1557556"/>
                  </a:lnTo>
                  <a:lnTo>
                    <a:pt x="4309543" y="1557556"/>
                  </a:lnTo>
                  <a:lnTo>
                    <a:pt x="4310211" y="1557556"/>
                  </a:lnTo>
                  <a:lnTo>
                    <a:pt x="4310879" y="1557556"/>
                  </a:lnTo>
                  <a:lnTo>
                    <a:pt x="4311547" y="1557556"/>
                  </a:lnTo>
                  <a:lnTo>
                    <a:pt x="4312215" y="1557556"/>
                  </a:lnTo>
                  <a:lnTo>
                    <a:pt x="4312883" y="1629871"/>
                  </a:lnTo>
                  <a:lnTo>
                    <a:pt x="4313551" y="1668810"/>
                  </a:lnTo>
                  <a:lnTo>
                    <a:pt x="4313551" y="1668810"/>
                  </a:lnTo>
                  <a:lnTo>
                    <a:pt x="4314219" y="1668810"/>
                  </a:lnTo>
                  <a:lnTo>
                    <a:pt x="4314888" y="1668810"/>
                  </a:lnTo>
                  <a:lnTo>
                    <a:pt x="4315556" y="1668810"/>
                  </a:lnTo>
                  <a:lnTo>
                    <a:pt x="4316224" y="1668810"/>
                  </a:lnTo>
                  <a:lnTo>
                    <a:pt x="4316892" y="1668810"/>
                  </a:lnTo>
                  <a:lnTo>
                    <a:pt x="4317560" y="1668810"/>
                  </a:lnTo>
                  <a:lnTo>
                    <a:pt x="4318228" y="1643777"/>
                  </a:lnTo>
                  <a:lnTo>
                    <a:pt x="4318896" y="1613183"/>
                  </a:lnTo>
                  <a:lnTo>
                    <a:pt x="4319564" y="1613183"/>
                  </a:lnTo>
                  <a:lnTo>
                    <a:pt x="4320232" y="1599276"/>
                  </a:lnTo>
                  <a:lnTo>
                    <a:pt x="4320900" y="1557556"/>
                  </a:lnTo>
                  <a:lnTo>
                    <a:pt x="4321568" y="1557556"/>
                  </a:lnTo>
                  <a:lnTo>
                    <a:pt x="4322236" y="1557556"/>
                  </a:lnTo>
                  <a:lnTo>
                    <a:pt x="4322904" y="1557556"/>
                  </a:lnTo>
                  <a:lnTo>
                    <a:pt x="4323572" y="1510273"/>
                  </a:lnTo>
                  <a:lnTo>
                    <a:pt x="4324240" y="1501929"/>
                  </a:lnTo>
                  <a:lnTo>
                    <a:pt x="4324908" y="1501929"/>
                  </a:lnTo>
                  <a:lnTo>
                    <a:pt x="4325576" y="1501929"/>
                  </a:lnTo>
                  <a:lnTo>
                    <a:pt x="4326244" y="1501929"/>
                  </a:lnTo>
                  <a:lnTo>
                    <a:pt x="4326912" y="1457427"/>
                  </a:lnTo>
                  <a:lnTo>
                    <a:pt x="4327580" y="1446302"/>
                  </a:lnTo>
                  <a:lnTo>
                    <a:pt x="4328248" y="1446302"/>
                  </a:lnTo>
                  <a:lnTo>
                    <a:pt x="4328916" y="1440739"/>
                  </a:lnTo>
                  <a:lnTo>
                    <a:pt x="4329584" y="1390675"/>
                  </a:lnTo>
                  <a:lnTo>
                    <a:pt x="4330252" y="1390675"/>
                  </a:lnTo>
                  <a:lnTo>
                    <a:pt x="4330920" y="1351736"/>
                  </a:lnTo>
                  <a:lnTo>
                    <a:pt x="4331588" y="1335048"/>
                  </a:lnTo>
                  <a:lnTo>
                    <a:pt x="4332256" y="1335048"/>
                  </a:lnTo>
                  <a:lnTo>
                    <a:pt x="4332924" y="1290546"/>
                  </a:lnTo>
                  <a:lnTo>
                    <a:pt x="4333592" y="1223794"/>
                  </a:lnTo>
                  <a:lnTo>
                    <a:pt x="4334260" y="1223794"/>
                  </a:lnTo>
                  <a:lnTo>
                    <a:pt x="4334928" y="1246044"/>
                  </a:lnTo>
                  <a:lnTo>
                    <a:pt x="4335596" y="1279421"/>
                  </a:lnTo>
                  <a:lnTo>
                    <a:pt x="4336264" y="1279421"/>
                  </a:lnTo>
                  <a:lnTo>
                    <a:pt x="4336932" y="1290546"/>
                  </a:lnTo>
                  <a:lnTo>
                    <a:pt x="4337600" y="1335048"/>
                  </a:lnTo>
                  <a:lnTo>
                    <a:pt x="4338268" y="1335048"/>
                  </a:lnTo>
                  <a:lnTo>
                    <a:pt x="4338936" y="1335048"/>
                  </a:lnTo>
                  <a:lnTo>
                    <a:pt x="4339605" y="1335048"/>
                  </a:lnTo>
                  <a:lnTo>
                    <a:pt x="4340273" y="1379549"/>
                  </a:lnTo>
                  <a:lnTo>
                    <a:pt x="4340941" y="1390675"/>
                  </a:lnTo>
                  <a:lnTo>
                    <a:pt x="4341609" y="1390675"/>
                  </a:lnTo>
                  <a:lnTo>
                    <a:pt x="4342277" y="1390675"/>
                  </a:lnTo>
                  <a:lnTo>
                    <a:pt x="4342945" y="1390675"/>
                  </a:lnTo>
                  <a:lnTo>
                    <a:pt x="4343613" y="1399019"/>
                  </a:lnTo>
                  <a:lnTo>
                    <a:pt x="4344281" y="1390675"/>
                  </a:lnTo>
                  <a:lnTo>
                    <a:pt x="4344949" y="1390675"/>
                  </a:lnTo>
                  <a:lnTo>
                    <a:pt x="4345617" y="1337829"/>
                  </a:lnTo>
                  <a:lnTo>
                    <a:pt x="4346285" y="1371205"/>
                  </a:lnTo>
                  <a:lnTo>
                    <a:pt x="4346953" y="1335048"/>
                  </a:lnTo>
                  <a:lnTo>
                    <a:pt x="4347621" y="1329485"/>
                  </a:lnTo>
                  <a:lnTo>
                    <a:pt x="4348289" y="1335048"/>
                  </a:lnTo>
                  <a:lnTo>
                    <a:pt x="4348957" y="1262732"/>
                  </a:lnTo>
                  <a:lnTo>
                    <a:pt x="4349625" y="1218231"/>
                  </a:lnTo>
                  <a:lnTo>
                    <a:pt x="4350293" y="1276639"/>
                  </a:lnTo>
                  <a:lnTo>
                    <a:pt x="4350961" y="1279421"/>
                  </a:lnTo>
                  <a:lnTo>
                    <a:pt x="4351629" y="1279421"/>
                  </a:lnTo>
                  <a:lnTo>
                    <a:pt x="4352297" y="1279421"/>
                  </a:lnTo>
                  <a:lnTo>
                    <a:pt x="4352965" y="1279421"/>
                  </a:lnTo>
                  <a:lnTo>
                    <a:pt x="4353633" y="1279421"/>
                  </a:lnTo>
                  <a:lnTo>
                    <a:pt x="4354301" y="1246044"/>
                  </a:lnTo>
                  <a:lnTo>
                    <a:pt x="4354969" y="1223794"/>
                  </a:lnTo>
                  <a:lnTo>
                    <a:pt x="4355637" y="1223794"/>
                  </a:lnTo>
                  <a:lnTo>
                    <a:pt x="4356305" y="1201543"/>
                  </a:lnTo>
                  <a:lnTo>
                    <a:pt x="4356973" y="1090289"/>
                  </a:lnTo>
                  <a:lnTo>
                    <a:pt x="4357641" y="1056912"/>
                  </a:lnTo>
                  <a:lnTo>
                    <a:pt x="4358309" y="1056912"/>
                  </a:lnTo>
                  <a:lnTo>
                    <a:pt x="4358977" y="1054131"/>
                  </a:lnTo>
                  <a:lnTo>
                    <a:pt x="4359645" y="970691"/>
                  </a:lnTo>
                  <a:lnTo>
                    <a:pt x="4360313" y="976254"/>
                  </a:lnTo>
                  <a:lnTo>
                    <a:pt x="4360981" y="1001286"/>
                  </a:lnTo>
                  <a:lnTo>
                    <a:pt x="4361649" y="1001286"/>
                  </a:lnTo>
                  <a:lnTo>
                    <a:pt x="4362317" y="1054131"/>
                  </a:lnTo>
                  <a:lnTo>
                    <a:pt x="4362985" y="1073601"/>
                  </a:lnTo>
                  <a:lnTo>
                    <a:pt x="4363653" y="1112540"/>
                  </a:lnTo>
                  <a:lnTo>
                    <a:pt x="4364322" y="1151478"/>
                  </a:lnTo>
                  <a:lnTo>
                    <a:pt x="4364990" y="1168166"/>
                  </a:lnTo>
                  <a:lnTo>
                    <a:pt x="4365658" y="1234919"/>
                  </a:lnTo>
                  <a:lnTo>
                    <a:pt x="4366326" y="1323922"/>
                  </a:lnTo>
                  <a:lnTo>
                    <a:pt x="4366994" y="1335048"/>
                  </a:lnTo>
                  <a:lnTo>
                    <a:pt x="4367662" y="1321141"/>
                  </a:lnTo>
                  <a:lnTo>
                    <a:pt x="4368330" y="1279421"/>
                  </a:lnTo>
                  <a:lnTo>
                    <a:pt x="4368998" y="1279421"/>
                  </a:lnTo>
                  <a:lnTo>
                    <a:pt x="4369666" y="1257170"/>
                  </a:lnTo>
                  <a:lnTo>
                    <a:pt x="4370334" y="1184855"/>
                  </a:lnTo>
                  <a:lnTo>
                    <a:pt x="4371002" y="1176511"/>
                  </a:lnTo>
                  <a:lnTo>
                    <a:pt x="4371670" y="1157041"/>
                  </a:lnTo>
                  <a:lnTo>
                    <a:pt x="4372338" y="1112540"/>
                  </a:lnTo>
                  <a:lnTo>
                    <a:pt x="4373006" y="1084726"/>
                  </a:lnTo>
                  <a:lnTo>
                    <a:pt x="4373674" y="1187636"/>
                  </a:lnTo>
                  <a:lnTo>
                    <a:pt x="4374342" y="1223794"/>
                  </a:lnTo>
                  <a:lnTo>
                    <a:pt x="4375010" y="1223794"/>
                  </a:lnTo>
                  <a:lnTo>
                    <a:pt x="4375678" y="1223794"/>
                  </a:lnTo>
                  <a:lnTo>
                    <a:pt x="4376346" y="1307234"/>
                  </a:lnTo>
                  <a:lnTo>
                    <a:pt x="4377014" y="1335048"/>
                  </a:lnTo>
                  <a:lnTo>
                    <a:pt x="4377682" y="1335048"/>
                  </a:lnTo>
                  <a:lnTo>
                    <a:pt x="4378350" y="1335048"/>
                  </a:lnTo>
                  <a:lnTo>
                    <a:pt x="4379018" y="1307234"/>
                  </a:lnTo>
                  <a:lnTo>
                    <a:pt x="4379686" y="1279421"/>
                  </a:lnTo>
                  <a:lnTo>
                    <a:pt x="4380354" y="1279421"/>
                  </a:lnTo>
                  <a:lnTo>
                    <a:pt x="4381022" y="1151478"/>
                  </a:lnTo>
                  <a:lnTo>
                    <a:pt x="4381690" y="1056912"/>
                  </a:lnTo>
                  <a:lnTo>
                    <a:pt x="4382358" y="1056912"/>
                  </a:lnTo>
                  <a:lnTo>
                    <a:pt x="4383026" y="1020755"/>
                  </a:lnTo>
                  <a:lnTo>
                    <a:pt x="4383694" y="1001286"/>
                  </a:lnTo>
                  <a:lnTo>
                    <a:pt x="4384362" y="1012411"/>
                  </a:lnTo>
                  <a:lnTo>
                    <a:pt x="4385030" y="1006848"/>
                  </a:lnTo>
                  <a:lnTo>
                    <a:pt x="4385698" y="890032"/>
                  </a:lnTo>
                  <a:lnTo>
                    <a:pt x="4386366" y="909501"/>
                  </a:lnTo>
                  <a:lnTo>
                    <a:pt x="4387034" y="981816"/>
                  </a:lnTo>
                  <a:lnTo>
                    <a:pt x="4387702" y="1020755"/>
                  </a:lnTo>
                  <a:lnTo>
                    <a:pt x="4388370" y="1045787"/>
                  </a:lnTo>
                  <a:lnTo>
                    <a:pt x="4389039" y="1056912"/>
                  </a:lnTo>
                  <a:lnTo>
                    <a:pt x="4389707" y="1098633"/>
                  </a:lnTo>
                  <a:lnTo>
                    <a:pt x="4390375" y="1112540"/>
                  </a:lnTo>
                  <a:lnTo>
                    <a:pt x="4391043" y="1112540"/>
                  </a:lnTo>
                  <a:lnTo>
                    <a:pt x="4391711" y="1112540"/>
                  </a:lnTo>
                  <a:lnTo>
                    <a:pt x="4392379" y="1112540"/>
                  </a:lnTo>
                  <a:lnTo>
                    <a:pt x="4393047" y="1112540"/>
                  </a:lnTo>
                  <a:lnTo>
                    <a:pt x="4393715" y="1070819"/>
                  </a:lnTo>
                  <a:lnTo>
                    <a:pt x="4394383" y="1056912"/>
                  </a:lnTo>
                  <a:lnTo>
                    <a:pt x="4395051" y="1034662"/>
                  </a:lnTo>
                  <a:lnTo>
                    <a:pt x="4395719" y="1026317"/>
                  </a:lnTo>
                  <a:lnTo>
                    <a:pt x="4396387" y="1056912"/>
                  </a:lnTo>
                  <a:lnTo>
                    <a:pt x="4397055" y="1056912"/>
                  </a:lnTo>
                  <a:lnTo>
                    <a:pt x="4397723" y="1168166"/>
                  </a:lnTo>
                  <a:lnTo>
                    <a:pt x="4398391" y="1223794"/>
                  </a:lnTo>
                  <a:lnTo>
                    <a:pt x="4399059" y="1223794"/>
                  </a:lnTo>
                  <a:lnTo>
                    <a:pt x="4399727" y="1257170"/>
                  </a:lnTo>
                  <a:lnTo>
                    <a:pt x="4400395" y="1279421"/>
                  </a:lnTo>
                  <a:lnTo>
                    <a:pt x="4401063" y="1268295"/>
                  </a:lnTo>
                  <a:lnTo>
                    <a:pt x="4401731" y="1265514"/>
                  </a:lnTo>
                  <a:lnTo>
                    <a:pt x="4402399" y="1390675"/>
                  </a:lnTo>
                  <a:lnTo>
                    <a:pt x="4403067" y="1390675"/>
                  </a:lnTo>
                  <a:lnTo>
                    <a:pt x="4403735" y="1335048"/>
                  </a:lnTo>
                  <a:lnTo>
                    <a:pt x="4404403" y="1335048"/>
                  </a:lnTo>
                  <a:lnTo>
                    <a:pt x="4405071" y="1351736"/>
                  </a:lnTo>
                  <a:lnTo>
                    <a:pt x="4405739" y="1348954"/>
                  </a:lnTo>
                  <a:lnTo>
                    <a:pt x="4406407" y="1329485"/>
                  </a:lnTo>
                  <a:lnTo>
                    <a:pt x="4407075" y="1279421"/>
                  </a:lnTo>
                  <a:lnTo>
                    <a:pt x="4407743" y="1279421"/>
                  </a:lnTo>
                  <a:lnTo>
                    <a:pt x="4408411" y="1273858"/>
                  </a:lnTo>
                  <a:lnTo>
                    <a:pt x="4409079" y="1223794"/>
                  </a:lnTo>
                  <a:lnTo>
                    <a:pt x="4409747" y="1223794"/>
                  </a:lnTo>
                  <a:lnTo>
                    <a:pt x="4410415" y="1262732"/>
                  </a:lnTo>
                  <a:lnTo>
                    <a:pt x="4411083" y="1279421"/>
                  </a:lnTo>
                  <a:lnTo>
                    <a:pt x="4411751" y="1298890"/>
                  </a:lnTo>
                  <a:lnTo>
                    <a:pt x="4412419" y="1335048"/>
                  </a:lnTo>
                  <a:lnTo>
                    <a:pt x="4413088" y="1335048"/>
                  </a:lnTo>
                  <a:lnTo>
                    <a:pt x="4413756" y="1335048"/>
                  </a:lnTo>
                  <a:lnTo>
                    <a:pt x="4414424" y="1337829"/>
                  </a:lnTo>
                  <a:lnTo>
                    <a:pt x="4415092" y="1390675"/>
                  </a:lnTo>
                  <a:lnTo>
                    <a:pt x="4415760" y="1390675"/>
                  </a:lnTo>
                  <a:lnTo>
                    <a:pt x="4416428" y="1390675"/>
                  </a:lnTo>
                  <a:lnTo>
                    <a:pt x="4417096" y="1390675"/>
                  </a:lnTo>
                  <a:lnTo>
                    <a:pt x="4417764" y="1399019"/>
                  </a:lnTo>
                  <a:lnTo>
                    <a:pt x="4418432" y="1446302"/>
                  </a:lnTo>
                  <a:lnTo>
                    <a:pt x="4419100" y="1446302"/>
                  </a:lnTo>
                  <a:lnTo>
                    <a:pt x="4419768" y="1432395"/>
                  </a:lnTo>
                  <a:lnTo>
                    <a:pt x="4420436" y="1443520"/>
                  </a:lnTo>
                  <a:lnTo>
                    <a:pt x="4421104" y="1446302"/>
                  </a:lnTo>
                  <a:lnTo>
                    <a:pt x="4421772" y="1446302"/>
                  </a:lnTo>
                  <a:lnTo>
                    <a:pt x="4422440" y="1485240"/>
                  </a:lnTo>
                  <a:lnTo>
                    <a:pt x="4423108" y="1504710"/>
                  </a:lnTo>
                  <a:lnTo>
                    <a:pt x="4423776" y="1557556"/>
                  </a:lnTo>
                  <a:lnTo>
                    <a:pt x="4424444" y="1557556"/>
                  </a:lnTo>
                  <a:lnTo>
                    <a:pt x="4425112" y="1560337"/>
                  </a:lnTo>
                  <a:lnTo>
                    <a:pt x="4425780" y="1613183"/>
                  </a:lnTo>
                  <a:lnTo>
                    <a:pt x="4426448" y="1613183"/>
                  </a:lnTo>
                  <a:lnTo>
                    <a:pt x="4427116" y="1613183"/>
                  </a:lnTo>
                  <a:lnTo>
                    <a:pt x="4427784" y="1613183"/>
                  </a:lnTo>
                  <a:lnTo>
                    <a:pt x="4428452" y="1613183"/>
                  </a:lnTo>
                  <a:lnTo>
                    <a:pt x="4429120" y="1613183"/>
                  </a:lnTo>
                  <a:lnTo>
                    <a:pt x="4429788" y="1602057"/>
                  </a:lnTo>
                  <a:lnTo>
                    <a:pt x="4430456" y="1557556"/>
                  </a:lnTo>
                  <a:lnTo>
                    <a:pt x="4431124" y="1557556"/>
                  </a:lnTo>
                  <a:lnTo>
                    <a:pt x="4431792" y="1557556"/>
                  </a:lnTo>
                  <a:lnTo>
                    <a:pt x="4432460" y="1557556"/>
                  </a:lnTo>
                  <a:lnTo>
                    <a:pt x="4433128" y="1557556"/>
                  </a:lnTo>
                  <a:lnTo>
                    <a:pt x="4433796" y="1557556"/>
                  </a:lnTo>
                  <a:lnTo>
                    <a:pt x="4434464" y="1507491"/>
                  </a:lnTo>
                  <a:lnTo>
                    <a:pt x="4435132" y="1501929"/>
                  </a:lnTo>
                  <a:lnTo>
                    <a:pt x="4435800" y="1479678"/>
                  </a:lnTo>
                  <a:lnTo>
                    <a:pt x="4436468" y="1457427"/>
                  </a:lnTo>
                  <a:lnTo>
                    <a:pt x="4437136" y="1501929"/>
                  </a:lnTo>
                  <a:lnTo>
                    <a:pt x="4437805" y="1501929"/>
                  </a:lnTo>
                  <a:lnTo>
                    <a:pt x="4438473" y="1446302"/>
                  </a:lnTo>
                  <a:lnTo>
                    <a:pt x="4439141" y="1446302"/>
                  </a:lnTo>
                  <a:lnTo>
                    <a:pt x="4439809" y="1446302"/>
                  </a:lnTo>
                  <a:lnTo>
                    <a:pt x="4440477" y="1446302"/>
                  </a:lnTo>
                  <a:lnTo>
                    <a:pt x="4441145" y="1446302"/>
                  </a:lnTo>
                  <a:lnTo>
                    <a:pt x="4441813" y="1446302"/>
                  </a:lnTo>
                  <a:lnTo>
                    <a:pt x="4442481" y="1446302"/>
                  </a:lnTo>
                  <a:lnTo>
                    <a:pt x="4443149" y="1446302"/>
                  </a:lnTo>
                  <a:lnTo>
                    <a:pt x="4443817" y="1446302"/>
                  </a:lnTo>
                  <a:lnTo>
                    <a:pt x="4444485" y="1421269"/>
                  </a:lnTo>
                  <a:lnTo>
                    <a:pt x="4445153" y="1390675"/>
                  </a:lnTo>
                  <a:lnTo>
                    <a:pt x="4445821" y="1343392"/>
                  </a:lnTo>
                  <a:lnTo>
                    <a:pt x="4446489" y="1343392"/>
                  </a:lnTo>
                  <a:lnTo>
                    <a:pt x="4447157" y="1385112"/>
                  </a:lnTo>
                  <a:lnTo>
                    <a:pt x="4447825" y="1335048"/>
                  </a:lnTo>
                  <a:lnTo>
                    <a:pt x="4448493" y="1335048"/>
                  </a:lnTo>
                  <a:lnTo>
                    <a:pt x="4449161" y="1335048"/>
                  </a:lnTo>
                  <a:lnTo>
                    <a:pt x="4449829" y="1335048"/>
                  </a:lnTo>
                  <a:lnTo>
                    <a:pt x="4450497" y="1335048"/>
                  </a:lnTo>
                  <a:lnTo>
                    <a:pt x="4451165" y="1382330"/>
                  </a:lnTo>
                  <a:lnTo>
                    <a:pt x="4451833" y="1390675"/>
                  </a:lnTo>
                  <a:lnTo>
                    <a:pt x="4452501" y="1410144"/>
                  </a:lnTo>
                  <a:lnTo>
                    <a:pt x="4453169" y="1446302"/>
                  </a:lnTo>
                  <a:lnTo>
                    <a:pt x="4453837" y="1446302"/>
                  </a:lnTo>
                  <a:lnTo>
                    <a:pt x="4454505" y="1446302"/>
                  </a:lnTo>
                  <a:lnTo>
                    <a:pt x="4455173" y="1499147"/>
                  </a:lnTo>
                  <a:lnTo>
                    <a:pt x="4455841" y="1501929"/>
                  </a:lnTo>
                  <a:lnTo>
                    <a:pt x="4456509" y="1493585"/>
                  </a:lnTo>
                  <a:lnTo>
                    <a:pt x="4457177" y="1446302"/>
                  </a:lnTo>
                  <a:lnTo>
                    <a:pt x="4457845" y="1446302"/>
                  </a:lnTo>
                  <a:lnTo>
                    <a:pt x="4458513" y="1446302"/>
                  </a:lnTo>
                  <a:lnTo>
                    <a:pt x="4459181" y="1446302"/>
                  </a:lnTo>
                  <a:lnTo>
                    <a:pt x="4459849" y="1446302"/>
                  </a:lnTo>
                  <a:lnTo>
                    <a:pt x="4460517" y="1446302"/>
                  </a:lnTo>
                  <a:lnTo>
                    <a:pt x="4461185" y="1462990"/>
                  </a:lnTo>
                  <a:lnTo>
                    <a:pt x="4461853" y="1446302"/>
                  </a:lnTo>
                  <a:lnTo>
                    <a:pt x="4462522" y="1490803"/>
                  </a:lnTo>
                  <a:lnTo>
                    <a:pt x="4463190" y="1501929"/>
                  </a:lnTo>
                  <a:lnTo>
                    <a:pt x="4463858" y="1504710"/>
                  </a:lnTo>
                  <a:lnTo>
                    <a:pt x="4464526" y="1557556"/>
                  </a:lnTo>
                  <a:lnTo>
                    <a:pt x="4465194" y="1557556"/>
                  </a:lnTo>
                  <a:lnTo>
                    <a:pt x="4465862" y="1557556"/>
                  </a:lnTo>
                  <a:lnTo>
                    <a:pt x="4466530" y="1557556"/>
                  </a:lnTo>
                  <a:lnTo>
                    <a:pt x="4467198" y="1524179"/>
                  </a:lnTo>
                  <a:lnTo>
                    <a:pt x="4467866" y="1501929"/>
                  </a:lnTo>
                  <a:lnTo>
                    <a:pt x="4468534" y="1373987"/>
                  </a:lnTo>
                  <a:lnTo>
                    <a:pt x="4469202" y="1335048"/>
                  </a:lnTo>
                  <a:lnTo>
                    <a:pt x="4469870" y="1279421"/>
                  </a:lnTo>
                  <a:lnTo>
                    <a:pt x="4470538" y="1273858"/>
                  </a:lnTo>
                  <a:lnTo>
                    <a:pt x="4471206" y="1006848"/>
                  </a:lnTo>
                  <a:lnTo>
                    <a:pt x="4471874" y="890032"/>
                  </a:lnTo>
                  <a:lnTo>
                    <a:pt x="4472542" y="890032"/>
                  </a:lnTo>
                  <a:lnTo>
                    <a:pt x="4473210" y="895594"/>
                  </a:lnTo>
                  <a:lnTo>
                    <a:pt x="4473878" y="945659"/>
                  </a:lnTo>
                  <a:lnTo>
                    <a:pt x="4474546" y="890032"/>
                  </a:lnTo>
                  <a:lnTo>
                    <a:pt x="4475214" y="890032"/>
                  </a:lnTo>
                  <a:lnTo>
                    <a:pt x="4475882" y="890032"/>
                  </a:lnTo>
                  <a:lnTo>
                    <a:pt x="4476550" y="890032"/>
                  </a:lnTo>
                  <a:lnTo>
                    <a:pt x="4477218" y="890032"/>
                  </a:lnTo>
                  <a:lnTo>
                    <a:pt x="4477886" y="892813"/>
                  </a:lnTo>
                  <a:lnTo>
                    <a:pt x="4478554" y="945659"/>
                  </a:lnTo>
                  <a:lnTo>
                    <a:pt x="4479222" y="903938"/>
                  </a:lnTo>
                  <a:lnTo>
                    <a:pt x="4479890" y="806591"/>
                  </a:lnTo>
                  <a:lnTo>
                    <a:pt x="4480558" y="753745"/>
                  </a:lnTo>
                  <a:lnTo>
                    <a:pt x="4481226" y="723150"/>
                  </a:lnTo>
                  <a:lnTo>
                    <a:pt x="4481894" y="723150"/>
                  </a:lnTo>
                  <a:lnTo>
                    <a:pt x="4482562" y="678649"/>
                  </a:lnTo>
                  <a:lnTo>
                    <a:pt x="4483230" y="667523"/>
                  </a:lnTo>
                  <a:lnTo>
                    <a:pt x="4483898" y="698118"/>
                  </a:lnTo>
                  <a:lnTo>
                    <a:pt x="4484566" y="723150"/>
                  </a:lnTo>
                  <a:lnTo>
                    <a:pt x="4485234" y="842749"/>
                  </a:lnTo>
                  <a:lnTo>
                    <a:pt x="4485902" y="890032"/>
                  </a:lnTo>
                  <a:lnTo>
                    <a:pt x="4486570" y="942877"/>
                  </a:lnTo>
                  <a:lnTo>
                    <a:pt x="4487239" y="948440"/>
                  </a:lnTo>
                  <a:lnTo>
                    <a:pt x="4487907" y="1201543"/>
                  </a:lnTo>
                  <a:lnTo>
                    <a:pt x="4488575" y="1335048"/>
                  </a:lnTo>
                  <a:lnTo>
                    <a:pt x="4489243" y="1335048"/>
                  </a:lnTo>
                  <a:lnTo>
                    <a:pt x="4489911" y="1335048"/>
                  </a:lnTo>
                  <a:lnTo>
                    <a:pt x="4490579" y="1323922"/>
                  </a:lnTo>
                  <a:lnTo>
                    <a:pt x="4491247" y="1332266"/>
                  </a:lnTo>
                  <a:lnTo>
                    <a:pt x="4491915" y="1335048"/>
                  </a:lnTo>
                  <a:lnTo>
                    <a:pt x="4492583" y="1335048"/>
                  </a:lnTo>
                  <a:lnTo>
                    <a:pt x="4493251" y="1335048"/>
                  </a:lnTo>
                  <a:lnTo>
                    <a:pt x="4493919" y="1335048"/>
                  </a:lnTo>
                  <a:lnTo>
                    <a:pt x="4494587" y="1335048"/>
                  </a:lnTo>
                  <a:lnTo>
                    <a:pt x="4495255" y="1335048"/>
                  </a:lnTo>
                  <a:lnTo>
                    <a:pt x="4495923" y="1373986"/>
                  </a:lnTo>
                  <a:lnTo>
                    <a:pt x="4496591" y="1468552"/>
                  </a:lnTo>
                  <a:lnTo>
                    <a:pt x="4497259" y="1524179"/>
                  </a:lnTo>
                  <a:lnTo>
                    <a:pt x="4497927" y="1557556"/>
                  </a:lnTo>
                  <a:lnTo>
                    <a:pt x="4498595" y="1557556"/>
                  </a:lnTo>
                  <a:lnTo>
                    <a:pt x="4499263" y="1568681"/>
                  </a:lnTo>
                  <a:lnTo>
                    <a:pt x="4499931" y="1501929"/>
                  </a:lnTo>
                  <a:lnTo>
                    <a:pt x="4500599" y="1501929"/>
                  </a:lnTo>
                  <a:lnTo>
                    <a:pt x="4501267" y="1496366"/>
                  </a:lnTo>
                  <a:lnTo>
                    <a:pt x="4501935" y="1446302"/>
                  </a:lnTo>
                  <a:lnTo>
                    <a:pt x="4502603" y="1446302"/>
                  </a:lnTo>
                  <a:lnTo>
                    <a:pt x="4503271" y="1446302"/>
                  </a:lnTo>
                  <a:lnTo>
                    <a:pt x="4503939" y="1446302"/>
                  </a:lnTo>
                  <a:lnTo>
                    <a:pt x="4504607" y="1446302"/>
                  </a:lnTo>
                  <a:lnTo>
                    <a:pt x="4505275" y="1446302"/>
                  </a:lnTo>
                  <a:lnTo>
                    <a:pt x="4505943" y="1446302"/>
                  </a:lnTo>
                  <a:lnTo>
                    <a:pt x="4506611" y="1446302"/>
                  </a:lnTo>
                  <a:lnTo>
                    <a:pt x="4507279" y="1454646"/>
                  </a:lnTo>
                  <a:lnTo>
                    <a:pt x="4507947" y="1501929"/>
                  </a:lnTo>
                  <a:lnTo>
                    <a:pt x="4508615" y="1501929"/>
                  </a:lnTo>
                  <a:lnTo>
                    <a:pt x="4509283" y="1499147"/>
                  </a:lnTo>
                  <a:lnTo>
                    <a:pt x="4509951" y="1446302"/>
                  </a:lnTo>
                  <a:lnTo>
                    <a:pt x="4510619" y="1446302"/>
                  </a:lnTo>
                  <a:lnTo>
                    <a:pt x="4511288" y="1446302"/>
                  </a:lnTo>
                  <a:lnTo>
                    <a:pt x="4511956" y="1446302"/>
                  </a:lnTo>
                  <a:lnTo>
                    <a:pt x="4512624" y="1446302"/>
                  </a:lnTo>
                  <a:lnTo>
                    <a:pt x="4513292" y="1446302"/>
                  </a:lnTo>
                  <a:lnTo>
                    <a:pt x="4513960" y="1446302"/>
                  </a:lnTo>
                  <a:lnTo>
                    <a:pt x="4514628" y="1446302"/>
                  </a:lnTo>
                  <a:lnTo>
                    <a:pt x="4515296" y="1446302"/>
                  </a:lnTo>
                  <a:lnTo>
                    <a:pt x="4515964" y="1471334"/>
                  </a:lnTo>
                  <a:lnTo>
                    <a:pt x="4516632" y="1557556"/>
                  </a:lnTo>
                  <a:lnTo>
                    <a:pt x="4517300" y="1557556"/>
                  </a:lnTo>
                  <a:lnTo>
                    <a:pt x="4517968" y="1538086"/>
                  </a:lnTo>
                  <a:lnTo>
                    <a:pt x="4518636" y="1557556"/>
                  </a:lnTo>
                  <a:lnTo>
                    <a:pt x="4519304" y="1557556"/>
                  </a:lnTo>
                  <a:lnTo>
                    <a:pt x="4519972" y="1557556"/>
                  </a:lnTo>
                  <a:lnTo>
                    <a:pt x="4520640" y="1557556"/>
                  </a:lnTo>
                  <a:lnTo>
                    <a:pt x="4521308" y="1557556"/>
                  </a:lnTo>
                  <a:lnTo>
                    <a:pt x="4521976" y="1557556"/>
                  </a:lnTo>
                  <a:lnTo>
                    <a:pt x="4522644" y="1538086"/>
                  </a:lnTo>
                  <a:lnTo>
                    <a:pt x="4523312" y="1476896"/>
                  </a:lnTo>
                  <a:lnTo>
                    <a:pt x="4523980" y="1446302"/>
                  </a:lnTo>
                  <a:lnTo>
                    <a:pt x="4524648" y="1437957"/>
                  </a:lnTo>
                  <a:lnTo>
                    <a:pt x="4525316" y="1390675"/>
                  </a:lnTo>
                  <a:lnTo>
                    <a:pt x="4525984" y="1390675"/>
                  </a:lnTo>
                  <a:lnTo>
                    <a:pt x="4526652" y="1446302"/>
                  </a:lnTo>
                  <a:lnTo>
                    <a:pt x="4527320" y="1446302"/>
                  </a:lnTo>
                  <a:lnTo>
                    <a:pt x="4527988" y="1446302"/>
                  </a:lnTo>
                  <a:lnTo>
                    <a:pt x="4528656" y="1446302"/>
                  </a:lnTo>
                  <a:lnTo>
                    <a:pt x="4529324" y="1446302"/>
                  </a:lnTo>
                  <a:lnTo>
                    <a:pt x="4529992" y="1446302"/>
                  </a:lnTo>
                  <a:lnTo>
                    <a:pt x="4530660" y="1437957"/>
                  </a:lnTo>
                  <a:lnTo>
                    <a:pt x="4531328" y="1360080"/>
                  </a:lnTo>
                  <a:lnTo>
                    <a:pt x="4531996" y="1335048"/>
                  </a:lnTo>
                  <a:lnTo>
                    <a:pt x="4532664" y="1307234"/>
                  </a:lnTo>
                  <a:lnTo>
                    <a:pt x="4533332" y="1279421"/>
                  </a:lnTo>
                  <a:lnTo>
                    <a:pt x="4534000" y="1279421"/>
                  </a:lnTo>
                  <a:lnTo>
                    <a:pt x="4534668" y="1298890"/>
                  </a:lnTo>
                  <a:lnTo>
                    <a:pt x="4535336" y="1335048"/>
                  </a:lnTo>
                  <a:lnTo>
                    <a:pt x="4536005" y="1335048"/>
                  </a:lnTo>
                  <a:lnTo>
                    <a:pt x="4536673" y="1335048"/>
                  </a:lnTo>
                  <a:lnTo>
                    <a:pt x="4537341" y="1335048"/>
                  </a:lnTo>
                  <a:lnTo>
                    <a:pt x="4538009" y="1335048"/>
                  </a:lnTo>
                  <a:lnTo>
                    <a:pt x="4538677" y="1335048"/>
                  </a:lnTo>
                  <a:lnTo>
                    <a:pt x="4539345" y="1335048"/>
                  </a:lnTo>
                  <a:lnTo>
                    <a:pt x="4540013" y="1312797"/>
                  </a:lnTo>
                  <a:lnTo>
                    <a:pt x="4540681" y="1335048"/>
                  </a:lnTo>
                  <a:lnTo>
                    <a:pt x="4541349" y="1340610"/>
                  </a:lnTo>
                  <a:lnTo>
                    <a:pt x="4542017" y="1390675"/>
                  </a:lnTo>
                  <a:lnTo>
                    <a:pt x="4542685" y="1390675"/>
                  </a:lnTo>
                  <a:lnTo>
                    <a:pt x="4543353" y="1390675"/>
                  </a:lnTo>
                  <a:lnTo>
                    <a:pt x="4544021" y="1390675"/>
                  </a:lnTo>
                  <a:lnTo>
                    <a:pt x="4544689" y="1390675"/>
                  </a:lnTo>
                  <a:lnTo>
                    <a:pt x="4545357" y="1390675"/>
                  </a:lnTo>
                  <a:lnTo>
                    <a:pt x="4546025" y="1390675"/>
                  </a:lnTo>
                  <a:lnTo>
                    <a:pt x="4546693" y="1376768"/>
                  </a:lnTo>
                  <a:lnTo>
                    <a:pt x="4547361" y="1340610"/>
                  </a:lnTo>
                  <a:lnTo>
                    <a:pt x="4548029" y="1418488"/>
                  </a:lnTo>
                  <a:lnTo>
                    <a:pt x="4548697" y="1446302"/>
                  </a:lnTo>
                  <a:lnTo>
                    <a:pt x="4549365" y="1471334"/>
                  </a:lnTo>
                  <a:lnTo>
                    <a:pt x="4550033" y="1501929"/>
                  </a:lnTo>
                  <a:lnTo>
                    <a:pt x="4550701" y="1462990"/>
                  </a:lnTo>
                  <a:lnTo>
                    <a:pt x="4551369" y="1390675"/>
                  </a:lnTo>
                  <a:lnTo>
                    <a:pt x="4552037" y="1390675"/>
                  </a:lnTo>
                  <a:lnTo>
                    <a:pt x="4552705" y="1390675"/>
                  </a:lnTo>
                  <a:lnTo>
                    <a:pt x="4553373" y="1390675"/>
                  </a:lnTo>
                  <a:lnTo>
                    <a:pt x="4554041" y="1390675"/>
                  </a:lnTo>
                  <a:lnTo>
                    <a:pt x="4554709" y="1390675"/>
                  </a:lnTo>
                  <a:lnTo>
                    <a:pt x="4555377" y="1390675"/>
                  </a:lnTo>
                  <a:lnTo>
                    <a:pt x="4556045" y="1404581"/>
                  </a:lnTo>
                  <a:lnTo>
                    <a:pt x="4556713" y="1488022"/>
                  </a:lnTo>
                  <a:lnTo>
                    <a:pt x="4557381" y="1501929"/>
                  </a:lnTo>
                  <a:lnTo>
                    <a:pt x="4558049" y="1501929"/>
                  </a:lnTo>
                  <a:lnTo>
                    <a:pt x="4558717" y="1501929"/>
                  </a:lnTo>
                  <a:lnTo>
                    <a:pt x="4559385" y="1465771"/>
                  </a:lnTo>
                  <a:lnTo>
                    <a:pt x="4560053" y="1412925"/>
                  </a:lnTo>
                  <a:lnTo>
                    <a:pt x="4560722" y="1390675"/>
                  </a:lnTo>
                  <a:lnTo>
                    <a:pt x="4561390" y="1379549"/>
                  </a:lnTo>
                  <a:lnTo>
                    <a:pt x="4562058" y="1335048"/>
                  </a:lnTo>
                  <a:lnTo>
                    <a:pt x="4562726" y="1335048"/>
                  </a:lnTo>
                  <a:lnTo>
                    <a:pt x="4563394" y="1346173"/>
                  </a:lnTo>
                  <a:lnTo>
                    <a:pt x="4564062" y="1390675"/>
                  </a:lnTo>
                  <a:lnTo>
                    <a:pt x="4564730" y="1385112"/>
                  </a:lnTo>
                  <a:lnTo>
                    <a:pt x="4565398" y="1335048"/>
                  </a:lnTo>
                  <a:lnTo>
                    <a:pt x="4566066" y="1318359"/>
                  </a:lnTo>
                  <a:lnTo>
                    <a:pt x="4566734" y="1223794"/>
                  </a:lnTo>
                  <a:lnTo>
                    <a:pt x="4567402" y="1257170"/>
                  </a:lnTo>
                  <a:lnTo>
                    <a:pt x="4568070" y="1335048"/>
                  </a:lnTo>
                  <a:lnTo>
                    <a:pt x="4568738" y="1335048"/>
                  </a:lnTo>
                  <a:lnTo>
                    <a:pt x="4569406" y="1298890"/>
                  </a:lnTo>
                  <a:lnTo>
                    <a:pt x="4570074" y="1243263"/>
                  </a:lnTo>
                  <a:lnTo>
                    <a:pt x="4570742" y="1223794"/>
                  </a:lnTo>
                  <a:lnTo>
                    <a:pt x="4571410" y="1223794"/>
                  </a:lnTo>
                  <a:lnTo>
                    <a:pt x="4572078" y="1201543"/>
                  </a:lnTo>
                  <a:lnTo>
                    <a:pt x="4572746" y="1168166"/>
                  </a:lnTo>
                  <a:lnTo>
                    <a:pt x="4573414" y="1168166"/>
                  </a:lnTo>
                  <a:lnTo>
                    <a:pt x="4574082" y="1109758"/>
                  </a:lnTo>
                  <a:lnTo>
                    <a:pt x="4574750" y="1056912"/>
                  </a:lnTo>
                  <a:lnTo>
                    <a:pt x="4575418" y="1056912"/>
                  </a:lnTo>
                  <a:lnTo>
                    <a:pt x="4576086" y="1090289"/>
                  </a:lnTo>
                  <a:lnTo>
                    <a:pt x="4576754" y="1143134"/>
                  </a:lnTo>
                  <a:lnTo>
                    <a:pt x="4577422" y="1168166"/>
                  </a:lnTo>
                  <a:lnTo>
                    <a:pt x="4578090" y="1176511"/>
                  </a:lnTo>
                  <a:lnTo>
                    <a:pt x="4578758" y="1223794"/>
                  </a:lnTo>
                  <a:lnTo>
                    <a:pt x="4579426" y="1223794"/>
                  </a:lnTo>
                  <a:lnTo>
                    <a:pt x="4580094" y="1209887"/>
                  </a:lnTo>
                  <a:lnTo>
                    <a:pt x="4580762" y="1168166"/>
                  </a:lnTo>
                  <a:lnTo>
                    <a:pt x="4581430" y="1170948"/>
                  </a:lnTo>
                  <a:lnTo>
                    <a:pt x="4582098" y="1223794"/>
                  </a:lnTo>
                  <a:lnTo>
                    <a:pt x="4582766" y="1237700"/>
                  </a:lnTo>
                  <a:lnTo>
                    <a:pt x="4583434" y="1332266"/>
                  </a:lnTo>
                  <a:lnTo>
                    <a:pt x="4584102" y="1312797"/>
                  </a:lnTo>
                  <a:lnTo>
                    <a:pt x="4584771" y="1279421"/>
                  </a:lnTo>
                  <a:lnTo>
                    <a:pt x="4585439" y="1279421"/>
                  </a:lnTo>
                  <a:lnTo>
                    <a:pt x="4586107" y="1304453"/>
                  </a:lnTo>
                  <a:lnTo>
                    <a:pt x="4586775" y="1312797"/>
                  </a:lnTo>
                  <a:lnTo>
                    <a:pt x="4587443" y="1335048"/>
                  </a:lnTo>
                  <a:lnTo>
                    <a:pt x="4588111" y="1335048"/>
                  </a:lnTo>
                  <a:lnTo>
                    <a:pt x="4588779" y="1354517"/>
                  </a:lnTo>
                  <a:lnTo>
                    <a:pt x="4589447" y="1340610"/>
                  </a:lnTo>
                  <a:lnTo>
                    <a:pt x="4590115" y="1279421"/>
                  </a:lnTo>
                  <a:lnTo>
                    <a:pt x="4590783" y="1287765"/>
                  </a:lnTo>
                  <a:lnTo>
                    <a:pt x="4591451" y="1335048"/>
                  </a:lnTo>
                  <a:lnTo>
                    <a:pt x="4592119" y="1304453"/>
                  </a:lnTo>
                  <a:lnTo>
                    <a:pt x="4592787" y="1279421"/>
                  </a:lnTo>
                  <a:lnTo>
                    <a:pt x="4593455" y="1265514"/>
                  </a:lnTo>
                  <a:lnTo>
                    <a:pt x="4594123" y="1223794"/>
                  </a:lnTo>
                  <a:lnTo>
                    <a:pt x="4594791" y="1223794"/>
                  </a:lnTo>
                  <a:lnTo>
                    <a:pt x="4595459" y="1212668"/>
                  </a:lnTo>
                  <a:lnTo>
                    <a:pt x="4596127" y="1168166"/>
                  </a:lnTo>
                  <a:lnTo>
                    <a:pt x="4596795" y="1140353"/>
                  </a:lnTo>
                  <a:lnTo>
                    <a:pt x="4597463" y="1168166"/>
                  </a:lnTo>
                  <a:lnTo>
                    <a:pt x="4598131" y="1162604"/>
                  </a:lnTo>
                  <a:lnTo>
                    <a:pt x="4598799" y="1112540"/>
                  </a:lnTo>
                  <a:lnTo>
                    <a:pt x="4599467" y="1112540"/>
                  </a:lnTo>
                  <a:lnTo>
                    <a:pt x="4600135" y="1112540"/>
                  </a:lnTo>
                  <a:lnTo>
                    <a:pt x="4600803" y="1132009"/>
                  </a:lnTo>
                  <a:lnTo>
                    <a:pt x="4601471" y="1168166"/>
                  </a:lnTo>
                  <a:lnTo>
                    <a:pt x="4602139" y="1168166"/>
                  </a:lnTo>
                  <a:lnTo>
                    <a:pt x="4602807" y="1173729"/>
                  </a:lnTo>
                  <a:lnTo>
                    <a:pt x="4603475" y="1223794"/>
                  </a:lnTo>
                  <a:lnTo>
                    <a:pt x="4604143" y="1204324"/>
                  </a:lnTo>
                  <a:lnTo>
                    <a:pt x="4604811" y="1137572"/>
                  </a:lnTo>
                  <a:lnTo>
                    <a:pt x="4605479" y="1112540"/>
                  </a:lnTo>
                  <a:lnTo>
                    <a:pt x="4606147" y="1157041"/>
                  </a:lnTo>
                  <a:lnTo>
                    <a:pt x="4606815" y="1218231"/>
                  </a:lnTo>
                  <a:lnTo>
                    <a:pt x="4607483" y="1209887"/>
                  </a:lnTo>
                  <a:lnTo>
                    <a:pt x="4608151" y="1207105"/>
                  </a:lnTo>
                  <a:lnTo>
                    <a:pt x="4608819" y="1145916"/>
                  </a:lnTo>
                  <a:lnTo>
                    <a:pt x="4609488" y="1168166"/>
                  </a:lnTo>
                  <a:lnTo>
                    <a:pt x="4610156" y="1179292"/>
                  </a:lnTo>
                  <a:lnTo>
                    <a:pt x="4610824" y="1223794"/>
                  </a:lnTo>
                  <a:lnTo>
                    <a:pt x="4611492" y="1223794"/>
                  </a:lnTo>
                  <a:lnTo>
                    <a:pt x="4612160" y="1232138"/>
                  </a:lnTo>
                  <a:lnTo>
                    <a:pt x="4612828" y="1279421"/>
                  </a:lnTo>
                  <a:lnTo>
                    <a:pt x="4613496" y="1315578"/>
                  </a:lnTo>
                  <a:lnTo>
                    <a:pt x="4614164" y="1335048"/>
                  </a:lnTo>
                  <a:lnTo>
                    <a:pt x="4614832" y="1337829"/>
                  </a:lnTo>
                  <a:lnTo>
                    <a:pt x="4615500" y="1390675"/>
                  </a:lnTo>
                  <a:lnTo>
                    <a:pt x="4616168" y="1390675"/>
                  </a:lnTo>
                  <a:lnTo>
                    <a:pt x="4616836" y="1390675"/>
                  </a:lnTo>
                  <a:lnTo>
                    <a:pt x="4617504" y="1390675"/>
                  </a:lnTo>
                  <a:lnTo>
                    <a:pt x="4618172" y="1390675"/>
                  </a:lnTo>
                  <a:lnTo>
                    <a:pt x="4618840" y="1376768"/>
                  </a:lnTo>
                  <a:lnTo>
                    <a:pt x="4619508" y="1262732"/>
                  </a:lnTo>
                  <a:lnTo>
                    <a:pt x="4620176" y="1223794"/>
                  </a:lnTo>
                  <a:lnTo>
                    <a:pt x="4620844" y="1240482"/>
                  </a:lnTo>
                  <a:lnTo>
                    <a:pt x="4621512" y="1307234"/>
                  </a:lnTo>
                  <a:lnTo>
                    <a:pt x="4622180" y="1335048"/>
                  </a:lnTo>
                  <a:lnTo>
                    <a:pt x="4622848" y="1335048"/>
                  </a:lnTo>
                  <a:lnTo>
                    <a:pt x="4623516" y="1337829"/>
                  </a:lnTo>
                  <a:lnTo>
                    <a:pt x="4624184" y="1390675"/>
                  </a:lnTo>
                  <a:lnTo>
                    <a:pt x="4624852" y="1404581"/>
                  </a:lnTo>
                  <a:lnTo>
                    <a:pt x="4625520" y="1471334"/>
                  </a:lnTo>
                  <a:lnTo>
                    <a:pt x="4626188" y="1446302"/>
                  </a:lnTo>
                  <a:lnTo>
                    <a:pt x="4626856" y="1426832"/>
                  </a:lnTo>
                  <a:lnTo>
                    <a:pt x="4627524" y="1390675"/>
                  </a:lnTo>
                  <a:lnTo>
                    <a:pt x="4628192" y="1351736"/>
                  </a:lnTo>
                  <a:lnTo>
                    <a:pt x="4628860" y="1335048"/>
                  </a:lnTo>
                  <a:lnTo>
                    <a:pt x="4629528" y="1335048"/>
                  </a:lnTo>
                  <a:lnTo>
                    <a:pt x="4630196" y="1290546"/>
                  </a:lnTo>
                  <a:lnTo>
                    <a:pt x="4630864" y="1279421"/>
                  </a:lnTo>
                  <a:lnTo>
                    <a:pt x="4631532" y="1279421"/>
                  </a:lnTo>
                  <a:lnTo>
                    <a:pt x="4632200" y="1279421"/>
                  </a:lnTo>
                  <a:lnTo>
                    <a:pt x="4632868" y="1279421"/>
                  </a:lnTo>
                  <a:lnTo>
                    <a:pt x="4633536" y="1279421"/>
                  </a:lnTo>
                  <a:lnTo>
                    <a:pt x="4634205" y="1279421"/>
                  </a:lnTo>
                  <a:lnTo>
                    <a:pt x="4634873" y="1279421"/>
                  </a:lnTo>
                  <a:lnTo>
                    <a:pt x="4635541" y="1290546"/>
                  </a:lnTo>
                  <a:lnTo>
                    <a:pt x="4636209" y="1351736"/>
                  </a:lnTo>
                  <a:lnTo>
                    <a:pt x="4636877" y="1390675"/>
                  </a:lnTo>
                  <a:lnTo>
                    <a:pt x="4637545" y="1390675"/>
                  </a:lnTo>
                  <a:lnTo>
                    <a:pt x="4638213" y="1382331"/>
                  </a:lnTo>
                  <a:lnTo>
                    <a:pt x="4638881" y="1335048"/>
                  </a:lnTo>
                  <a:lnTo>
                    <a:pt x="4639549" y="1335048"/>
                  </a:lnTo>
                  <a:lnTo>
                    <a:pt x="4640217" y="1335048"/>
                  </a:lnTo>
                  <a:lnTo>
                    <a:pt x="4640885" y="1335048"/>
                  </a:lnTo>
                  <a:lnTo>
                    <a:pt x="4641553" y="1293327"/>
                  </a:lnTo>
                  <a:lnTo>
                    <a:pt x="4642221" y="1298890"/>
                  </a:lnTo>
                  <a:lnTo>
                    <a:pt x="4642889" y="1332266"/>
                  </a:lnTo>
                  <a:lnTo>
                    <a:pt x="4643557" y="1296109"/>
                  </a:lnTo>
                  <a:lnTo>
                    <a:pt x="4644225" y="1296109"/>
                  </a:lnTo>
                  <a:lnTo>
                    <a:pt x="4644893" y="1315578"/>
                  </a:lnTo>
                  <a:lnTo>
                    <a:pt x="4645561" y="1335048"/>
                  </a:lnTo>
                  <a:lnTo>
                    <a:pt x="4646229" y="1335048"/>
                  </a:lnTo>
                  <a:lnTo>
                    <a:pt x="4646897" y="1376768"/>
                  </a:lnTo>
                  <a:lnTo>
                    <a:pt x="4647565" y="1390675"/>
                  </a:lnTo>
                  <a:lnTo>
                    <a:pt x="4648233" y="1390675"/>
                  </a:lnTo>
                  <a:lnTo>
                    <a:pt x="4648901" y="1351736"/>
                  </a:lnTo>
                  <a:lnTo>
                    <a:pt x="4649569" y="1335048"/>
                  </a:lnTo>
                  <a:lnTo>
                    <a:pt x="4650237" y="1265514"/>
                  </a:lnTo>
                  <a:lnTo>
                    <a:pt x="4650905" y="1223794"/>
                  </a:lnTo>
                  <a:lnTo>
                    <a:pt x="4651573" y="1223794"/>
                  </a:lnTo>
                  <a:lnTo>
                    <a:pt x="4652241" y="1168166"/>
                  </a:lnTo>
                  <a:lnTo>
                    <a:pt x="4652909" y="1215449"/>
                  </a:lnTo>
                  <a:lnTo>
                    <a:pt x="4653577" y="1204324"/>
                  </a:lnTo>
                  <a:lnTo>
                    <a:pt x="4654245" y="1157041"/>
                  </a:lnTo>
                  <a:lnTo>
                    <a:pt x="4654913" y="1065256"/>
                  </a:lnTo>
                  <a:lnTo>
                    <a:pt x="4655581" y="973472"/>
                  </a:lnTo>
                  <a:lnTo>
                    <a:pt x="4656249" y="945659"/>
                  </a:lnTo>
                  <a:lnTo>
                    <a:pt x="4656917" y="945659"/>
                  </a:lnTo>
                  <a:lnTo>
                    <a:pt x="4657585" y="945659"/>
                  </a:lnTo>
                  <a:lnTo>
                    <a:pt x="4658253" y="984598"/>
                  </a:lnTo>
                  <a:lnTo>
                    <a:pt x="4658922" y="1001286"/>
                  </a:lnTo>
                  <a:lnTo>
                    <a:pt x="4659590" y="1001286"/>
                  </a:lnTo>
                  <a:lnTo>
                    <a:pt x="4660258" y="1006848"/>
                  </a:lnTo>
                  <a:lnTo>
                    <a:pt x="4660926" y="1037443"/>
                  </a:lnTo>
                  <a:lnTo>
                    <a:pt x="4661594" y="1056912"/>
                  </a:lnTo>
                  <a:lnTo>
                    <a:pt x="4662262" y="1015192"/>
                  </a:lnTo>
                  <a:lnTo>
                    <a:pt x="4662930" y="956784"/>
                  </a:lnTo>
                  <a:lnTo>
                    <a:pt x="4663598" y="945659"/>
                  </a:lnTo>
                  <a:lnTo>
                    <a:pt x="4664266" y="945659"/>
                  </a:lnTo>
                  <a:lnTo>
                    <a:pt x="4664934" y="945659"/>
                  </a:lnTo>
                  <a:lnTo>
                    <a:pt x="4665602" y="981816"/>
                  </a:lnTo>
                  <a:lnTo>
                    <a:pt x="4666270" y="1001286"/>
                  </a:lnTo>
                  <a:lnTo>
                    <a:pt x="4666938" y="1026318"/>
                  </a:lnTo>
                  <a:lnTo>
                    <a:pt x="4667606" y="1001286"/>
                  </a:lnTo>
                  <a:lnTo>
                    <a:pt x="4668274" y="1001286"/>
                  </a:lnTo>
                  <a:lnTo>
                    <a:pt x="4668942" y="1054131"/>
                  </a:lnTo>
                  <a:lnTo>
                    <a:pt x="4669610" y="1056912"/>
                  </a:lnTo>
                  <a:lnTo>
                    <a:pt x="4670278" y="1073601"/>
                  </a:lnTo>
                  <a:lnTo>
                    <a:pt x="4670946" y="1120884"/>
                  </a:lnTo>
                  <a:lnTo>
                    <a:pt x="4671614" y="1195980"/>
                  </a:lnTo>
                  <a:lnTo>
                    <a:pt x="4672282" y="1246044"/>
                  </a:lnTo>
                  <a:lnTo>
                    <a:pt x="4672950" y="1279421"/>
                  </a:lnTo>
                  <a:lnTo>
                    <a:pt x="4673618" y="1279421"/>
                  </a:lnTo>
                  <a:lnTo>
                    <a:pt x="4674286" y="1279421"/>
                  </a:lnTo>
                  <a:lnTo>
                    <a:pt x="4674954" y="1279421"/>
                  </a:lnTo>
                  <a:lnTo>
                    <a:pt x="4675622" y="1251607"/>
                  </a:lnTo>
                  <a:lnTo>
                    <a:pt x="4676290" y="1223794"/>
                  </a:lnTo>
                  <a:lnTo>
                    <a:pt x="4676958" y="1271077"/>
                  </a:lnTo>
                  <a:lnTo>
                    <a:pt x="4677626" y="1279421"/>
                  </a:lnTo>
                  <a:lnTo>
                    <a:pt x="4678294" y="1279421"/>
                  </a:lnTo>
                  <a:lnTo>
                    <a:pt x="4678962" y="1262732"/>
                  </a:lnTo>
                  <a:lnTo>
                    <a:pt x="4679630" y="1321141"/>
                  </a:lnTo>
                  <a:lnTo>
                    <a:pt x="4680298" y="1335048"/>
                  </a:lnTo>
                  <a:lnTo>
                    <a:pt x="4680966" y="1335048"/>
                  </a:lnTo>
                  <a:lnTo>
                    <a:pt x="4681634" y="1335048"/>
                  </a:lnTo>
                  <a:lnTo>
                    <a:pt x="4682302" y="1287765"/>
                  </a:lnTo>
                  <a:lnTo>
                    <a:pt x="4682971" y="1279421"/>
                  </a:lnTo>
                  <a:lnTo>
                    <a:pt x="4683639" y="1312797"/>
                  </a:lnTo>
                  <a:lnTo>
                    <a:pt x="4684307" y="1390675"/>
                  </a:lnTo>
                  <a:lnTo>
                    <a:pt x="4684975" y="1354517"/>
                  </a:lnTo>
                  <a:lnTo>
                    <a:pt x="4685643" y="1335048"/>
                  </a:lnTo>
                  <a:lnTo>
                    <a:pt x="4686311" y="1335048"/>
                  </a:lnTo>
                  <a:lnTo>
                    <a:pt x="4686979" y="1323922"/>
                  </a:lnTo>
                  <a:lnTo>
                    <a:pt x="4687647" y="1279421"/>
                  </a:lnTo>
                  <a:lnTo>
                    <a:pt x="4688315" y="1293327"/>
                  </a:lnTo>
                  <a:lnTo>
                    <a:pt x="4688983" y="1390675"/>
                  </a:lnTo>
                  <a:lnTo>
                    <a:pt x="4689651" y="1371205"/>
                  </a:lnTo>
                  <a:lnTo>
                    <a:pt x="4690319" y="1335048"/>
                  </a:lnTo>
                  <a:lnTo>
                    <a:pt x="4690987" y="1335048"/>
                  </a:lnTo>
                  <a:lnTo>
                    <a:pt x="4691655" y="1335048"/>
                  </a:lnTo>
                  <a:lnTo>
                    <a:pt x="4692323" y="1348954"/>
                  </a:lnTo>
                  <a:lnTo>
                    <a:pt x="4692991" y="1335048"/>
                  </a:lnTo>
                  <a:lnTo>
                    <a:pt x="4693659" y="1335048"/>
                  </a:lnTo>
                  <a:lnTo>
                    <a:pt x="4694327" y="1293327"/>
                  </a:lnTo>
                  <a:lnTo>
                    <a:pt x="4694995" y="1279421"/>
                  </a:lnTo>
                  <a:lnTo>
                    <a:pt x="4695663" y="1332266"/>
                  </a:lnTo>
                  <a:lnTo>
                    <a:pt x="4696331" y="1335048"/>
                  </a:lnTo>
                  <a:lnTo>
                    <a:pt x="4696999" y="1335048"/>
                  </a:lnTo>
                  <a:lnTo>
                    <a:pt x="4697667" y="1335048"/>
                  </a:lnTo>
                  <a:lnTo>
                    <a:pt x="4698335" y="1304453"/>
                  </a:lnTo>
                  <a:lnTo>
                    <a:pt x="4699003" y="1323922"/>
                  </a:lnTo>
                  <a:lnTo>
                    <a:pt x="4699671" y="1335048"/>
                  </a:lnTo>
                  <a:lnTo>
                    <a:pt x="4700339" y="1335048"/>
                  </a:lnTo>
                  <a:lnTo>
                    <a:pt x="4701007" y="1335048"/>
                  </a:lnTo>
                  <a:lnTo>
                    <a:pt x="4701675" y="1368424"/>
                  </a:lnTo>
                  <a:lnTo>
                    <a:pt x="4702343" y="1390675"/>
                  </a:lnTo>
                  <a:lnTo>
                    <a:pt x="4703011" y="1390675"/>
                  </a:lnTo>
                  <a:lnTo>
                    <a:pt x="4703679" y="1379549"/>
                  </a:lnTo>
                  <a:lnTo>
                    <a:pt x="4704347" y="1354517"/>
                  </a:lnTo>
                  <a:lnTo>
                    <a:pt x="4705015" y="1279421"/>
                  </a:lnTo>
                  <a:lnTo>
                    <a:pt x="4705683" y="1279421"/>
                  </a:lnTo>
                  <a:lnTo>
                    <a:pt x="4706351" y="1296109"/>
                  </a:lnTo>
                  <a:lnTo>
                    <a:pt x="4707019" y="1335048"/>
                  </a:lnTo>
                  <a:lnTo>
                    <a:pt x="4707688" y="1335048"/>
                  </a:lnTo>
                  <a:lnTo>
                    <a:pt x="4708356" y="1315578"/>
                  </a:lnTo>
                  <a:lnTo>
                    <a:pt x="4709024" y="1287765"/>
                  </a:lnTo>
                  <a:lnTo>
                    <a:pt x="4709692" y="1335048"/>
                  </a:lnTo>
                  <a:lnTo>
                    <a:pt x="4710360" y="1335048"/>
                  </a:lnTo>
                  <a:lnTo>
                    <a:pt x="4711028" y="1373986"/>
                  </a:lnTo>
                  <a:lnTo>
                    <a:pt x="4711696" y="1390675"/>
                  </a:lnTo>
                  <a:lnTo>
                    <a:pt x="4712364" y="1390675"/>
                  </a:lnTo>
                  <a:lnTo>
                    <a:pt x="4713032" y="1390675"/>
                  </a:lnTo>
                  <a:lnTo>
                    <a:pt x="4713700" y="1390675"/>
                  </a:lnTo>
                  <a:lnTo>
                    <a:pt x="4714368" y="1390675"/>
                  </a:lnTo>
                  <a:lnTo>
                    <a:pt x="4715036" y="1418488"/>
                  </a:lnTo>
                  <a:lnTo>
                    <a:pt x="4715704" y="1446302"/>
                  </a:lnTo>
                  <a:lnTo>
                    <a:pt x="4716372" y="1446302"/>
                  </a:lnTo>
                  <a:lnTo>
                    <a:pt x="4717040" y="1446302"/>
                  </a:lnTo>
                  <a:lnTo>
                    <a:pt x="4717708" y="1446302"/>
                  </a:lnTo>
                  <a:lnTo>
                    <a:pt x="4718376" y="1446302"/>
                  </a:lnTo>
                  <a:lnTo>
                    <a:pt x="4719044" y="1446302"/>
                  </a:lnTo>
                  <a:lnTo>
                    <a:pt x="4719712" y="1446302"/>
                  </a:lnTo>
                  <a:lnTo>
                    <a:pt x="4720380" y="1462990"/>
                  </a:lnTo>
                  <a:lnTo>
                    <a:pt x="4721048" y="1493585"/>
                  </a:lnTo>
                  <a:lnTo>
                    <a:pt x="4721716" y="1557556"/>
                  </a:lnTo>
                  <a:lnTo>
                    <a:pt x="4722384" y="1557556"/>
                  </a:lnTo>
                  <a:lnTo>
                    <a:pt x="4723052" y="1557556"/>
                  </a:lnTo>
                  <a:lnTo>
                    <a:pt x="4723720" y="1557556"/>
                  </a:lnTo>
                  <a:lnTo>
                    <a:pt x="4724388" y="1557556"/>
                  </a:lnTo>
                  <a:lnTo>
                    <a:pt x="4725056" y="1540867"/>
                  </a:lnTo>
                  <a:lnTo>
                    <a:pt x="4725724" y="1557556"/>
                  </a:lnTo>
                  <a:lnTo>
                    <a:pt x="4726392" y="1557556"/>
                  </a:lnTo>
                  <a:lnTo>
                    <a:pt x="4727060" y="1557556"/>
                  </a:lnTo>
                  <a:lnTo>
                    <a:pt x="4727728" y="1557556"/>
                  </a:lnTo>
                  <a:lnTo>
                    <a:pt x="4728396" y="1526961"/>
                  </a:lnTo>
                  <a:lnTo>
                    <a:pt x="4729064" y="1440739"/>
                  </a:lnTo>
                  <a:lnTo>
                    <a:pt x="4729732" y="1376768"/>
                  </a:lnTo>
                  <a:lnTo>
                    <a:pt x="4730400" y="1335048"/>
                  </a:lnTo>
                  <a:lnTo>
                    <a:pt x="4731068" y="1335048"/>
                  </a:lnTo>
                  <a:lnTo>
                    <a:pt x="4731736" y="1335048"/>
                  </a:lnTo>
                  <a:lnTo>
                    <a:pt x="4732405" y="1335048"/>
                  </a:lnTo>
                  <a:lnTo>
                    <a:pt x="4733073" y="1335048"/>
                  </a:lnTo>
                  <a:lnTo>
                    <a:pt x="4733741" y="1304453"/>
                  </a:lnTo>
                  <a:lnTo>
                    <a:pt x="4734409" y="1246044"/>
                  </a:lnTo>
                  <a:lnTo>
                    <a:pt x="4735077" y="1218231"/>
                  </a:lnTo>
                  <a:lnTo>
                    <a:pt x="4735745" y="1168166"/>
                  </a:lnTo>
                  <a:lnTo>
                    <a:pt x="4736413" y="1168166"/>
                  </a:lnTo>
                  <a:lnTo>
                    <a:pt x="4737081" y="1162604"/>
                  </a:lnTo>
                  <a:lnTo>
                    <a:pt x="4737749" y="1148697"/>
                  </a:lnTo>
                  <a:lnTo>
                    <a:pt x="4738417" y="1165385"/>
                  </a:lnTo>
                  <a:lnTo>
                    <a:pt x="4739085" y="1112540"/>
                  </a:lnTo>
                  <a:lnTo>
                    <a:pt x="4739753" y="1112540"/>
                  </a:lnTo>
                  <a:lnTo>
                    <a:pt x="4740421" y="1112540"/>
                  </a:lnTo>
                  <a:lnTo>
                    <a:pt x="4741089" y="1112540"/>
                  </a:lnTo>
                  <a:lnTo>
                    <a:pt x="4741757" y="1143134"/>
                  </a:lnTo>
                  <a:lnTo>
                    <a:pt x="4742425" y="1168166"/>
                  </a:lnTo>
                  <a:lnTo>
                    <a:pt x="4743093" y="1168166"/>
                  </a:lnTo>
                  <a:lnTo>
                    <a:pt x="4743761" y="1168166"/>
                  </a:lnTo>
                  <a:lnTo>
                    <a:pt x="4744429" y="1123665"/>
                  </a:lnTo>
                  <a:lnTo>
                    <a:pt x="4745097" y="1084726"/>
                  </a:lnTo>
                  <a:lnTo>
                    <a:pt x="4745765" y="1168166"/>
                  </a:lnTo>
                  <a:lnTo>
                    <a:pt x="4746433" y="1234919"/>
                  </a:lnTo>
                  <a:lnTo>
                    <a:pt x="4747101" y="1226575"/>
                  </a:lnTo>
                  <a:lnTo>
                    <a:pt x="4747769" y="1223794"/>
                  </a:lnTo>
                  <a:lnTo>
                    <a:pt x="4748437" y="1223794"/>
                  </a:lnTo>
                  <a:lnTo>
                    <a:pt x="4749105" y="1223794"/>
                  </a:lnTo>
                  <a:lnTo>
                    <a:pt x="4749773" y="1223794"/>
                  </a:lnTo>
                  <a:lnTo>
                    <a:pt x="4750441" y="1251607"/>
                  </a:lnTo>
                  <a:lnTo>
                    <a:pt x="4751109" y="1279421"/>
                  </a:lnTo>
                  <a:lnTo>
                    <a:pt x="4751777" y="1282202"/>
                  </a:lnTo>
                  <a:lnTo>
                    <a:pt x="4752445" y="1335048"/>
                  </a:lnTo>
                  <a:lnTo>
                    <a:pt x="4753113" y="1335048"/>
                  </a:lnTo>
                  <a:lnTo>
                    <a:pt x="4753781" y="1337829"/>
                  </a:lnTo>
                  <a:lnTo>
                    <a:pt x="4754449" y="1390675"/>
                  </a:lnTo>
                  <a:lnTo>
                    <a:pt x="4755117" y="1390675"/>
                  </a:lnTo>
                  <a:lnTo>
                    <a:pt x="4755785" y="1399019"/>
                  </a:lnTo>
                  <a:lnTo>
                    <a:pt x="4756453" y="1390675"/>
                  </a:lnTo>
                  <a:lnTo>
                    <a:pt x="4757122" y="1351736"/>
                  </a:lnTo>
                  <a:lnTo>
                    <a:pt x="4757790" y="1335048"/>
                  </a:lnTo>
                  <a:lnTo>
                    <a:pt x="4758458" y="1335048"/>
                  </a:lnTo>
                  <a:lnTo>
                    <a:pt x="4759126" y="1332266"/>
                  </a:lnTo>
                  <a:lnTo>
                    <a:pt x="4759794" y="1279421"/>
                  </a:lnTo>
                  <a:lnTo>
                    <a:pt x="4760462" y="1268295"/>
                  </a:lnTo>
                  <a:lnTo>
                    <a:pt x="4761130" y="1237700"/>
                  </a:lnTo>
                  <a:lnTo>
                    <a:pt x="4761798" y="1279421"/>
                  </a:lnTo>
                  <a:lnTo>
                    <a:pt x="4762466" y="1279421"/>
                  </a:lnTo>
                  <a:lnTo>
                    <a:pt x="4763134" y="1279421"/>
                  </a:lnTo>
                  <a:lnTo>
                    <a:pt x="4763802" y="1284983"/>
                  </a:lnTo>
                  <a:lnTo>
                    <a:pt x="4764470" y="1226575"/>
                  </a:lnTo>
                  <a:lnTo>
                    <a:pt x="4765138" y="1223794"/>
                  </a:lnTo>
                  <a:lnTo>
                    <a:pt x="4765806" y="1182073"/>
                  </a:lnTo>
                  <a:lnTo>
                    <a:pt x="4766474" y="1168166"/>
                  </a:lnTo>
                  <a:lnTo>
                    <a:pt x="4767142" y="1157041"/>
                  </a:lnTo>
                  <a:lnTo>
                    <a:pt x="4767810" y="1140353"/>
                  </a:lnTo>
                  <a:lnTo>
                    <a:pt x="4768478" y="1154260"/>
                  </a:lnTo>
                  <a:lnTo>
                    <a:pt x="4769146" y="1112540"/>
                  </a:lnTo>
                  <a:lnTo>
                    <a:pt x="4769814" y="1112540"/>
                  </a:lnTo>
                  <a:lnTo>
                    <a:pt x="4770482" y="1112540"/>
                  </a:lnTo>
                  <a:lnTo>
                    <a:pt x="4771150" y="1112540"/>
                  </a:lnTo>
                  <a:lnTo>
                    <a:pt x="4771818" y="1112540"/>
                  </a:lnTo>
                  <a:lnTo>
                    <a:pt x="4772486" y="1157041"/>
                  </a:lnTo>
                  <a:lnTo>
                    <a:pt x="4773154" y="1168166"/>
                  </a:lnTo>
                  <a:lnTo>
                    <a:pt x="4773822" y="1204324"/>
                  </a:lnTo>
                  <a:lnTo>
                    <a:pt x="4774490" y="1223794"/>
                  </a:lnTo>
                  <a:lnTo>
                    <a:pt x="4775158" y="1223794"/>
                  </a:lnTo>
                  <a:lnTo>
                    <a:pt x="4775826" y="1223794"/>
                  </a:lnTo>
                  <a:lnTo>
                    <a:pt x="4776494" y="1226575"/>
                  </a:lnTo>
                  <a:lnTo>
                    <a:pt x="4777162" y="1093070"/>
                  </a:lnTo>
                  <a:lnTo>
                    <a:pt x="4777830" y="1109758"/>
                  </a:lnTo>
                  <a:lnTo>
                    <a:pt x="4778498" y="1062475"/>
                  </a:lnTo>
                  <a:lnTo>
                    <a:pt x="4779166" y="1026318"/>
                  </a:lnTo>
                  <a:lnTo>
                    <a:pt x="4779834" y="998504"/>
                  </a:lnTo>
                  <a:lnTo>
                    <a:pt x="4780502" y="987379"/>
                  </a:lnTo>
                  <a:lnTo>
                    <a:pt x="4781171" y="965128"/>
                  </a:lnTo>
                  <a:lnTo>
                    <a:pt x="4781839" y="945659"/>
                  </a:lnTo>
                  <a:lnTo>
                    <a:pt x="4782507" y="973472"/>
                  </a:lnTo>
                  <a:lnTo>
                    <a:pt x="4783175" y="898376"/>
                  </a:lnTo>
                  <a:lnTo>
                    <a:pt x="4783843" y="898376"/>
                  </a:lnTo>
                  <a:lnTo>
                    <a:pt x="4784511" y="923408"/>
                  </a:lnTo>
                  <a:lnTo>
                    <a:pt x="4785179" y="884469"/>
                  </a:lnTo>
                  <a:lnTo>
                    <a:pt x="4785847" y="890032"/>
                  </a:lnTo>
                  <a:lnTo>
                    <a:pt x="4786515" y="853874"/>
                  </a:lnTo>
                  <a:lnTo>
                    <a:pt x="4787183" y="814935"/>
                  </a:lnTo>
                  <a:lnTo>
                    <a:pt x="4787851" y="775996"/>
                  </a:lnTo>
                  <a:lnTo>
                    <a:pt x="4788519" y="723150"/>
                  </a:lnTo>
                  <a:lnTo>
                    <a:pt x="4789187" y="723150"/>
                  </a:lnTo>
                  <a:lnTo>
                    <a:pt x="4789855" y="723150"/>
                  </a:lnTo>
                  <a:lnTo>
                    <a:pt x="4790523" y="723150"/>
                  </a:lnTo>
                  <a:lnTo>
                    <a:pt x="4791191" y="723150"/>
                  </a:lnTo>
                  <a:lnTo>
                    <a:pt x="4791859" y="723150"/>
                  </a:lnTo>
                  <a:lnTo>
                    <a:pt x="4792527" y="675867"/>
                  </a:lnTo>
                  <a:lnTo>
                    <a:pt x="4793195" y="675868"/>
                  </a:lnTo>
                  <a:lnTo>
                    <a:pt x="4793863" y="748183"/>
                  </a:lnTo>
                  <a:lnTo>
                    <a:pt x="4794531" y="745401"/>
                  </a:lnTo>
                  <a:lnTo>
                    <a:pt x="4795199" y="826061"/>
                  </a:lnTo>
                  <a:lnTo>
                    <a:pt x="4795867" y="837186"/>
                  </a:lnTo>
                  <a:lnTo>
                    <a:pt x="4796535" y="834405"/>
                  </a:lnTo>
                  <a:lnTo>
                    <a:pt x="4797203" y="859437"/>
                  </a:lnTo>
                  <a:lnTo>
                    <a:pt x="4797871" y="876125"/>
                  </a:lnTo>
                  <a:lnTo>
                    <a:pt x="4798539" y="884469"/>
                  </a:lnTo>
                  <a:lnTo>
                    <a:pt x="4799207" y="842749"/>
                  </a:lnTo>
                  <a:lnTo>
                    <a:pt x="4799875" y="934533"/>
                  </a:lnTo>
                  <a:lnTo>
                    <a:pt x="4800543" y="945659"/>
                  </a:lnTo>
                  <a:lnTo>
                    <a:pt x="4801211" y="940096"/>
                  </a:lnTo>
                  <a:lnTo>
                    <a:pt x="4801879" y="959565"/>
                  </a:lnTo>
                  <a:lnTo>
                    <a:pt x="4802547" y="948440"/>
                  </a:lnTo>
                  <a:lnTo>
                    <a:pt x="4803215" y="979035"/>
                  </a:lnTo>
                  <a:lnTo>
                    <a:pt x="4803883" y="984598"/>
                  </a:lnTo>
                  <a:lnTo>
                    <a:pt x="4804551" y="1001286"/>
                  </a:lnTo>
                  <a:lnTo>
                    <a:pt x="4805219" y="1017974"/>
                  </a:lnTo>
                  <a:lnTo>
                    <a:pt x="4805888" y="1001286"/>
                  </a:lnTo>
                  <a:lnTo>
                    <a:pt x="4806556" y="1001286"/>
                  </a:lnTo>
                  <a:lnTo>
                    <a:pt x="4807224" y="1001286"/>
                  </a:lnTo>
                  <a:lnTo>
                    <a:pt x="4807892" y="1001286"/>
                  </a:lnTo>
                  <a:lnTo>
                    <a:pt x="4808560" y="1001286"/>
                  </a:lnTo>
                  <a:lnTo>
                    <a:pt x="4809228" y="1045787"/>
                  </a:lnTo>
                  <a:lnTo>
                    <a:pt x="4809896" y="1070819"/>
                  </a:lnTo>
                  <a:lnTo>
                    <a:pt x="4810564" y="1106977"/>
                  </a:lnTo>
                  <a:lnTo>
                    <a:pt x="4811232" y="1145916"/>
                  </a:lnTo>
                  <a:lnTo>
                    <a:pt x="4811900" y="1112540"/>
                  </a:lnTo>
                  <a:lnTo>
                    <a:pt x="4812568" y="1134790"/>
                  </a:lnTo>
                  <a:lnTo>
                    <a:pt x="4813236" y="1168166"/>
                  </a:lnTo>
                  <a:lnTo>
                    <a:pt x="4813904" y="1195980"/>
                  </a:lnTo>
                  <a:lnTo>
                    <a:pt x="4814572" y="1259951"/>
                  </a:lnTo>
                  <a:lnTo>
                    <a:pt x="4815240" y="1282202"/>
                  </a:lnTo>
                  <a:lnTo>
                    <a:pt x="4815908" y="1335048"/>
                  </a:lnTo>
                  <a:lnTo>
                    <a:pt x="4816576" y="1335048"/>
                  </a:lnTo>
                  <a:lnTo>
                    <a:pt x="4817244" y="1335048"/>
                  </a:lnTo>
                  <a:lnTo>
                    <a:pt x="4817912" y="1337829"/>
                  </a:lnTo>
                  <a:lnTo>
                    <a:pt x="4818580" y="1296109"/>
                  </a:lnTo>
                  <a:lnTo>
                    <a:pt x="4819248" y="1329485"/>
                  </a:lnTo>
                  <a:lnTo>
                    <a:pt x="4819916" y="1293327"/>
                  </a:lnTo>
                  <a:lnTo>
                    <a:pt x="4820584" y="1310015"/>
                  </a:lnTo>
                  <a:lnTo>
                    <a:pt x="4821252" y="1296109"/>
                  </a:lnTo>
                  <a:lnTo>
                    <a:pt x="4821920" y="1315578"/>
                  </a:lnTo>
                  <a:lnTo>
                    <a:pt x="4822588" y="1307234"/>
                  </a:lnTo>
                  <a:lnTo>
                    <a:pt x="4823256" y="1279421"/>
                  </a:lnTo>
                  <a:lnTo>
                    <a:pt x="4823924" y="1251607"/>
                  </a:lnTo>
                  <a:lnTo>
                    <a:pt x="4824592" y="1223794"/>
                  </a:lnTo>
                  <a:lnTo>
                    <a:pt x="4825260" y="1201543"/>
                  </a:lnTo>
                  <a:lnTo>
                    <a:pt x="4825928" y="1168166"/>
                  </a:lnTo>
                  <a:lnTo>
                    <a:pt x="4826596" y="1184855"/>
                  </a:lnTo>
                  <a:lnTo>
                    <a:pt x="4827264" y="1170948"/>
                  </a:lnTo>
                  <a:lnTo>
                    <a:pt x="4827932" y="1187636"/>
                  </a:lnTo>
                  <a:lnTo>
                    <a:pt x="4828600" y="1223794"/>
                  </a:lnTo>
                  <a:lnTo>
                    <a:pt x="4829268" y="1223794"/>
                  </a:lnTo>
                  <a:lnTo>
                    <a:pt x="4829936" y="1173729"/>
                  </a:lnTo>
                  <a:lnTo>
                    <a:pt x="4830605" y="1159822"/>
                  </a:lnTo>
                  <a:lnTo>
                    <a:pt x="4831273" y="1112540"/>
                  </a:lnTo>
                  <a:lnTo>
                    <a:pt x="4831941" y="1062475"/>
                  </a:lnTo>
                  <a:lnTo>
                    <a:pt x="4832609" y="1056912"/>
                  </a:lnTo>
                  <a:lnTo>
                    <a:pt x="4833277" y="1056912"/>
                  </a:lnTo>
                  <a:lnTo>
                    <a:pt x="4833945" y="1056912"/>
                  </a:lnTo>
                  <a:lnTo>
                    <a:pt x="4834613" y="1073601"/>
                  </a:lnTo>
                  <a:lnTo>
                    <a:pt x="4835281" y="1148697"/>
                  </a:lnTo>
                  <a:lnTo>
                    <a:pt x="4835949" y="1134790"/>
                  </a:lnTo>
                  <a:lnTo>
                    <a:pt x="4836617" y="1145916"/>
                  </a:lnTo>
                  <a:lnTo>
                    <a:pt x="4837285" y="1112540"/>
                  </a:lnTo>
                  <a:lnTo>
                    <a:pt x="4837953" y="1148697"/>
                  </a:lnTo>
                  <a:lnTo>
                    <a:pt x="4838621" y="1168166"/>
                  </a:lnTo>
                  <a:lnTo>
                    <a:pt x="4839289" y="1145916"/>
                  </a:lnTo>
                  <a:lnTo>
                    <a:pt x="4839957" y="1168166"/>
                  </a:lnTo>
                  <a:lnTo>
                    <a:pt x="4840625" y="1193199"/>
                  </a:lnTo>
                  <a:lnTo>
                    <a:pt x="4841293" y="1179292"/>
                  </a:lnTo>
                  <a:lnTo>
                    <a:pt x="4841961" y="1187636"/>
                  </a:lnTo>
                  <a:lnTo>
                    <a:pt x="4842629" y="1223794"/>
                  </a:lnTo>
                  <a:lnTo>
                    <a:pt x="4843297" y="1182073"/>
                  </a:lnTo>
                  <a:lnTo>
                    <a:pt x="4843965" y="1218231"/>
                  </a:lnTo>
                  <a:lnTo>
                    <a:pt x="4844633" y="1207105"/>
                  </a:lnTo>
                  <a:lnTo>
                    <a:pt x="4845301" y="1168166"/>
                  </a:lnTo>
                  <a:lnTo>
                    <a:pt x="4845969" y="1168166"/>
                  </a:lnTo>
                  <a:lnTo>
                    <a:pt x="4846637" y="1215449"/>
                  </a:lnTo>
                  <a:lnTo>
                    <a:pt x="4847305" y="1195980"/>
                  </a:lnTo>
                  <a:lnTo>
                    <a:pt x="4847973" y="1223794"/>
                  </a:lnTo>
                  <a:lnTo>
                    <a:pt x="4848641" y="1271077"/>
                  </a:lnTo>
                  <a:lnTo>
                    <a:pt x="4849309" y="1268295"/>
                  </a:lnTo>
                  <a:lnTo>
                    <a:pt x="4849977" y="1168166"/>
                  </a:lnTo>
                  <a:lnTo>
                    <a:pt x="4850645" y="1168166"/>
                  </a:lnTo>
                  <a:lnTo>
                    <a:pt x="4851313" y="1168166"/>
                  </a:lnTo>
                  <a:lnTo>
                    <a:pt x="4851981" y="1154260"/>
                  </a:lnTo>
                  <a:lnTo>
                    <a:pt x="4852649" y="1143134"/>
                  </a:lnTo>
                  <a:lnTo>
                    <a:pt x="4853317" y="1134790"/>
                  </a:lnTo>
                  <a:lnTo>
                    <a:pt x="4853985" y="1168166"/>
                  </a:lnTo>
                  <a:lnTo>
                    <a:pt x="4854653" y="1168166"/>
                  </a:lnTo>
                  <a:lnTo>
                    <a:pt x="4855322" y="1168166"/>
                  </a:lnTo>
                  <a:lnTo>
                    <a:pt x="4855990" y="1170948"/>
                  </a:lnTo>
                  <a:lnTo>
                    <a:pt x="4856658" y="1168166"/>
                  </a:lnTo>
                  <a:lnTo>
                    <a:pt x="4857326" y="1168166"/>
                  </a:lnTo>
                  <a:lnTo>
                    <a:pt x="4857994" y="1209887"/>
                  </a:lnTo>
                  <a:lnTo>
                    <a:pt x="4858662" y="1176511"/>
                  </a:lnTo>
                  <a:lnTo>
                    <a:pt x="4859330" y="1157041"/>
                  </a:lnTo>
                  <a:lnTo>
                    <a:pt x="4859998" y="1151478"/>
                  </a:lnTo>
                  <a:lnTo>
                    <a:pt x="4860666" y="1168166"/>
                  </a:lnTo>
                  <a:lnTo>
                    <a:pt x="4861334" y="1182073"/>
                  </a:lnTo>
                  <a:lnTo>
                    <a:pt x="4862002" y="1223794"/>
                  </a:lnTo>
                  <a:lnTo>
                    <a:pt x="4862670" y="1223794"/>
                  </a:lnTo>
                  <a:lnTo>
                    <a:pt x="4863338" y="1223794"/>
                  </a:lnTo>
                  <a:lnTo>
                    <a:pt x="4864006" y="1254388"/>
                  </a:lnTo>
                  <a:lnTo>
                    <a:pt x="4864674" y="1223793"/>
                  </a:lnTo>
                  <a:lnTo>
                    <a:pt x="4865342" y="1168166"/>
                  </a:lnTo>
                  <a:lnTo>
                    <a:pt x="4866010" y="1173729"/>
                  </a:lnTo>
                  <a:lnTo>
                    <a:pt x="4866678" y="1279421"/>
                  </a:lnTo>
                  <a:lnTo>
                    <a:pt x="4867346" y="1279421"/>
                  </a:lnTo>
                  <a:lnTo>
                    <a:pt x="4868014" y="1279421"/>
                  </a:lnTo>
                  <a:lnTo>
                    <a:pt x="4868682" y="1290546"/>
                  </a:lnTo>
                  <a:lnTo>
                    <a:pt x="4869350" y="1287765"/>
                  </a:lnTo>
                  <a:lnTo>
                    <a:pt x="4870018" y="1312797"/>
                  </a:lnTo>
                  <a:lnTo>
                    <a:pt x="4870686" y="1310015"/>
                  </a:lnTo>
                  <a:lnTo>
                    <a:pt x="4871354" y="1279421"/>
                  </a:lnTo>
                  <a:lnTo>
                    <a:pt x="4872022" y="1229356"/>
                  </a:lnTo>
                  <a:lnTo>
                    <a:pt x="4872690" y="1262732"/>
                  </a:lnTo>
                  <a:lnTo>
                    <a:pt x="4873358" y="1279421"/>
                  </a:lnTo>
                  <a:lnTo>
                    <a:pt x="4874026" y="1279421"/>
                  </a:lnTo>
                  <a:lnTo>
                    <a:pt x="4874694" y="1279421"/>
                  </a:lnTo>
                  <a:lnTo>
                    <a:pt x="4875362" y="1323922"/>
                  </a:lnTo>
                  <a:lnTo>
                    <a:pt x="4876030" y="1298890"/>
                  </a:lnTo>
                  <a:lnTo>
                    <a:pt x="4876698" y="1335048"/>
                  </a:lnTo>
                  <a:lnTo>
                    <a:pt x="4877366" y="1335048"/>
                  </a:lnTo>
                  <a:lnTo>
                    <a:pt x="4878034" y="1335048"/>
                  </a:lnTo>
                  <a:lnTo>
                    <a:pt x="4878702" y="1335048"/>
                  </a:lnTo>
                  <a:lnTo>
                    <a:pt x="4879371" y="1335048"/>
                  </a:lnTo>
                  <a:lnTo>
                    <a:pt x="4880039" y="1335048"/>
                  </a:lnTo>
                  <a:lnTo>
                    <a:pt x="4880707" y="1315578"/>
                  </a:lnTo>
                  <a:lnTo>
                    <a:pt x="4881375" y="1293327"/>
                  </a:lnTo>
                  <a:lnTo>
                    <a:pt x="4882043" y="1234919"/>
                  </a:lnTo>
                  <a:lnTo>
                    <a:pt x="4882711" y="1223794"/>
                  </a:lnTo>
                  <a:lnTo>
                    <a:pt x="4883379" y="1168166"/>
                  </a:lnTo>
                  <a:lnTo>
                    <a:pt x="4884047" y="1168166"/>
                  </a:lnTo>
                  <a:lnTo>
                    <a:pt x="4884715" y="1168166"/>
                  </a:lnTo>
                  <a:lnTo>
                    <a:pt x="4885383" y="1168166"/>
                  </a:lnTo>
                  <a:lnTo>
                    <a:pt x="4886051" y="1212668"/>
                  </a:lnTo>
                  <a:lnTo>
                    <a:pt x="4886719" y="1223794"/>
                  </a:lnTo>
                  <a:lnTo>
                    <a:pt x="4887387" y="1246044"/>
                  </a:lnTo>
                  <a:lnTo>
                    <a:pt x="4888055" y="1279421"/>
                  </a:lnTo>
                  <a:lnTo>
                    <a:pt x="4888723" y="1271077"/>
                  </a:lnTo>
                  <a:lnTo>
                    <a:pt x="4889391" y="1279421"/>
                  </a:lnTo>
                  <a:lnTo>
                    <a:pt x="4890059" y="1279421"/>
                  </a:lnTo>
                  <a:lnTo>
                    <a:pt x="4890727" y="1279421"/>
                  </a:lnTo>
                  <a:lnTo>
                    <a:pt x="4891395" y="1279421"/>
                  </a:lnTo>
                  <a:lnTo>
                    <a:pt x="4892063" y="1279421"/>
                  </a:lnTo>
                  <a:lnTo>
                    <a:pt x="4892731" y="1321141"/>
                  </a:lnTo>
                  <a:lnTo>
                    <a:pt x="4893399" y="1335048"/>
                  </a:lnTo>
                  <a:lnTo>
                    <a:pt x="4894067" y="1335048"/>
                  </a:lnTo>
                  <a:lnTo>
                    <a:pt x="4894735" y="1335048"/>
                  </a:lnTo>
                  <a:lnTo>
                    <a:pt x="4895403" y="1335048"/>
                  </a:lnTo>
                  <a:lnTo>
                    <a:pt x="4896071" y="1335048"/>
                  </a:lnTo>
                  <a:lnTo>
                    <a:pt x="4896739" y="1335048"/>
                  </a:lnTo>
                  <a:lnTo>
                    <a:pt x="4897407" y="1351736"/>
                  </a:lnTo>
                  <a:lnTo>
                    <a:pt x="4898075" y="1421269"/>
                  </a:lnTo>
                  <a:lnTo>
                    <a:pt x="4898743" y="1543649"/>
                  </a:lnTo>
                  <a:lnTo>
                    <a:pt x="4899411" y="1557556"/>
                  </a:lnTo>
                  <a:lnTo>
                    <a:pt x="4900079" y="1610401"/>
                  </a:lnTo>
                  <a:lnTo>
                    <a:pt x="4900747" y="1585369"/>
                  </a:lnTo>
                  <a:lnTo>
                    <a:pt x="4901415" y="1557556"/>
                  </a:lnTo>
                  <a:lnTo>
                    <a:pt x="4902083" y="1557556"/>
                  </a:lnTo>
                  <a:lnTo>
                    <a:pt x="4902751" y="1557556"/>
                  </a:lnTo>
                  <a:lnTo>
                    <a:pt x="4903419" y="1557556"/>
                  </a:lnTo>
                  <a:lnTo>
                    <a:pt x="4904088" y="1557556"/>
                  </a:lnTo>
                  <a:lnTo>
                    <a:pt x="4904756" y="1557556"/>
                  </a:lnTo>
                  <a:lnTo>
                    <a:pt x="4905424" y="1554774"/>
                  </a:lnTo>
                  <a:lnTo>
                    <a:pt x="4906092" y="1557556"/>
                  </a:lnTo>
                  <a:lnTo>
                    <a:pt x="4906760" y="1557556"/>
                  </a:lnTo>
                  <a:lnTo>
                    <a:pt x="4907428" y="1557556"/>
                  </a:lnTo>
                  <a:lnTo>
                    <a:pt x="4908096" y="1557556"/>
                  </a:lnTo>
                  <a:lnTo>
                    <a:pt x="4908764" y="1557556"/>
                  </a:lnTo>
                  <a:lnTo>
                    <a:pt x="4909432" y="1557556"/>
                  </a:lnTo>
                  <a:lnTo>
                    <a:pt x="4910100" y="1557556"/>
                  </a:lnTo>
                  <a:lnTo>
                    <a:pt x="4910768" y="1557556"/>
                  </a:lnTo>
                  <a:lnTo>
                    <a:pt x="4911436" y="1557556"/>
                  </a:lnTo>
                  <a:lnTo>
                    <a:pt x="4912104" y="1557556"/>
                  </a:lnTo>
                  <a:lnTo>
                    <a:pt x="4912772" y="1557556"/>
                  </a:lnTo>
                  <a:lnTo>
                    <a:pt x="4913440" y="1557556"/>
                  </a:lnTo>
                  <a:lnTo>
                    <a:pt x="4914108" y="1557556"/>
                  </a:lnTo>
                  <a:lnTo>
                    <a:pt x="4914776" y="1557556"/>
                  </a:lnTo>
                  <a:lnTo>
                    <a:pt x="4915444" y="1521398"/>
                  </a:lnTo>
                  <a:lnTo>
                    <a:pt x="4916112" y="1468552"/>
                  </a:lnTo>
                  <a:lnTo>
                    <a:pt x="4916780" y="1424051"/>
                  </a:lnTo>
                  <a:lnTo>
                    <a:pt x="4917448" y="1307234"/>
                  </a:lnTo>
                  <a:lnTo>
                    <a:pt x="4918116" y="1279421"/>
                  </a:lnTo>
                  <a:lnTo>
                    <a:pt x="4918784" y="1251607"/>
                  </a:lnTo>
                  <a:lnTo>
                    <a:pt x="4919452" y="1223794"/>
                  </a:lnTo>
                  <a:lnTo>
                    <a:pt x="4920120" y="1223794"/>
                  </a:lnTo>
                  <a:lnTo>
                    <a:pt x="4920788" y="1154260"/>
                  </a:lnTo>
                  <a:lnTo>
                    <a:pt x="4921456" y="1068038"/>
                  </a:lnTo>
                  <a:lnTo>
                    <a:pt x="4922124" y="1054131"/>
                  </a:lnTo>
                  <a:lnTo>
                    <a:pt x="4922792" y="1045787"/>
                  </a:lnTo>
                  <a:lnTo>
                    <a:pt x="4923460" y="1001286"/>
                  </a:lnTo>
                  <a:lnTo>
                    <a:pt x="4924128" y="1001286"/>
                  </a:lnTo>
                  <a:lnTo>
                    <a:pt x="4924796" y="1001286"/>
                  </a:lnTo>
                  <a:lnTo>
                    <a:pt x="4925464" y="1001286"/>
                  </a:lnTo>
                  <a:lnTo>
                    <a:pt x="4926132" y="1001286"/>
                  </a:lnTo>
                  <a:lnTo>
                    <a:pt x="4926800" y="1001286"/>
                  </a:lnTo>
                  <a:lnTo>
                    <a:pt x="4927468" y="1001286"/>
                  </a:lnTo>
                  <a:lnTo>
                    <a:pt x="4928136" y="1001286"/>
                  </a:lnTo>
                  <a:lnTo>
                    <a:pt x="4928805" y="1001286"/>
                  </a:lnTo>
                  <a:lnTo>
                    <a:pt x="4929473" y="1001286"/>
                  </a:lnTo>
                  <a:lnTo>
                    <a:pt x="4930141" y="1001286"/>
                  </a:lnTo>
                  <a:lnTo>
                    <a:pt x="4930809" y="1001286"/>
                  </a:lnTo>
                  <a:lnTo>
                    <a:pt x="4931477" y="1001286"/>
                  </a:lnTo>
                  <a:lnTo>
                    <a:pt x="4932145" y="1034662"/>
                  </a:lnTo>
                  <a:lnTo>
                    <a:pt x="4932813" y="1087507"/>
                  </a:lnTo>
                  <a:lnTo>
                    <a:pt x="4933481" y="1129228"/>
                  </a:lnTo>
                  <a:lnTo>
                    <a:pt x="4934149" y="1271077"/>
                  </a:lnTo>
                  <a:lnTo>
                    <a:pt x="4934817" y="1335048"/>
                  </a:lnTo>
                  <a:lnTo>
                    <a:pt x="4935485" y="1360080"/>
                  </a:lnTo>
                  <a:lnTo>
                    <a:pt x="4936153" y="1390675"/>
                  </a:lnTo>
                  <a:lnTo>
                    <a:pt x="4936821" y="1390675"/>
                  </a:lnTo>
                  <a:lnTo>
                    <a:pt x="4937489" y="1454646"/>
                  </a:lnTo>
                  <a:lnTo>
                    <a:pt x="4938157" y="1540867"/>
                  </a:lnTo>
                  <a:lnTo>
                    <a:pt x="4938825" y="1585369"/>
                  </a:lnTo>
                  <a:lnTo>
                    <a:pt x="4939493" y="1513054"/>
                  </a:lnTo>
                  <a:lnTo>
                    <a:pt x="4940161" y="1493585"/>
                  </a:lnTo>
                  <a:lnTo>
                    <a:pt x="4940829" y="1437957"/>
                  </a:lnTo>
                  <a:lnTo>
                    <a:pt x="4941497" y="1348954"/>
                  </a:lnTo>
                  <a:lnTo>
                    <a:pt x="4942165" y="1335048"/>
                  </a:lnTo>
                  <a:lnTo>
                    <a:pt x="4942833" y="1335048"/>
                  </a:lnTo>
                  <a:lnTo>
                    <a:pt x="4943501" y="1335048"/>
                  </a:lnTo>
                  <a:lnTo>
                    <a:pt x="4944169" y="1335048"/>
                  </a:lnTo>
                  <a:lnTo>
                    <a:pt x="4944837" y="1335048"/>
                  </a:lnTo>
                  <a:lnTo>
                    <a:pt x="4945505" y="1290546"/>
                  </a:lnTo>
                  <a:lnTo>
                    <a:pt x="4946173" y="1279421"/>
                  </a:lnTo>
                  <a:lnTo>
                    <a:pt x="4946841" y="1279421"/>
                  </a:lnTo>
                  <a:lnTo>
                    <a:pt x="4947509" y="1279421"/>
                  </a:lnTo>
                  <a:lnTo>
                    <a:pt x="4948177" y="1279421"/>
                  </a:lnTo>
                  <a:lnTo>
                    <a:pt x="4948845" y="1279421"/>
                  </a:lnTo>
                  <a:lnTo>
                    <a:pt x="4949513" y="1262732"/>
                  </a:lnTo>
                  <a:lnTo>
                    <a:pt x="4950181" y="1223794"/>
                  </a:lnTo>
                  <a:lnTo>
                    <a:pt x="4950849" y="1223794"/>
                  </a:lnTo>
                  <a:lnTo>
                    <a:pt x="4951517" y="1223794"/>
                  </a:lnTo>
                  <a:lnTo>
                    <a:pt x="4952185" y="1223794"/>
                  </a:lnTo>
                  <a:lnTo>
                    <a:pt x="4952853" y="1184855"/>
                  </a:lnTo>
                  <a:lnTo>
                    <a:pt x="4953522" y="1168166"/>
                  </a:lnTo>
                  <a:lnTo>
                    <a:pt x="4954190" y="1168166"/>
                  </a:lnTo>
                  <a:lnTo>
                    <a:pt x="4954858" y="1168166"/>
                  </a:lnTo>
                  <a:lnTo>
                    <a:pt x="4955526" y="1179292"/>
                  </a:lnTo>
                  <a:lnTo>
                    <a:pt x="4956194" y="1215449"/>
                  </a:lnTo>
                  <a:lnTo>
                    <a:pt x="4956862" y="1248826"/>
                  </a:lnTo>
                  <a:lnTo>
                    <a:pt x="4957530" y="1284983"/>
                  </a:lnTo>
                  <a:lnTo>
                    <a:pt x="4958198" y="1329485"/>
                  </a:lnTo>
                  <a:lnTo>
                    <a:pt x="4958866" y="1335048"/>
                  </a:lnTo>
                  <a:lnTo>
                    <a:pt x="4959534" y="1298890"/>
                  </a:lnTo>
                  <a:lnTo>
                    <a:pt x="4960202" y="1271077"/>
                  </a:lnTo>
                  <a:lnTo>
                    <a:pt x="4960870" y="1187636"/>
                  </a:lnTo>
                  <a:lnTo>
                    <a:pt x="4961538" y="1168166"/>
                  </a:lnTo>
                  <a:lnTo>
                    <a:pt x="4962206" y="1209887"/>
                  </a:lnTo>
                  <a:lnTo>
                    <a:pt x="4962874" y="1223794"/>
                  </a:lnTo>
                  <a:lnTo>
                    <a:pt x="4963542" y="1223794"/>
                  </a:lnTo>
                  <a:lnTo>
                    <a:pt x="4964210" y="1223794"/>
                  </a:lnTo>
                  <a:lnTo>
                    <a:pt x="4964878" y="1209887"/>
                  </a:lnTo>
                  <a:lnTo>
                    <a:pt x="4965546" y="1168166"/>
                  </a:lnTo>
                  <a:lnTo>
                    <a:pt x="4966214" y="1182073"/>
                  </a:lnTo>
                  <a:lnTo>
                    <a:pt x="4966882" y="1223794"/>
                  </a:lnTo>
                  <a:lnTo>
                    <a:pt x="4967550" y="1223794"/>
                  </a:lnTo>
                  <a:lnTo>
                    <a:pt x="4968218" y="1223794"/>
                  </a:lnTo>
                  <a:lnTo>
                    <a:pt x="4968886" y="1223794"/>
                  </a:lnTo>
                  <a:lnTo>
                    <a:pt x="4969554" y="1259951"/>
                  </a:lnTo>
                  <a:lnTo>
                    <a:pt x="4970222" y="1273858"/>
                  </a:lnTo>
                  <a:lnTo>
                    <a:pt x="4970890" y="1223794"/>
                  </a:lnTo>
                  <a:lnTo>
                    <a:pt x="4971558" y="1187636"/>
                  </a:lnTo>
                  <a:lnTo>
                    <a:pt x="4972226" y="1123665"/>
                  </a:lnTo>
                  <a:lnTo>
                    <a:pt x="4972894" y="1168166"/>
                  </a:lnTo>
                  <a:lnTo>
                    <a:pt x="4973562" y="1195980"/>
                  </a:lnTo>
                  <a:lnTo>
                    <a:pt x="4974230" y="1115321"/>
                  </a:lnTo>
                  <a:lnTo>
                    <a:pt x="4974898" y="1126446"/>
                  </a:lnTo>
                  <a:lnTo>
                    <a:pt x="4975566" y="1043006"/>
                  </a:lnTo>
                  <a:lnTo>
                    <a:pt x="4976234" y="884469"/>
                  </a:lnTo>
                  <a:lnTo>
                    <a:pt x="4976902" y="895594"/>
                  </a:lnTo>
                  <a:lnTo>
                    <a:pt x="4977571" y="979035"/>
                  </a:lnTo>
                  <a:lnTo>
                    <a:pt x="4978239" y="1001286"/>
                  </a:lnTo>
                  <a:lnTo>
                    <a:pt x="4978907" y="1001286"/>
                  </a:lnTo>
                  <a:lnTo>
                    <a:pt x="4979575" y="1001286"/>
                  </a:lnTo>
                  <a:lnTo>
                    <a:pt x="4980243" y="945659"/>
                  </a:lnTo>
                  <a:lnTo>
                    <a:pt x="4980911" y="920626"/>
                  </a:lnTo>
                  <a:lnTo>
                    <a:pt x="4981579" y="901157"/>
                  </a:lnTo>
                  <a:lnTo>
                    <a:pt x="4982247" y="945659"/>
                  </a:lnTo>
                  <a:lnTo>
                    <a:pt x="4982915" y="901157"/>
                  </a:lnTo>
                  <a:lnTo>
                    <a:pt x="4983583" y="890032"/>
                  </a:lnTo>
                  <a:lnTo>
                    <a:pt x="4984251" y="842749"/>
                  </a:lnTo>
                  <a:lnTo>
                    <a:pt x="4984919" y="834405"/>
                  </a:lnTo>
                  <a:lnTo>
                    <a:pt x="4985587" y="834405"/>
                  </a:lnTo>
                  <a:lnTo>
                    <a:pt x="4986255" y="834405"/>
                  </a:lnTo>
                  <a:lnTo>
                    <a:pt x="4986923" y="817716"/>
                  </a:lnTo>
                  <a:lnTo>
                    <a:pt x="4987591" y="834405"/>
                  </a:lnTo>
                  <a:lnTo>
                    <a:pt x="4988259" y="864999"/>
                  </a:lnTo>
                  <a:lnTo>
                    <a:pt x="4988927" y="940096"/>
                  </a:lnTo>
                  <a:lnTo>
                    <a:pt x="4989595" y="890032"/>
                  </a:lnTo>
                  <a:lnTo>
                    <a:pt x="4990263" y="892813"/>
                  </a:lnTo>
                  <a:lnTo>
                    <a:pt x="4990931" y="995723"/>
                  </a:lnTo>
                  <a:lnTo>
                    <a:pt x="4991599" y="1006848"/>
                  </a:lnTo>
                  <a:lnTo>
                    <a:pt x="4992267" y="1065256"/>
                  </a:lnTo>
                  <a:lnTo>
                    <a:pt x="4992935" y="1254388"/>
                  </a:lnTo>
                  <a:lnTo>
                    <a:pt x="4993603" y="1279421"/>
                  </a:lnTo>
                  <a:lnTo>
                    <a:pt x="4994271" y="1279421"/>
                  </a:lnTo>
                  <a:lnTo>
                    <a:pt x="4994939" y="1279421"/>
                  </a:lnTo>
                  <a:lnTo>
                    <a:pt x="4995607" y="1279421"/>
                  </a:lnTo>
                  <a:lnTo>
                    <a:pt x="4996275" y="1279421"/>
                  </a:lnTo>
                  <a:lnTo>
                    <a:pt x="4996943" y="1332266"/>
                  </a:lnTo>
                  <a:lnTo>
                    <a:pt x="4997611" y="1357298"/>
                  </a:lnTo>
                  <a:lnTo>
                    <a:pt x="4998279" y="1390675"/>
                  </a:lnTo>
                  <a:lnTo>
                    <a:pt x="4998947" y="1390675"/>
                  </a:lnTo>
                  <a:lnTo>
                    <a:pt x="4999615" y="1432395"/>
                  </a:lnTo>
                  <a:lnTo>
                    <a:pt x="5000283" y="1446302"/>
                  </a:lnTo>
                  <a:lnTo>
                    <a:pt x="5000951" y="1490803"/>
                  </a:lnTo>
                  <a:lnTo>
                    <a:pt x="5001619" y="1501929"/>
                  </a:lnTo>
                  <a:lnTo>
                    <a:pt x="5002288" y="1501929"/>
                  </a:lnTo>
                  <a:lnTo>
                    <a:pt x="5002956" y="1501929"/>
                  </a:lnTo>
                  <a:lnTo>
                    <a:pt x="5003624" y="1518617"/>
                  </a:lnTo>
                  <a:lnTo>
                    <a:pt x="5004292" y="1557556"/>
                  </a:lnTo>
                  <a:lnTo>
                    <a:pt x="5004960" y="1557556"/>
                  </a:lnTo>
                  <a:lnTo>
                    <a:pt x="5005628" y="1560337"/>
                  </a:lnTo>
                  <a:lnTo>
                    <a:pt x="5006296" y="1613183"/>
                  </a:lnTo>
                  <a:lnTo>
                    <a:pt x="5006964" y="1613183"/>
                  </a:lnTo>
                  <a:lnTo>
                    <a:pt x="5007632" y="1613183"/>
                  </a:lnTo>
                  <a:lnTo>
                    <a:pt x="5008300" y="1629871"/>
                  </a:lnTo>
                  <a:lnTo>
                    <a:pt x="5008968" y="1668810"/>
                  </a:lnTo>
                  <a:lnTo>
                    <a:pt x="5008968" y="1668810"/>
                  </a:lnTo>
                  <a:lnTo>
                    <a:pt x="5009636" y="1668810"/>
                  </a:lnTo>
                  <a:lnTo>
                    <a:pt x="5010304" y="1668810"/>
                  </a:lnTo>
                  <a:lnTo>
                    <a:pt x="5010972" y="1668810"/>
                  </a:lnTo>
                  <a:lnTo>
                    <a:pt x="5011640" y="1668810"/>
                  </a:lnTo>
                  <a:lnTo>
                    <a:pt x="5012308" y="1668810"/>
                  </a:lnTo>
                  <a:lnTo>
                    <a:pt x="5012976" y="1668810"/>
                  </a:lnTo>
                  <a:lnTo>
                    <a:pt x="5013644" y="1668810"/>
                  </a:lnTo>
                  <a:lnTo>
                    <a:pt x="5014312" y="1668810"/>
                  </a:lnTo>
                  <a:lnTo>
                    <a:pt x="5014980" y="1668810"/>
                  </a:lnTo>
                  <a:lnTo>
                    <a:pt x="5015648" y="1668810"/>
                  </a:lnTo>
                  <a:lnTo>
                    <a:pt x="5016316" y="1668810"/>
                  </a:lnTo>
                  <a:lnTo>
                    <a:pt x="5016984" y="1613183"/>
                  </a:lnTo>
                  <a:lnTo>
                    <a:pt x="5017652" y="1613183"/>
                  </a:lnTo>
                  <a:lnTo>
                    <a:pt x="5018320" y="1568681"/>
                  </a:lnTo>
                  <a:lnTo>
                    <a:pt x="5018988" y="1557556"/>
                  </a:lnTo>
                  <a:lnTo>
                    <a:pt x="5019656" y="1557556"/>
                  </a:lnTo>
                  <a:lnTo>
                    <a:pt x="5020324" y="1557556"/>
                  </a:lnTo>
                  <a:lnTo>
                    <a:pt x="5020992" y="1524179"/>
                  </a:lnTo>
                  <a:lnTo>
                    <a:pt x="5021660" y="1501929"/>
                  </a:lnTo>
                  <a:lnTo>
                    <a:pt x="5022328" y="1493585"/>
                  </a:lnTo>
                  <a:lnTo>
                    <a:pt x="5022996" y="1446302"/>
                  </a:lnTo>
                  <a:lnTo>
                    <a:pt x="5023664" y="1446302"/>
                  </a:lnTo>
                  <a:lnTo>
                    <a:pt x="5024332" y="1446302"/>
                  </a:lnTo>
                  <a:lnTo>
                    <a:pt x="5025000" y="1446302"/>
                  </a:lnTo>
                  <a:lnTo>
                    <a:pt x="5025668" y="1415707"/>
                  </a:lnTo>
                  <a:lnTo>
                    <a:pt x="5026336" y="1390675"/>
                  </a:lnTo>
                  <a:lnTo>
                    <a:pt x="5027005" y="1390675"/>
                  </a:lnTo>
                  <a:lnTo>
                    <a:pt x="5027673" y="1390675"/>
                  </a:lnTo>
                  <a:lnTo>
                    <a:pt x="5028341" y="1390675"/>
                  </a:lnTo>
                  <a:lnTo>
                    <a:pt x="5029009" y="1390675"/>
                  </a:lnTo>
                  <a:lnTo>
                    <a:pt x="5029677" y="1390675"/>
                  </a:lnTo>
                  <a:lnTo>
                    <a:pt x="5030345" y="1390675"/>
                  </a:lnTo>
                  <a:lnTo>
                    <a:pt x="5031013" y="1390675"/>
                  </a:lnTo>
                  <a:lnTo>
                    <a:pt x="5031681" y="1390675"/>
                  </a:lnTo>
                  <a:lnTo>
                    <a:pt x="5032349" y="1390675"/>
                  </a:lnTo>
                  <a:lnTo>
                    <a:pt x="5033017" y="1390675"/>
                  </a:lnTo>
                  <a:lnTo>
                    <a:pt x="5033685" y="1443520"/>
                  </a:lnTo>
                  <a:lnTo>
                    <a:pt x="5034353" y="1446302"/>
                  </a:lnTo>
                  <a:lnTo>
                    <a:pt x="5035021" y="1488022"/>
                  </a:lnTo>
                  <a:lnTo>
                    <a:pt x="5035689" y="1501929"/>
                  </a:lnTo>
                  <a:lnTo>
                    <a:pt x="5036357" y="1501929"/>
                  </a:lnTo>
                  <a:lnTo>
                    <a:pt x="5037025" y="1501929"/>
                  </a:lnTo>
                  <a:lnTo>
                    <a:pt x="5037693" y="1532523"/>
                  </a:lnTo>
                  <a:lnTo>
                    <a:pt x="5038361" y="1557556"/>
                  </a:lnTo>
                  <a:lnTo>
                    <a:pt x="5039029" y="1563118"/>
                  </a:lnTo>
                  <a:lnTo>
                    <a:pt x="5039697" y="1613183"/>
                  </a:lnTo>
                  <a:lnTo>
                    <a:pt x="5040365" y="1613183"/>
                  </a:lnTo>
                  <a:lnTo>
                    <a:pt x="5041033" y="1613183"/>
                  </a:lnTo>
                  <a:lnTo>
                    <a:pt x="5041701" y="1560337"/>
                  </a:lnTo>
                  <a:lnTo>
                    <a:pt x="5042369" y="1529742"/>
                  </a:lnTo>
                  <a:lnTo>
                    <a:pt x="5043037" y="1557556"/>
                  </a:lnTo>
                  <a:lnTo>
                    <a:pt x="5043705" y="1557556"/>
                  </a:lnTo>
                  <a:lnTo>
                    <a:pt x="5044373" y="1557556"/>
                  </a:lnTo>
                  <a:lnTo>
                    <a:pt x="5045041" y="1557556"/>
                  </a:lnTo>
                  <a:lnTo>
                    <a:pt x="5045709" y="1501929"/>
                  </a:lnTo>
                  <a:lnTo>
                    <a:pt x="5046377" y="1457427"/>
                  </a:lnTo>
                  <a:lnTo>
                    <a:pt x="5047045" y="1443520"/>
                  </a:lnTo>
                  <a:lnTo>
                    <a:pt x="5047713" y="1390675"/>
                  </a:lnTo>
                  <a:lnTo>
                    <a:pt x="5048381" y="1390675"/>
                  </a:lnTo>
                  <a:lnTo>
                    <a:pt x="5049049" y="1390675"/>
                  </a:lnTo>
                  <a:lnTo>
                    <a:pt x="5049717" y="1390675"/>
                  </a:lnTo>
                  <a:lnTo>
                    <a:pt x="5050385" y="1390675"/>
                  </a:lnTo>
                  <a:lnTo>
                    <a:pt x="5051053" y="1390675"/>
                  </a:lnTo>
                  <a:lnTo>
                    <a:pt x="5051722" y="1390675"/>
                  </a:lnTo>
                  <a:lnTo>
                    <a:pt x="5052390" y="1390675"/>
                  </a:lnTo>
                  <a:lnTo>
                    <a:pt x="5053058" y="1390675"/>
                  </a:lnTo>
                  <a:lnTo>
                    <a:pt x="5053726" y="1390675"/>
                  </a:lnTo>
                  <a:lnTo>
                    <a:pt x="5054394" y="1390675"/>
                  </a:lnTo>
                  <a:lnTo>
                    <a:pt x="5055062" y="1390675"/>
                  </a:lnTo>
                  <a:lnTo>
                    <a:pt x="5055730" y="1376768"/>
                  </a:lnTo>
                  <a:lnTo>
                    <a:pt x="5056398" y="1335048"/>
                  </a:lnTo>
                  <a:lnTo>
                    <a:pt x="5057066" y="1335048"/>
                  </a:lnTo>
                  <a:lnTo>
                    <a:pt x="5057734" y="1335048"/>
                  </a:lnTo>
                  <a:lnTo>
                    <a:pt x="5058402" y="1382330"/>
                  </a:lnTo>
                  <a:lnTo>
                    <a:pt x="5059070" y="1415707"/>
                  </a:lnTo>
                  <a:lnTo>
                    <a:pt x="5059738" y="1357298"/>
                  </a:lnTo>
                  <a:lnTo>
                    <a:pt x="5060406" y="1335048"/>
                  </a:lnTo>
                  <a:lnTo>
                    <a:pt x="5061074" y="1296109"/>
                  </a:lnTo>
                  <a:lnTo>
                    <a:pt x="5061742" y="1279421"/>
                  </a:lnTo>
                  <a:lnTo>
                    <a:pt x="5062410" y="1332266"/>
                  </a:lnTo>
                  <a:lnTo>
                    <a:pt x="5063078" y="1376768"/>
                  </a:lnTo>
                  <a:lnTo>
                    <a:pt x="5063746" y="1351736"/>
                  </a:lnTo>
                  <a:lnTo>
                    <a:pt x="5064414" y="1390675"/>
                  </a:lnTo>
                  <a:lnTo>
                    <a:pt x="5065082" y="1379549"/>
                  </a:lnTo>
                  <a:lnTo>
                    <a:pt x="5065750" y="1304453"/>
                  </a:lnTo>
                  <a:lnTo>
                    <a:pt x="5066418" y="1279421"/>
                  </a:lnTo>
                  <a:lnTo>
                    <a:pt x="5067086" y="1279421"/>
                  </a:lnTo>
                  <a:lnTo>
                    <a:pt x="5067754" y="1279421"/>
                  </a:lnTo>
                  <a:lnTo>
                    <a:pt x="5068422" y="1279421"/>
                  </a:lnTo>
                  <a:lnTo>
                    <a:pt x="5069090" y="1240482"/>
                  </a:lnTo>
                  <a:lnTo>
                    <a:pt x="5069758" y="1223794"/>
                  </a:lnTo>
                  <a:lnTo>
                    <a:pt x="5070426" y="1223794"/>
                  </a:lnTo>
                  <a:lnTo>
                    <a:pt x="5071094" y="1223794"/>
                  </a:lnTo>
                  <a:lnTo>
                    <a:pt x="5071762" y="1223794"/>
                  </a:lnTo>
                  <a:lnTo>
                    <a:pt x="5072430" y="1234919"/>
                  </a:lnTo>
                  <a:lnTo>
                    <a:pt x="5073098" y="1279421"/>
                  </a:lnTo>
                  <a:lnTo>
                    <a:pt x="5073766" y="1279421"/>
                  </a:lnTo>
                  <a:lnTo>
                    <a:pt x="5074434" y="1279421"/>
                  </a:lnTo>
                  <a:lnTo>
                    <a:pt x="5075102" y="1243263"/>
                  </a:lnTo>
                  <a:lnTo>
                    <a:pt x="5075771" y="1243263"/>
                  </a:lnTo>
                  <a:lnTo>
                    <a:pt x="5076439" y="1254388"/>
                  </a:lnTo>
                  <a:lnTo>
                    <a:pt x="5077107" y="1279421"/>
                  </a:lnTo>
                  <a:lnTo>
                    <a:pt x="5077775" y="1315578"/>
                  </a:lnTo>
                  <a:lnTo>
                    <a:pt x="5078443" y="1318359"/>
                  </a:lnTo>
                  <a:lnTo>
                    <a:pt x="5079111" y="1276639"/>
                  </a:lnTo>
                  <a:lnTo>
                    <a:pt x="5079779" y="1223794"/>
                  </a:lnTo>
                  <a:lnTo>
                    <a:pt x="5080447" y="1259951"/>
                  </a:lnTo>
                  <a:lnTo>
                    <a:pt x="5081115" y="1279421"/>
                  </a:lnTo>
                  <a:lnTo>
                    <a:pt x="5081783" y="1287765"/>
                  </a:lnTo>
                  <a:lnTo>
                    <a:pt x="5082451" y="1323922"/>
                  </a:lnTo>
                  <a:lnTo>
                    <a:pt x="5083119" y="1329485"/>
                  </a:lnTo>
                  <a:lnTo>
                    <a:pt x="5083787" y="1240482"/>
                  </a:lnTo>
                  <a:lnTo>
                    <a:pt x="5084455" y="1190417"/>
                  </a:lnTo>
                  <a:lnTo>
                    <a:pt x="5085123" y="1095851"/>
                  </a:lnTo>
                  <a:lnTo>
                    <a:pt x="5085791" y="1093070"/>
                  </a:lnTo>
                  <a:lnTo>
                    <a:pt x="5086459" y="1112540"/>
                  </a:lnTo>
                  <a:lnTo>
                    <a:pt x="5087127" y="1112540"/>
                  </a:lnTo>
                  <a:lnTo>
                    <a:pt x="5087795" y="1112540"/>
                  </a:lnTo>
                  <a:lnTo>
                    <a:pt x="5088463" y="1112540"/>
                  </a:lnTo>
                  <a:lnTo>
                    <a:pt x="5089131" y="1112540"/>
                  </a:lnTo>
                  <a:lnTo>
                    <a:pt x="5089799" y="1112540"/>
                  </a:lnTo>
                  <a:lnTo>
                    <a:pt x="5090467" y="1059694"/>
                  </a:lnTo>
                  <a:lnTo>
                    <a:pt x="5091135" y="1056912"/>
                  </a:lnTo>
                  <a:lnTo>
                    <a:pt x="5091803" y="1090289"/>
                  </a:lnTo>
                  <a:lnTo>
                    <a:pt x="5092471" y="1118102"/>
                  </a:lnTo>
                  <a:lnTo>
                    <a:pt x="5093139" y="1168166"/>
                  </a:lnTo>
                  <a:lnTo>
                    <a:pt x="5093807" y="1168166"/>
                  </a:lnTo>
                  <a:lnTo>
                    <a:pt x="5094475" y="1168166"/>
                  </a:lnTo>
                  <a:lnTo>
                    <a:pt x="5095143" y="1182073"/>
                  </a:lnTo>
                  <a:lnTo>
                    <a:pt x="5095811" y="1223794"/>
                  </a:lnTo>
                  <a:lnTo>
                    <a:pt x="5096479" y="1279421"/>
                  </a:lnTo>
                  <a:lnTo>
                    <a:pt x="5097147" y="1279421"/>
                  </a:lnTo>
                  <a:lnTo>
                    <a:pt x="5097815" y="1279421"/>
                  </a:lnTo>
                  <a:lnTo>
                    <a:pt x="5098483" y="1279421"/>
                  </a:lnTo>
                  <a:lnTo>
                    <a:pt x="5099151" y="1315578"/>
                  </a:lnTo>
                  <a:lnTo>
                    <a:pt x="5099819" y="1337829"/>
                  </a:lnTo>
                  <a:lnTo>
                    <a:pt x="5100488" y="1426832"/>
                  </a:lnTo>
                  <a:lnTo>
                    <a:pt x="5101156" y="1476896"/>
                  </a:lnTo>
                  <a:lnTo>
                    <a:pt x="5101824" y="1568681"/>
                  </a:lnTo>
                  <a:lnTo>
                    <a:pt x="5102492" y="1613183"/>
                  </a:lnTo>
                  <a:lnTo>
                    <a:pt x="5103160" y="1613183"/>
                  </a:lnTo>
                  <a:lnTo>
                    <a:pt x="5103828" y="1613183"/>
                  </a:lnTo>
                  <a:lnTo>
                    <a:pt x="5104496" y="1613183"/>
                  </a:lnTo>
                  <a:lnTo>
                    <a:pt x="5105164" y="1613183"/>
                  </a:lnTo>
                  <a:lnTo>
                    <a:pt x="5105832" y="1613183"/>
                  </a:lnTo>
                  <a:lnTo>
                    <a:pt x="5106500" y="1613183"/>
                  </a:lnTo>
                  <a:lnTo>
                    <a:pt x="5107168" y="1663247"/>
                  </a:lnTo>
                  <a:lnTo>
                    <a:pt x="5107836" y="1649340"/>
                  </a:lnTo>
                  <a:lnTo>
                    <a:pt x="5108504" y="1546430"/>
                  </a:lnTo>
                  <a:lnTo>
                    <a:pt x="5109172" y="1501929"/>
                  </a:lnTo>
                  <a:lnTo>
                    <a:pt x="5109840" y="1451864"/>
                  </a:lnTo>
                  <a:lnTo>
                    <a:pt x="5110508" y="1446302"/>
                  </a:lnTo>
                  <a:lnTo>
                    <a:pt x="5111176" y="1446302"/>
                  </a:lnTo>
                  <a:lnTo>
                    <a:pt x="5111844" y="1446302"/>
                  </a:lnTo>
                  <a:lnTo>
                    <a:pt x="5112512" y="1446302"/>
                  </a:lnTo>
                  <a:lnTo>
                    <a:pt x="5113180" y="1446302"/>
                  </a:lnTo>
                  <a:lnTo>
                    <a:pt x="5113848" y="1446302"/>
                  </a:lnTo>
                  <a:lnTo>
                    <a:pt x="5114516" y="1446302"/>
                  </a:lnTo>
                  <a:lnTo>
                    <a:pt x="5115184" y="1446302"/>
                  </a:lnTo>
                  <a:lnTo>
                    <a:pt x="5115852" y="1446302"/>
                  </a:lnTo>
                  <a:lnTo>
                    <a:pt x="5116520" y="1410144"/>
                  </a:lnTo>
                  <a:lnTo>
                    <a:pt x="5117188" y="1362861"/>
                  </a:lnTo>
                  <a:lnTo>
                    <a:pt x="5117856" y="1335048"/>
                  </a:lnTo>
                  <a:lnTo>
                    <a:pt x="5118524" y="1335048"/>
                  </a:lnTo>
                  <a:lnTo>
                    <a:pt x="5119192" y="1312797"/>
                  </a:lnTo>
                  <a:lnTo>
                    <a:pt x="5119860" y="1251607"/>
                  </a:lnTo>
                  <a:lnTo>
                    <a:pt x="5120528" y="1170948"/>
                  </a:lnTo>
                  <a:lnTo>
                    <a:pt x="5121196" y="1137572"/>
                  </a:lnTo>
                  <a:lnTo>
                    <a:pt x="5121864" y="1068038"/>
                  </a:lnTo>
                  <a:lnTo>
                    <a:pt x="5122532" y="1056912"/>
                  </a:lnTo>
                  <a:lnTo>
                    <a:pt x="5123200" y="1056912"/>
                  </a:lnTo>
                  <a:lnTo>
                    <a:pt x="5123868" y="1026318"/>
                  </a:lnTo>
                  <a:lnTo>
                    <a:pt x="5124536" y="1017974"/>
                  </a:lnTo>
                  <a:lnTo>
                    <a:pt x="5125205" y="1118102"/>
                  </a:lnTo>
                  <a:lnTo>
                    <a:pt x="5125873" y="1168166"/>
                  </a:lnTo>
                  <a:lnTo>
                    <a:pt x="5126541" y="1215449"/>
                  </a:lnTo>
                  <a:lnTo>
                    <a:pt x="5127209" y="1223794"/>
                  </a:lnTo>
                  <a:lnTo>
                    <a:pt x="5127877" y="1223794"/>
                  </a:lnTo>
                  <a:lnTo>
                    <a:pt x="5128545" y="1223794"/>
                  </a:lnTo>
                  <a:lnTo>
                    <a:pt x="5129213" y="1223794"/>
                  </a:lnTo>
                  <a:lnTo>
                    <a:pt x="5129881" y="1207105"/>
                  </a:lnTo>
                  <a:lnTo>
                    <a:pt x="5130549" y="1112540"/>
                  </a:lnTo>
                  <a:lnTo>
                    <a:pt x="5131217" y="1112540"/>
                  </a:lnTo>
                  <a:lnTo>
                    <a:pt x="5131885" y="1109758"/>
                  </a:lnTo>
                  <a:lnTo>
                    <a:pt x="5132553" y="1009630"/>
                  </a:lnTo>
                  <a:lnTo>
                    <a:pt x="5133221" y="979035"/>
                  </a:lnTo>
                  <a:lnTo>
                    <a:pt x="5133889" y="1020755"/>
                  </a:lnTo>
                  <a:lnTo>
                    <a:pt x="5134557" y="973472"/>
                  </a:lnTo>
                  <a:lnTo>
                    <a:pt x="5135225" y="945659"/>
                  </a:lnTo>
                  <a:lnTo>
                    <a:pt x="5135893" y="965128"/>
                  </a:lnTo>
                  <a:lnTo>
                    <a:pt x="5136561" y="1026317"/>
                  </a:lnTo>
                  <a:lnTo>
                    <a:pt x="5137229" y="1106977"/>
                  </a:lnTo>
                  <a:lnTo>
                    <a:pt x="5137897" y="1140353"/>
                  </a:lnTo>
                  <a:lnTo>
                    <a:pt x="5138565" y="1209887"/>
                  </a:lnTo>
                  <a:lnTo>
                    <a:pt x="5139233" y="1223794"/>
                  </a:lnTo>
                  <a:lnTo>
                    <a:pt x="5139901" y="1223794"/>
                  </a:lnTo>
                  <a:lnTo>
                    <a:pt x="5140569" y="1251607"/>
                  </a:lnTo>
                  <a:lnTo>
                    <a:pt x="5141237" y="1279421"/>
                  </a:lnTo>
                  <a:lnTo>
                    <a:pt x="5141905" y="1279421"/>
                  </a:lnTo>
                  <a:lnTo>
                    <a:pt x="5142573" y="1279421"/>
                  </a:lnTo>
                  <a:lnTo>
                    <a:pt x="5143241" y="1279421"/>
                  </a:lnTo>
                  <a:lnTo>
                    <a:pt x="5143909" y="1279421"/>
                  </a:lnTo>
                  <a:lnTo>
                    <a:pt x="5144577" y="1279421"/>
                  </a:lnTo>
                  <a:lnTo>
                    <a:pt x="5145245" y="1232138"/>
                  </a:lnTo>
                  <a:lnTo>
                    <a:pt x="5145913" y="1223794"/>
                  </a:lnTo>
                  <a:lnTo>
                    <a:pt x="5146581" y="1237700"/>
                  </a:lnTo>
                  <a:lnTo>
                    <a:pt x="5147249" y="1332266"/>
                  </a:lnTo>
                  <a:lnTo>
                    <a:pt x="5147917" y="1335048"/>
                  </a:lnTo>
                  <a:lnTo>
                    <a:pt x="5148585" y="1335048"/>
                  </a:lnTo>
                  <a:lnTo>
                    <a:pt x="5149254" y="1432395"/>
                  </a:lnTo>
                  <a:lnTo>
                    <a:pt x="5149922" y="1499147"/>
                  </a:lnTo>
                  <a:lnTo>
                    <a:pt x="5150590" y="1424051"/>
                  </a:lnTo>
                  <a:lnTo>
                    <a:pt x="5151258" y="1471334"/>
                  </a:lnTo>
                  <a:lnTo>
                    <a:pt x="5151926" y="1501929"/>
                  </a:lnTo>
                  <a:lnTo>
                    <a:pt x="5152594" y="1501929"/>
                  </a:lnTo>
                  <a:lnTo>
                    <a:pt x="5153262" y="1501929"/>
                  </a:lnTo>
                  <a:lnTo>
                    <a:pt x="5153930" y="1501929"/>
                  </a:lnTo>
                  <a:lnTo>
                    <a:pt x="5154598" y="1501929"/>
                  </a:lnTo>
                  <a:lnTo>
                    <a:pt x="5155266" y="1490803"/>
                  </a:lnTo>
                  <a:lnTo>
                    <a:pt x="5155934" y="1446302"/>
                  </a:lnTo>
                  <a:lnTo>
                    <a:pt x="5156602" y="1412925"/>
                  </a:lnTo>
                  <a:lnTo>
                    <a:pt x="5157270" y="1390675"/>
                  </a:lnTo>
                  <a:lnTo>
                    <a:pt x="5157938" y="1390675"/>
                  </a:lnTo>
                  <a:lnTo>
                    <a:pt x="5158606" y="1390675"/>
                  </a:lnTo>
                  <a:lnTo>
                    <a:pt x="5159274" y="1390675"/>
                  </a:lnTo>
                  <a:lnTo>
                    <a:pt x="5159942" y="1390675"/>
                  </a:lnTo>
                  <a:lnTo>
                    <a:pt x="5160610" y="1390675"/>
                  </a:lnTo>
                  <a:lnTo>
                    <a:pt x="5161278" y="1390675"/>
                  </a:lnTo>
                  <a:lnTo>
                    <a:pt x="5161946" y="1435176"/>
                  </a:lnTo>
                  <a:lnTo>
                    <a:pt x="5162614" y="1446302"/>
                  </a:lnTo>
                  <a:lnTo>
                    <a:pt x="5163282" y="1443520"/>
                  </a:lnTo>
                  <a:lnTo>
                    <a:pt x="5163950" y="1390675"/>
                  </a:lnTo>
                  <a:lnTo>
                    <a:pt x="5164618" y="1390675"/>
                  </a:lnTo>
                  <a:lnTo>
                    <a:pt x="5165286" y="1387893"/>
                  </a:lnTo>
                  <a:lnTo>
                    <a:pt x="5165954" y="1307234"/>
                  </a:lnTo>
                  <a:lnTo>
                    <a:pt x="5166622" y="1279421"/>
                  </a:lnTo>
                  <a:lnTo>
                    <a:pt x="5167290" y="1351736"/>
                  </a:lnTo>
                  <a:lnTo>
                    <a:pt x="5167958" y="1335048"/>
                  </a:lnTo>
                  <a:lnTo>
                    <a:pt x="5168626" y="1335048"/>
                  </a:lnTo>
                  <a:lnTo>
                    <a:pt x="5169294" y="1335048"/>
                  </a:lnTo>
                  <a:lnTo>
                    <a:pt x="5169962" y="1318359"/>
                  </a:lnTo>
                  <a:lnTo>
                    <a:pt x="5170630" y="1279421"/>
                  </a:lnTo>
                  <a:lnTo>
                    <a:pt x="5171298" y="1279421"/>
                  </a:lnTo>
                  <a:lnTo>
                    <a:pt x="5171966" y="1262732"/>
                  </a:lnTo>
                  <a:lnTo>
                    <a:pt x="5172634" y="1279421"/>
                  </a:lnTo>
                  <a:lnTo>
                    <a:pt x="5173302" y="1310015"/>
                  </a:lnTo>
                  <a:lnTo>
                    <a:pt x="5173971" y="1335048"/>
                  </a:lnTo>
                  <a:lnTo>
                    <a:pt x="5174639" y="1335048"/>
                  </a:lnTo>
                  <a:lnTo>
                    <a:pt x="5175307" y="1335048"/>
                  </a:lnTo>
                  <a:lnTo>
                    <a:pt x="5175975" y="1335048"/>
                  </a:lnTo>
                  <a:lnTo>
                    <a:pt x="5176643" y="1335048"/>
                  </a:lnTo>
                  <a:lnTo>
                    <a:pt x="5177311" y="1335048"/>
                  </a:lnTo>
                  <a:lnTo>
                    <a:pt x="5177979" y="1335048"/>
                  </a:lnTo>
                  <a:lnTo>
                    <a:pt x="5178647" y="1335048"/>
                  </a:lnTo>
                  <a:lnTo>
                    <a:pt x="5179315" y="1335048"/>
                  </a:lnTo>
                  <a:lnTo>
                    <a:pt x="5179983" y="1304453"/>
                  </a:lnTo>
                  <a:lnTo>
                    <a:pt x="5180651" y="1335048"/>
                  </a:lnTo>
                  <a:lnTo>
                    <a:pt x="5181319" y="1335048"/>
                  </a:lnTo>
                  <a:lnTo>
                    <a:pt x="5181987" y="1335048"/>
                  </a:lnTo>
                  <a:lnTo>
                    <a:pt x="5182655" y="1415707"/>
                  </a:lnTo>
                  <a:lnTo>
                    <a:pt x="5183323" y="1446302"/>
                  </a:lnTo>
                  <a:lnTo>
                    <a:pt x="5183991" y="1443520"/>
                  </a:lnTo>
                  <a:lnTo>
                    <a:pt x="5184659" y="1446302"/>
                  </a:lnTo>
                  <a:lnTo>
                    <a:pt x="5185327" y="1437957"/>
                  </a:lnTo>
                  <a:lnTo>
                    <a:pt x="5185995" y="1390675"/>
                  </a:lnTo>
                  <a:lnTo>
                    <a:pt x="5186663" y="1404581"/>
                  </a:lnTo>
                  <a:lnTo>
                    <a:pt x="5187331" y="1446302"/>
                  </a:lnTo>
                  <a:lnTo>
                    <a:pt x="5187999" y="1446302"/>
                  </a:lnTo>
                  <a:lnTo>
                    <a:pt x="5188667" y="1468552"/>
                  </a:lnTo>
                  <a:lnTo>
                    <a:pt x="5189335" y="1501929"/>
                  </a:lnTo>
                  <a:lnTo>
                    <a:pt x="5190003" y="1501929"/>
                  </a:lnTo>
                  <a:lnTo>
                    <a:pt x="5190671" y="1501929"/>
                  </a:lnTo>
                  <a:lnTo>
                    <a:pt x="5191339" y="1499147"/>
                  </a:lnTo>
                  <a:lnTo>
                    <a:pt x="5192007" y="1399019"/>
                  </a:lnTo>
                  <a:lnTo>
                    <a:pt x="5192675" y="1346173"/>
                  </a:lnTo>
                  <a:lnTo>
                    <a:pt x="5193343" y="1279421"/>
                  </a:lnTo>
                  <a:lnTo>
                    <a:pt x="5194011" y="1279421"/>
                  </a:lnTo>
                  <a:lnTo>
                    <a:pt x="5194679" y="1279421"/>
                  </a:lnTo>
                  <a:lnTo>
                    <a:pt x="5195347" y="1279421"/>
                  </a:lnTo>
                  <a:lnTo>
                    <a:pt x="5196015" y="1265514"/>
                  </a:lnTo>
                  <a:lnTo>
                    <a:pt x="5196683" y="1226575"/>
                  </a:lnTo>
                  <a:lnTo>
                    <a:pt x="5197351" y="1223794"/>
                  </a:lnTo>
                  <a:lnTo>
                    <a:pt x="5198019" y="1223794"/>
                  </a:lnTo>
                  <a:lnTo>
                    <a:pt x="5198688" y="1204324"/>
                  </a:lnTo>
                  <a:lnTo>
                    <a:pt x="5199356" y="1168166"/>
                  </a:lnTo>
                  <a:lnTo>
                    <a:pt x="5200024" y="1129228"/>
                  </a:lnTo>
                  <a:lnTo>
                    <a:pt x="5200692" y="1076382"/>
                  </a:lnTo>
                  <a:lnTo>
                    <a:pt x="5201360" y="1065256"/>
                  </a:lnTo>
                  <a:lnTo>
                    <a:pt x="5202028" y="1062475"/>
                  </a:lnTo>
                  <a:lnTo>
                    <a:pt x="5202696" y="1112540"/>
                  </a:lnTo>
                  <a:lnTo>
                    <a:pt x="5203364" y="1112540"/>
                  </a:lnTo>
                  <a:lnTo>
                    <a:pt x="5204032" y="1065256"/>
                  </a:lnTo>
                  <a:lnTo>
                    <a:pt x="5204700" y="967909"/>
                  </a:lnTo>
                  <a:lnTo>
                    <a:pt x="5205368" y="945659"/>
                  </a:lnTo>
                  <a:lnTo>
                    <a:pt x="5206036" y="945659"/>
                  </a:lnTo>
                  <a:lnTo>
                    <a:pt x="5206704" y="945659"/>
                  </a:lnTo>
                  <a:lnTo>
                    <a:pt x="5207372" y="906720"/>
                  </a:lnTo>
                  <a:lnTo>
                    <a:pt x="5208040" y="890032"/>
                  </a:lnTo>
                  <a:lnTo>
                    <a:pt x="5208708" y="990160"/>
                  </a:lnTo>
                  <a:lnTo>
                    <a:pt x="5209376" y="1040224"/>
                  </a:lnTo>
                  <a:lnTo>
                    <a:pt x="5210044" y="1112540"/>
                  </a:lnTo>
                  <a:lnTo>
                    <a:pt x="5210712" y="1112540"/>
                  </a:lnTo>
                  <a:lnTo>
                    <a:pt x="5211380" y="1112540"/>
                  </a:lnTo>
                  <a:lnTo>
                    <a:pt x="5212048" y="1112540"/>
                  </a:lnTo>
                  <a:lnTo>
                    <a:pt x="5212716" y="1123665"/>
                  </a:lnTo>
                  <a:lnTo>
                    <a:pt x="5213384" y="1126446"/>
                  </a:lnTo>
                  <a:lnTo>
                    <a:pt x="5214052" y="1101414"/>
                  </a:lnTo>
                  <a:lnTo>
                    <a:pt x="5214720" y="1009630"/>
                  </a:lnTo>
                  <a:lnTo>
                    <a:pt x="5215388" y="1017974"/>
                  </a:lnTo>
                  <a:lnTo>
                    <a:pt x="5216056" y="1056912"/>
                  </a:lnTo>
                  <a:lnTo>
                    <a:pt x="5216724" y="1062475"/>
                  </a:lnTo>
                  <a:lnTo>
                    <a:pt x="5217392" y="1045787"/>
                  </a:lnTo>
                  <a:lnTo>
                    <a:pt x="5218060" y="1101414"/>
                  </a:lnTo>
                  <a:lnTo>
                    <a:pt x="5218728" y="1109758"/>
                  </a:lnTo>
                  <a:lnTo>
                    <a:pt x="5219396" y="1056912"/>
                  </a:lnTo>
                  <a:lnTo>
                    <a:pt x="5220064" y="1056912"/>
                  </a:lnTo>
                  <a:lnTo>
                    <a:pt x="5220732" y="1048568"/>
                  </a:lnTo>
                  <a:lnTo>
                    <a:pt x="5221400" y="1140353"/>
                  </a:lnTo>
                  <a:lnTo>
                    <a:pt x="5222068" y="1168166"/>
                  </a:lnTo>
                  <a:lnTo>
                    <a:pt x="5222736" y="1168166"/>
                  </a:lnTo>
                  <a:lnTo>
                    <a:pt x="5223405" y="1168166"/>
                  </a:lnTo>
                  <a:lnTo>
                    <a:pt x="5224073" y="1162604"/>
                  </a:lnTo>
                  <a:lnTo>
                    <a:pt x="5224741" y="1168166"/>
                  </a:lnTo>
                  <a:lnTo>
                    <a:pt x="5225409" y="1168166"/>
                  </a:lnTo>
                  <a:lnTo>
                    <a:pt x="5226077" y="1168166"/>
                  </a:lnTo>
                  <a:lnTo>
                    <a:pt x="5226745" y="1134790"/>
                  </a:lnTo>
                  <a:lnTo>
                    <a:pt x="5227413" y="1112540"/>
                  </a:lnTo>
                  <a:lnTo>
                    <a:pt x="5228081" y="1112540"/>
                  </a:lnTo>
                  <a:lnTo>
                    <a:pt x="5228749" y="1112540"/>
                  </a:lnTo>
                  <a:lnTo>
                    <a:pt x="5229417" y="1112540"/>
                  </a:lnTo>
                  <a:lnTo>
                    <a:pt x="5230085" y="1170948"/>
                  </a:lnTo>
                  <a:lnTo>
                    <a:pt x="5230753" y="1232138"/>
                  </a:lnTo>
                  <a:lnTo>
                    <a:pt x="5231421" y="1323922"/>
                  </a:lnTo>
                  <a:lnTo>
                    <a:pt x="5232089" y="1335048"/>
                  </a:lnTo>
                  <a:lnTo>
                    <a:pt x="5232757" y="1335048"/>
                  </a:lnTo>
                  <a:lnTo>
                    <a:pt x="5233425" y="1362861"/>
                  </a:lnTo>
                  <a:lnTo>
                    <a:pt x="5234093" y="1435176"/>
                  </a:lnTo>
                  <a:lnTo>
                    <a:pt x="5234761" y="1446302"/>
                  </a:lnTo>
                  <a:lnTo>
                    <a:pt x="5235429" y="1446302"/>
                  </a:lnTo>
                  <a:lnTo>
                    <a:pt x="5236097" y="1501929"/>
                  </a:lnTo>
                  <a:lnTo>
                    <a:pt x="5236765" y="1501929"/>
                  </a:lnTo>
                  <a:lnTo>
                    <a:pt x="5237433" y="1551993"/>
                  </a:lnTo>
                  <a:lnTo>
                    <a:pt x="5238101" y="1557556"/>
                  </a:lnTo>
                  <a:lnTo>
                    <a:pt x="5238769" y="1549212"/>
                  </a:lnTo>
                  <a:lnTo>
                    <a:pt x="5239437" y="1501929"/>
                  </a:lnTo>
                  <a:lnTo>
                    <a:pt x="5240105" y="1501929"/>
                  </a:lnTo>
                  <a:lnTo>
                    <a:pt x="5240773" y="1540867"/>
                  </a:lnTo>
                  <a:lnTo>
                    <a:pt x="5241441" y="1557556"/>
                  </a:lnTo>
                  <a:lnTo>
                    <a:pt x="5242109" y="1557556"/>
                  </a:lnTo>
                  <a:lnTo>
                    <a:pt x="5242777" y="1557556"/>
                  </a:lnTo>
                  <a:lnTo>
                    <a:pt x="5243445" y="1543649"/>
                  </a:lnTo>
                  <a:lnTo>
                    <a:pt x="5244113" y="1557556"/>
                  </a:lnTo>
                  <a:lnTo>
                    <a:pt x="5244781" y="1557556"/>
                  </a:lnTo>
                  <a:lnTo>
                    <a:pt x="5245449" y="1557556"/>
                  </a:lnTo>
                  <a:lnTo>
                    <a:pt x="5246117" y="1557556"/>
                  </a:lnTo>
                  <a:lnTo>
                    <a:pt x="5246785" y="1557556"/>
                  </a:lnTo>
                  <a:lnTo>
                    <a:pt x="5247454" y="1557556"/>
                  </a:lnTo>
                  <a:lnTo>
                    <a:pt x="5248122" y="1557556"/>
                  </a:lnTo>
                  <a:lnTo>
                    <a:pt x="5248790" y="1557556"/>
                  </a:lnTo>
                  <a:lnTo>
                    <a:pt x="5249458" y="1532523"/>
                  </a:lnTo>
                  <a:lnTo>
                    <a:pt x="5250126" y="1501929"/>
                  </a:lnTo>
                  <a:lnTo>
                    <a:pt x="5250794" y="1373986"/>
                  </a:lnTo>
                  <a:lnTo>
                    <a:pt x="5251462" y="1279421"/>
                  </a:lnTo>
                  <a:lnTo>
                    <a:pt x="5252130" y="1240482"/>
                  </a:lnTo>
                  <a:lnTo>
                    <a:pt x="5252798" y="1223794"/>
                  </a:lnTo>
                  <a:lnTo>
                    <a:pt x="5253466" y="1223794"/>
                  </a:lnTo>
                  <a:lnTo>
                    <a:pt x="5254134" y="1223794"/>
                  </a:lnTo>
                  <a:lnTo>
                    <a:pt x="5254802" y="1223794"/>
                  </a:lnTo>
                  <a:lnTo>
                    <a:pt x="5255470" y="1179292"/>
                  </a:lnTo>
                  <a:lnTo>
                    <a:pt x="5256138" y="1223794"/>
                  </a:lnTo>
                  <a:lnTo>
                    <a:pt x="5256806" y="1223794"/>
                  </a:lnTo>
                  <a:lnTo>
                    <a:pt x="5257474" y="1223794"/>
                  </a:lnTo>
                  <a:lnTo>
                    <a:pt x="5258142" y="1218231"/>
                  </a:lnTo>
                  <a:lnTo>
                    <a:pt x="5258810" y="1168166"/>
                  </a:lnTo>
                  <a:lnTo>
                    <a:pt x="5259478" y="1168166"/>
                  </a:lnTo>
                  <a:lnTo>
                    <a:pt x="5260146" y="1209887"/>
                  </a:lnTo>
                  <a:lnTo>
                    <a:pt x="5260814" y="1223794"/>
                  </a:lnTo>
                  <a:lnTo>
                    <a:pt x="5261482" y="1223794"/>
                  </a:lnTo>
                  <a:lnTo>
                    <a:pt x="5262150" y="1223794"/>
                  </a:lnTo>
                  <a:lnTo>
                    <a:pt x="5262818" y="1223794"/>
                  </a:lnTo>
                  <a:lnTo>
                    <a:pt x="5263486" y="1223794"/>
                  </a:lnTo>
                  <a:lnTo>
                    <a:pt x="5264154" y="1209887"/>
                  </a:lnTo>
                  <a:lnTo>
                    <a:pt x="5264822" y="1168166"/>
                  </a:lnTo>
                  <a:lnTo>
                    <a:pt x="5265490" y="1157041"/>
                  </a:lnTo>
                  <a:lnTo>
                    <a:pt x="5266158" y="1123665"/>
                  </a:lnTo>
                  <a:lnTo>
                    <a:pt x="5266826" y="1095851"/>
                  </a:lnTo>
                  <a:lnTo>
                    <a:pt x="5267494" y="1173729"/>
                  </a:lnTo>
                  <a:lnTo>
                    <a:pt x="5268162" y="1279421"/>
                  </a:lnTo>
                  <a:lnTo>
                    <a:pt x="5268830" y="1315578"/>
                  </a:lnTo>
                  <a:lnTo>
                    <a:pt x="5269498" y="1335048"/>
                  </a:lnTo>
                  <a:lnTo>
                    <a:pt x="5270166" y="1290546"/>
                  </a:lnTo>
                  <a:lnTo>
                    <a:pt x="5270834" y="1237700"/>
                  </a:lnTo>
                  <a:lnTo>
                    <a:pt x="5271502" y="1159822"/>
                  </a:lnTo>
                  <a:lnTo>
                    <a:pt x="5272171" y="1159822"/>
                  </a:lnTo>
                  <a:lnTo>
                    <a:pt x="5272839" y="1168166"/>
                  </a:lnTo>
                  <a:lnTo>
                    <a:pt x="5273507" y="1168166"/>
                  </a:lnTo>
                  <a:lnTo>
                    <a:pt x="5274175" y="1168166"/>
                  </a:lnTo>
                  <a:lnTo>
                    <a:pt x="5274843" y="1104195"/>
                  </a:lnTo>
                  <a:lnTo>
                    <a:pt x="5275511" y="1112540"/>
                  </a:lnTo>
                  <a:lnTo>
                    <a:pt x="5276179" y="1112540"/>
                  </a:lnTo>
                  <a:lnTo>
                    <a:pt x="5276847" y="1112540"/>
                  </a:lnTo>
                  <a:lnTo>
                    <a:pt x="5277515" y="1087507"/>
                  </a:lnTo>
                  <a:lnTo>
                    <a:pt x="5278183" y="1023536"/>
                  </a:lnTo>
                  <a:lnTo>
                    <a:pt x="5278851" y="1001286"/>
                  </a:lnTo>
                  <a:lnTo>
                    <a:pt x="5279519" y="1001286"/>
                  </a:lnTo>
                  <a:lnTo>
                    <a:pt x="5280187" y="1001286"/>
                  </a:lnTo>
                  <a:lnTo>
                    <a:pt x="5280855" y="1012411"/>
                  </a:lnTo>
                  <a:lnTo>
                    <a:pt x="5281523" y="1051350"/>
                  </a:lnTo>
                  <a:lnTo>
                    <a:pt x="5282191" y="1009630"/>
                  </a:lnTo>
                  <a:lnTo>
                    <a:pt x="5282859" y="1065256"/>
                  </a:lnTo>
                  <a:lnTo>
                    <a:pt x="5283527" y="1076382"/>
                  </a:lnTo>
                  <a:lnTo>
                    <a:pt x="5284195" y="1112540"/>
                  </a:lnTo>
                  <a:lnTo>
                    <a:pt x="5284863" y="1112540"/>
                  </a:lnTo>
                  <a:lnTo>
                    <a:pt x="5285531" y="1079163"/>
                  </a:lnTo>
                  <a:lnTo>
                    <a:pt x="5286199" y="1056912"/>
                  </a:lnTo>
                  <a:lnTo>
                    <a:pt x="5286867" y="1098633"/>
                  </a:lnTo>
                  <a:lnTo>
                    <a:pt x="5287535" y="1151478"/>
                  </a:lnTo>
                  <a:lnTo>
                    <a:pt x="5288203" y="1226575"/>
                  </a:lnTo>
                  <a:lnTo>
                    <a:pt x="5288871" y="1279421"/>
                  </a:lnTo>
                  <a:lnTo>
                    <a:pt x="5289539" y="1279421"/>
                  </a:lnTo>
                  <a:lnTo>
                    <a:pt x="5290207" y="1279421"/>
                  </a:lnTo>
                  <a:lnTo>
                    <a:pt x="5290875" y="1279421"/>
                  </a:lnTo>
                  <a:lnTo>
                    <a:pt x="5291543" y="1340610"/>
                  </a:lnTo>
                  <a:lnTo>
                    <a:pt x="5292211" y="1335048"/>
                  </a:lnTo>
                  <a:lnTo>
                    <a:pt x="5292879" y="1335048"/>
                  </a:lnTo>
                  <a:lnTo>
                    <a:pt x="5293547" y="1335048"/>
                  </a:lnTo>
                  <a:lnTo>
                    <a:pt x="5294215" y="1323922"/>
                  </a:lnTo>
                  <a:lnTo>
                    <a:pt x="5294883" y="1365642"/>
                  </a:lnTo>
                  <a:lnTo>
                    <a:pt x="5295551" y="1390675"/>
                  </a:lnTo>
                  <a:lnTo>
                    <a:pt x="5296219" y="1390675"/>
                  </a:lnTo>
                  <a:lnTo>
                    <a:pt x="5296888" y="1390675"/>
                  </a:lnTo>
                  <a:lnTo>
                    <a:pt x="5297556" y="1390675"/>
                  </a:lnTo>
                  <a:lnTo>
                    <a:pt x="5298224" y="1393456"/>
                  </a:lnTo>
                  <a:lnTo>
                    <a:pt x="5298892" y="1446302"/>
                  </a:lnTo>
                  <a:lnTo>
                    <a:pt x="5299560" y="1446302"/>
                  </a:lnTo>
                  <a:lnTo>
                    <a:pt x="5300228" y="1493585"/>
                  </a:lnTo>
                  <a:lnTo>
                    <a:pt x="5300896" y="1501929"/>
                  </a:lnTo>
                  <a:lnTo>
                    <a:pt x="5301564" y="1462990"/>
                  </a:lnTo>
                  <a:lnTo>
                    <a:pt x="5302232" y="1476896"/>
                  </a:lnTo>
                  <a:lnTo>
                    <a:pt x="5302900" y="1501929"/>
                  </a:lnTo>
                  <a:lnTo>
                    <a:pt x="5303568" y="1501929"/>
                  </a:lnTo>
                  <a:lnTo>
                    <a:pt x="5304236" y="1501929"/>
                  </a:lnTo>
                  <a:lnTo>
                    <a:pt x="5304904" y="1501929"/>
                  </a:lnTo>
                  <a:lnTo>
                    <a:pt x="5305572" y="1501929"/>
                  </a:lnTo>
                  <a:lnTo>
                    <a:pt x="5306240" y="1501929"/>
                  </a:lnTo>
                  <a:lnTo>
                    <a:pt x="5306908" y="1501929"/>
                  </a:lnTo>
                  <a:lnTo>
                    <a:pt x="5307576" y="1501929"/>
                  </a:lnTo>
                  <a:lnTo>
                    <a:pt x="5308244" y="1501929"/>
                  </a:lnTo>
                  <a:lnTo>
                    <a:pt x="5308912" y="1554774"/>
                  </a:lnTo>
                  <a:lnTo>
                    <a:pt x="5309580" y="1557556"/>
                  </a:lnTo>
                  <a:lnTo>
                    <a:pt x="5310248" y="1557556"/>
                  </a:lnTo>
                  <a:lnTo>
                    <a:pt x="5310916" y="1546430"/>
                  </a:lnTo>
                  <a:lnTo>
                    <a:pt x="5311584" y="1490803"/>
                  </a:lnTo>
                  <a:lnTo>
                    <a:pt x="5312252" y="1421269"/>
                  </a:lnTo>
                  <a:lnTo>
                    <a:pt x="5312920" y="1390675"/>
                  </a:lnTo>
                  <a:lnTo>
                    <a:pt x="5313588" y="1390675"/>
                  </a:lnTo>
                  <a:lnTo>
                    <a:pt x="5314256" y="1390675"/>
                  </a:lnTo>
                  <a:lnTo>
                    <a:pt x="5314924" y="1390675"/>
                  </a:lnTo>
                  <a:lnTo>
                    <a:pt x="5315592" y="1390675"/>
                  </a:lnTo>
                  <a:lnTo>
                    <a:pt x="5316260" y="1390675"/>
                  </a:lnTo>
                  <a:lnTo>
                    <a:pt x="5316928" y="1390675"/>
                  </a:lnTo>
                  <a:lnTo>
                    <a:pt x="5317596" y="1390675"/>
                  </a:lnTo>
                  <a:lnTo>
                    <a:pt x="5318264" y="1426832"/>
                  </a:lnTo>
                  <a:lnTo>
                    <a:pt x="5318932" y="1446302"/>
                  </a:lnTo>
                  <a:lnTo>
                    <a:pt x="5319600" y="1446302"/>
                  </a:lnTo>
                  <a:lnTo>
                    <a:pt x="5320268" y="1446302"/>
                  </a:lnTo>
                  <a:lnTo>
                    <a:pt x="5320936" y="1446302"/>
                  </a:lnTo>
                  <a:lnTo>
                    <a:pt x="5321605" y="1446302"/>
                  </a:lnTo>
                  <a:lnTo>
                    <a:pt x="5322273" y="1446302"/>
                  </a:lnTo>
                  <a:lnTo>
                    <a:pt x="5322941" y="1446302"/>
                  </a:lnTo>
                  <a:lnTo>
                    <a:pt x="5323609" y="1404581"/>
                  </a:lnTo>
                  <a:lnTo>
                    <a:pt x="5324277" y="1390675"/>
                  </a:lnTo>
                  <a:lnTo>
                    <a:pt x="5324945" y="1390675"/>
                  </a:lnTo>
                  <a:lnTo>
                    <a:pt x="5325613" y="1390675"/>
                  </a:lnTo>
                  <a:lnTo>
                    <a:pt x="5326281" y="1390675"/>
                  </a:lnTo>
                  <a:lnTo>
                    <a:pt x="5326949" y="1390675"/>
                  </a:lnTo>
                  <a:lnTo>
                    <a:pt x="5327617" y="1426832"/>
                  </a:lnTo>
                  <a:lnTo>
                    <a:pt x="5328285" y="1510273"/>
                  </a:lnTo>
                  <a:lnTo>
                    <a:pt x="5328953" y="1579806"/>
                  </a:lnTo>
                  <a:lnTo>
                    <a:pt x="5329621" y="1613183"/>
                  </a:lnTo>
                  <a:lnTo>
                    <a:pt x="5330289" y="1613183"/>
                  </a:lnTo>
                  <a:lnTo>
                    <a:pt x="5330957" y="1613183"/>
                  </a:lnTo>
                  <a:lnTo>
                    <a:pt x="5331625" y="1613183"/>
                  </a:lnTo>
                  <a:lnTo>
                    <a:pt x="5332293" y="1613183"/>
                  </a:lnTo>
                  <a:lnTo>
                    <a:pt x="5332961" y="1613183"/>
                  </a:lnTo>
                  <a:lnTo>
                    <a:pt x="5333629" y="1613183"/>
                  </a:lnTo>
                  <a:lnTo>
                    <a:pt x="5334297" y="1613183"/>
                  </a:lnTo>
                  <a:lnTo>
                    <a:pt x="5334965" y="1613183"/>
                  </a:lnTo>
                  <a:lnTo>
                    <a:pt x="5335633" y="1613183"/>
                  </a:lnTo>
                  <a:lnTo>
                    <a:pt x="5336301" y="1613183"/>
                  </a:lnTo>
                  <a:lnTo>
                    <a:pt x="5336969" y="1607620"/>
                  </a:lnTo>
                  <a:lnTo>
                    <a:pt x="5337637" y="1529742"/>
                  </a:lnTo>
                  <a:lnTo>
                    <a:pt x="5338305" y="1446302"/>
                  </a:lnTo>
                  <a:lnTo>
                    <a:pt x="5338973" y="1446302"/>
                  </a:lnTo>
                  <a:lnTo>
                    <a:pt x="5339641" y="1435176"/>
                  </a:lnTo>
                  <a:lnTo>
                    <a:pt x="5340309" y="1429613"/>
                  </a:lnTo>
                  <a:lnTo>
                    <a:pt x="5340977" y="1446302"/>
                  </a:lnTo>
                  <a:lnTo>
                    <a:pt x="5341645" y="1446302"/>
                  </a:lnTo>
                  <a:lnTo>
                    <a:pt x="5342313" y="1446302"/>
                  </a:lnTo>
                  <a:lnTo>
                    <a:pt x="5342981" y="1426832"/>
                  </a:lnTo>
                  <a:lnTo>
                    <a:pt x="5343649" y="1390675"/>
                  </a:lnTo>
                  <a:lnTo>
                    <a:pt x="5344317" y="1390675"/>
                  </a:lnTo>
                  <a:lnTo>
                    <a:pt x="5344985" y="1390675"/>
                  </a:lnTo>
                  <a:lnTo>
                    <a:pt x="5345654" y="1348954"/>
                  </a:lnTo>
                  <a:lnTo>
                    <a:pt x="5346322" y="1335048"/>
                  </a:lnTo>
                  <a:lnTo>
                    <a:pt x="5346990" y="1335048"/>
                  </a:lnTo>
                  <a:lnTo>
                    <a:pt x="5347658" y="1335048"/>
                  </a:lnTo>
                  <a:lnTo>
                    <a:pt x="5348326" y="1335048"/>
                  </a:lnTo>
                  <a:lnTo>
                    <a:pt x="5348994" y="1335048"/>
                  </a:lnTo>
                  <a:lnTo>
                    <a:pt x="5349662" y="1335048"/>
                  </a:lnTo>
                  <a:lnTo>
                    <a:pt x="5350330" y="1335048"/>
                  </a:lnTo>
                  <a:lnTo>
                    <a:pt x="5350998" y="1335048"/>
                  </a:lnTo>
                  <a:lnTo>
                    <a:pt x="5351666" y="1284983"/>
                  </a:lnTo>
                  <a:lnTo>
                    <a:pt x="5352334" y="1279421"/>
                  </a:lnTo>
                  <a:lnTo>
                    <a:pt x="5353002" y="1279421"/>
                  </a:lnTo>
                  <a:lnTo>
                    <a:pt x="5353670" y="1282202"/>
                  </a:lnTo>
                  <a:lnTo>
                    <a:pt x="5354338" y="1357298"/>
                  </a:lnTo>
                  <a:lnTo>
                    <a:pt x="5355006" y="1446302"/>
                  </a:lnTo>
                  <a:lnTo>
                    <a:pt x="5355674" y="1446302"/>
                  </a:lnTo>
                  <a:lnTo>
                    <a:pt x="5356342" y="1454646"/>
                  </a:lnTo>
                  <a:lnTo>
                    <a:pt x="5357010" y="1501929"/>
                  </a:lnTo>
                  <a:lnTo>
                    <a:pt x="5357678" y="1501929"/>
                  </a:lnTo>
                  <a:lnTo>
                    <a:pt x="5358346" y="1501929"/>
                  </a:lnTo>
                  <a:lnTo>
                    <a:pt x="5359014" y="1501929"/>
                  </a:lnTo>
                  <a:lnTo>
                    <a:pt x="5359682" y="1518617"/>
                  </a:lnTo>
                  <a:lnTo>
                    <a:pt x="5360350" y="1557556"/>
                  </a:lnTo>
                  <a:lnTo>
                    <a:pt x="5361018" y="1557556"/>
                  </a:lnTo>
                  <a:lnTo>
                    <a:pt x="5361686" y="1557556"/>
                  </a:lnTo>
                  <a:lnTo>
                    <a:pt x="5362354" y="1596494"/>
                  </a:lnTo>
                  <a:lnTo>
                    <a:pt x="5363022" y="1613183"/>
                  </a:lnTo>
                  <a:lnTo>
                    <a:pt x="5363690" y="1613183"/>
                  </a:lnTo>
                  <a:lnTo>
                    <a:pt x="5364358" y="1613183"/>
                  </a:lnTo>
                  <a:lnTo>
                    <a:pt x="5365026" y="1613183"/>
                  </a:lnTo>
                  <a:lnTo>
                    <a:pt x="5365694" y="1593713"/>
                  </a:lnTo>
                  <a:lnTo>
                    <a:pt x="5366362" y="1557556"/>
                  </a:lnTo>
                  <a:lnTo>
                    <a:pt x="5367030" y="1490803"/>
                  </a:lnTo>
                  <a:lnTo>
                    <a:pt x="5367698" y="1446302"/>
                  </a:lnTo>
                  <a:lnTo>
                    <a:pt x="5368366" y="1493585"/>
                  </a:lnTo>
                  <a:lnTo>
                    <a:pt x="5369034" y="1479678"/>
                  </a:lnTo>
                  <a:lnTo>
                    <a:pt x="5369702" y="1446302"/>
                  </a:lnTo>
                  <a:lnTo>
                    <a:pt x="5370371" y="1446302"/>
                  </a:lnTo>
                  <a:lnTo>
                    <a:pt x="5371039" y="1446302"/>
                  </a:lnTo>
                  <a:lnTo>
                    <a:pt x="5371707" y="1446302"/>
                  </a:lnTo>
                  <a:lnTo>
                    <a:pt x="5372375" y="1446302"/>
                  </a:lnTo>
                  <a:lnTo>
                    <a:pt x="5373043" y="1446302"/>
                  </a:lnTo>
                  <a:lnTo>
                    <a:pt x="5373711" y="1446302"/>
                  </a:lnTo>
                  <a:lnTo>
                    <a:pt x="5374379" y="1446302"/>
                  </a:lnTo>
                  <a:lnTo>
                    <a:pt x="5375047" y="1446302"/>
                  </a:lnTo>
                  <a:lnTo>
                    <a:pt x="5375715" y="1446302"/>
                  </a:lnTo>
                  <a:lnTo>
                    <a:pt x="5376383" y="1393456"/>
                  </a:lnTo>
                  <a:lnTo>
                    <a:pt x="5377051" y="1390675"/>
                  </a:lnTo>
                  <a:lnTo>
                    <a:pt x="5377719" y="1390675"/>
                  </a:lnTo>
                  <a:lnTo>
                    <a:pt x="5378387" y="1390675"/>
                  </a:lnTo>
                  <a:lnTo>
                    <a:pt x="5379055" y="1390675"/>
                  </a:lnTo>
                  <a:lnTo>
                    <a:pt x="5379723" y="1390675"/>
                  </a:lnTo>
                  <a:lnTo>
                    <a:pt x="5380391" y="1390675"/>
                  </a:lnTo>
                  <a:lnTo>
                    <a:pt x="5381059" y="1390675"/>
                  </a:lnTo>
                  <a:lnTo>
                    <a:pt x="5381727" y="1390675"/>
                  </a:lnTo>
                  <a:lnTo>
                    <a:pt x="5382395" y="1371205"/>
                  </a:lnTo>
                  <a:lnTo>
                    <a:pt x="5383063" y="1390675"/>
                  </a:lnTo>
                  <a:lnTo>
                    <a:pt x="5383731" y="1451864"/>
                  </a:lnTo>
                  <a:lnTo>
                    <a:pt x="5384399" y="1501929"/>
                  </a:lnTo>
                  <a:lnTo>
                    <a:pt x="5385067" y="1501929"/>
                  </a:lnTo>
                  <a:lnTo>
                    <a:pt x="5385735" y="1521398"/>
                  </a:lnTo>
                  <a:lnTo>
                    <a:pt x="5386403" y="1554774"/>
                  </a:lnTo>
                  <a:lnTo>
                    <a:pt x="5387071" y="1501929"/>
                  </a:lnTo>
                  <a:lnTo>
                    <a:pt x="5387739" y="1501929"/>
                  </a:lnTo>
                  <a:lnTo>
                    <a:pt x="5388407" y="1501929"/>
                  </a:lnTo>
                  <a:lnTo>
                    <a:pt x="5389075" y="1501929"/>
                  </a:lnTo>
                  <a:lnTo>
                    <a:pt x="5389743" y="1488022"/>
                  </a:lnTo>
                  <a:lnTo>
                    <a:pt x="5390411" y="1446302"/>
                  </a:lnTo>
                  <a:lnTo>
                    <a:pt x="5391079" y="1407363"/>
                  </a:lnTo>
                  <a:lnTo>
                    <a:pt x="5391747" y="1390675"/>
                  </a:lnTo>
                  <a:lnTo>
                    <a:pt x="5392415" y="1390675"/>
                  </a:lnTo>
                  <a:lnTo>
                    <a:pt x="5393083" y="1429613"/>
                  </a:lnTo>
                  <a:lnTo>
                    <a:pt x="5393751" y="1390675"/>
                  </a:lnTo>
                  <a:lnTo>
                    <a:pt x="5394419" y="1385112"/>
                  </a:lnTo>
                  <a:lnTo>
                    <a:pt x="5395088" y="1335048"/>
                  </a:lnTo>
                  <a:lnTo>
                    <a:pt x="5395756" y="1335048"/>
                  </a:lnTo>
                  <a:lnTo>
                    <a:pt x="5396424" y="1335048"/>
                  </a:lnTo>
                  <a:lnTo>
                    <a:pt x="5397092" y="1335048"/>
                  </a:lnTo>
                  <a:lnTo>
                    <a:pt x="5397760" y="1318359"/>
                  </a:lnTo>
                  <a:lnTo>
                    <a:pt x="5398428" y="1279421"/>
                  </a:lnTo>
                  <a:lnTo>
                    <a:pt x="5399096" y="1312797"/>
                  </a:lnTo>
                  <a:lnTo>
                    <a:pt x="5399764" y="1335048"/>
                  </a:lnTo>
                  <a:lnTo>
                    <a:pt x="5400432" y="1335048"/>
                  </a:lnTo>
                  <a:lnTo>
                    <a:pt x="5401100" y="1335048"/>
                  </a:lnTo>
                  <a:lnTo>
                    <a:pt x="5401768" y="1335048"/>
                  </a:lnTo>
                  <a:lnTo>
                    <a:pt x="5402436" y="1298890"/>
                  </a:lnTo>
                  <a:lnTo>
                    <a:pt x="5403104" y="1265514"/>
                  </a:lnTo>
                  <a:lnTo>
                    <a:pt x="5403772" y="1279421"/>
                  </a:lnTo>
                  <a:lnTo>
                    <a:pt x="5404440" y="1259951"/>
                  </a:lnTo>
                  <a:lnTo>
                    <a:pt x="5405108" y="1223794"/>
                  </a:lnTo>
                  <a:lnTo>
                    <a:pt x="5405776" y="1223794"/>
                  </a:lnTo>
                  <a:lnTo>
                    <a:pt x="5406444" y="1234919"/>
                  </a:lnTo>
                  <a:lnTo>
                    <a:pt x="5407112" y="1279421"/>
                  </a:lnTo>
                  <a:lnTo>
                    <a:pt x="5407780" y="1315578"/>
                  </a:lnTo>
                  <a:lnTo>
                    <a:pt x="5408448" y="1335048"/>
                  </a:lnTo>
                  <a:lnTo>
                    <a:pt x="5409116" y="1335048"/>
                  </a:lnTo>
                  <a:lnTo>
                    <a:pt x="5409784" y="1343392"/>
                  </a:lnTo>
                  <a:lnTo>
                    <a:pt x="5410452" y="1390675"/>
                  </a:lnTo>
                  <a:lnTo>
                    <a:pt x="5411120" y="1393456"/>
                  </a:lnTo>
                  <a:lnTo>
                    <a:pt x="5411788" y="1446302"/>
                  </a:lnTo>
                  <a:lnTo>
                    <a:pt x="5412456" y="1446302"/>
                  </a:lnTo>
                  <a:lnTo>
                    <a:pt x="5413124" y="1446302"/>
                  </a:lnTo>
                  <a:lnTo>
                    <a:pt x="5413792" y="1437957"/>
                  </a:lnTo>
                  <a:lnTo>
                    <a:pt x="5414460" y="1404581"/>
                  </a:lnTo>
                  <a:lnTo>
                    <a:pt x="5415128" y="1446302"/>
                  </a:lnTo>
                  <a:lnTo>
                    <a:pt x="5415796" y="1446302"/>
                  </a:lnTo>
                  <a:lnTo>
                    <a:pt x="5416464" y="1429613"/>
                  </a:lnTo>
                  <a:lnTo>
                    <a:pt x="5417132" y="1323922"/>
                  </a:lnTo>
                  <a:lnTo>
                    <a:pt x="5417800" y="1151478"/>
                  </a:lnTo>
                  <a:lnTo>
                    <a:pt x="5418468" y="1112540"/>
                  </a:lnTo>
                  <a:lnTo>
                    <a:pt x="5419136" y="1137572"/>
                  </a:lnTo>
                  <a:lnTo>
                    <a:pt x="5419805" y="1104195"/>
                  </a:lnTo>
                  <a:lnTo>
                    <a:pt x="5420473" y="1070819"/>
                  </a:lnTo>
                  <a:lnTo>
                    <a:pt x="5421141" y="1059694"/>
                  </a:lnTo>
                  <a:lnTo>
                    <a:pt x="5421809" y="1056912"/>
                  </a:lnTo>
                  <a:lnTo>
                    <a:pt x="5422477" y="1056912"/>
                  </a:lnTo>
                  <a:lnTo>
                    <a:pt x="5423145" y="1056912"/>
                  </a:lnTo>
                  <a:lnTo>
                    <a:pt x="5423813" y="1020755"/>
                  </a:lnTo>
                  <a:lnTo>
                    <a:pt x="5424481" y="984598"/>
                  </a:lnTo>
                  <a:lnTo>
                    <a:pt x="5425149" y="937315"/>
                  </a:lnTo>
                  <a:lnTo>
                    <a:pt x="5425817" y="864999"/>
                  </a:lnTo>
                  <a:lnTo>
                    <a:pt x="5426485" y="834405"/>
                  </a:lnTo>
                  <a:lnTo>
                    <a:pt x="5427153" y="781559"/>
                  </a:lnTo>
                  <a:lnTo>
                    <a:pt x="5427821" y="700900"/>
                  </a:lnTo>
                  <a:lnTo>
                    <a:pt x="5428489" y="667523"/>
                  </a:lnTo>
                  <a:lnTo>
                    <a:pt x="5429157" y="667523"/>
                  </a:lnTo>
                  <a:lnTo>
                    <a:pt x="5429825" y="631366"/>
                  </a:lnTo>
                  <a:lnTo>
                    <a:pt x="5430493" y="592427"/>
                  </a:lnTo>
                  <a:lnTo>
                    <a:pt x="5431161" y="611897"/>
                  </a:lnTo>
                  <a:lnTo>
                    <a:pt x="5431829" y="570176"/>
                  </a:lnTo>
                  <a:lnTo>
                    <a:pt x="5432497" y="556269"/>
                  </a:lnTo>
                  <a:lnTo>
                    <a:pt x="5433165" y="570176"/>
                  </a:lnTo>
                  <a:lnTo>
                    <a:pt x="5433833" y="670305"/>
                  </a:lnTo>
                  <a:lnTo>
                    <a:pt x="5434501" y="845530"/>
                  </a:lnTo>
                  <a:lnTo>
                    <a:pt x="5435169" y="890032"/>
                  </a:lnTo>
                  <a:lnTo>
                    <a:pt x="5435837" y="895594"/>
                  </a:lnTo>
                  <a:lnTo>
                    <a:pt x="5436505" y="945659"/>
                  </a:lnTo>
                  <a:lnTo>
                    <a:pt x="5437173" y="984598"/>
                  </a:lnTo>
                  <a:lnTo>
                    <a:pt x="5437841" y="1012411"/>
                  </a:lnTo>
                  <a:lnTo>
                    <a:pt x="5438509" y="1056912"/>
                  </a:lnTo>
                  <a:lnTo>
                    <a:pt x="5439177" y="1056912"/>
                  </a:lnTo>
                  <a:lnTo>
                    <a:pt x="5439845" y="1056912"/>
                  </a:lnTo>
                  <a:lnTo>
                    <a:pt x="5440513" y="1090289"/>
                  </a:lnTo>
                  <a:lnTo>
                    <a:pt x="5441181" y="1126446"/>
                  </a:lnTo>
                  <a:lnTo>
                    <a:pt x="5441849" y="1173729"/>
                  </a:lnTo>
                  <a:lnTo>
                    <a:pt x="5442517" y="1246044"/>
                  </a:lnTo>
                  <a:lnTo>
                    <a:pt x="5443185" y="1215449"/>
                  </a:lnTo>
                  <a:lnTo>
                    <a:pt x="5443854" y="1179292"/>
                  </a:lnTo>
                  <a:lnTo>
                    <a:pt x="5444522" y="1226575"/>
                  </a:lnTo>
                  <a:lnTo>
                    <a:pt x="5445190" y="1223794"/>
                  </a:lnTo>
                  <a:lnTo>
                    <a:pt x="5445858" y="1223794"/>
                  </a:lnTo>
                  <a:lnTo>
                    <a:pt x="5446526" y="1257170"/>
                  </a:lnTo>
                  <a:lnTo>
                    <a:pt x="5447194" y="1301671"/>
                  </a:lnTo>
                  <a:lnTo>
                    <a:pt x="5447862" y="1332266"/>
                  </a:lnTo>
                  <a:lnTo>
                    <a:pt x="5448530" y="1290546"/>
                  </a:lnTo>
                  <a:lnTo>
                    <a:pt x="5449198" y="1223794"/>
                  </a:lnTo>
                  <a:lnTo>
                    <a:pt x="5449866" y="1223794"/>
                  </a:lnTo>
                  <a:lnTo>
                    <a:pt x="5450534" y="1223794"/>
                  </a:lnTo>
                  <a:lnTo>
                    <a:pt x="5451202" y="1223794"/>
                  </a:lnTo>
                  <a:lnTo>
                    <a:pt x="5451870" y="1223794"/>
                  </a:lnTo>
                  <a:lnTo>
                    <a:pt x="5452538" y="1223794"/>
                  </a:lnTo>
                  <a:lnTo>
                    <a:pt x="5453206" y="1237700"/>
                  </a:lnTo>
                  <a:lnTo>
                    <a:pt x="5453874" y="1279421"/>
                  </a:lnTo>
                  <a:lnTo>
                    <a:pt x="5454542" y="1279421"/>
                  </a:lnTo>
                  <a:lnTo>
                    <a:pt x="5455210" y="1248826"/>
                  </a:lnTo>
                  <a:lnTo>
                    <a:pt x="5455878" y="1168166"/>
                  </a:lnTo>
                  <a:lnTo>
                    <a:pt x="5456546" y="1168166"/>
                  </a:lnTo>
                  <a:lnTo>
                    <a:pt x="5457214" y="1168166"/>
                  </a:lnTo>
                  <a:lnTo>
                    <a:pt x="5457882" y="1168166"/>
                  </a:lnTo>
                  <a:lnTo>
                    <a:pt x="5458550" y="1168166"/>
                  </a:lnTo>
                  <a:lnTo>
                    <a:pt x="5459218" y="1157041"/>
                  </a:lnTo>
                  <a:lnTo>
                    <a:pt x="5459886" y="1170948"/>
                  </a:lnTo>
                  <a:lnTo>
                    <a:pt x="5460554" y="1221012"/>
                  </a:lnTo>
                  <a:lnTo>
                    <a:pt x="5461222" y="1237700"/>
                  </a:lnTo>
                  <a:lnTo>
                    <a:pt x="5461890" y="1279421"/>
                  </a:lnTo>
                  <a:lnTo>
                    <a:pt x="5462558" y="1279421"/>
                  </a:lnTo>
                  <a:lnTo>
                    <a:pt x="5463226" y="1265514"/>
                  </a:lnTo>
                  <a:lnTo>
                    <a:pt x="5463894" y="1223794"/>
                  </a:lnTo>
                  <a:lnTo>
                    <a:pt x="5464562" y="1223794"/>
                  </a:lnTo>
                  <a:lnTo>
                    <a:pt x="5465230" y="1301671"/>
                  </a:lnTo>
                  <a:lnTo>
                    <a:pt x="5465898" y="1318359"/>
                  </a:lnTo>
                  <a:lnTo>
                    <a:pt x="5466566" y="1279421"/>
                  </a:lnTo>
                  <a:lnTo>
                    <a:pt x="5467234" y="1279421"/>
                  </a:lnTo>
                  <a:lnTo>
                    <a:pt x="5467902" y="1279421"/>
                  </a:lnTo>
                  <a:lnTo>
                    <a:pt x="5468571" y="1279421"/>
                  </a:lnTo>
                  <a:lnTo>
                    <a:pt x="5469239" y="1279421"/>
                  </a:lnTo>
                  <a:lnTo>
                    <a:pt x="5469907" y="1279421"/>
                  </a:lnTo>
                  <a:lnTo>
                    <a:pt x="5470575" y="1234919"/>
                  </a:lnTo>
                  <a:lnTo>
                    <a:pt x="5471243" y="1198761"/>
                  </a:lnTo>
                  <a:lnTo>
                    <a:pt x="5471911" y="1140353"/>
                  </a:lnTo>
                  <a:lnTo>
                    <a:pt x="5472579" y="1212668"/>
                  </a:lnTo>
                  <a:lnTo>
                    <a:pt x="5473247" y="1165385"/>
                  </a:lnTo>
                  <a:lnTo>
                    <a:pt x="5473915" y="1112540"/>
                  </a:lnTo>
                  <a:lnTo>
                    <a:pt x="5474583" y="1112540"/>
                  </a:lnTo>
                  <a:lnTo>
                    <a:pt x="5475251" y="1112540"/>
                  </a:lnTo>
                  <a:lnTo>
                    <a:pt x="5475919" y="1120884"/>
                  </a:lnTo>
                  <a:lnTo>
                    <a:pt x="5476587" y="1168166"/>
                  </a:lnTo>
                  <a:lnTo>
                    <a:pt x="5477255" y="1201543"/>
                  </a:lnTo>
                  <a:lnTo>
                    <a:pt x="5477923" y="1212668"/>
                  </a:lnTo>
                  <a:lnTo>
                    <a:pt x="5478591" y="1168166"/>
                  </a:lnTo>
                  <a:lnTo>
                    <a:pt x="5479259" y="1168166"/>
                  </a:lnTo>
                  <a:lnTo>
                    <a:pt x="5479927" y="1129228"/>
                  </a:lnTo>
                  <a:lnTo>
                    <a:pt x="5480595" y="1143134"/>
                  </a:lnTo>
                  <a:lnTo>
                    <a:pt x="5481263" y="1112540"/>
                  </a:lnTo>
                  <a:lnTo>
                    <a:pt x="5481931" y="1031880"/>
                  </a:lnTo>
                  <a:lnTo>
                    <a:pt x="5482599" y="1068038"/>
                  </a:lnTo>
                  <a:lnTo>
                    <a:pt x="5483267" y="1109758"/>
                  </a:lnTo>
                  <a:lnTo>
                    <a:pt x="5483935" y="1056912"/>
                  </a:lnTo>
                  <a:lnTo>
                    <a:pt x="5484603" y="1056912"/>
                  </a:lnTo>
                  <a:lnTo>
                    <a:pt x="5485271" y="1056912"/>
                  </a:lnTo>
                  <a:lnTo>
                    <a:pt x="5485939" y="1056912"/>
                  </a:lnTo>
                  <a:lnTo>
                    <a:pt x="5486607" y="1056912"/>
                  </a:lnTo>
                  <a:lnTo>
                    <a:pt x="5487275" y="1098633"/>
                  </a:lnTo>
                  <a:lnTo>
                    <a:pt x="5487943" y="1134790"/>
                  </a:lnTo>
                  <a:lnTo>
                    <a:pt x="5488611" y="1221012"/>
                  </a:lnTo>
                  <a:lnTo>
                    <a:pt x="5489279" y="1229356"/>
                  </a:lnTo>
                  <a:lnTo>
                    <a:pt x="5489947" y="1279421"/>
                  </a:lnTo>
                  <a:lnTo>
                    <a:pt x="5490615" y="1321141"/>
                  </a:lnTo>
                  <a:lnTo>
                    <a:pt x="5491283" y="1251607"/>
                  </a:lnTo>
                  <a:lnTo>
                    <a:pt x="5491951" y="1223794"/>
                  </a:lnTo>
                  <a:lnTo>
                    <a:pt x="5492619" y="1165385"/>
                  </a:lnTo>
                  <a:lnTo>
                    <a:pt x="5493288" y="1112540"/>
                  </a:lnTo>
                  <a:lnTo>
                    <a:pt x="5493956" y="1084726"/>
                  </a:lnTo>
                  <a:lnTo>
                    <a:pt x="5494624" y="979035"/>
                  </a:lnTo>
                  <a:lnTo>
                    <a:pt x="5495292" y="956784"/>
                  </a:lnTo>
                  <a:lnTo>
                    <a:pt x="5495960" y="945659"/>
                  </a:lnTo>
                  <a:lnTo>
                    <a:pt x="5496628" y="992942"/>
                  </a:lnTo>
                  <a:lnTo>
                    <a:pt x="5497296" y="1023536"/>
                  </a:lnTo>
                  <a:lnTo>
                    <a:pt x="5497964" y="1004067"/>
                  </a:lnTo>
                  <a:lnTo>
                    <a:pt x="5498632" y="1076382"/>
                  </a:lnTo>
                  <a:lnTo>
                    <a:pt x="5499300" y="1112540"/>
                  </a:lnTo>
                  <a:lnTo>
                    <a:pt x="5499968" y="1112540"/>
                  </a:lnTo>
                  <a:lnTo>
                    <a:pt x="5500636" y="1168166"/>
                  </a:lnTo>
                  <a:lnTo>
                    <a:pt x="5501304" y="1157041"/>
                  </a:lnTo>
                  <a:lnTo>
                    <a:pt x="5501972" y="1112540"/>
                  </a:lnTo>
                  <a:lnTo>
                    <a:pt x="5502640" y="1087507"/>
                  </a:lnTo>
                  <a:lnTo>
                    <a:pt x="5503308" y="1056912"/>
                  </a:lnTo>
                  <a:lnTo>
                    <a:pt x="5503976" y="1031880"/>
                  </a:lnTo>
                  <a:lnTo>
                    <a:pt x="5504644" y="990160"/>
                  </a:lnTo>
                  <a:lnTo>
                    <a:pt x="5505312" y="945659"/>
                  </a:lnTo>
                  <a:lnTo>
                    <a:pt x="5505980" y="945659"/>
                  </a:lnTo>
                  <a:lnTo>
                    <a:pt x="5506648" y="945659"/>
                  </a:lnTo>
                  <a:lnTo>
                    <a:pt x="5507316" y="912282"/>
                  </a:lnTo>
                  <a:lnTo>
                    <a:pt x="5507984" y="959565"/>
                  </a:lnTo>
                  <a:lnTo>
                    <a:pt x="5508652" y="945659"/>
                  </a:lnTo>
                  <a:lnTo>
                    <a:pt x="5509320" y="956784"/>
                  </a:lnTo>
                  <a:lnTo>
                    <a:pt x="5509988" y="1001286"/>
                  </a:lnTo>
                  <a:lnTo>
                    <a:pt x="5510656" y="1026317"/>
                  </a:lnTo>
                  <a:lnTo>
                    <a:pt x="5511324" y="1137572"/>
                  </a:lnTo>
                  <a:lnTo>
                    <a:pt x="5511992" y="1209887"/>
                  </a:lnTo>
                  <a:lnTo>
                    <a:pt x="5512660" y="1223794"/>
                  </a:lnTo>
                  <a:lnTo>
                    <a:pt x="5513328" y="1223794"/>
                  </a:lnTo>
                  <a:lnTo>
                    <a:pt x="5513996" y="1223794"/>
                  </a:lnTo>
                  <a:lnTo>
                    <a:pt x="5514664" y="1243263"/>
                  </a:lnTo>
                  <a:lnTo>
                    <a:pt x="5515332" y="1223794"/>
                  </a:lnTo>
                  <a:lnTo>
                    <a:pt x="5516000" y="1223794"/>
                  </a:lnTo>
                  <a:lnTo>
                    <a:pt x="5516668" y="1212668"/>
                  </a:lnTo>
                  <a:lnTo>
                    <a:pt x="5517336" y="1168166"/>
                  </a:lnTo>
                  <a:lnTo>
                    <a:pt x="5518005" y="1176511"/>
                  </a:lnTo>
                  <a:lnTo>
                    <a:pt x="5518673" y="1223794"/>
                  </a:lnTo>
                  <a:lnTo>
                    <a:pt x="5519341" y="1246044"/>
                  </a:lnTo>
                  <a:lnTo>
                    <a:pt x="5520009" y="1279421"/>
                  </a:lnTo>
                  <a:lnTo>
                    <a:pt x="5520677" y="1301671"/>
                  </a:lnTo>
                  <a:lnTo>
                    <a:pt x="5521345" y="1343392"/>
                  </a:lnTo>
                  <a:lnTo>
                    <a:pt x="5522013" y="1390675"/>
                  </a:lnTo>
                  <a:lnTo>
                    <a:pt x="5522681" y="1390675"/>
                  </a:lnTo>
                  <a:lnTo>
                    <a:pt x="5523349" y="1365642"/>
                  </a:lnTo>
                  <a:lnTo>
                    <a:pt x="5524017" y="1376768"/>
                  </a:lnTo>
                  <a:lnTo>
                    <a:pt x="5524685" y="1399019"/>
                  </a:lnTo>
                  <a:lnTo>
                    <a:pt x="5525353" y="1446302"/>
                  </a:lnTo>
                  <a:lnTo>
                    <a:pt x="5526021" y="1476896"/>
                  </a:lnTo>
                  <a:lnTo>
                    <a:pt x="5526689" y="1446302"/>
                  </a:lnTo>
                  <a:lnTo>
                    <a:pt x="5527357" y="1446302"/>
                  </a:lnTo>
                  <a:lnTo>
                    <a:pt x="5528025" y="1446302"/>
                  </a:lnTo>
                  <a:lnTo>
                    <a:pt x="5528693" y="1446302"/>
                  </a:lnTo>
                  <a:lnTo>
                    <a:pt x="5529361" y="1446302"/>
                  </a:lnTo>
                  <a:lnTo>
                    <a:pt x="5530029" y="1446302"/>
                  </a:lnTo>
                  <a:lnTo>
                    <a:pt x="5530697" y="1446302"/>
                  </a:lnTo>
                  <a:lnTo>
                    <a:pt x="5531365" y="1474115"/>
                  </a:lnTo>
                  <a:lnTo>
                    <a:pt x="5532033" y="1501929"/>
                  </a:lnTo>
                  <a:lnTo>
                    <a:pt x="5532701" y="1501929"/>
                  </a:lnTo>
                  <a:lnTo>
                    <a:pt x="5533369" y="1510273"/>
                  </a:lnTo>
                  <a:lnTo>
                    <a:pt x="5534037" y="1557556"/>
                  </a:lnTo>
                  <a:lnTo>
                    <a:pt x="5534705" y="1557556"/>
                  </a:lnTo>
                  <a:lnTo>
                    <a:pt x="5535373" y="1557556"/>
                  </a:lnTo>
                  <a:lnTo>
                    <a:pt x="5536041" y="1557556"/>
                  </a:lnTo>
                  <a:lnTo>
                    <a:pt x="5536709" y="1557556"/>
                  </a:lnTo>
                  <a:lnTo>
                    <a:pt x="5537377" y="1557556"/>
                  </a:lnTo>
                  <a:lnTo>
                    <a:pt x="5538045" y="1557556"/>
                  </a:lnTo>
                  <a:lnTo>
                    <a:pt x="5538713" y="1507491"/>
                  </a:lnTo>
                  <a:lnTo>
                    <a:pt x="5539381" y="1501929"/>
                  </a:lnTo>
                  <a:lnTo>
                    <a:pt x="5540049" y="1524179"/>
                  </a:lnTo>
                  <a:lnTo>
                    <a:pt x="5540717" y="1546430"/>
                  </a:lnTo>
                  <a:lnTo>
                    <a:pt x="5541385" y="1501929"/>
                  </a:lnTo>
                  <a:lnTo>
                    <a:pt x="5542054" y="1474115"/>
                  </a:lnTo>
                  <a:lnTo>
                    <a:pt x="5542722" y="1451864"/>
                  </a:lnTo>
                  <a:lnTo>
                    <a:pt x="5543390" y="1501929"/>
                  </a:lnTo>
                  <a:lnTo>
                    <a:pt x="5544058" y="1501929"/>
                  </a:lnTo>
                  <a:lnTo>
                    <a:pt x="5544726" y="1446302"/>
                  </a:lnTo>
                  <a:lnTo>
                    <a:pt x="5545394" y="1446302"/>
                  </a:lnTo>
                  <a:lnTo>
                    <a:pt x="5546062" y="1446302"/>
                  </a:lnTo>
                  <a:lnTo>
                    <a:pt x="5546730" y="1446302"/>
                  </a:lnTo>
                  <a:lnTo>
                    <a:pt x="5547398" y="1446302"/>
                  </a:lnTo>
                  <a:lnTo>
                    <a:pt x="5548066" y="1446302"/>
                  </a:lnTo>
                  <a:lnTo>
                    <a:pt x="5548734" y="1446302"/>
                  </a:lnTo>
                  <a:lnTo>
                    <a:pt x="5549402" y="1446302"/>
                  </a:lnTo>
                  <a:lnTo>
                    <a:pt x="5550070" y="1446302"/>
                  </a:lnTo>
                  <a:lnTo>
                    <a:pt x="5550738" y="1446302"/>
                  </a:lnTo>
                  <a:lnTo>
                    <a:pt x="5551406" y="1446302"/>
                  </a:lnTo>
                  <a:lnTo>
                    <a:pt x="5552074" y="1446302"/>
                  </a:lnTo>
                  <a:lnTo>
                    <a:pt x="5552742" y="1446302"/>
                  </a:lnTo>
                  <a:lnTo>
                    <a:pt x="5553410" y="1446302"/>
                  </a:lnTo>
                  <a:lnTo>
                    <a:pt x="5554078" y="1446302"/>
                  </a:lnTo>
                  <a:lnTo>
                    <a:pt x="5554746" y="1446302"/>
                  </a:lnTo>
                  <a:lnTo>
                    <a:pt x="5555414" y="1462990"/>
                  </a:lnTo>
                  <a:lnTo>
                    <a:pt x="5556082" y="1446302"/>
                  </a:lnTo>
                  <a:lnTo>
                    <a:pt x="5556750" y="1446302"/>
                  </a:lnTo>
                  <a:lnTo>
                    <a:pt x="5557418" y="1454646"/>
                  </a:lnTo>
                  <a:lnTo>
                    <a:pt x="5558086" y="1501929"/>
                  </a:lnTo>
                  <a:lnTo>
                    <a:pt x="5558754" y="1526961"/>
                  </a:lnTo>
                  <a:lnTo>
                    <a:pt x="5559422" y="1524179"/>
                  </a:lnTo>
                  <a:lnTo>
                    <a:pt x="5560090" y="1446302"/>
                  </a:lnTo>
                  <a:lnTo>
                    <a:pt x="5560758" y="1446302"/>
                  </a:lnTo>
                  <a:lnTo>
                    <a:pt x="5561426" y="1460208"/>
                  </a:lnTo>
                  <a:lnTo>
                    <a:pt x="5562094" y="1446302"/>
                  </a:lnTo>
                  <a:lnTo>
                    <a:pt x="5562762" y="1446302"/>
                  </a:lnTo>
                  <a:lnTo>
                    <a:pt x="5563430" y="1446302"/>
                  </a:lnTo>
                  <a:lnTo>
                    <a:pt x="5564098" y="1446302"/>
                  </a:lnTo>
                  <a:lnTo>
                    <a:pt x="5564766" y="1446302"/>
                  </a:lnTo>
                  <a:lnTo>
                    <a:pt x="5565434" y="1446302"/>
                  </a:lnTo>
                  <a:lnTo>
                    <a:pt x="5566102" y="1446302"/>
                  </a:lnTo>
                  <a:lnTo>
                    <a:pt x="5566771" y="1435176"/>
                  </a:lnTo>
                  <a:lnTo>
                    <a:pt x="5567439" y="1390675"/>
                  </a:lnTo>
                  <a:lnTo>
                    <a:pt x="5568107" y="1390675"/>
                  </a:lnTo>
                  <a:lnTo>
                    <a:pt x="5568775" y="1390675"/>
                  </a:lnTo>
                  <a:lnTo>
                    <a:pt x="5569443" y="1379549"/>
                  </a:lnTo>
                  <a:lnTo>
                    <a:pt x="5570111" y="1335048"/>
                  </a:lnTo>
                  <a:lnTo>
                    <a:pt x="5570779" y="1335048"/>
                  </a:lnTo>
                  <a:lnTo>
                    <a:pt x="5571447" y="1315578"/>
                  </a:lnTo>
                  <a:lnTo>
                    <a:pt x="5572115" y="1307234"/>
                  </a:lnTo>
                  <a:lnTo>
                    <a:pt x="5572783" y="1335048"/>
                  </a:lnTo>
                  <a:lnTo>
                    <a:pt x="5573451" y="1335048"/>
                  </a:lnTo>
                  <a:lnTo>
                    <a:pt x="5574119" y="1335048"/>
                  </a:lnTo>
                  <a:lnTo>
                    <a:pt x="5574787" y="1307234"/>
                  </a:lnTo>
                  <a:lnTo>
                    <a:pt x="5575455" y="1279421"/>
                  </a:lnTo>
                  <a:lnTo>
                    <a:pt x="5576123" y="1284983"/>
                  </a:lnTo>
                  <a:lnTo>
                    <a:pt x="5576791" y="1335048"/>
                  </a:lnTo>
                  <a:lnTo>
                    <a:pt x="5577459" y="1332266"/>
                  </a:lnTo>
                  <a:lnTo>
                    <a:pt x="5578127" y="1315578"/>
                  </a:lnTo>
                  <a:lnTo>
                    <a:pt x="5578795" y="1332266"/>
                  </a:lnTo>
                  <a:lnTo>
                    <a:pt x="5579463" y="1279421"/>
                  </a:lnTo>
                  <a:lnTo>
                    <a:pt x="5580131" y="1279421"/>
                  </a:lnTo>
                  <a:lnTo>
                    <a:pt x="5580799" y="1279421"/>
                  </a:lnTo>
                  <a:lnTo>
                    <a:pt x="5581467" y="1279421"/>
                  </a:lnTo>
                  <a:lnTo>
                    <a:pt x="5582135" y="1279421"/>
                  </a:lnTo>
                  <a:lnTo>
                    <a:pt x="5582803" y="1279421"/>
                  </a:lnTo>
                  <a:lnTo>
                    <a:pt x="5583471" y="1287765"/>
                  </a:lnTo>
                  <a:lnTo>
                    <a:pt x="5584139" y="1335048"/>
                  </a:lnTo>
                  <a:lnTo>
                    <a:pt x="5584807" y="1296109"/>
                  </a:lnTo>
                  <a:lnTo>
                    <a:pt x="5585475" y="1279421"/>
                  </a:lnTo>
                  <a:lnTo>
                    <a:pt x="5586143" y="1287765"/>
                  </a:lnTo>
                  <a:lnTo>
                    <a:pt x="5586811" y="1326704"/>
                  </a:lnTo>
                  <a:lnTo>
                    <a:pt x="5587479" y="1279421"/>
                  </a:lnTo>
                  <a:lnTo>
                    <a:pt x="5588147" y="1296109"/>
                  </a:lnTo>
                  <a:lnTo>
                    <a:pt x="5588815" y="1335048"/>
                  </a:lnTo>
                  <a:lnTo>
                    <a:pt x="5589483" y="1335048"/>
                  </a:lnTo>
                  <a:lnTo>
                    <a:pt x="5590151" y="1335048"/>
                  </a:lnTo>
                  <a:lnTo>
                    <a:pt x="5590819" y="1335048"/>
                  </a:lnTo>
                  <a:lnTo>
                    <a:pt x="5591488" y="1360080"/>
                  </a:lnTo>
                  <a:lnTo>
                    <a:pt x="5592156" y="1390675"/>
                  </a:lnTo>
                  <a:lnTo>
                    <a:pt x="5592824" y="1410144"/>
                  </a:lnTo>
                  <a:lnTo>
                    <a:pt x="5593492" y="1446302"/>
                  </a:lnTo>
                  <a:lnTo>
                    <a:pt x="5594160" y="1446302"/>
                  </a:lnTo>
                  <a:lnTo>
                    <a:pt x="5594828" y="1501929"/>
                  </a:lnTo>
                  <a:lnTo>
                    <a:pt x="5595496" y="1440739"/>
                  </a:lnTo>
                  <a:lnTo>
                    <a:pt x="5596164" y="1446302"/>
                  </a:lnTo>
                  <a:lnTo>
                    <a:pt x="5596832" y="1360080"/>
                  </a:lnTo>
                  <a:lnTo>
                    <a:pt x="5597500" y="1335048"/>
                  </a:lnTo>
                  <a:lnTo>
                    <a:pt x="5598168" y="1335048"/>
                  </a:lnTo>
                  <a:lnTo>
                    <a:pt x="5598836" y="1282202"/>
                  </a:lnTo>
                  <a:lnTo>
                    <a:pt x="5599504" y="1279421"/>
                  </a:lnTo>
                  <a:lnTo>
                    <a:pt x="5600172" y="1279421"/>
                  </a:lnTo>
                  <a:lnTo>
                    <a:pt x="5600840" y="1176510"/>
                  </a:lnTo>
                  <a:lnTo>
                    <a:pt x="5601508" y="1109758"/>
                  </a:lnTo>
                  <a:lnTo>
                    <a:pt x="5602176" y="1112540"/>
                  </a:lnTo>
                  <a:lnTo>
                    <a:pt x="5602844" y="1112540"/>
                  </a:lnTo>
                  <a:lnTo>
                    <a:pt x="5603512" y="1118102"/>
                  </a:lnTo>
                  <a:lnTo>
                    <a:pt x="5604180" y="1120884"/>
                  </a:lnTo>
                  <a:lnTo>
                    <a:pt x="5604848" y="1112540"/>
                  </a:lnTo>
                  <a:lnTo>
                    <a:pt x="5605516" y="1112540"/>
                  </a:lnTo>
                  <a:lnTo>
                    <a:pt x="5606184" y="1112540"/>
                  </a:lnTo>
                  <a:lnTo>
                    <a:pt x="5606852" y="1043006"/>
                  </a:lnTo>
                  <a:lnTo>
                    <a:pt x="5607520" y="901157"/>
                  </a:lnTo>
                  <a:lnTo>
                    <a:pt x="5608188" y="834405"/>
                  </a:lnTo>
                  <a:lnTo>
                    <a:pt x="5608856" y="834405"/>
                  </a:lnTo>
                  <a:lnTo>
                    <a:pt x="5609524" y="834405"/>
                  </a:lnTo>
                  <a:lnTo>
                    <a:pt x="5610192" y="834405"/>
                  </a:lnTo>
                  <a:lnTo>
                    <a:pt x="5610860" y="781559"/>
                  </a:lnTo>
                  <a:lnTo>
                    <a:pt x="5611528" y="778777"/>
                  </a:lnTo>
                  <a:lnTo>
                    <a:pt x="5612196" y="795466"/>
                  </a:lnTo>
                  <a:lnTo>
                    <a:pt x="5612864" y="801028"/>
                  </a:lnTo>
                  <a:lnTo>
                    <a:pt x="5613532" y="859437"/>
                  </a:lnTo>
                  <a:lnTo>
                    <a:pt x="5614200" y="848311"/>
                  </a:lnTo>
                  <a:lnTo>
                    <a:pt x="5614868" y="834405"/>
                  </a:lnTo>
                  <a:lnTo>
                    <a:pt x="5615536" y="884469"/>
                  </a:lnTo>
                  <a:lnTo>
                    <a:pt x="5616205" y="890032"/>
                  </a:lnTo>
                  <a:lnTo>
                    <a:pt x="5616873" y="890032"/>
                  </a:lnTo>
                  <a:lnTo>
                    <a:pt x="5617541" y="984597"/>
                  </a:lnTo>
                  <a:lnTo>
                    <a:pt x="5618209" y="1065256"/>
                  </a:lnTo>
                  <a:lnTo>
                    <a:pt x="5618877" y="1056912"/>
                  </a:lnTo>
                  <a:lnTo>
                    <a:pt x="5619545" y="1037443"/>
                  </a:lnTo>
                  <a:lnTo>
                    <a:pt x="5620213" y="1001286"/>
                  </a:lnTo>
                  <a:lnTo>
                    <a:pt x="5620881" y="1012411"/>
                  </a:lnTo>
                  <a:lnTo>
                    <a:pt x="5621549" y="1001286"/>
                  </a:lnTo>
                  <a:lnTo>
                    <a:pt x="5622217" y="1001286"/>
                  </a:lnTo>
                  <a:lnTo>
                    <a:pt x="5622885" y="1001286"/>
                  </a:lnTo>
                  <a:lnTo>
                    <a:pt x="5623553" y="1062475"/>
                  </a:lnTo>
                  <a:lnTo>
                    <a:pt x="5624221" y="1151478"/>
                  </a:lnTo>
                  <a:lnTo>
                    <a:pt x="5624889" y="1223794"/>
                  </a:lnTo>
                  <a:lnTo>
                    <a:pt x="5625557" y="1223794"/>
                  </a:lnTo>
                  <a:lnTo>
                    <a:pt x="5626225" y="1218231"/>
                  </a:lnTo>
                  <a:lnTo>
                    <a:pt x="5626893" y="1140353"/>
                  </a:lnTo>
                  <a:lnTo>
                    <a:pt x="5627561" y="1162604"/>
                  </a:lnTo>
                  <a:lnTo>
                    <a:pt x="5628229" y="1109758"/>
                  </a:lnTo>
                  <a:lnTo>
                    <a:pt x="5628897" y="1093070"/>
                  </a:lnTo>
                  <a:lnTo>
                    <a:pt x="5629565" y="1143134"/>
                  </a:lnTo>
                  <a:lnTo>
                    <a:pt x="5630233" y="1168166"/>
                  </a:lnTo>
                  <a:lnTo>
                    <a:pt x="5630901" y="1207105"/>
                  </a:lnTo>
                  <a:lnTo>
                    <a:pt x="5631569" y="1204324"/>
                  </a:lnTo>
                  <a:lnTo>
                    <a:pt x="5632237" y="1145916"/>
                  </a:lnTo>
                  <a:lnTo>
                    <a:pt x="5632905" y="1112540"/>
                  </a:lnTo>
                  <a:lnTo>
                    <a:pt x="5633573" y="1076382"/>
                  </a:lnTo>
                  <a:lnTo>
                    <a:pt x="5634241" y="1034662"/>
                  </a:lnTo>
                  <a:lnTo>
                    <a:pt x="5634909" y="965128"/>
                  </a:lnTo>
                  <a:lnTo>
                    <a:pt x="5635577" y="945659"/>
                  </a:lnTo>
                  <a:lnTo>
                    <a:pt x="5636245" y="962347"/>
                  </a:lnTo>
                  <a:lnTo>
                    <a:pt x="5636913" y="1001286"/>
                  </a:lnTo>
                  <a:lnTo>
                    <a:pt x="5637581" y="998504"/>
                  </a:lnTo>
                  <a:lnTo>
                    <a:pt x="5638249" y="1001286"/>
                  </a:lnTo>
                  <a:lnTo>
                    <a:pt x="5638917" y="1001286"/>
                  </a:lnTo>
                  <a:lnTo>
                    <a:pt x="5639585" y="1001286"/>
                  </a:lnTo>
                  <a:lnTo>
                    <a:pt x="5640254" y="1001286"/>
                  </a:lnTo>
                  <a:lnTo>
                    <a:pt x="5640922" y="1054131"/>
                  </a:lnTo>
                  <a:lnTo>
                    <a:pt x="5641590" y="1056912"/>
                  </a:lnTo>
                  <a:lnTo>
                    <a:pt x="5642258" y="1056912"/>
                  </a:lnTo>
                  <a:lnTo>
                    <a:pt x="5642926" y="1059694"/>
                  </a:lnTo>
                  <a:lnTo>
                    <a:pt x="5643594" y="1137572"/>
                  </a:lnTo>
                  <a:lnTo>
                    <a:pt x="5644262" y="1168166"/>
                  </a:lnTo>
                  <a:lnTo>
                    <a:pt x="5644930" y="1221012"/>
                  </a:lnTo>
                  <a:lnTo>
                    <a:pt x="5645598" y="1279421"/>
                  </a:lnTo>
                  <a:lnTo>
                    <a:pt x="5646266" y="1279421"/>
                  </a:lnTo>
                  <a:lnTo>
                    <a:pt x="5646934" y="1279421"/>
                  </a:lnTo>
                  <a:lnTo>
                    <a:pt x="5647602" y="1243263"/>
                  </a:lnTo>
                  <a:lnTo>
                    <a:pt x="5648270" y="1237700"/>
                  </a:lnTo>
                  <a:lnTo>
                    <a:pt x="5648938" y="1243263"/>
                  </a:lnTo>
                  <a:lnTo>
                    <a:pt x="5649606" y="1279421"/>
                  </a:lnTo>
                  <a:lnTo>
                    <a:pt x="5650274" y="1312797"/>
                  </a:lnTo>
                  <a:lnTo>
                    <a:pt x="5650942" y="1354517"/>
                  </a:lnTo>
                  <a:lnTo>
                    <a:pt x="5651610" y="1435176"/>
                  </a:lnTo>
                  <a:lnTo>
                    <a:pt x="5652278" y="1446302"/>
                  </a:lnTo>
                  <a:lnTo>
                    <a:pt x="5652946" y="1415707"/>
                  </a:lnTo>
                  <a:lnTo>
                    <a:pt x="5653614" y="1368424"/>
                  </a:lnTo>
                  <a:lnTo>
                    <a:pt x="5654282" y="1365642"/>
                  </a:lnTo>
                  <a:lnTo>
                    <a:pt x="5654950" y="1348954"/>
                  </a:lnTo>
                  <a:lnTo>
                    <a:pt x="5655618" y="1335048"/>
                  </a:lnTo>
                  <a:lnTo>
                    <a:pt x="5656286" y="1335048"/>
                  </a:lnTo>
                  <a:lnTo>
                    <a:pt x="5656954" y="1335048"/>
                  </a:lnTo>
                  <a:lnTo>
                    <a:pt x="5657622" y="1298890"/>
                  </a:lnTo>
                  <a:lnTo>
                    <a:pt x="5658290" y="1190417"/>
                  </a:lnTo>
                  <a:lnTo>
                    <a:pt x="5658958" y="1168166"/>
                  </a:lnTo>
                  <a:lnTo>
                    <a:pt x="5659626" y="1168166"/>
                  </a:lnTo>
                  <a:lnTo>
                    <a:pt x="5660294" y="1168166"/>
                  </a:lnTo>
                  <a:lnTo>
                    <a:pt x="5660962" y="1112540"/>
                  </a:lnTo>
                  <a:lnTo>
                    <a:pt x="5661630" y="1056912"/>
                  </a:lnTo>
                  <a:lnTo>
                    <a:pt x="5662298" y="1056912"/>
                  </a:lnTo>
                  <a:lnTo>
                    <a:pt x="5662966" y="1043006"/>
                  </a:lnTo>
                  <a:lnTo>
                    <a:pt x="5663634" y="1001286"/>
                  </a:lnTo>
                  <a:lnTo>
                    <a:pt x="5664302" y="1015192"/>
                  </a:lnTo>
                  <a:lnTo>
                    <a:pt x="5664971" y="1001286"/>
                  </a:lnTo>
                  <a:lnTo>
                    <a:pt x="5665639" y="1056912"/>
                  </a:lnTo>
                  <a:lnTo>
                    <a:pt x="5666307" y="1056912"/>
                  </a:lnTo>
                  <a:lnTo>
                    <a:pt x="5666975" y="1056912"/>
                  </a:lnTo>
                  <a:lnTo>
                    <a:pt x="5667643" y="1006848"/>
                  </a:lnTo>
                  <a:lnTo>
                    <a:pt x="5668311" y="954003"/>
                  </a:lnTo>
                  <a:lnTo>
                    <a:pt x="5668979" y="1001286"/>
                  </a:lnTo>
                  <a:lnTo>
                    <a:pt x="5669647" y="998504"/>
                  </a:lnTo>
                  <a:lnTo>
                    <a:pt x="5670315" y="1020755"/>
                  </a:lnTo>
                  <a:lnTo>
                    <a:pt x="5670983" y="1056912"/>
                  </a:lnTo>
                  <a:lnTo>
                    <a:pt x="5671651" y="1095851"/>
                  </a:lnTo>
                  <a:lnTo>
                    <a:pt x="5672319" y="1112540"/>
                  </a:lnTo>
                  <a:lnTo>
                    <a:pt x="5672987" y="1112540"/>
                  </a:lnTo>
                  <a:lnTo>
                    <a:pt x="5673655" y="1087507"/>
                  </a:lnTo>
                  <a:lnTo>
                    <a:pt x="5674323" y="1087507"/>
                  </a:lnTo>
                  <a:lnTo>
                    <a:pt x="5674991" y="1198761"/>
                  </a:lnTo>
                  <a:lnTo>
                    <a:pt x="5675659" y="1223794"/>
                  </a:lnTo>
                  <a:lnTo>
                    <a:pt x="5676327" y="1223794"/>
                  </a:lnTo>
                  <a:lnTo>
                    <a:pt x="5676995" y="1223794"/>
                  </a:lnTo>
                  <a:lnTo>
                    <a:pt x="5677663" y="1273858"/>
                  </a:lnTo>
                  <a:lnTo>
                    <a:pt x="5678331" y="1287765"/>
                  </a:lnTo>
                  <a:lnTo>
                    <a:pt x="5678999" y="1279421"/>
                  </a:lnTo>
                  <a:lnTo>
                    <a:pt x="5679667" y="1243263"/>
                  </a:lnTo>
                  <a:lnTo>
                    <a:pt x="5680335" y="1279421"/>
                  </a:lnTo>
                  <a:lnTo>
                    <a:pt x="5681003" y="1296109"/>
                  </a:lnTo>
                  <a:lnTo>
                    <a:pt x="5681671" y="1335048"/>
                  </a:lnTo>
                  <a:lnTo>
                    <a:pt x="5682339" y="1335048"/>
                  </a:lnTo>
                  <a:lnTo>
                    <a:pt x="5683007" y="1301671"/>
                  </a:lnTo>
                  <a:lnTo>
                    <a:pt x="5683675" y="1279421"/>
                  </a:lnTo>
                  <a:lnTo>
                    <a:pt x="5684343" y="1323922"/>
                  </a:lnTo>
                  <a:lnTo>
                    <a:pt x="5685011" y="1390675"/>
                  </a:lnTo>
                  <a:lnTo>
                    <a:pt x="5685679" y="1390675"/>
                  </a:lnTo>
                  <a:lnTo>
                    <a:pt x="5686347" y="1418488"/>
                  </a:lnTo>
                  <a:lnTo>
                    <a:pt x="5687015" y="1446302"/>
                  </a:lnTo>
                  <a:lnTo>
                    <a:pt x="5687683" y="1446302"/>
                  </a:lnTo>
                  <a:lnTo>
                    <a:pt x="5688351" y="1443520"/>
                  </a:lnTo>
                  <a:lnTo>
                    <a:pt x="5689019" y="1390675"/>
                  </a:lnTo>
                  <a:lnTo>
                    <a:pt x="5689688" y="1390675"/>
                  </a:lnTo>
                  <a:lnTo>
                    <a:pt x="5690356" y="1412925"/>
                  </a:lnTo>
                  <a:lnTo>
                    <a:pt x="5691024" y="1393456"/>
                  </a:lnTo>
                  <a:lnTo>
                    <a:pt x="5691692" y="1390675"/>
                  </a:lnTo>
                  <a:lnTo>
                    <a:pt x="5692360" y="1351736"/>
                  </a:lnTo>
                  <a:lnTo>
                    <a:pt x="5693028" y="1335048"/>
                  </a:lnTo>
                  <a:lnTo>
                    <a:pt x="5693696" y="1335048"/>
                  </a:lnTo>
                  <a:lnTo>
                    <a:pt x="5694364" y="1335048"/>
                  </a:lnTo>
                  <a:lnTo>
                    <a:pt x="5695032" y="1362861"/>
                  </a:lnTo>
                  <a:lnTo>
                    <a:pt x="5695700" y="1279421"/>
                  </a:lnTo>
                  <a:lnTo>
                    <a:pt x="5696368" y="1287765"/>
                  </a:lnTo>
                  <a:lnTo>
                    <a:pt x="5697036" y="1279421"/>
                  </a:lnTo>
                  <a:lnTo>
                    <a:pt x="5697704" y="1279421"/>
                  </a:lnTo>
                  <a:lnTo>
                    <a:pt x="5698372" y="1279421"/>
                  </a:lnTo>
                  <a:lnTo>
                    <a:pt x="5699040" y="1279421"/>
                  </a:lnTo>
                  <a:lnTo>
                    <a:pt x="5699708" y="1310015"/>
                  </a:lnTo>
                  <a:lnTo>
                    <a:pt x="5700376" y="1335048"/>
                  </a:lnTo>
                  <a:lnTo>
                    <a:pt x="5701044" y="1335048"/>
                  </a:lnTo>
                  <a:lnTo>
                    <a:pt x="5701712" y="1335048"/>
                  </a:lnTo>
                  <a:lnTo>
                    <a:pt x="5702380" y="1335048"/>
                  </a:lnTo>
                  <a:lnTo>
                    <a:pt x="5703048" y="1335048"/>
                  </a:lnTo>
                  <a:lnTo>
                    <a:pt x="5703716" y="1335048"/>
                  </a:lnTo>
                  <a:lnTo>
                    <a:pt x="5704384" y="1335048"/>
                  </a:lnTo>
                  <a:lnTo>
                    <a:pt x="5705052" y="1335048"/>
                  </a:lnTo>
                  <a:lnTo>
                    <a:pt x="5705720" y="1390675"/>
                  </a:lnTo>
                  <a:lnTo>
                    <a:pt x="5706388" y="1371205"/>
                  </a:lnTo>
                  <a:lnTo>
                    <a:pt x="5707056" y="1335048"/>
                  </a:lnTo>
                  <a:lnTo>
                    <a:pt x="5707724" y="1385112"/>
                  </a:lnTo>
                  <a:lnTo>
                    <a:pt x="5708392" y="1390675"/>
                  </a:lnTo>
                  <a:lnTo>
                    <a:pt x="5709060" y="1373986"/>
                  </a:lnTo>
                  <a:lnTo>
                    <a:pt x="5709728" y="1390675"/>
                  </a:lnTo>
                  <a:lnTo>
                    <a:pt x="5710396" y="1337829"/>
                  </a:lnTo>
                  <a:lnTo>
                    <a:pt x="5711064" y="1335048"/>
                  </a:lnTo>
                  <a:lnTo>
                    <a:pt x="5711732" y="1348954"/>
                  </a:lnTo>
                  <a:lnTo>
                    <a:pt x="5712400" y="1443520"/>
                  </a:lnTo>
                  <a:lnTo>
                    <a:pt x="5713068" y="1479678"/>
                  </a:lnTo>
                  <a:lnTo>
                    <a:pt x="5713736" y="1501929"/>
                  </a:lnTo>
                  <a:lnTo>
                    <a:pt x="5714405" y="1501929"/>
                  </a:lnTo>
                  <a:lnTo>
                    <a:pt x="5715073" y="1501929"/>
                  </a:lnTo>
                  <a:lnTo>
                    <a:pt x="5715741" y="1449083"/>
                  </a:lnTo>
                  <a:lnTo>
                    <a:pt x="5716409" y="1446302"/>
                  </a:lnTo>
                  <a:lnTo>
                    <a:pt x="5717077" y="1446302"/>
                  </a:lnTo>
                  <a:lnTo>
                    <a:pt x="5717745" y="1396237"/>
                  </a:lnTo>
                  <a:lnTo>
                    <a:pt x="5718413" y="1373987"/>
                  </a:lnTo>
                  <a:lnTo>
                    <a:pt x="5719081" y="1335048"/>
                  </a:lnTo>
                  <a:lnTo>
                    <a:pt x="5719749" y="1293327"/>
                  </a:lnTo>
                  <a:lnTo>
                    <a:pt x="5720417" y="1184855"/>
                  </a:lnTo>
                  <a:lnTo>
                    <a:pt x="5721085" y="1168166"/>
                  </a:lnTo>
                  <a:lnTo>
                    <a:pt x="5721753" y="1168166"/>
                  </a:lnTo>
                  <a:lnTo>
                    <a:pt x="5722421" y="1168166"/>
                  </a:lnTo>
                  <a:lnTo>
                    <a:pt x="5723089" y="1184855"/>
                  </a:lnTo>
                  <a:lnTo>
                    <a:pt x="5723757" y="1223794"/>
                  </a:lnTo>
                  <a:lnTo>
                    <a:pt x="5724425" y="1209887"/>
                  </a:lnTo>
                  <a:lnTo>
                    <a:pt x="5725093" y="1168166"/>
                  </a:lnTo>
                  <a:lnTo>
                    <a:pt x="5725761" y="1162604"/>
                  </a:lnTo>
                  <a:lnTo>
                    <a:pt x="5726429" y="1168166"/>
                  </a:lnTo>
                  <a:lnTo>
                    <a:pt x="5727097" y="1218231"/>
                  </a:lnTo>
                  <a:lnTo>
                    <a:pt x="5727765" y="1170948"/>
                  </a:lnTo>
                  <a:lnTo>
                    <a:pt x="5728433" y="1168166"/>
                  </a:lnTo>
                  <a:lnTo>
                    <a:pt x="5729101" y="1168166"/>
                  </a:lnTo>
                  <a:lnTo>
                    <a:pt x="5729769" y="1168166"/>
                  </a:lnTo>
                  <a:lnTo>
                    <a:pt x="5730437" y="1118102"/>
                  </a:lnTo>
                  <a:lnTo>
                    <a:pt x="5731105" y="1095851"/>
                  </a:lnTo>
                  <a:lnTo>
                    <a:pt x="5731773" y="1029099"/>
                  </a:lnTo>
                  <a:lnTo>
                    <a:pt x="5732441" y="1029099"/>
                  </a:lnTo>
                  <a:lnTo>
                    <a:pt x="5733109" y="1001286"/>
                  </a:lnTo>
                  <a:lnTo>
                    <a:pt x="5733777" y="959565"/>
                  </a:lnTo>
                  <a:lnTo>
                    <a:pt x="5734445" y="992942"/>
                  </a:lnTo>
                  <a:lnTo>
                    <a:pt x="5735113" y="967909"/>
                  </a:lnTo>
                  <a:lnTo>
                    <a:pt x="5735781" y="956784"/>
                  </a:lnTo>
                  <a:lnTo>
                    <a:pt x="5736449" y="981816"/>
                  </a:lnTo>
                  <a:lnTo>
                    <a:pt x="5737117" y="1065256"/>
                  </a:lnTo>
                  <a:lnTo>
                    <a:pt x="5737785" y="1034662"/>
                  </a:lnTo>
                  <a:lnTo>
                    <a:pt x="5738454" y="945659"/>
                  </a:lnTo>
                  <a:lnTo>
                    <a:pt x="5739122" y="942877"/>
                  </a:lnTo>
                  <a:lnTo>
                    <a:pt x="5739790" y="890032"/>
                  </a:lnTo>
                  <a:lnTo>
                    <a:pt x="5740458" y="870562"/>
                  </a:lnTo>
                  <a:lnTo>
                    <a:pt x="5741126" y="792684"/>
                  </a:lnTo>
                  <a:lnTo>
                    <a:pt x="5741794" y="759308"/>
                  </a:lnTo>
                  <a:lnTo>
                    <a:pt x="5742462" y="775996"/>
                  </a:lnTo>
                  <a:lnTo>
                    <a:pt x="5743130" y="778777"/>
                  </a:lnTo>
                  <a:lnTo>
                    <a:pt x="5743798" y="717588"/>
                  </a:lnTo>
                  <a:lnTo>
                    <a:pt x="5744466" y="686993"/>
                  </a:lnTo>
                  <a:lnTo>
                    <a:pt x="5745134" y="667523"/>
                  </a:lnTo>
                  <a:lnTo>
                    <a:pt x="5745802" y="656398"/>
                  </a:lnTo>
                  <a:lnTo>
                    <a:pt x="5746470" y="611897"/>
                  </a:lnTo>
                  <a:lnTo>
                    <a:pt x="5747138" y="659179"/>
                  </a:lnTo>
                  <a:lnTo>
                    <a:pt x="5747806" y="670305"/>
                  </a:lnTo>
                  <a:lnTo>
                    <a:pt x="5748474" y="681430"/>
                  </a:lnTo>
                  <a:lnTo>
                    <a:pt x="5749142" y="653617"/>
                  </a:lnTo>
                  <a:lnTo>
                    <a:pt x="5749810" y="667523"/>
                  </a:lnTo>
                  <a:lnTo>
                    <a:pt x="5750478" y="620241"/>
                  </a:lnTo>
                  <a:lnTo>
                    <a:pt x="5751146" y="584083"/>
                  </a:lnTo>
                  <a:lnTo>
                    <a:pt x="5751814" y="559051"/>
                  </a:lnTo>
                  <a:lnTo>
                    <a:pt x="5752482" y="597990"/>
                  </a:lnTo>
                  <a:lnTo>
                    <a:pt x="5753150" y="528456"/>
                  </a:lnTo>
                  <a:lnTo>
                    <a:pt x="5753818" y="439453"/>
                  </a:lnTo>
                  <a:lnTo>
                    <a:pt x="5754486" y="456141"/>
                  </a:lnTo>
                  <a:lnTo>
                    <a:pt x="5755154" y="497861"/>
                  </a:lnTo>
                  <a:lnTo>
                    <a:pt x="5755822" y="417202"/>
                  </a:lnTo>
                  <a:lnTo>
                    <a:pt x="5756490" y="358794"/>
                  </a:lnTo>
                  <a:lnTo>
                    <a:pt x="5757158" y="350450"/>
                  </a:lnTo>
                  <a:lnTo>
                    <a:pt x="5757826" y="436671"/>
                  </a:lnTo>
                  <a:lnTo>
                    <a:pt x="5758494" y="503424"/>
                  </a:lnTo>
                  <a:lnTo>
                    <a:pt x="5759162" y="500643"/>
                  </a:lnTo>
                  <a:lnTo>
                    <a:pt x="5759830" y="500643"/>
                  </a:lnTo>
                  <a:lnTo>
                    <a:pt x="5760498" y="556270"/>
                  </a:lnTo>
                  <a:lnTo>
                    <a:pt x="5761166" y="639710"/>
                  </a:lnTo>
                  <a:lnTo>
                    <a:pt x="5761834" y="667523"/>
                  </a:lnTo>
                  <a:lnTo>
                    <a:pt x="5762502" y="675868"/>
                  </a:lnTo>
                  <a:lnTo>
                    <a:pt x="5763171" y="667523"/>
                  </a:lnTo>
                  <a:lnTo>
                    <a:pt x="5763839" y="659179"/>
                  </a:lnTo>
                  <a:lnTo>
                    <a:pt x="5764507" y="542363"/>
                  </a:lnTo>
                  <a:lnTo>
                    <a:pt x="5765175" y="564614"/>
                  </a:lnTo>
                  <a:lnTo>
                    <a:pt x="5765843" y="642491"/>
                  </a:lnTo>
                  <a:lnTo>
                    <a:pt x="5766511" y="650835"/>
                  </a:lnTo>
                  <a:lnTo>
                    <a:pt x="5767179" y="692556"/>
                  </a:lnTo>
                  <a:lnTo>
                    <a:pt x="5767847" y="748183"/>
                  </a:lnTo>
                  <a:lnTo>
                    <a:pt x="5768515" y="801028"/>
                  </a:lnTo>
                  <a:lnTo>
                    <a:pt x="5769183" y="778777"/>
                  </a:lnTo>
                  <a:lnTo>
                    <a:pt x="5769851" y="853874"/>
                  </a:lnTo>
                  <a:lnTo>
                    <a:pt x="5770519" y="954003"/>
                  </a:lnTo>
                  <a:lnTo>
                    <a:pt x="5771187" y="951221"/>
                  </a:lnTo>
                  <a:lnTo>
                    <a:pt x="5771855" y="1001286"/>
                  </a:lnTo>
                  <a:lnTo>
                    <a:pt x="5772523" y="1076382"/>
                  </a:lnTo>
                  <a:lnTo>
                    <a:pt x="5773191" y="1195980"/>
                  </a:lnTo>
                  <a:lnTo>
                    <a:pt x="5773859" y="1223794"/>
                  </a:lnTo>
                  <a:lnTo>
                    <a:pt x="5774527" y="1223794"/>
                  </a:lnTo>
                  <a:lnTo>
                    <a:pt x="5775195" y="1190417"/>
                  </a:lnTo>
                  <a:lnTo>
                    <a:pt x="5775863" y="1223794"/>
                  </a:lnTo>
                  <a:lnTo>
                    <a:pt x="5776531" y="1223794"/>
                  </a:lnTo>
                  <a:lnTo>
                    <a:pt x="5777199" y="1223794"/>
                  </a:lnTo>
                  <a:lnTo>
                    <a:pt x="5777867" y="1223794"/>
                  </a:lnTo>
                  <a:lnTo>
                    <a:pt x="5778535" y="1223794"/>
                  </a:lnTo>
                  <a:lnTo>
                    <a:pt x="5779203" y="1223794"/>
                  </a:lnTo>
                  <a:lnTo>
                    <a:pt x="5779871" y="1276639"/>
                  </a:lnTo>
                  <a:lnTo>
                    <a:pt x="5780539" y="1284983"/>
                  </a:lnTo>
                  <a:lnTo>
                    <a:pt x="5781207" y="1407363"/>
                  </a:lnTo>
                  <a:lnTo>
                    <a:pt x="5781875" y="1446302"/>
                  </a:lnTo>
                  <a:lnTo>
                    <a:pt x="5782543" y="1446302"/>
                  </a:lnTo>
                  <a:lnTo>
                    <a:pt x="5783211" y="1460208"/>
                  </a:lnTo>
                  <a:lnTo>
                    <a:pt x="5783879" y="1501929"/>
                  </a:lnTo>
                  <a:lnTo>
                    <a:pt x="5784547" y="1501929"/>
                  </a:lnTo>
                  <a:lnTo>
                    <a:pt x="5785215" y="1454646"/>
                  </a:lnTo>
                  <a:lnTo>
                    <a:pt x="5785883" y="1446302"/>
                  </a:lnTo>
                  <a:lnTo>
                    <a:pt x="5786551" y="1446302"/>
                  </a:lnTo>
                  <a:lnTo>
                    <a:pt x="5787219" y="1462990"/>
                  </a:lnTo>
                  <a:lnTo>
                    <a:pt x="5787888" y="1501929"/>
                  </a:lnTo>
                  <a:lnTo>
                    <a:pt x="5788556" y="1501929"/>
                  </a:lnTo>
                  <a:lnTo>
                    <a:pt x="5789224" y="1460208"/>
                  </a:lnTo>
                  <a:lnTo>
                    <a:pt x="5789892" y="1390675"/>
                  </a:lnTo>
                  <a:lnTo>
                    <a:pt x="5790560" y="1390675"/>
                  </a:lnTo>
                  <a:lnTo>
                    <a:pt x="5791228" y="1390675"/>
                  </a:lnTo>
                  <a:lnTo>
                    <a:pt x="5791896" y="1432395"/>
                  </a:lnTo>
                  <a:lnTo>
                    <a:pt x="5792564" y="1424051"/>
                  </a:lnTo>
                  <a:lnTo>
                    <a:pt x="5793232" y="1298890"/>
                  </a:lnTo>
                  <a:lnTo>
                    <a:pt x="5793900" y="1254388"/>
                  </a:lnTo>
                  <a:lnTo>
                    <a:pt x="5794568" y="1223794"/>
                  </a:lnTo>
                  <a:lnTo>
                    <a:pt x="5795236" y="1207105"/>
                  </a:lnTo>
                  <a:lnTo>
                    <a:pt x="5795904" y="1168166"/>
                  </a:lnTo>
                  <a:lnTo>
                    <a:pt x="5796572" y="1168166"/>
                  </a:lnTo>
                  <a:lnTo>
                    <a:pt x="5797240" y="1123665"/>
                  </a:lnTo>
                  <a:lnTo>
                    <a:pt x="5797908" y="1112540"/>
                  </a:lnTo>
                  <a:lnTo>
                    <a:pt x="5798576" y="1073601"/>
                  </a:lnTo>
                  <a:lnTo>
                    <a:pt x="5799244" y="1037443"/>
                  </a:lnTo>
                  <a:lnTo>
                    <a:pt x="5799912" y="951221"/>
                  </a:lnTo>
                  <a:lnTo>
                    <a:pt x="5800580" y="945659"/>
                  </a:lnTo>
                  <a:lnTo>
                    <a:pt x="5801248" y="945659"/>
                  </a:lnTo>
                  <a:lnTo>
                    <a:pt x="5801916" y="1001286"/>
                  </a:lnTo>
                  <a:lnTo>
                    <a:pt x="5802584" y="1056912"/>
                  </a:lnTo>
                  <a:lnTo>
                    <a:pt x="5803252" y="1056912"/>
                  </a:lnTo>
                  <a:lnTo>
                    <a:pt x="5803920" y="1056912"/>
                  </a:lnTo>
                  <a:lnTo>
                    <a:pt x="5804588" y="1056912"/>
                  </a:lnTo>
                  <a:lnTo>
                    <a:pt x="5805256" y="1056912"/>
                  </a:lnTo>
                  <a:lnTo>
                    <a:pt x="5805924" y="1087507"/>
                  </a:lnTo>
                  <a:lnTo>
                    <a:pt x="5806592" y="1112540"/>
                  </a:lnTo>
                  <a:lnTo>
                    <a:pt x="5807260" y="1112540"/>
                  </a:lnTo>
                  <a:lnTo>
                    <a:pt x="5807928" y="1112540"/>
                  </a:lnTo>
                  <a:lnTo>
                    <a:pt x="5808596" y="1112540"/>
                  </a:lnTo>
                  <a:lnTo>
                    <a:pt x="5809264" y="1129228"/>
                  </a:lnTo>
                  <a:lnTo>
                    <a:pt x="5809932" y="1257170"/>
                  </a:lnTo>
                  <a:lnTo>
                    <a:pt x="5810600" y="1251607"/>
                  </a:lnTo>
                  <a:lnTo>
                    <a:pt x="5811268" y="1279421"/>
                  </a:lnTo>
                  <a:lnTo>
                    <a:pt x="5811937" y="1293327"/>
                  </a:lnTo>
                  <a:lnTo>
                    <a:pt x="5812605" y="1335048"/>
                  </a:lnTo>
                  <a:lnTo>
                    <a:pt x="5813273" y="1335048"/>
                  </a:lnTo>
                  <a:lnTo>
                    <a:pt x="5813941" y="1343392"/>
                  </a:lnTo>
                  <a:lnTo>
                    <a:pt x="5814609" y="1335048"/>
                  </a:lnTo>
                  <a:lnTo>
                    <a:pt x="5815277" y="1371205"/>
                  </a:lnTo>
                  <a:lnTo>
                    <a:pt x="5815945" y="1407363"/>
                  </a:lnTo>
                  <a:lnTo>
                    <a:pt x="5816613" y="1493585"/>
                  </a:lnTo>
                  <a:lnTo>
                    <a:pt x="5817281" y="1501929"/>
                  </a:lnTo>
                  <a:lnTo>
                    <a:pt x="5817949" y="1501929"/>
                  </a:lnTo>
                  <a:lnTo>
                    <a:pt x="5818617" y="1501929"/>
                  </a:lnTo>
                  <a:lnTo>
                    <a:pt x="5819285" y="1501929"/>
                  </a:lnTo>
                  <a:lnTo>
                    <a:pt x="5819953" y="1501929"/>
                  </a:lnTo>
                  <a:lnTo>
                    <a:pt x="5820621" y="1501929"/>
                  </a:lnTo>
                  <a:lnTo>
                    <a:pt x="5821289" y="1501929"/>
                  </a:lnTo>
                  <a:lnTo>
                    <a:pt x="5821957" y="1501929"/>
                  </a:lnTo>
                  <a:lnTo>
                    <a:pt x="5822625" y="1504710"/>
                  </a:lnTo>
                  <a:lnTo>
                    <a:pt x="5823293" y="1557556"/>
                  </a:lnTo>
                  <a:lnTo>
                    <a:pt x="5823961" y="1557556"/>
                  </a:lnTo>
                  <a:lnTo>
                    <a:pt x="5824629" y="1557556"/>
                  </a:lnTo>
                  <a:lnTo>
                    <a:pt x="5825297" y="1557556"/>
                  </a:lnTo>
                  <a:lnTo>
                    <a:pt x="5825965" y="1557556"/>
                  </a:lnTo>
                  <a:lnTo>
                    <a:pt x="5826633" y="1557556"/>
                  </a:lnTo>
                  <a:lnTo>
                    <a:pt x="5827301" y="1604839"/>
                  </a:lnTo>
                  <a:lnTo>
                    <a:pt x="5827969" y="1613183"/>
                  </a:lnTo>
                  <a:lnTo>
                    <a:pt x="5828637" y="1613183"/>
                  </a:lnTo>
                  <a:lnTo>
                    <a:pt x="5829305" y="1613183"/>
                  </a:lnTo>
                  <a:lnTo>
                    <a:pt x="5829973" y="1613183"/>
                  </a:lnTo>
                  <a:lnTo>
                    <a:pt x="5830641" y="1643777"/>
                  </a:lnTo>
                  <a:lnTo>
                    <a:pt x="5831309" y="1652121"/>
                  </a:lnTo>
                  <a:lnTo>
                    <a:pt x="5831977" y="1613183"/>
                  </a:lnTo>
                  <a:lnTo>
                    <a:pt x="5832645" y="1613183"/>
                  </a:lnTo>
                  <a:lnTo>
                    <a:pt x="5833313" y="1613183"/>
                  </a:lnTo>
                  <a:lnTo>
                    <a:pt x="5833981" y="1613183"/>
                  </a:lnTo>
                  <a:lnTo>
                    <a:pt x="5834649" y="1560337"/>
                  </a:lnTo>
                  <a:lnTo>
                    <a:pt x="5835317" y="1496366"/>
                  </a:lnTo>
                  <a:lnTo>
                    <a:pt x="5835985" y="1446302"/>
                  </a:lnTo>
                  <a:lnTo>
                    <a:pt x="5836654" y="1418488"/>
                  </a:lnTo>
                  <a:lnTo>
                    <a:pt x="5837322" y="1365642"/>
                  </a:lnTo>
                  <a:lnTo>
                    <a:pt x="5837990" y="1335048"/>
                  </a:lnTo>
                  <a:lnTo>
                    <a:pt x="5838658" y="1335048"/>
                  </a:lnTo>
                  <a:lnTo>
                    <a:pt x="5839326" y="1335048"/>
                  </a:lnTo>
                  <a:lnTo>
                    <a:pt x="5839994" y="1301671"/>
                  </a:lnTo>
                  <a:lnTo>
                    <a:pt x="5840662" y="1251607"/>
                  </a:lnTo>
                  <a:lnTo>
                    <a:pt x="5841330" y="1140353"/>
                  </a:lnTo>
                  <a:lnTo>
                    <a:pt x="5841998" y="1070819"/>
                  </a:lnTo>
                  <a:lnTo>
                    <a:pt x="5842666" y="1056912"/>
                  </a:lnTo>
                  <a:lnTo>
                    <a:pt x="5843334" y="1056912"/>
                  </a:lnTo>
                  <a:lnTo>
                    <a:pt x="5844002" y="1056912"/>
                  </a:lnTo>
                  <a:lnTo>
                    <a:pt x="5844670" y="1056912"/>
                  </a:lnTo>
                  <a:lnTo>
                    <a:pt x="5845338" y="1056912"/>
                  </a:lnTo>
                  <a:lnTo>
                    <a:pt x="5846006" y="1056912"/>
                  </a:lnTo>
                  <a:lnTo>
                    <a:pt x="5846674" y="1056912"/>
                  </a:lnTo>
                  <a:lnTo>
                    <a:pt x="5847342" y="1056912"/>
                  </a:lnTo>
                  <a:lnTo>
                    <a:pt x="5848010" y="1070819"/>
                  </a:lnTo>
                  <a:lnTo>
                    <a:pt x="5848678" y="1112540"/>
                  </a:lnTo>
                  <a:lnTo>
                    <a:pt x="5849346" y="1112540"/>
                  </a:lnTo>
                  <a:lnTo>
                    <a:pt x="5850014" y="1112540"/>
                  </a:lnTo>
                  <a:lnTo>
                    <a:pt x="5850682" y="1112540"/>
                  </a:lnTo>
                  <a:lnTo>
                    <a:pt x="5851350" y="1159822"/>
                  </a:lnTo>
                  <a:lnTo>
                    <a:pt x="5852018" y="1226575"/>
                  </a:lnTo>
                  <a:lnTo>
                    <a:pt x="5852686" y="1279421"/>
                  </a:lnTo>
                  <a:lnTo>
                    <a:pt x="5853354" y="1304453"/>
                  </a:lnTo>
                  <a:lnTo>
                    <a:pt x="5854022" y="1357298"/>
                  </a:lnTo>
                  <a:lnTo>
                    <a:pt x="5854690" y="1346173"/>
                  </a:lnTo>
                  <a:lnTo>
                    <a:pt x="5855358" y="1335048"/>
                  </a:lnTo>
                  <a:lnTo>
                    <a:pt x="5856026" y="1318359"/>
                  </a:lnTo>
                  <a:lnTo>
                    <a:pt x="5856694" y="1310015"/>
                  </a:lnTo>
                  <a:lnTo>
                    <a:pt x="5857362" y="1357298"/>
                  </a:lnTo>
                  <a:lnTo>
                    <a:pt x="5858030" y="1471334"/>
                  </a:lnTo>
                  <a:lnTo>
                    <a:pt x="5858698" y="1510273"/>
                  </a:lnTo>
                  <a:lnTo>
                    <a:pt x="5859366" y="1501929"/>
                  </a:lnTo>
                  <a:lnTo>
                    <a:pt x="5860034" y="1462990"/>
                  </a:lnTo>
                  <a:lnTo>
                    <a:pt x="5860702" y="1390675"/>
                  </a:lnTo>
                  <a:lnTo>
                    <a:pt x="5861371" y="1335048"/>
                  </a:lnTo>
                  <a:lnTo>
                    <a:pt x="5862039" y="1335048"/>
                  </a:lnTo>
                  <a:lnTo>
                    <a:pt x="5862707" y="1335048"/>
                  </a:lnTo>
                  <a:lnTo>
                    <a:pt x="5863375" y="1335048"/>
                  </a:lnTo>
                  <a:lnTo>
                    <a:pt x="5864043" y="1310015"/>
                  </a:lnTo>
                  <a:lnTo>
                    <a:pt x="5864711" y="1279421"/>
                  </a:lnTo>
                  <a:lnTo>
                    <a:pt x="5865379" y="1279421"/>
                  </a:lnTo>
                  <a:lnTo>
                    <a:pt x="5866047" y="1279421"/>
                  </a:lnTo>
                  <a:lnTo>
                    <a:pt x="5866715" y="1265514"/>
                  </a:lnTo>
                  <a:lnTo>
                    <a:pt x="5867383" y="1223794"/>
                  </a:lnTo>
                  <a:lnTo>
                    <a:pt x="5868051" y="1223794"/>
                  </a:lnTo>
                  <a:lnTo>
                    <a:pt x="5868719" y="1223794"/>
                  </a:lnTo>
                  <a:lnTo>
                    <a:pt x="5869387" y="1137572"/>
                  </a:lnTo>
                  <a:lnTo>
                    <a:pt x="5870055" y="1112540"/>
                  </a:lnTo>
                  <a:lnTo>
                    <a:pt x="5870723" y="1112540"/>
                  </a:lnTo>
                  <a:lnTo>
                    <a:pt x="5871391" y="1154260"/>
                  </a:lnTo>
                  <a:lnTo>
                    <a:pt x="5872059" y="1168166"/>
                  </a:lnTo>
                  <a:lnTo>
                    <a:pt x="5872727" y="1182073"/>
                  </a:lnTo>
                  <a:lnTo>
                    <a:pt x="5873395" y="1198761"/>
                  </a:lnTo>
                  <a:lnTo>
                    <a:pt x="5874063" y="1148697"/>
                  </a:lnTo>
                  <a:lnTo>
                    <a:pt x="5874731" y="1112540"/>
                  </a:lnTo>
                  <a:lnTo>
                    <a:pt x="5875399" y="1140353"/>
                  </a:lnTo>
                  <a:lnTo>
                    <a:pt x="5876067" y="1168166"/>
                  </a:lnTo>
                  <a:lnTo>
                    <a:pt x="5876735" y="1201543"/>
                  </a:lnTo>
                  <a:lnTo>
                    <a:pt x="5877403" y="1279421"/>
                  </a:lnTo>
                  <a:lnTo>
                    <a:pt x="5878071" y="1332266"/>
                  </a:lnTo>
                  <a:lnTo>
                    <a:pt x="5878739" y="1304453"/>
                  </a:lnTo>
                  <a:lnTo>
                    <a:pt x="5879407" y="1279421"/>
                  </a:lnTo>
                  <a:lnTo>
                    <a:pt x="5880075" y="1279421"/>
                  </a:lnTo>
                  <a:lnTo>
                    <a:pt x="5880743" y="1259951"/>
                  </a:lnTo>
                  <a:lnTo>
                    <a:pt x="5881411" y="1279421"/>
                  </a:lnTo>
                  <a:lnTo>
                    <a:pt x="5882079" y="1243263"/>
                  </a:lnTo>
                  <a:lnTo>
                    <a:pt x="5882747" y="1223794"/>
                  </a:lnTo>
                  <a:lnTo>
                    <a:pt x="5883415" y="1221012"/>
                  </a:lnTo>
                  <a:lnTo>
                    <a:pt x="5884083" y="1223794"/>
                  </a:lnTo>
                  <a:lnTo>
                    <a:pt x="5884751" y="1223794"/>
                  </a:lnTo>
                  <a:lnTo>
                    <a:pt x="5885419" y="1223794"/>
                  </a:lnTo>
                  <a:lnTo>
                    <a:pt x="5886088" y="1304453"/>
                  </a:lnTo>
                  <a:lnTo>
                    <a:pt x="5886756" y="1296109"/>
                  </a:lnTo>
                  <a:lnTo>
                    <a:pt x="5887424" y="1229356"/>
                  </a:lnTo>
                  <a:lnTo>
                    <a:pt x="5888092" y="1223794"/>
                  </a:lnTo>
                  <a:lnTo>
                    <a:pt x="5888760" y="1223794"/>
                  </a:lnTo>
                  <a:lnTo>
                    <a:pt x="5889428" y="1223794"/>
                  </a:lnTo>
                  <a:lnTo>
                    <a:pt x="5890096" y="1187636"/>
                  </a:lnTo>
                  <a:lnTo>
                    <a:pt x="5890764" y="1184855"/>
                  </a:lnTo>
                  <a:lnTo>
                    <a:pt x="5891432" y="1212668"/>
                  </a:lnTo>
                  <a:lnTo>
                    <a:pt x="5892100" y="1132009"/>
                  </a:lnTo>
                  <a:lnTo>
                    <a:pt x="5892768" y="1112540"/>
                  </a:lnTo>
                  <a:lnTo>
                    <a:pt x="5893436" y="1101414"/>
                  </a:lnTo>
                  <a:lnTo>
                    <a:pt x="5894104" y="1056912"/>
                  </a:lnTo>
                  <a:lnTo>
                    <a:pt x="5894772" y="1043006"/>
                  </a:lnTo>
                  <a:lnTo>
                    <a:pt x="5895440" y="1029099"/>
                  </a:lnTo>
                  <a:lnTo>
                    <a:pt x="5896108" y="1034662"/>
                  </a:lnTo>
                  <a:lnTo>
                    <a:pt x="5896776" y="970691"/>
                  </a:lnTo>
                  <a:lnTo>
                    <a:pt x="5897444" y="951221"/>
                  </a:lnTo>
                  <a:lnTo>
                    <a:pt x="5898112" y="945659"/>
                  </a:lnTo>
                  <a:lnTo>
                    <a:pt x="5898780" y="979035"/>
                  </a:lnTo>
                  <a:lnTo>
                    <a:pt x="5899448" y="1001286"/>
                  </a:lnTo>
                  <a:lnTo>
                    <a:pt x="5900116" y="1012411"/>
                  </a:lnTo>
                  <a:lnTo>
                    <a:pt x="5900784" y="1015192"/>
                  </a:lnTo>
                  <a:lnTo>
                    <a:pt x="5901452" y="965128"/>
                  </a:lnTo>
                  <a:lnTo>
                    <a:pt x="5902120" y="926189"/>
                  </a:lnTo>
                  <a:lnTo>
                    <a:pt x="5902788" y="890032"/>
                  </a:lnTo>
                  <a:lnTo>
                    <a:pt x="5903456" y="920626"/>
                  </a:lnTo>
                  <a:lnTo>
                    <a:pt x="5904124" y="937315"/>
                  </a:lnTo>
                  <a:lnTo>
                    <a:pt x="5904792" y="945659"/>
                  </a:lnTo>
                  <a:lnTo>
                    <a:pt x="5905460" y="865000"/>
                  </a:lnTo>
                  <a:lnTo>
                    <a:pt x="5906128" y="834405"/>
                  </a:lnTo>
                  <a:lnTo>
                    <a:pt x="5906796" y="887250"/>
                  </a:lnTo>
                  <a:lnTo>
                    <a:pt x="5907464" y="945659"/>
                  </a:lnTo>
                  <a:lnTo>
                    <a:pt x="5908132" y="954003"/>
                  </a:lnTo>
                  <a:lnTo>
                    <a:pt x="5908800" y="1034662"/>
                  </a:lnTo>
                  <a:lnTo>
                    <a:pt x="5909468" y="1056912"/>
                  </a:lnTo>
                  <a:lnTo>
                    <a:pt x="5910137" y="1065256"/>
                  </a:lnTo>
                  <a:lnTo>
                    <a:pt x="5910805" y="1112540"/>
                  </a:lnTo>
                  <a:lnTo>
                    <a:pt x="5911473" y="1123665"/>
                  </a:lnTo>
                  <a:lnTo>
                    <a:pt x="5912141" y="1168166"/>
                  </a:lnTo>
                  <a:lnTo>
                    <a:pt x="5912809" y="1187636"/>
                  </a:lnTo>
                  <a:lnTo>
                    <a:pt x="5913477" y="1251607"/>
                  </a:lnTo>
                  <a:lnTo>
                    <a:pt x="5914145" y="1310015"/>
                  </a:lnTo>
                  <a:lnTo>
                    <a:pt x="5914813" y="1321141"/>
                  </a:lnTo>
                  <a:lnTo>
                    <a:pt x="5915481" y="1279421"/>
                  </a:lnTo>
                  <a:lnTo>
                    <a:pt x="5916149" y="1279421"/>
                  </a:lnTo>
                  <a:lnTo>
                    <a:pt x="5916817" y="1279421"/>
                  </a:lnTo>
                  <a:lnTo>
                    <a:pt x="5917485" y="1318360"/>
                  </a:lnTo>
                  <a:lnTo>
                    <a:pt x="5918153" y="1368424"/>
                  </a:lnTo>
                  <a:lnTo>
                    <a:pt x="5918821" y="1407363"/>
                  </a:lnTo>
                  <a:lnTo>
                    <a:pt x="5919489" y="1446302"/>
                  </a:lnTo>
                  <a:lnTo>
                    <a:pt x="5920157" y="1449083"/>
                  </a:lnTo>
                  <a:lnTo>
                    <a:pt x="5920825" y="1449083"/>
                  </a:lnTo>
                  <a:lnTo>
                    <a:pt x="5921493" y="1446302"/>
                  </a:lnTo>
                  <a:lnTo>
                    <a:pt x="5922161" y="1521398"/>
                  </a:lnTo>
                  <a:lnTo>
                    <a:pt x="5922829" y="1557556"/>
                  </a:lnTo>
                  <a:lnTo>
                    <a:pt x="5923497" y="1510273"/>
                  </a:lnTo>
                  <a:lnTo>
                    <a:pt x="5924165" y="1501929"/>
                  </a:lnTo>
                  <a:lnTo>
                    <a:pt x="5924833" y="1501929"/>
                  </a:lnTo>
                  <a:lnTo>
                    <a:pt x="5925501" y="1501929"/>
                  </a:lnTo>
                  <a:lnTo>
                    <a:pt x="5926169" y="1501929"/>
                  </a:lnTo>
                  <a:lnTo>
                    <a:pt x="5926837" y="1501929"/>
                  </a:lnTo>
                  <a:lnTo>
                    <a:pt x="5927505" y="1501929"/>
                  </a:lnTo>
                  <a:lnTo>
                    <a:pt x="5928173" y="1415707"/>
                  </a:lnTo>
                  <a:lnTo>
                    <a:pt x="5928841" y="1335048"/>
                  </a:lnTo>
                  <a:lnTo>
                    <a:pt x="5929509" y="1335048"/>
                  </a:lnTo>
                  <a:lnTo>
                    <a:pt x="5930177" y="1335048"/>
                  </a:lnTo>
                  <a:lnTo>
                    <a:pt x="5930845" y="1310015"/>
                  </a:lnTo>
                  <a:lnTo>
                    <a:pt x="5931513" y="1257170"/>
                  </a:lnTo>
                  <a:lnTo>
                    <a:pt x="5932181" y="1279421"/>
                  </a:lnTo>
                  <a:lnTo>
                    <a:pt x="5932849" y="1246044"/>
                  </a:lnTo>
                  <a:lnTo>
                    <a:pt x="5933517" y="1207105"/>
                  </a:lnTo>
                  <a:lnTo>
                    <a:pt x="5934185" y="1118102"/>
                  </a:lnTo>
                  <a:lnTo>
                    <a:pt x="5934854" y="1079163"/>
                  </a:lnTo>
                  <a:lnTo>
                    <a:pt x="5935522" y="1056912"/>
                  </a:lnTo>
                  <a:lnTo>
                    <a:pt x="5936190" y="1056912"/>
                  </a:lnTo>
                  <a:lnTo>
                    <a:pt x="5936858" y="1056912"/>
                  </a:lnTo>
                  <a:lnTo>
                    <a:pt x="5937526" y="1106977"/>
                  </a:lnTo>
                  <a:lnTo>
                    <a:pt x="5938194" y="1112540"/>
                  </a:lnTo>
                  <a:lnTo>
                    <a:pt x="5938862" y="1112540"/>
                  </a:lnTo>
                  <a:lnTo>
                    <a:pt x="5939530" y="1112540"/>
                  </a:lnTo>
                  <a:lnTo>
                    <a:pt x="5940198" y="1157041"/>
                  </a:lnTo>
                  <a:lnTo>
                    <a:pt x="5940866" y="1168166"/>
                  </a:lnTo>
                  <a:lnTo>
                    <a:pt x="5941534" y="1168166"/>
                  </a:lnTo>
                  <a:lnTo>
                    <a:pt x="5942202" y="1168166"/>
                  </a:lnTo>
                  <a:lnTo>
                    <a:pt x="5942870" y="1168166"/>
                  </a:lnTo>
                  <a:lnTo>
                    <a:pt x="5943538" y="1168166"/>
                  </a:lnTo>
                  <a:lnTo>
                    <a:pt x="5944206" y="1168166"/>
                  </a:lnTo>
                  <a:lnTo>
                    <a:pt x="5944874" y="1248826"/>
                  </a:lnTo>
                  <a:lnTo>
                    <a:pt x="5945542" y="1307234"/>
                  </a:lnTo>
                  <a:lnTo>
                    <a:pt x="5946210" y="1279421"/>
                  </a:lnTo>
                  <a:lnTo>
                    <a:pt x="5946878" y="1279421"/>
                  </a:lnTo>
                  <a:lnTo>
                    <a:pt x="5947546" y="1301671"/>
                  </a:lnTo>
                  <a:lnTo>
                    <a:pt x="5948214" y="1365642"/>
                  </a:lnTo>
                  <a:lnTo>
                    <a:pt x="5948882" y="1390675"/>
                  </a:lnTo>
                  <a:lnTo>
                    <a:pt x="5949550" y="1410144"/>
                  </a:lnTo>
                  <a:lnTo>
                    <a:pt x="5950218" y="1382331"/>
                  </a:lnTo>
                  <a:lnTo>
                    <a:pt x="5950886" y="1432395"/>
                  </a:lnTo>
                  <a:lnTo>
                    <a:pt x="5951554" y="1401800"/>
                  </a:lnTo>
                  <a:lnTo>
                    <a:pt x="5952222" y="1390675"/>
                  </a:lnTo>
                  <a:lnTo>
                    <a:pt x="5952890" y="1368424"/>
                  </a:lnTo>
                  <a:lnTo>
                    <a:pt x="5953558" y="1273858"/>
                  </a:lnTo>
                  <a:lnTo>
                    <a:pt x="5954226" y="1223794"/>
                  </a:lnTo>
                  <a:lnTo>
                    <a:pt x="5954894" y="1223794"/>
                  </a:lnTo>
                  <a:lnTo>
                    <a:pt x="5955562" y="1223794"/>
                  </a:lnTo>
                  <a:lnTo>
                    <a:pt x="5956230" y="1223794"/>
                  </a:lnTo>
                  <a:lnTo>
                    <a:pt x="5956898" y="1223794"/>
                  </a:lnTo>
                  <a:lnTo>
                    <a:pt x="5957566" y="1223794"/>
                  </a:lnTo>
                  <a:lnTo>
                    <a:pt x="5958234" y="1223794"/>
                  </a:lnTo>
                  <a:lnTo>
                    <a:pt x="5958902" y="1212668"/>
                  </a:lnTo>
                  <a:lnTo>
                    <a:pt x="5959571" y="1168166"/>
                  </a:lnTo>
                  <a:lnTo>
                    <a:pt x="5960239" y="1168166"/>
                  </a:lnTo>
                  <a:lnTo>
                    <a:pt x="5960907" y="1168166"/>
                  </a:lnTo>
                  <a:lnTo>
                    <a:pt x="5961575" y="1168166"/>
                  </a:lnTo>
                  <a:lnTo>
                    <a:pt x="5962243" y="1190417"/>
                  </a:lnTo>
                  <a:lnTo>
                    <a:pt x="5962911" y="1223794"/>
                  </a:lnTo>
                  <a:lnTo>
                    <a:pt x="5963579" y="1223794"/>
                  </a:lnTo>
                  <a:lnTo>
                    <a:pt x="5964247" y="1223794"/>
                  </a:lnTo>
                  <a:lnTo>
                    <a:pt x="5964915" y="1223794"/>
                  </a:lnTo>
                  <a:lnTo>
                    <a:pt x="5965583" y="1223794"/>
                  </a:lnTo>
                  <a:lnTo>
                    <a:pt x="5966251" y="1232138"/>
                  </a:lnTo>
                  <a:lnTo>
                    <a:pt x="5966919" y="1273858"/>
                  </a:lnTo>
                  <a:lnTo>
                    <a:pt x="5967587" y="1282202"/>
                  </a:lnTo>
                  <a:lnTo>
                    <a:pt x="5968255" y="1346173"/>
                  </a:lnTo>
                  <a:lnTo>
                    <a:pt x="5968923" y="1335048"/>
                  </a:lnTo>
                  <a:lnTo>
                    <a:pt x="5969591" y="1343392"/>
                  </a:lnTo>
                  <a:lnTo>
                    <a:pt x="5970259" y="1390675"/>
                  </a:lnTo>
                  <a:lnTo>
                    <a:pt x="5970927" y="1446302"/>
                  </a:lnTo>
                  <a:lnTo>
                    <a:pt x="5971595" y="1446302"/>
                  </a:lnTo>
                  <a:lnTo>
                    <a:pt x="5972263" y="1446302"/>
                  </a:lnTo>
                  <a:lnTo>
                    <a:pt x="5972931" y="1446302"/>
                  </a:lnTo>
                  <a:lnTo>
                    <a:pt x="5973599" y="1446302"/>
                  </a:lnTo>
                  <a:lnTo>
                    <a:pt x="5974267" y="1390675"/>
                  </a:lnTo>
                  <a:lnTo>
                    <a:pt x="5974935" y="1390675"/>
                  </a:lnTo>
                  <a:lnTo>
                    <a:pt x="5975603" y="1399019"/>
                  </a:lnTo>
                  <a:lnTo>
                    <a:pt x="5976271" y="1426832"/>
                  </a:lnTo>
                  <a:lnTo>
                    <a:pt x="5976939" y="1390675"/>
                  </a:lnTo>
                  <a:lnTo>
                    <a:pt x="5977607" y="1390675"/>
                  </a:lnTo>
                  <a:lnTo>
                    <a:pt x="5978275" y="1390675"/>
                  </a:lnTo>
                  <a:lnTo>
                    <a:pt x="5978943" y="1390675"/>
                  </a:lnTo>
                  <a:lnTo>
                    <a:pt x="5979611" y="1390675"/>
                  </a:lnTo>
                  <a:lnTo>
                    <a:pt x="5980279" y="1390675"/>
                  </a:lnTo>
                  <a:lnTo>
                    <a:pt x="5980947" y="1329485"/>
                  </a:lnTo>
                  <a:lnTo>
                    <a:pt x="5981615" y="1279421"/>
                  </a:lnTo>
                  <a:lnTo>
                    <a:pt x="5982283" y="1279421"/>
                  </a:lnTo>
                  <a:lnTo>
                    <a:pt x="5982951" y="1251607"/>
                  </a:lnTo>
                  <a:lnTo>
                    <a:pt x="5983619" y="1246044"/>
                  </a:lnTo>
                  <a:lnTo>
                    <a:pt x="5984288" y="1279421"/>
                  </a:lnTo>
                  <a:lnTo>
                    <a:pt x="5984956" y="1282202"/>
                  </a:lnTo>
                  <a:lnTo>
                    <a:pt x="5985624" y="1312797"/>
                  </a:lnTo>
                  <a:lnTo>
                    <a:pt x="5986292" y="1282202"/>
                  </a:lnTo>
                  <a:lnTo>
                    <a:pt x="5986960" y="1279421"/>
                  </a:lnTo>
                  <a:lnTo>
                    <a:pt x="5987628" y="1279421"/>
                  </a:lnTo>
                  <a:lnTo>
                    <a:pt x="5988296" y="1279421"/>
                  </a:lnTo>
                  <a:lnTo>
                    <a:pt x="5988964" y="1279421"/>
                  </a:lnTo>
                  <a:lnTo>
                    <a:pt x="5989632" y="1279421"/>
                  </a:lnTo>
                  <a:lnTo>
                    <a:pt x="5990300" y="1279421"/>
                  </a:lnTo>
                  <a:lnTo>
                    <a:pt x="5990968" y="1298890"/>
                  </a:lnTo>
                  <a:lnTo>
                    <a:pt x="5991636" y="1198761"/>
                  </a:lnTo>
                  <a:lnTo>
                    <a:pt x="5992304" y="1118102"/>
                  </a:lnTo>
                  <a:lnTo>
                    <a:pt x="5992972" y="1073601"/>
                  </a:lnTo>
                  <a:lnTo>
                    <a:pt x="5993640" y="1109758"/>
                  </a:lnTo>
                  <a:lnTo>
                    <a:pt x="5994308" y="1056912"/>
                  </a:lnTo>
                  <a:lnTo>
                    <a:pt x="5994976" y="1045787"/>
                  </a:lnTo>
                  <a:lnTo>
                    <a:pt x="5995644" y="962347"/>
                  </a:lnTo>
                  <a:lnTo>
                    <a:pt x="5996312" y="934533"/>
                  </a:lnTo>
                  <a:lnTo>
                    <a:pt x="5996980" y="890032"/>
                  </a:lnTo>
                  <a:lnTo>
                    <a:pt x="5997648" y="917845"/>
                  </a:lnTo>
                  <a:lnTo>
                    <a:pt x="5998316" y="945659"/>
                  </a:lnTo>
                  <a:lnTo>
                    <a:pt x="5998984" y="945659"/>
                  </a:lnTo>
                  <a:lnTo>
                    <a:pt x="5999652" y="970691"/>
                  </a:lnTo>
                  <a:lnTo>
                    <a:pt x="6000320" y="1001286"/>
                  </a:lnTo>
                  <a:lnTo>
                    <a:pt x="6000988" y="1001286"/>
                  </a:lnTo>
                  <a:lnTo>
                    <a:pt x="6001656" y="973472"/>
                  </a:lnTo>
                  <a:lnTo>
                    <a:pt x="6002324" y="965128"/>
                  </a:lnTo>
                  <a:lnTo>
                    <a:pt x="6002992" y="1004067"/>
                  </a:lnTo>
                  <a:lnTo>
                    <a:pt x="6003660" y="1056912"/>
                  </a:lnTo>
                  <a:lnTo>
                    <a:pt x="6004328" y="1056912"/>
                  </a:lnTo>
                  <a:lnTo>
                    <a:pt x="6004996" y="1056912"/>
                  </a:lnTo>
                  <a:lnTo>
                    <a:pt x="6005664" y="1056912"/>
                  </a:lnTo>
                  <a:lnTo>
                    <a:pt x="6006332" y="1026318"/>
                  </a:lnTo>
                  <a:lnTo>
                    <a:pt x="6007000" y="1001286"/>
                  </a:lnTo>
                  <a:lnTo>
                    <a:pt x="6007668" y="1031880"/>
                  </a:lnTo>
                  <a:lnTo>
                    <a:pt x="6008337" y="1132009"/>
                  </a:lnTo>
                  <a:lnTo>
                    <a:pt x="6009005" y="1212668"/>
                  </a:lnTo>
                  <a:lnTo>
                    <a:pt x="6009673" y="1279421"/>
                  </a:lnTo>
                  <a:lnTo>
                    <a:pt x="6010341" y="1279421"/>
                  </a:lnTo>
                  <a:lnTo>
                    <a:pt x="6011009" y="1335048"/>
                  </a:lnTo>
                  <a:lnTo>
                    <a:pt x="6011677" y="1343392"/>
                  </a:lnTo>
                  <a:lnTo>
                    <a:pt x="6012345" y="1382330"/>
                  </a:lnTo>
                  <a:lnTo>
                    <a:pt x="6013013" y="1399019"/>
                  </a:lnTo>
                  <a:lnTo>
                    <a:pt x="6013681" y="1437957"/>
                  </a:lnTo>
                  <a:lnTo>
                    <a:pt x="6014349" y="1376768"/>
                  </a:lnTo>
                  <a:lnTo>
                    <a:pt x="6015017" y="1390675"/>
                  </a:lnTo>
                  <a:lnTo>
                    <a:pt x="6015685" y="1390675"/>
                  </a:lnTo>
                  <a:lnTo>
                    <a:pt x="6016353" y="1390675"/>
                  </a:lnTo>
                  <a:lnTo>
                    <a:pt x="6017021" y="1390675"/>
                  </a:lnTo>
                  <a:lnTo>
                    <a:pt x="6017689" y="1390675"/>
                  </a:lnTo>
                  <a:lnTo>
                    <a:pt x="6018357" y="1415707"/>
                  </a:lnTo>
                  <a:lnTo>
                    <a:pt x="6019025" y="1446302"/>
                  </a:lnTo>
                  <a:lnTo>
                    <a:pt x="6019693" y="1446302"/>
                  </a:lnTo>
                  <a:lnTo>
                    <a:pt x="6020361" y="1446302"/>
                  </a:lnTo>
                  <a:lnTo>
                    <a:pt x="6021029" y="1446302"/>
                  </a:lnTo>
                  <a:lnTo>
                    <a:pt x="6021697" y="1379549"/>
                  </a:lnTo>
                  <a:lnTo>
                    <a:pt x="6022365" y="1335048"/>
                  </a:lnTo>
                  <a:lnTo>
                    <a:pt x="6023033" y="1362861"/>
                  </a:lnTo>
                  <a:lnTo>
                    <a:pt x="6023701" y="1390675"/>
                  </a:lnTo>
                  <a:lnTo>
                    <a:pt x="6024369" y="1360080"/>
                  </a:lnTo>
                  <a:lnTo>
                    <a:pt x="6025037" y="1326704"/>
                  </a:lnTo>
                  <a:lnTo>
                    <a:pt x="6025705" y="1271077"/>
                  </a:lnTo>
                  <a:lnTo>
                    <a:pt x="6026373" y="1184855"/>
                  </a:lnTo>
                  <a:lnTo>
                    <a:pt x="6027041" y="1168166"/>
                  </a:lnTo>
                  <a:lnTo>
                    <a:pt x="6027709" y="1168166"/>
                  </a:lnTo>
                  <a:lnTo>
                    <a:pt x="6028377" y="1168166"/>
                  </a:lnTo>
                  <a:lnTo>
                    <a:pt x="6029045" y="1209887"/>
                  </a:lnTo>
                  <a:lnTo>
                    <a:pt x="6029713" y="1223794"/>
                  </a:lnTo>
                  <a:lnTo>
                    <a:pt x="6030381" y="1229356"/>
                  </a:lnTo>
                  <a:lnTo>
                    <a:pt x="6031049" y="1315578"/>
                  </a:lnTo>
                  <a:lnTo>
                    <a:pt x="6031717" y="1296109"/>
                  </a:lnTo>
                  <a:lnTo>
                    <a:pt x="6032385" y="1279421"/>
                  </a:lnTo>
                  <a:lnTo>
                    <a:pt x="6033054" y="1237700"/>
                  </a:lnTo>
                  <a:lnTo>
                    <a:pt x="6033722" y="1207105"/>
                  </a:lnTo>
                  <a:lnTo>
                    <a:pt x="6034390" y="1168166"/>
                  </a:lnTo>
                  <a:lnTo>
                    <a:pt x="6035058" y="1168166"/>
                  </a:lnTo>
                  <a:lnTo>
                    <a:pt x="6035726" y="1120884"/>
                  </a:lnTo>
                  <a:lnTo>
                    <a:pt x="6036394" y="1112540"/>
                  </a:lnTo>
                  <a:lnTo>
                    <a:pt x="6037062" y="1112540"/>
                  </a:lnTo>
                  <a:lnTo>
                    <a:pt x="6037730" y="1112540"/>
                  </a:lnTo>
                  <a:lnTo>
                    <a:pt x="6038398" y="1173729"/>
                  </a:lnTo>
                  <a:lnTo>
                    <a:pt x="6039066" y="1223794"/>
                  </a:lnTo>
                  <a:lnTo>
                    <a:pt x="6039734" y="1223794"/>
                  </a:lnTo>
                  <a:lnTo>
                    <a:pt x="6040402" y="1201543"/>
                  </a:lnTo>
                  <a:lnTo>
                    <a:pt x="6041070" y="1187636"/>
                  </a:lnTo>
                  <a:lnTo>
                    <a:pt x="6041738" y="1143134"/>
                  </a:lnTo>
                  <a:lnTo>
                    <a:pt x="6042406" y="1173729"/>
                  </a:lnTo>
                  <a:lnTo>
                    <a:pt x="6043074" y="1259951"/>
                  </a:lnTo>
                  <a:lnTo>
                    <a:pt x="6043742" y="1190417"/>
                  </a:lnTo>
                  <a:lnTo>
                    <a:pt x="6044410" y="1106977"/>
                  </a:lnTo>
                  <a:lnTo>
                    <a:pt x="6045078" y="1056912"/>
                  </a:lnTo>
                  <a:lnTo>
                    <a:pt x="6045746" y="1056912"/>
                  </a:lnTo>
                  <a:lnTo>
                    <a:pt x="6046414" y="1056912"/>
                  </a:lnTo>
                  <a:lnTo>
                    <a:pt x="6047082" y="1012411"/>
                  </a:lnTo>
                  <a:lnTo>
                    <a:pt x="6047750" y="1001286"/>
                  </a:lnTo>
                  <a:lnTo>
                    <a:pt x="6048418" y="1037443"/>
                  </a:lnTo>
                  <a:lnTo>
                    <a:pt x="6049086" y="1056912"/>
                  </a:lnTo>
                  <a:lnTo>
                    <a:pt x="6049754" y="1095851"/>
                  </a:lnTo>
                  <a:lnTo>
                    <a:pt x="6050422" y="1126446"/>
                  </a:lnTo>
                  <a:lnTo>
                    <a:pt x="6051090" y="1168166"/>
                  </a:lnTo>
                  <a:lnTo>
                    <a:pt x="6051758" y="1168166"/>
                  </a:lnTo>
                  <a:lnTo>
                    <a:pt x="6052426" y="1212668"/>
                  </a:lnTo>
                  <a:lnTo>
                    <a:pt x="6053094" y="1207105"/>
                  </a:lnTo>
                  <a:lnTo>
                    <a:pt x="6053762" y="1168166"/>
                  </a:lnTo>
                  <a:lnTo>
                    <a:pt x="6054430" y="1168166"/>
                  </a:lnTo>
                  <a:lnTo>
                    <a:pt x="6055098" y="1148697"/>
                  </a:lnTo>
                  <a:lnTo>
                    <a:pt x="6055766" y="1098633"/>
                  </a:lnTo>
                  <a:lnTo>
                    <a:pt x="6056434" y="1056912"/>
                  </a:lnTo>
                  <a:lnTo>
                    <a:pt x="6057102" y="1076382"/>
                  </a:lnTo>
                  <a:lnTo>
                    <a:pt x="6057771" y="1118102"/>
                  </a:lnTo>
                  <a:lnTo>
                    <a:pt x="6058439" y="1195980"/>
                  </a:lnTo>
                  <a:lnTo>
                    <a:pt x="6059107" y="1223794"/>
                  </a:lnTo>
                  <a:lnTo>
                    <a:pt x="6059775" y="1223794"/>
                  </a:lnTo>
                  <a:lnTo>
                    <a:pt x="6060443" y="1271077"/>
                  </a:lnTo>
                  <a:lnTo>
                    <a:pt x="6061111" y="1323922"/>
                  </a:lnTo>
                  <a:lnTo>
                    <a:pt x="6061779" y="1335048"/>
                  </a:lnTo>
                  <a:lnTo>
                    <a:pt x="6062447" y="1335048"/>
                  </a:lnTo>
                  <a:lnTo>
                    <a:pt x="6063115" y="1335048"/>
                  </a:lnTo>
                  <a:lnTo>
                    <a:pt x="6063783" y="1376768"/>
                  </a:lnTo>
                  <a:lnTo>
                    <a:pt x="6064451" y="1385112"/>
                  </a:lnTo>
                  <a:lnTo>
                    <a:pt x="6065119" y="1335048"/>
                  </a:lnTo>
                  <a:lnTo>
                    <a:pt x="6065787" y="1335048"/>
                  </a:lnTo>
                  <a:lnTo>
                    <a:pt x="6066455" y="1335048"/>
                  </a:lnTo>
                  <a:lnTo>
                    <a:pt x="6067123" y="1335048"/>
                  </a:lnTo>
                  <a:lnTo>
                    <a:pt x="6067791" y="1335048"/>
                  </a:lnTo>
                  <a:lnTo>
                    <a:pt x="6068459" y="1335048"/>
                  </a:lnTo>
                  <a:lnTo>
                    <a:pt x="6069127" y="1335048"/>
                  </a:lnTo>
                  <a:lnTo>
                    <a:pt x="6069795" y="1348954"/>
                  </a:lnTo>
                  <a:lnTo>
                    <a:pt x="6070463" y="1357298"/>
                  </a:lnTo>
                  <a:lnTo>
                    <a:pt x="6071131" y="1335048"/>
                  </a:lnTo>
                  <a:lnTo>
                    <a:pt x="6071799" y="1301671"/>
                  </a:lnTo>
                  <a:lnTo>
                    <a:pt x="6072467" y="1290546"/>
                  </a:lnTo>
                  <a:lnTo>
                    <a:pt x="6073135" y="1282202"/>
                  </a:lnTo>
                  <a:lnTo>
                    <a:pt x="6073803" y="1279421"/>
                  </a:lnTo>
                  <a:lnTo>
                    <a:pt x="6074471" y="1279421"/>
                  </a:lnTo>
                  <a:lnTo>
                    <a:pt x="6075139" y="1279421"/>
                  </a:lnTo>
                  <a:lnTo>
                    <a:pt x="6075807" y="1279421"/>
                  </a:lnTo>
                  <a:lnTo>
                    <a:pt x="6076475" y="1279421"/>
                  </a:lnTo>
                  <a:lnTo>
                    <a:pt x="6077143" y="1312797"/>
                  </a:lnTo>
                  <a:lnTo>
                    <a:pt x="6077811" y="1343392"/>
                  </a:lnTo>
                  <a:lnTo>
                    <a:pt x="6078479" y="1390675"/>
                  </a:lnTo>
                  <a:lnTo>
                    <a:pt x="6079147" y="1390675"/>
                  </a:lnTo>
                  <a:lnTo>
                    <a:pt x="6079815" y="1371205"/>
                  </a:lnTo>
                  <a:lnTo>
                    <a:pt x="6080483" y="1335048"/>
                  </a:lnTo>
                  <a:lnTo>
                    <a:pt x="6081151" y="1337829"/>
                  </a:lnTo>
                  <a:lnTo>
                    <a:pt x="6081819" y="1390675"/>
                  </a:lnTo>
                  <a:lnTo>
                    <a:pt x="6082488" y="1390675"/>
                  </a:lnTo>
                  <a:lnTo>
                    <a:pt x="6083156" y="1385112"/>
                  </a:lnTo>
                  <a:lnTo>
                    <a:pt x="6083824" y="1332266"/>
                  </a:lnTo>
                  <a:lnTo>
                    <a:pt x="6084492" y="1279421"/>
                  </a:lnTo>
                  <a:lnTo>
                    <a:pt x="6085160" y="1279421"/>
                  </a:lnTo>
                  <a:lnTo>
                    <a:pt x="6085828" y="1279421"/>
                  </a:lnTo>
                  <a:lnTo>
                    <a:pt x="6086496" y="1279421"/>
                  </a:lnTo>
                  <a:lnTo>
                    <a:pt x="6087164" y="1310015"/>
                  </a:lnTo>
                  <a:lnTo>
                    <a:pt x="6087832" y="1335048"/>
                  </a:lnTo>
                  <a:lnTo>
                    <a:pt x="6088500" y="1379549"/>
                  </a:lnTo>
                  <a:lnTo>
                    <a:pt x="6089168" y="1446302"/>
                  </a:lnTo>
                  <a:lnTo>
                    <a:pt x="6089836" y="1496366"/>
                  </a:lnTo>
                  <a:lnTo>
                    <a:pt x="6090504" y="1501929"/>
                  </a:lnTo>
                  <a:lnTo>
                    <a:pt x="6091172" y="1501929"/>
                  </a:lnTo>
                  <a:lnTo>
                    <a:pt x="6091840" y="1501929"/>
                  </a:lnTo>
                  <a:lnTo>
                    <a:pt x="6092508" y="1501929"/>
                  </a:lnTo>
                  <a:lnTo>
                    <a:pt x="6093176" y="1501929"/>
                  </a:lnTo>
                  <a:lnTo>
                    <a:pt x="6093844" y="1501929"/>
                  </a:lnTo>
                  <a:lnTo>
                    <a:pt x="6094512" y="1501929"/>
                  </a:lnTo>
                  <a:lnTo>
                    <a:pt x="6095180" y="1501929"/>
                  </a:lnTo>
                  <a:lnTo>
                    <a:pt x="6095848" y="1501929"/>
                  </a:lnTo>
                  <a:lnTo>
                    <a:pt x="6096516" y="1518617"/>
                  </a:lnTo>
                  <a:lnTo>
                    <a:pt x="6097184" y="1557556"/>
                  </a:lnTo>
                  <a:lnTo>
                    <a:pt x="6097852" y="1557556"/>
                  </a:lnTo>
                  <a:lnTo>
                    <a:pt x="6098520" y="1557556"/>
                  </a:lnTo>
                  <a:lnTo>
                    <a:pt x="6099188" y="1557556"/>
                  </a:lnTo>
                  <a:lnTo>
                    <a:pt x="6099856" y="1560337"/>
                  </a:lnTo>
                  <a:lnTo>
                    <a:pt x="6100524" y="1613183"/>
                  </a:lnTo>
                  <a:lnTo>
                    <a:pt x="6101192" y="1668810"/>
                  </a:lnTo>
                  <a:lnTo>
                    <a:pt x="6101192" y="1668810"/>
                  </a:lnTo>
                  <a:lnTo>
                    <a:pt x="6101860" y="1668810"/>
                  </a:lnTo>
                  <a:lnTo>
                    <a:pt x="6102528" y="1668810"/>
                  </a:lnTo>
                  <a:lnTo>
                    <a:pt x="6103196" y="1668810"/>
                  </a:lnTo>
                  <a:lnTo>
                    <a:pt x="6103864" y="1668810"/>
                  </a:lnTo>
                  <a:lnTo>
                    <a:pt x="6104532" y="1668810"/>
                  </a:lnTo>
                  <a:lnTo>
                    <a:pt x="6105200" y="1657684"/>
                  </a:lnTo>
                  <a:lnTo>
                    <a:pt x="6105868" y="1613183"/>
                  </a:lnTo>
                  <a:lnTo>
                    <a:pt x="6106537" y="1613183"/>
                  </a:lnTo>
                  <a:lnTo>
                    <a:pt x="6107205" y="1613183"/>
                  </a:lnTo>
                  <a:lnTo>
                    <a:pt x="6107873" y="1613183"/>
                  </a:lnTo>
                  <a:lnTo>
                    <a:pt x="6108541" y="1613183"/>
                  </a:lnTo>
                  <a:lnTo>
                    <a:pt x="6109209" y="1585369"/>
                  </a:lnTo>
                  <a:lnTo>
                    <a:pt x="6109877" y="1557556"/>
                  </a:lnTo>
                  <a:lnTo>
                    <a:pt x="6110545" y="1557556"/>
                  </a:lnTo>
                  <a:lnTo>
                    <a:pt x="6111213" y="1557556"/>
                  </a:lnTo>
                  <a:lnTo>
                    <a:pt x="6111881" y="1557556"/>
                  </a:lnTo>
                  <a:lnTo>
                    <a:pt x="6112549" y="1557556"/>
                  </a:lnTo>
                  <a:lnTo>
                    <a:pt x="6113217" y="1518617"/>
                  </a:lnTo>
                  <a:lnTo>
                    <a:pt x="6113885" y="1501929"/>
                  </a:lnTo>
                  <a:lnTo>
                    <a:pt x="6114553" y="1501929"/>
                  </a:lnTo>
                  <a:lnTo>
                    <a:pt x="6115221" y="1490803"/>
                  </a:lnTo>
                  <a:lnTo>
                    <a:pt x="6115889" y="1446302"/>
                  </a:lnTo>
                  <a:lnTo>
                    <a:pt x="6116557" y="1446302"/>
                  </a:lnTo>
                  <a:lnTo>
                    <a:pt x="6117225" y="1446302"/>
                  </a:lnTo>
                  <a:lnTo>
                    <a:pt x="6117893" y="1415707"/>
                  </a:lnTo>
                  <a:lnTo>
                    <a:pt x="6118561" y="1390675"/>
                  </a:lnTo>
                  <a:lnTo>
                    <a:pt x="6119229" y="1390675"/>
                  </a:lnTo>
                  <a:lnTo>
                    <a:pt x="6119897" y="1390675"/>
                  </a:lnTo>
                  <a:lnTo>
                    <a:pt x="6120565" y="1390675"/>
                  </a:lnTo>
                  <a:lnTo>
                    <a:pt x="6121233" y="1390675"/>
                  </a:lnTo>
                  <a:lnTo>
                    <a:pt x="6121901" y="1365642"/>
                  </a:lnTo>
                  <a:lnTo>
                    <a:pt x="6122569" y="1390675"/>
                  </a:lnTo>
                  <a:lnTo>
                    <a:pt x="6123237" y="1390675"/>
                  </a:lnTo>
                  <a:lnTo>
                    <a:pt x="6123905" y="1390675"/>
                  </a:lnTo>
                  <a:lnTo>
                    <a:pt x="6124573" y="1390675"/>
                  </a:lnTo>
                  <a:lnTo>
                    <a:pt x="6125241" y="1390675"/>
                  </a:lnTo>
                  <a:lnTo>
                    <a:pt x="6125909" y="1415707"/>
                  </a:lnTo>
                  <a:lnTo>
                    <a:pt x="6126577" y="1446302"/>
                  </a:lnTo>
                  <a:lnTo>
                    <a:pt x="6127245" y="1446302"/>
                  </a:lnTo>
                  <a:lnTo>
                    <a:pt x="6127913" y="1412925"/>
                  </a:lnTo>
                  <a:lnTo>
                    <a:pt x="6128581" y="1357298"/>
                  </a:lnTo>
                  <a:lnTo>
                    <a:pt x="6129249" y="1335048"/>
                  </a:lnTo>
                  <a:lnTo>
                    <a:pt x="6129917" y="1371205"/>
                  </a:lnTo>
                  <a:lnTo>
                    <a:pt x="6130585" y="1390675"/>
                  </a:lnTo>
                  <a:lnTo>
                    <a:pt x="6131254" y="1390675"/>
                  </a:lnTo>
                  <a:lnTo>
                    <a:pt x="6131922" y="1399019"/>
                  </a:lnTo>
                  <a:lnTo>
                    <a:pt x="6132590" y="1446302"/>
                  </a:lnTo>
                  <a:lnTo>
                    <a:pt x="6133258" y="1446302"/>
                  </a:lnTo>
                  <a:lnTo>
                    <a:pt x="6133926" y="1412925"/>
                  </a:lnTo>
                  <a:lnTo>
                    <a:pt x="6134594" y="1418488"/>
                  </a:lnTo>
                  <a:lnTo>
                    <a:pt x="6135262" y="1446302"/>
                  </a:lnTo>
                  <a:lnTo>
                    <a:pt x="6135930" y="1446302"/>
                  </a:lnTo>
                  <a:lnTo>
                    <a:pt x="6136598" y="1418488"/>
                  </a:lnTo>
                  <a:lnTo>
                    <a:pt x="6137266" y="1390675"/>
                  </a:lnTo>
                  <a:lnTo>
                    <a:pt x="6137934" y="1390675"/>
                  </a:lnTo>
                  <a:lnTo>
                    <a:pt x="6138602" y="1421269"/>
                  </a:lnTo>
                  <a:lnTo>
                    <a:pt x="6139270" y="1415707"/>
                  </a:lnTo>
                  <a:lnTo>
                    <a:pt x="6139938" y="1390675"/>
                  </a:lnTo>
                  <a:lnTo>
                    <a:pt x="6140606" y="1365642"/>
                  </a:lnTo>
                  <a:lnTo>
                    <a:pt x="6141274" y="1335048"/>
                  </a:lnTo>
                  <a:lnTo>
                    <a:pt x="6141942" y="1335048"/>
                  </a:lnTo>
                  <a:lnTo>
                    <a:pt x="6142610" y="1335048"/>
                  </a:lnTo>
                  <a:lnTo>
                    <a:pt x="6143278" y="1298890"/>
                  </a:lnTo>
                  <a:lnTo>
                    <a:pt x="6143946" y="1279421"/>
                  </a:lnTo>
                  <a:lnTo>
                    <a:pt x="6144614" y="1310015"/>
                  </a:lnTo>
                  <a:lnTo>
                    <a:pt x="6145282" y="1365642"/>
                  </a:lnTo>
                  <a:lnTo>
                    <a:pt x="6145950" y="1390675"/>
                  </a:lnTo>
                  <a:lnTo>
                    <a:pt x="6146618" y="1390675"/>
                  </a:lnTo>
                  <a:lnTo>
                    <a:pt x="6147286" y="1390675"/>
                  </a:lnTo>
                  <a:lnTo>
                    <a:pt x="6147954" y="1390675"/>
                  </a:lnTo>
                  <a:lnTo>
                    <a:pt x="6148622" y="1365642"/>
                  </a:lnTo>
                  <a:lnTo>
                    <a:pt x="6149290" y="1335048"/>
                  </a:lnTo>
                  <a:lnTo>
                    <a:pt x="6149958" y="1335048"/>
                  </a:lnTo>
                  <a:lnTo>
                    <a:pt x="6150626" y="1365642"/>
                  </a:lnTo>
                  <a:lnTo>
                    <a:pt x="6151294" y="1373987"/>
                  </a:lnTo>
                  <a:lnTo>
                    <a:pt x="6151962" y="1296109"/>
                  </a:lnTo>
                  <a:lnTo>
                    <a:pt x="6152630" y="1279421"/>
                  </a:lnTo>
                  <a:lnTo>
                    <a:pt x="6153298" y="1304453"/>
                  </a:lnTo>
                  <a:lnTo>
                    <a:pt x="6153966" y="1293327"/>
                  </a:lnTo>
                  <a:lnTo>
                    <a:pt x="6154634" y="1279421"/>
                  </a:lnTo>
                  <a:lnTo>
                    <a:pt x="6155302" y="1279421"/>
                  </a:lnTo>
                  <a:lnTo>
                    <a:pt x="6155971" y="1307234"/>
                  </a:lnTo>
                  <a:lnTo>
                    <a:pt x="6156639" y="1335048"/>
                  </a:lnTo>
                  <a:lnTo>
                    <a:pt x="6157307" y="1357298"/>
                  </a:lnTo>
                  <a:lnTo>
                    <a:pt x="6157975" y="1390675"/>
                  </a:lnTo>
                  <a:lnTo>
                    <a:pt x="6158643" y="1390675"/>
                  </a:lnTo>
                  <a:lnTo>
                    <a:pt x="6159311" y="1390675"/>
                  </a:lnTo>
                  <a:lnTo>
                    <a:pt x="6159979" y="1424051"/>
                  </a:lnTo>
                  <a:lnTo>
                    <a:pt x="6160647" y="1387893"/>
                  </a:lnTo>
                  <a:lnTo>
                    <a:pt x="6161315" y="1335048"/>
                  </a:lnTo>
                  <a:lnTo>
                    <a:pt x="6161983" y="1335048"/>
                  </a:lnTo>
                  <a:lnTo>
                    <a:pt x="6162651" y="1335048"/>
                  </a:lnTo>
                  <a:lnTo>
                    <a:pt x="6163319" y="1335048"/>
                  </a:lnTo>
                  <a:lnTo>
                    <a:pt x="6163987" y="1335048"/>
                  </a:lnTo>
                  <a:lnTo>
                    <a:pt x="6164655" y="1335048"/>
                  </a:lnTo>
                  <a:lnTo>
                    <a:pt x="6165323" y="1329485"/>
                  </a:lnTo>
                  <a:lnTo>
                    <a:pt x="6165991" y="1335048"/>
                  </a:lnTo>
                  <a:lnTo>
                    <a:pt x="6166659" y="1335048"/>
                  </a:lnTo>
                  <a:lnTo>
                    <a:pt x="6167327" y="1335048"/>
                  </a:lnTo>
                  <a:lnTo>
                    <a:pt x="6167995" y="1348954"/>
                  </a:lnTo>
                  <a:lnTo>
                    <a:pt x="6168663" y="1426832"/>
                  </a:lnTo>
                  <a:lnTo>
                    <a:pt x="6169331" y="1446302"/>
                  </a:lnTo>
                  <a:lnTo>
                    <a:pt x="6169999" y="1446302"/>
                  </a:lnTo>
                  <a:lnTo>
                    <a:pt x="6170667" y="1485240"/>
                  </a:lnTo>
                  <a:lnTo>
                    <a:pt x="6171335" y="1501929"/>
                  </a:lnTo>
                  <a:lnTo>
                    <a:pt x="6172003" y="1501929"/>
                  </a:lnTo>
                  <a:lnTo>
                    <a:pt x="6172671" y="1493585"/>
                  </a:lnTo>
                  <a:lnTo>
                    <a:pt x="6173339" y="1446302"/>
                  </a:lnTo>
                  <a:lnTo>
                    <a:pt x="6174007" y="1418488"/>
                  </a:lnTo>
                  <a:lnTo>
                    <a:pt x="6174675" y="1390675"/>
                  </a:lnTo>
                  <a:lnTo>
                    <a:pt x="6175343" y="1348954"/>
                  </a:lnTo>
                  <a:lnTo>
                    <a:pt x="6176011" y="1301671"/>
                  </a:lnTo>
                  <a:lnTo>
                    <a:pt x="6176679" y="1279421"/>
                  </a:lnTo>
                  <a:lnTo>
                    <a:pt x="6177347" y="1332266"/>
                  </a:lnTo>
                  <a:lnTo>
                    <a:pt x="6178015" y="1390675"/>
                  </a:lnTo>
                  <a:lnTo>
                    <a:pt x="6178683" y="1390675"/>
                  </a:lnTo>
                  <a:lnTo>
                    <a:pt x="6179351" y="1390675"/>
                  </a:lnTo>
                  <a:lnTo>
                    <a:pt x="6180019" y="1390675"/>
                  </a:lnTo>
                  <a:lnTo>
                    <a:pt x="6180688" y="1390675"/>
                  </a:lnTo>
                  <a:lnTo>
                    <a:pt x="6181356" y="1390675"/>
                  </a:lnTo>
                  <a:lnTo>
                    <a:pt x="6182024" y="1415707"/>
                  </a:lnTo>
                  <a:lnTo>
                    <a:pt x="6182692" y="1446302"/>
                  </a:lnTo>
                  <a:lnTo>
                    <a:pt x="6183360" y="1446302"/>
                  </a:lnTo>
                  <a:lnTo>
                    <a:pt x="6184028" y="1446302"/>
                  </a:lnTo>
                  <a:lnTo>
                    <a:pt x="6184696" y="1446302"/>
                  </a:lnTo>
                  <a:lnTo>
                    <a:pt x="6185364" y="1446302"/>
                  </a:lnTo>
                  <a:lnTo>
                    <a:pt x="6186032" y="1446302"/>
                  </a:lnTo>
                  <a:lnTo>
                    <a:pt x="6186700" y="1446302"/>
                  </a:lnTo>
                  <a:lnTo>
                    <a:pt x="6187368" y="1446302"/>
                  </a:lnTo>
                  <a:lnTo>
                    <a:pt x="6188036" y="1446302"/>
                  </a:lnTo>
                  <a:lnTo>
                    <a:pt x="6188704" y="1446302"/>
                  </a:lnTo>
                  <a:lnTo>
                    <a:pt x="6189372" y="1451864"/>
                  </a:lnTo>
                  <a:lnTo>
                    <a:pt x="6190040" y="1501929"/>
                  </a:lnTo>
                  <a:lnTo>
                    <a:pt x="6190708" y="1526961"/>
                  </a:lnTo>
                  <a:lnTo>
                    <a:pt x="6191376" y="1557556"/>
                  </a:lnTo>
                  <a:lnTo>
                    <a:pt x="6192044" y="1596494"/>
                  </a:lnTo>
                  <a:lnTo>
                    <a:pt x="6192712" y="1643777"/>
                  </a:lnTo>
                  <a:lnTo>
                    <a:pt x="6193380" y="1668810"/>
                  </a:lnTo>
                  <a:lnTo>
                    <a:pt x="6193380" y="1668810"/>
                  </a:lnTo>
                  <a:lnTo>
                    <a:pt x="6194048" y="1668810"/>
                  </a:lnTo>
                  <a:lnTo>
                    <a:pt x="6194716" y="1660466"/>
                  </a:lnTo>
                  <a:lnTo>
                    <a:pt x="6195384" y="1613183"/>
                  </a:lnTo>
                  <a:lnTo>
                    <a:pt x="6196052" y="1613183"/>
                  </a:lnTo>
                  <a:lnTo>
                    <a:pt x="6196720" y="1613183"/>
                  </a:lnTo>
                  <a:lnTo>
                    <a:pt x="6197388" y="1613183"/>
                  </a:lnTo>
                  <a:lnTo>
                    <a:pt x="6198056" y="1613183"/>
                  </a:lnTo>
                  <a:lnTo>
                    <a:pt x="6198724" y="1613183"/>
                  </a:lnTo>
                  <a:lnTo>
                    <a:pt x="6199392" y="1585369"/>
                  </a:lnTo>
                  <a:lnTo>
                    <a:pt x="6200060" y="1557556"/>
                  </a:lnTo>
                  <a:lnTo>
                    <a:pt x="6200728" y="1557556"/>
                  </a:lnTo>
                  <a:lnTo>
                    <a:pt x="6201396" y="1557556"/>
                  </a:lnTo>
                  <a:lnTo>
                    <a:pt x="6202064" y="1557556"/>
                  </a:lnTo>
                  <a:lnTo>
                    <a:pt x="6202732" y="1557556"/>
                  </a:lnTo>
                  <a:lnTo>
                    <a:pt x="6203400" y="1557556"/>
                  </a:lnTo>
                  <a:lnTo>
                    <a:pt x="6204068" y="1557556"/>
                  </a:lnTo>
                  <a:lnTo>
                    <a:pt x="6204737" y="1557556"/>
                  </a:lnTo>
                  <a:lnTo>
                    <a:pt x="6205405" y="1557556"/>
                  </a:lnTo>
                  <a:lnTo>
                    <a:pt x="6206073" y="1515835"/>
                  </a:lnTo>
                  <a:lnTo>
                    <a:pt x="6206741" y="1501929"/>
                  </a:lnTo>
                  <a:lnTo>
                    <a:pt x="6207409" y="1501929"/>
                  </a:lnTo>
                  <a:lnTo>
                    <a:pt x="6208077" y="1468552"/>
                  </a:lnTo>
                  <a:lnTo>
                    <a:pt x="6208745" y="1446302"/>
                  </a:lnTo>
                  <a:lnTo>
                    <a:pt x="6209413" y="1446302"/>
                  </a:lnTo>
                  <a:lnTo>
                    <a:pt x="6210081" y="1396237"/>
                  </a:lnTo>
                  <a:lnTo>
                    <a:pt x="6210749" y="1390675"/>
                  </a:lnTo>
                  <a:lnTo>
                    <a:pt x="6211417" y="1396237"/>
                  </a:lnTo>
                  <a:lnTo>
                    <a:pt x="6212085" y="1446302"/>
                  </a:lnTo>
                  <a:lnTo>
                    <a:pt x="6212753" y="1387893"/>
                  </a:lnTo>
                  <a:lnTo>
                    <a:pt x="6213421" y="1279421"/>
                  </a:lnTo>
                  <a:lnTo>
                    <a:pt x="6214089" y="1279421"/>
                  </a:lnTo>
                  <a:lnTo>
                    <a:pt x="6214757" y="1237700"/>
                  </a:lnTo>
                  <a:lnTo>
                    <a:pt x="6215425" y="1173729"/>
                  </a:lnTo>
                  <a:lnTo>
                    <a:pt x="6216093" y="1193199"/>
                  </a:lnTo>
                  <a:lnTo>
                    <a:pt x="6216761" y="1157041"/>
                  </a:lnTo>
                  <a:lnTo>
                    <a:pt x="6217429" y="1101414"/>
                  </a:lnTo>
                  <a:lnTo>
                    <a:pt x="6218097" y="1056912"/>
                  </a:lnTo>
                  <a:lnTo>
                    <a:pt x="6218765" y="1056912"/>
                  </a:lnTo>
                  <a:lnTo>
                    <a:pt x="6219433" y="1056912"/>
                  </a:lnTo>
                  <a:lnTo>
                    <a:pt x="6220101" y="1056912"/>
                  </a:lnTo>
                  <a:lnTo>
                    <a:pt x="6220769" y="1056912"/>
                  </a:lnTo>
                  <a:lnTo>
                    <a:pt x="6221437" y="1056912"/>
                  </a:lnTo>
                  <a:lnTo>
                    <a:pt x="6222105" y="1056912"/>
                  </a:lnTo>
                  <a:lnTo>
                    <a:pt x="6222773" y="1095851"/>
                  </a:lnTo>
                  <a:lnTo>
                    <a:pt x="6223441" y="1112540"/>
                  </a:lnTo>
                  <a:lnTo>
                    <a:pt x="6224109" y="1112540"/>
                  </a:lnTo>
                  <a:lnTo>
                    <a:pt x="6224777" y="1143134"/>
                  </a:lnTo>
                  <a:lnTo>
                    <a:pt x="6225445" y="1168166"/>
                  </a:lnTo>
                  <a:lnTo>
                    <a:pt x="6226113" y="1168166"/>
                  </a:lnTo>
                  <a:lnTo>
                    <a:pt x="6226781" y="1215449"/>
                  </a:lnTo>
                  <a:lnTo>
                    <a:pt x="6227449" y="1223794"/>
                  </a:lnTo>
                  <a:lnTo>
                    <a:pt x="6228117" y="1195980"/>
                  </a:lnTo>
                  <a:lnTo>
                    <a:pt x="6228785" y="1168166"/>
                  </a:lnTo>
                  <a:lnTo>
                    <a:pt x="6229454" y="1218231"/>
                  </a:lnTo>
                  <a:lnTo>
                    <a:pt x="6230122" y="1335048"/>
                  </a:lnTo>
                  <a:lnTo>
                    <a:pt x="6230790" y="1335048"/>
                  </a:lnTo>
                  <a:lnTo>
                    <a:pt x="6231458" y="1373986"/>
                  </a:lnTo>
                  <a:lnTo>
                    <a:pt x="6232126" y="1437957"/>
                  </a:lnTo>
                  <a:lnTo>
                    <a:pt x="6232794" y="1446302"/>
                  </a:lnTo>
                  <a:lnTo>
                    <a:pt x="6233462" y="1507491"/>
                  </a:lnTo>
                  <a:lnTo>
                    <a:pt x="6234130" y="1565900"/>
                  </a:lnTo>
                  <a:lnTo>
                    <a:pt x="6234798" y="1613183"/>
                  </a:lnTo>
                  <a:lnTo>
                    <a:pt x="6235466" y="1613183"/>
                  </a:lnTo>
                  <a:lnTo>
                    <a:pt x="6236134" y="1613183"/>
                  </a:lnTo>
                  <a:lnTo>
                    <a:pt x="6236802" y="1613183"/>
                  </a:lnTo>
                  <a:lnTo>
                    <a:pt x="6237470" y="1613183"/>
                  </a:lnTo>
                  <a:lnTo>
                    <a:pt x="6238138" y="1613183"/>
                  </a:lnTo>
                  <a:lnTo>
                    <a:pt x="6238806" y="1613183"/>
                  </a:lnTo>
                  <a:lnTo>
                    <a:pt x="6239474" y="1613183"/>
                  </a:lnTo>
                  <a:lnTo>
                    <a:pt x="6240142" y="1613183"/>
                  </a:lnTo>
                  <a:lnTo>
                    <a:pt x="6240810" y="1613183"/>
                  </a:lnTo>
                  <a:lnTo>
                    <a:pt x="6241478" y="1613183"/>
                  </a:lnTo>
                  <a:lnTo>
                    <a:pt x="6242146" y="1613183"/>
                  </a:lnTo>
                  <a:lnTo>
                    <a:pt x="6242814" y="1613183"/>
                  </a:lnTo>
                  <a:lnTo>
                    <a:pt x="6243482" y="1613183"/>
                  </a:lnTo>
                  <a:lnTo>
                    <a:pt x="6244150" y="1613183"/>
                  </a:lnTo>
                  <a:lnTo>
                    <a:pt x="6244818" y="1624308"/>
                  </a:lnTo>
                  <a:lnTo>
                    <a:pt x="6245486" y="1613183"/>
                  </a:lnTo>
                  <a:lnTo>
                    <a:pt x="6246154" y="1613183"/>
                  </a:lnTo>
                  <a:lnTo>
                    <a:pt x="6246822" y="1577025"/>
                  </a:lnTo>
                  <a:lnTo>
                    <a:pt x="6247490" y="1557556"/>
                  </a:lnTo>
                  <a:lnTo>
                    <a:pt x="6248158" y="1557556"/>
                  </a:lnTo>
                  <a:lnTo>
                    <a:pt x="6248826" y="1557556"/>
                  </a:lnTo>
                  <a:lnTo>
                    <a:pt x="6249494" y="1557556"/>
                  </a:lnTo>
                  <a:lnTo>
                    <a:pt x="6250162" y="1557556"/>
                  </a:lnTo>
                  <a:lnTo>
                    <a:pt x="6250830" y="1554774"/>
                  </a:lnTo>
                  <a:lnTo>
                    <a:pt x="6251498" y="1501929"/>
                  </a:lnTo>
                  <a:lnTo>
                    <a:pt x="6252166" y="1479678"/>
                  </a:lnTo>
                  <a:lnTo>
                    <a:pt x="6252834" y="1446302"/>
                  </a:lnTo>
                  <a:lnTo>
                    <a:pt x="6253502" y="1418488"/>
                  </a:lnTo>
                  <a:lnTo>
                    <a:pt x="6254171" y="1390675"/>
                  </a:lnTo>
                  <a:lnTo>
                    <a:pt x="6254839" y="1390675"/>
                  </a:lnTo>
                  <a:lnTo>
                    <a:pt x="6255507" y="1326704"/>
                  </a:lnTo>
                  <a:lnTo>
                    <a:pt x="6256175" y="1279421"/>
                  </a:lnTo>
                  <a:lnTo>
                    <a:pt x="6256843" y="1226575"/>
                  </a:lnTo>
                  <a:lnTo>
                    <a:pt x="6257511" y="1223794"/>
                  </a:lnTo>
                  <a:lnTo>
                    <a:pt x="6258179" y="1223794"/>
                  </a:lnTo>
                  <a:lnTo>
                    <a:pt x="6258847" y="1193199"/>
                  </a:lnTo>
                  <a:lnTo>
                    <a:pt x="6259515" y="1168166"/>
                  </a:lnTo>
                  <a:lnTo>
                    <a:pt x="6260183" y="1168166"/>
                  </a:lnTo>
                  <a:lnTo>
                    <a:pt x="6260851" y="1140353"/>
                  </a:lnTo>
                  <a:lnTo>
                    <a:pt x="6261519" y="1123665"/>
                  </a:lnTo>
                  <a:lnTo>
                    <a:pt x="6262187" y="1168166"/>
                  </a:lnTo>
                  <a:lnTo>
                    <a:pt x="6262855" y="1168166"/>
                  </a:lnTo>
                  <a:lnTo>
                    <a:pt x="6263523" y="1201543"/>
                  </a:lnTo>
                  <a:lnTo>
                    <a:pt x="6264191" y="1223794"/>
                  </a:lnTo>
                  <a:lnTo>
                    <a:pt x="6264859" y="1223794"/>
                  </a:lnTo>
                  <a:lnTo>
                    <a:pt x="6265527" y="1223794"/>
                  </a:lnTo>
                  <a:lnTo>
                    <a:pt x="6266195" y="1184855"/>
                  </a:lnTo>
                  <a:lnTo>
                    <a:pt x="6266863" y="1168166"/>
                  </a:lnTo>
                  <a:lnTo>
                    <a:pt x="6267531" y="1165385"/>
                  </a:lnTo>
                  <a:lnTo>
                    <a:pt x="6268199" y="1168166"/>
                  </a:lnTo>
                  <a:lnTo>
                    <a:pt x="6268867" y="1187636"/>
                  </a:lnTo>
                  <a:lnTo>
                    <a:pt x="6269535" y="1223794"/>
                  </a:lnTo>
                  <a:lnTo>
                    <a:pt x="6270203" y="1248826"/>
                  </a:lnTo>
                  <a:lnTo>
                    <a:pt x="6270871" y="1279421"/>
                  </a:lnTo>
                  <a:lnTo>
                    <a:pt x="6271539" y="1279421"/>
                  </a:lnTo>
                  <a:lnTo>
                    <a:pt x="6272207" y="1337829"/>
                  </a:lnTo>
                  <a:lnTo>
                    <a:pt x="6272875" y="1390675"/>
                  </a:lnTo>
                  <a:lnTo>
                    <a:pt x="6273543" y="1440739"/>
                  </a:lnTo>
                  <a:lnTo>
                    <a:pt x="6274211" y="1446302"/>
                  </a:lnTo>
                  <a:lnTo>
                    <a:pt x="6274879" y="1446302"/>
                  </a:lnTo>
                  <a:lnTo>
                    <a:pt x="6275547" y="1474115"/>
                  </a:lnTo>
                  <a:lnTo>
                    <a:pt x="6276215" y="1501929"/>
                  </a:lnTo>
                  <a:lnTo>
                    <a:pt x="6276883" y="1501929"/>
                  </a:lnTo>
                  <a:lnTo>
                    <a:pt x="6277551" y="1504710"/>
                  </a:lnTo>
                  <a:lnTo>
                    <a:pt x="6278219" y="1493585"/>
                  </a:lnTo>
                  <a:lnTo>
                    <a:pt x="6278888" y="1446302"/>
                  </a:lnTo>
                  <a:lnTo>
                    <a:pt x="6279556" y="1446302"/>
                  </a:lnTo>
                  <a:lnTo>
                    <a:pt x="6280224" y="1446302"/>
                  </a:lnTo>
                  <a:lnTo>
                    <a:pt x="6280892" y="1446302"/>
                  </a:lnTo>
                  <a:lnTo>
                    <a:pt x="6281560" y="1446302"/>
                  </a:lnTo>
                  <a:lnTo>
                    <a:pt x="6282228" y="1446302"/>
                  </a:lnTo>
                  <a:lnTo>
                    <a:pt x="6282896" y="1482459"/>
                  </a:lnTo>
                  <a:lnTo>
                    <a:pt x="6283564" y="1460208"/>
                  </a:lnTo>
                  <a:lnTo>
                    <a:pt x="6284232" y="1446302"/>
                  </a:lnTo>
                  <a:lnTo>
                    <a:pt x="6284900" y="1501929"/>
                  </a:lnTo>
                  <a:lnTo>
                    <a:pt x="6285568" y="1501929"/>
                  </a:lnTo>
                  <a:lnTo>
                    <a:pt x="6286236" y="1446302"/>
                  </a:lnTo>
                  <a:lnTo>
                    <a:pt x="6286904" y="1446302"/>
                  </a:lnTo>
                  <a:lnTo>
                    <a:pt x="6287572" y="1446302"/>
                  </a:lnTo>
                  <a:lnTo>
                    <a:pt x="6288240" y="1446302"/>
                  </a:lnTo>
                  <a:lnTo>
                    <a:pt x="6288908" y="1446302"/>
                  </a:lnTo>
                  <a:lnTo>
                    <a:pt x="6289576" y="1446302"/>
                  </a:lnTo>
                  <a:lnTo>
                    <a:pt x="6290244" y="1446302"/>
                  </a:lnTo>
                  <a:lnTo>
                    <a:pt x="6290912" y="1446302"/>
                  </a:lnTo>
                  <a:lnTo>
                    <a:pt x="6291580" y="1446302"/>
                  </a:lnTo>
                  <a:lnTo>
                    <a:pt x="6292248" y="1446302"/>
                  </a:lnTo>
                  <a:lnTo>
                    <a:pt x="6292916" y="1446302"/>
                  </a:lnTo>
                  <a:lnTo>
                    <a:pt x="6293584" y="1446302"/>
                  </a:lnTo>
                  <a:lnTo>
                    <a:pt x="6294252" y="1465771"/>
                  </a:lnTo>
                  <a:lnTo>
                    <a:pt x="6294920" y="1507491"/>
                  </a:lnTo>
                  <a:lnTo>
                    <a:pt x="6295588" y="1557556"/>
                  </a:lnTo>
                  <a:lnTo>
                    <a:pt x="6296256" y="1557556"/>
                  </a:lnTo>
                  <a:lnTo>
                    <a:pt x="6296924" y="1557556"/>
                  </a:lnTo>
                  <a:lnTo>
                    <a:pt x="6297592" y="1557556"/>
                  </a:lnTo>
                  <a:lnTo>
                    <a:pt x="6298260" y="1524179"/>
                  </a:lnTo>
                  <a:lnTo>
                    <a:pt x="6298928" y="1462990"/>
                  </a:lnTo>
                  <a:lnTo>
                    <a:pt x="6299596" y="1446302"/>
                  </a:lnTo>
                  <a:lnTo>
                    <a:pt x="6300264" y="1485240"/>
                  </a:lnTo>
                  <a:lnTo>
                    <a:pt x="6300932" y="1479678"/>
                  </a:lnTo>
                  <a:lnTo>
                    <a:pt x="6301600" y="1446302"/>
                  </a:lnTo>
                  <a:lnTo>
                    <a:pt x="6302268" y="1446302"/>
                  </a:lnTo>
                  <a:lnTo>
                    <a:pt x="6302937" y="1499147"/>
                  </a:lnTo>
                  <a:lnTo>
                    <a:pt x="6303605" y="1440739"/>
                  </a:lnTo>
                  <a:lnTo>
                    <a:pt x="6304273" y="1390675"/>
                  </a:lnTo>
                  <a:lnTo>
                    <a:pt x="6304941" y="1390675"/>
                  </a:lnTo>
                  <a:lnTo>
                    <a:pt x="6305609" y="1390675"/>
                  </a:lnTo>
                  <a:lnTo>
                    <a:pt x="6306277" y="1390675"/>
                  </a:lnTo>
                  <a:lnTo>
                    <a:pt x="6306945" y="1390675"/>
                  </a:lnTo>
                  <a:lnTo>
                    <a:pt x="6307613" y="1390675"/>
                  </a:lnTo>
                  <a:lnTo>
                    <a:pt x="6308281" y="1390675"/>
                  </a:lnTo>
                  <a:lnTo>
                    <a:pt x="6308949" y="1390675"/>
                  </a:lnTo>
                  <a:lnTo>
                    <a:pt x="6309617" y="1390675"/>
                  </a:lnTo>
                  <a:lnTo>
                    <a:pt x="6310285" y="1390675"/>
                  </a:lnTo>
                  <a:lnTo>
                    <a:pt x="6310953" y="1390675"/>
                  </a:lnTo>
                  <a:lnTo>
                    <a:pt x="6311621" y="1390675"/>
                  </a:lnTo>
                  <a:lnTo>
                    <a:pt x="6312289" y="1337829"/>
                  </a:lnTo>
                  <a:lnTo>
                    <a:pt x="6312957" y="1335048"/>
                  </a:lnTo>
                  <a:lnTo>
                    <a:pt x="6313625" y="1335048"/>
                  </a:lnTo>
                  <a:lnTo>
                    <a:pt x="6314293" y="1290546"/>
                  </a:lnTo>
                  <a:lnTo>
                    <a:pt x="6314961" y="1310015"/>
                  </a:lnTo>
                  <a:lnTo>
                    <a:pt x="6315629" y="1371205"/>
                  </a:lnTo>
                  <a:lnTo>
                    <a:pt x="6316297" y="1390675"/>
                  </a:lnTo>
                  <a:lnTo>
                    <a:pt x="6316965" y="1390675"/>
                  </a:lnTo>
                  <a:lnTo>
                    <a:pt x="6317633" y="1407363"/>
                  </a:lnTo>
                  <a:lnTo>
                    <a:pt x="6318301" y="1362861"/>
                  </a:lnTo>
                  <a:lnTo>
                    <a:pt x="6318969" y="1335048"/>
                  </a:lnTo>
                  <a:lnTo>
                    <a:pt x="6319637" y="1293327"/>
                  </a:lnTo>
                  <a:lnTo>
                    <a:pt x="6320305" y="1326704"/>
                  </a:lnTo>
                  <a:lnTo>
                    <a:pt x="6320973" y="1335048"/>
                  </a:lnTo>
                  <a:lnTo>
                    <a:pt x="6321641" y="1279421"/>
                  </a:lnTo>
                  <a:lnTo>
                    <a:pt x="6322309" y="1279421"/>
                  </a:lnTo>
                  <a:lnTo>
                    <a:pt x="6322977" y="1276639"/>
                  </a:lnTo>
                  <a:lnTo>
                    <a:pt x="6323645" y="1223794"/>
                  </a:lnTo>
                  <a:lnTo>
                    <a:pt x="6324313" y="1223794"/>
                  </a:lnTo>
                  <a:lnTo>
                    <a:pt x="6324981" y="1223794"/>
                  </a:lnTo>
                  <a:lnTo>
                    <a:pt x="6325649" y="1223794"/>
                  </a:lnTo>
                  <a:lnTo>
                    <a:pt x="6326317" y="1223794"/>
                  </a:lnTo>
                  <a:lnTo>
                    <a:pt x="6326985" y="1223794"/>
                  </a:lnTo>
                  <a:lnTo>
                    <a:pt x="6327654" y="1223794"/>
                  </a:lnTo>
                  <a:lnTo>
                    <a:pt x="6328322" y="1223794"/>
                  </a:lnTo>
                  <a:lnTo>
                    <a:pt x="6328990" y="1273858"/>
                  </a:lnTo>
                  <a:lnTo>
                    <a:pt x="6329658" y="1279421"/>
                  </a:lnTo>
                  <a:lnTo>
                    <a:pt x="6330326" y="1279421"/>
                  </a:lnTo>
                  <a:lnTo>
                    <a:pt x="6330994" y="1321141"/>
                  </a:lnTo>
                  <a:lnTo>
                    <a:pt x="6331662" y="1335048"/>
                  </a:lnTo>
                  <a:lnTo>
                    <a:pt x="6332330" y="1335048"/>
                  </a:lnTo>
                  <a:lnTo>
                    <a:pt x="6332998" y="1335048"/>
                  </a:lnTo>
                  <a:lnTo>
                    <a:pt x="6333666" y="1335048"/>
                  </a:lnTo>
                  <a:lnTo>
                    <a:pt x="6334334" y="1335048"/>
                  </a:lnTo>
                  <a:lnTo>
                    <a:pt x="6335002" y="1415707"/>
                  </a:lnTo>
                  <a:lnTo>
                    <a:pt x="6335670" y="1410144"/>
                  </a:lnTo>
                  <a:lnTo>
                    <a:pt x="6336338" y="1429613"/>
                  </a:lnTo>
                  <a:lnTo>
                    <a:pt x="6337006" y="1451864"/>
                  </a:lnTo>
                  <a:lnTo>
                    <a:pt x="6337674" y="1501929"/>
                  </a:lnTo>
                  <a:lnTo>
                    <a:pt x="6338342" y="1554774"/>
                  </a:lnTo>
                  <a:lnTo>
                    <a:pt x="6339010" y="1557556"/>
                  </a:lnTo>
                  <a:lnTo>
                    <a:pt x="6339678" y="1557556"/>
                  </a:lnTo>
                  <a:lnTo>
                    <a:pt x="6340346" y="1613183"/>
                  </a:lnTo>
                  <a:lnTo>
                    <a:pt x="6341014" y="1613183"/>
                  </a:lnTo>
                  <a:lnTo>
                    <a:pt x="6341682" y="1613183"/>
                  </a:lnTo>
                  <a:lnTo>
                    <a:pt x="6342350" y="1613183"/>
                  </a:lnTo>
                  <a:lnTo>
                    <a:pt x="6343018" y="1613183"/>
                  </a:lnTo>
                  <a:lnTo>
                    <a:pt x="6343686" y="1613183"/>
                  </a:lnTo>
                  <a:lnTo>
                    <a:pt x="6344354" y="1613183"/>
                  </a:lnTo>
                  <a:lnTo>
                    <a:pt x="6345022" y="1613183"/>
                  </a:lnTo>
                  <a:lnTo>
                    <a:pt x="6345690" y="1613183"/>
                  </a:lnTo>
                  <a:lnTo>
                    <a:pt x="6346358" y="1613183"/>
                  </a:lnTo>
                  <a:lnTo>
                    <a:pt x="6347026" y="1613183"/>
                  </a:lnTo>
                  <a:lnTo>
                    <a:pt x="6347694" y="1560337"/>
                  </a:lnTo>
                  <a:lnTo>
                    <a:pt x="6348362" y="1557556"/>
                  </a:lnTo>
                  <a:lnTo>
                    <a:pt x="6349030" y="1557556"/>
                  </a:lnTo>
                  <a:lnTo>
                    <a:pt x="6349698" y="1557556"/>
                  </a:lnTo>
                  <a:lnTo>
                    <a:pt x="6350366" y="1557556"/>
                  </a:lnTo>
                  <a:lnTo>
                    <a:pt x="6351034" y="1557556"/>
                  </a:lnTo>
                  <a:lnTo>
                    <a:pt x="6351702" y="1557556"/>
                  </a:lnTo>
                  <a:lnTo>
                    <a:pt x="6352371" y="1590932"/>
                  </a:lnTo>
                  <a:lnTo>
                    <a:pt x="6353039" y="1613183"/>
                  </a:lnTo>
                  <a:lnTo>
                    <a:pt x="6353707" y="1613183"/>
                  </a:lnTo>
                  <a:lnTo>
                    <a:pt x="6354375" y="1613183"/>
                  </a:lnTo>
                  <a:lnTo>
                    <a:pt x="6355043" y="1613183"/>
                  </a:lnTo>
                  <a:lnTo>
                    <a:pt x="6355711" y="1613183"/>
                  </a:lnTo>
                  <a:lnTo>
                    <a:pt x="6356379" y="1579806"/>
                  </a:lnTo>
                  <a:lnTo>
                    <a:pt x="6357047" y="1557556"/>
                  </a:lnTo>
                  <a:lnTo>
                    <a:pt x="6357715" y="1557556"/>
                  </a:lnTo>
                  <a:lnTo>
                    <a:pt x="6358383" y="1557556"/>
                  </a:lnTo>
                  <a:lnTo>
                    <a:pt x="6359051" y="1557556"/>
                  </a:lnTo>
                  <a:lnTo>
                    <a:pt x="6359719" y="1557556"/>
                  </a:lnTo>
                  <a:lnTo>
                    <a:pt x="6360387" y="1557556"/>
                  </a:lnTo>
                  <a:lnTo>
                    <a:pt x="6361055" y="1535305"/>
                  </a:lnTo>
                  <a:lnTo>
                    <a:pt x="6361723" y="1501929"/>
                  </a:lnTo>
                  <a:lnTo>
                    <a:pt x="6362391" y="1501929"/>
                  </a:lnTo>
                  <a:lnTo>
                    <a:pt x="6363059" y="1462990"/>
                  </a:lnTo>
                  <a:lnTo>
                    <a:pt x="6363727" y="1390675"/>
                  </a:lnTo>
                  <a:lnTo>
                    <a:pt x="6364395" y="1440739"/>
                  </a:lnTo>
                  <a:lnTo>
                    <a:pt x="6365063" y="1446302"/>
                  </a:lnTo>
                  <a:lnTo>
                    <a:pt x="6365731" y="1446302"/>
                  </a:lnTo>
                  <a:lnTo>
                    <a:pt x="6366399" y="1446302"/>
                  </a:lnTo>
                  <a:lnTo>
                    <a:pt x="6367067" y="1446302"/>
                  </a:lnTo>
                  <a:lnTo>
                    <a:pt x="6367735" y="1446302"/>
                  </a:lnTo>
                  <a:lnTo>
                    <a:pt x="6368403" y="1446302"/>
                  </a:lnTo>
                  <a:lnTo>
                    <a:pt x="6369071" y="1443520"/>
                  </a:lnTo>
                  <a:lnTo>
                    <a:pt x="6369739" y="1390675"/>
                  </a:lnTo>
                  <a:lnTo>
                    <a:pt x="6370407" y="1379549"/>
                  </a:lnTo>
                  <a:lnTo>
                    <a:pt x="6371075" y="1335048"/>
                  </a:lnTo>
                  <a:lnTo>
                    <a:pt x="6371743" y="1335048"/>
                  </a:lnTo>
                  <a:lnTo>
                    <a:pt x="6372411" y="1326704"/>
                  </a:lnTo>
                  <a:lnTo>
                    <a:pt x="6373079" y="1310015"/>
                  </a:lnTo>
                  <a:lnTo>
                    <a:pt x="6373747" y="1335048"/>
                  </a:lnTo>
                  <a:lnTo>
                    <a:pt x="6374415" y="1335048"/>
                  </a:lnTo>
                  <a:lnTo>
                    <a:pt x="6375083" y="1332266"/>
                  </a:lnTo>
                  <a:lnTo>
                    <a:pt x="6375751" y="1257170"/>
                  </a:lnTo>
                  <a:lnTo>
                    <a:pt x="6376419" y="1223794"/>
                  </a:lnTo>
                  <a:lnTo>
                    <a:pt x="6377088" y="1223794"/>
                  </a:lnTo>
                  <a:lnTo>
                    <a:pt x="6377756" y="1243263"/>
                  </a:lnTo>
                  <a:lnTo>
                    <a:pt x="6378424" y="1279421"/>
                  </a:lnTo>
                  <a:lnTo>
                    <a:pt x="6379092" y="1226575"/>
                  </a:lnTo>
                  <a:lnTo>
                    <a:pt x="6379760" y="1212668"/>
                  </a:lnTo>
                  <a:lnTo>
                    <a:pt x="6380428" y="1279421"/>
                  </a:lnTo>
                  <a:lnTo>
                    <a:pt x="6381096" y="1279421"/>
                  </a:lnTo>
                  <a:lnTo>
                    <a:pt x="6381764" y="1279421"/>
                  </a:lnTo>
                  <a:lnTo>
                    <a:pt x="6382432" y="1279421"/>
                  </a:lnTo>
                  <a:lnTo>
                    <a:pt x="6383100" y="1248826"/>
                  </a:lnTo>
                  <a:lnTo>
                    <a:pt x="6383768" y="1223794"/>
                  </a:lnTo>
                  <a:lnTo>
                    <a:pt x="6384436" y="1223794"/>
                  </a:lnTo>
                  <a:lnTo>
                    <a:pt x="6385104" y="1198761"/>
                  </a:lnTo>
                  <a:lnTo>
                    <a:pt x="6385772" y="1168166"/>
                  </a:lnTo>
                  <a:lnTo>
                    <a:pt x="6386440" y="1223794"/>
                  </a:lnTo>
                  <a:lnTo>
                    <a:pt x="6387108" y="1182073"/>
                  </a:lnTo>
                  <a:lnTo>
                    <a:pt x="6387776" y="1223794"/>
                  </a:lnTo>
                  <a:lnTo>
                    <a:pt x="6388444" y="1223794"/>
                  </a:lnTo>
                  <a:lnTo>
                    <a:pt x="6389112" y="1229356"/>
                  </a:lnTo>
                  <a:lnTo>
                    <a:pt x="6389780" y="1279421"/>
                  </a:lnTo>
                  <a:lnTo>
                    <a:pt x="6390448" y="1279421"/>
                  </a:lnTo>
                  <a:lnTo>
                    <a:pt x="6391116" y="1279421"/>
                  </a:lnTo>
                  <a:lnTo>
                    <a:pt x="6391784" y="1279421"/>
                  </a:lnTo>
                  <a:lnTo>
                    <a:pt x="6392452" y="1354517"/>
                  </a:lnTo>
                  <a:lnTo>
                    <a:pt x="6393120" y="1390675"/>
                  </a:lnTo>
                  <a:lnTo>
                    <a:pt x="6393788" y="1390675"/>
                  </a:lnTo>
                  <a:lnTo>
                    <a:pt x="6394456" y="1390675"/>
                  </a:lnTo>
                  <a:lnTo>
                    <a:pt x="6395124" y="1390675"/>
                  </a:lnTo>
                  <a:lnTo>
                    <a:pt x="6395792" y="1440739"/>
                  </a:lnTo>
                  <a:lnTo>
                    <a:pt x="6396460" y="1488022"/>
                  </a:lnTo>
                  <a:lnTo>
                    <a:pt x="6397128" y="1501929"/>
                  </a:lnTo>
                  <a:lnTo>
                    <a:pt x="6397796" y="1493585"/>
                  </a:lnTo>
                  <a:lnTo>
                    <a:pt x="6398464" y="1446302"/>
                  </a:lnTo>
                  <a:lnTo>
                    <a:pt x="6399132" y="1446302"/>
                  </a:lnTo>
                  <a:lnTo>
                    <a:pt x="6399800" y="1435176"/>
                  </a:lnTo>
                  <a:lnTo>
                    <a:pt x="6400468" y="1390675"/>
                  </a:lnTo>
                  <a:lnTo>
                    <a:pt x="6401137" y="1390675"/>
                  </a:lnTo>
                  <a:lnTo>
                    <a:pt x="6401805" y="1412925"/>
                  </a:lnTo>
                  <a:lnTo>
                    <a:pt x="6402473" y="1446302"/>
                  </a:lnTo>
                  <a:lnTo>
                    <a:pt x="6403141" y="1446302"/>
                  </a:lnTo>
                  <a:lnTo>
                    <a:pt x="6403809" y="1493585"/>
                  </a:lnTo>
                  <a:lnTo>
                    <a:pt x="6404477" y="1501929"/>
                  </a:lnTo>
                  <a:lnTo>
                    <a:pt x="6405145" y="1501929"/>
                  </a:lnTo>
                  <a:lnTo>
                    <a:pt x="6405813" y="1501929"/>
                  </a:lnTo>
                  <a:lnTo>
                    <a:pt x="6406481" y="1501929"/>
                  </a:lnTo>
                  <a:lnTo>
                    <a:pt x="6407149" y="1501929"/>
                  </a:lnTo>
                  <a:lnTo>
                    <a:pt x="6407817" y="1501929"/>
                  </a:lnTo>
                  <a:lnTo>
                    <a:pt x="6408485" y="1501929"/>
                  </a:lnTo>
                  <a:lnTo>
                    <a:pt x="6409153" y="1501929"/>
                  </a:lnTo>
                  <a:lnTo>
                    <a:pt x="6409821" y="1482459"/>
                  </a:lnTo>
                  <a:lnTo>
                    <a:pt x="6410489" y="1446302"/>
                  </a:lnTo>
                  <a:lnTo>
                    <a:pt x="6411157" y="1446302"/>
                  </a:lnTo>
                  <a:lnTo>
                    <a:pt x="6411825" y="1432395"/>
                  </a:lnTo>
                  <a:lnTo>
                    <a:pt x="6412493" y="1335048"/>
                  </a:lnTo>
                  <a:lnTo>
                    <a:pt x="6413161" y="1279421"/>
                  </a:lnTo>
                  <a:lnTo>
                    <a:pt x="6413829" y="1271077"/>
                  </a:lnTo>
                  <a:lnTo>
                    <a:pt x="6414497" y="1229356"/>
                  </a:lnTo>
                  <a:lnTo>
                    <a:pt x="6415165" y="1232138"/>
                  </a:lnTo>
                  <a:lnTo>
                    <a:pt x="6415833" y="1223794"/>
                  </a:lnTo>
                  <a:lnTo>
                    <a:pt x="6416501" y="1257170"/>
                  </a:lnTo>
                  <a:lnTo>
                    <a:pt x="6417169" y="1335048"/>
                  </a:lnTo>
                  <a:lnTo>
                    <a:pt x="6417837" y="1335048"/>
                  </a:lnTo>
                  <a:lnTo>
                    <a:pt x="6418505" y="1335048"/>
                  </a:lnTo>
                  <a:lnTo>
                    <a:pt x="6419173" y="1335048"/>
                  </a:lnTo>
                  <a:lnTo>
                    <a:pt x="6419841" y="1335048"/>
                  </a:lnTo>
                  <a:lnTo>
                    <a:pt x="6420509" y="1335048"/>
                  </a:lnTo>
                  <a:lnTo>
                    <a:pt x="6421177" y="1290546"/>
                  </a:lnTo>
                  <a:lnTo>
                    <a:pt x="6421845" y="1279421"/>
                  </a:lnTo>
                  <a:lnTo>
                    <a:pt x="6422513" y="1279421"/>
                  </a:lnTo>
                  <a:lnTo>
                    <a:pt x="6423181" y="1279421"/>
                  </a:lnTo>
                  <a:lnTo>
                    <a:pt x="6423849" y="1279421"/>
                  </a:lnTo>
                  <a:lnTo>
                    <a:pt x="6424517" y="1279421"/>
                  </a:lnTo>
                  <a:lnTo>
                    <a:pt x="6425185" y="1279421"/>
                  </a:lnTo>
                  <a:lnTo>
                    <a:pt x="6425854" y="1279421"/>
                  </a:lnTo>
                  <a:lnTo>
                    <a:pt x="6426522" y="1296109"/>
                  </a:lnTo>
                  <a:lnTo>
                    <a:pt x="6427190" y="1335048"/>
                  </a:lnTo>
                  <a:lnTo>
                    <a:pt x="6427858" y="1335048"/>
                  </a:lnTo>
                  <a:lnTo>
                    <a:pt x="6428526" y="1343392"/>
                  </a:lnTo>
                  <a:lnTo>
                    <a:pt x="6429194" y="1446302"/>
                  </a:lnTo>
                  <a:lnTo>
                    <a:pt x="6429862" y="1499147"/>
                  </a:lnTo>
                  <a:lnTo>
                    <a:pt x="6430530" y="1507491"/>
                  </a:lnTo>
                  <a:lnTo>
                    <a:pt x="6431198" y="1557556"/>
                  </a:lnTo>
                  <a:lnTo>
                    <a:pt x="6431866" y="1602057"/>
                  </a:lnTo>
                  <a:lnTo>
                    <a:pt x="6432534" y="1613183"/>
                  </a:lnTo>
                  <a:lnTo>
                    <a:pt x="6433202" y="1613183"/>
                  </a:lnTo>
                  <a:lnTo>
                    <a:pt x="6433870" y="1613183"/>
                  </a:lnTo>
                  <a:lnTo>
                    <a:pt x="6434538" y="1613183"/>
                  </a:lnTo>
                  <a:lnTo>
                    <a:pt x="6435206" y="1613183"/>
                  </a:lnTo>
                  <a:lnTo>
                    <a:pt x="6435874" y="1613183"/>
                  </a:lnTo>
                  <a:lnTo>
                    <a:pt x="6436542" y="1613183"/>
                  </a:lnTo>
                  <a:lnTo>
                    <a:pt x="6437210" y="1613183"/>
                  </a:lnTo>
                  <a:lnTo>
                    <a:pt x="6437878" y="1654903"/>
                  </a:lnTo>
                  <a:lnTo>
                    <a:pt x="6438546" y="1668810"/>
                  </a:lnTo>
                  <a:lnTo>
                    <a:pt x="6438546" y="1668810"/>
                  </a:lnTo>
                  <a:lnTo>
                    <a:pt x="6439214" y="1668810"/>
                  </a:lnTo>
                  <a:lnTo>
                    <a:pt x="6439882" y="1668810"/>
                  </a:lnTo>
                  <a:lnTo>
                    <a:pt x="6440550" y="1668810"/>
                  </a:lnTo>
                  <a:lnTo>
                    <a:pt x="6441218" y="1668810"/>
                  </a:lnTo>
                  <a:lnTo>
                    <a:pt x="6441886" y="1668810"/>
                  </a:lnTo>
                  <a:lnTo>
                    <a:pt x="6442554" y="1668810"/>
                  </a:lnTo>
                  <a:lnTo>
                    <a:pt x="6443222" y="1668810"/>
                  </a:lnTo>
                  <a:lnTo>
                    <a:pt x="6443890" y="1668810"/>
                  </a:lnTo>
                  <a:lnTo>
                    <a:pt x="6444558" y="1668810"/>
                  </a:lnTo>
                  <a:lnTo>
                    <a:pt x="6445226" y="1668810"/>
                  </a:lnTo>
                  <a:lnTo>
                    <a:pt x="6445894" y="1668810"/>
                  </a:lnTo>
                  <a:lnTo>
                    <a:pt x="6446562" y="1668810"/>
                  </a:lnTo>
                  <a:lnTo>
                    <a:pt x="6447230" y="1668810"/>
                  </a:lnTo>
                  <a:lnTo>
                    <a:pt x="6447898" y="1668810"/>
                  </a:lnTo>
                  <a:lnTo>
                    <a:pt x="6448566" y="1668810"/>
                  </a:lnTo>
                  <a:lnTo>
                    <a:pt x="6449234" y="1668810"/>
                  </a:lnTo>
                  <a:lnTo>
                    <a:pt x="6449902" y="1668810"/>
                  </a:lnTo>
                  <a:lnTo>
                    <a:pt x="6450571" y="1668810"/>
                  </a:lnTo>
                  <a:lnTo>
                    <a:pt x="6451239" y="1635433"/>
                  </a:lnTo>
                  <a:lnTo>
                    <a:pt x="6451907" y="1613183"/>
                  </a:lnTo>
                  <a:lnTo>
                    <a:pt x="6452575" y="1613183"/>
                  </a:lnTo>
                  <a:lnTo>
                    <a:pt x="6453243" y="1613183"/>
                  </a:lnTo>
                  <a:lnTo>
                    <a:pt x="6453911" y="1613183"/>
                  </a:lnTo>
                  <a:lnTo>
                    <a:pt x="6454579" y="1613183"/>
                  </a:lnTo>
                  <a:lnTo>
                    <a:pt x="6455247" y="1613183"/>
                  </a:lnTo>
                  <a:lnTo>
                    <a:pt x="6455915" y="1613183"/>
                  </a:lnTo>
                  <a:lnTo>
                    <a:pt x="6456583" y="1613183"/>
                  </a:lnTo>
                  <a:lnTo>
                    <a:pt x="6457251" y="1613183"/>
                  </a:lnTo>
                  <a:lnTo>
                    <a:pt x="6457919" y="1613183"/>
                  </a:lnTo>
                  <a:lnTo>
                    <a:pt x="6458587" y="1613183"/>
                  </a:lnTo>
                  <a:lnTo>
                    <a:pt x="6459255" y="1613183"/>
                  </a:lnTo>
                  <a:lnTo>
                    <a:pt x="6459923" y="1613183"/>
                  </a:lnTo>
                  <a:lnTo>
                    <a:pt x="6460591" y="1613183"/>
                  </a:lnTo>
                  <a:lnTo>
                    <a:pt x="6461259" y="1613183"/>
                  </a:lnTo>
                  <a:lnTo>
                    <a:pt x="6461927" y="1613183"/>
                  </a:lnTo>
                  <a:lnTo>
                    <a:pt x="6462595" y="1613183"/>
                  </a:lnTo>
                  <a:lnTo>
                    <a:pt x="6463263" y="1613183"/>
                  </a:lnTo>
                  <a:lnTo>
                    <a:pt x="6463931" y="1613183"/>
                  </a:lnTo>
                  <a:lnTo>
                    <a:pt x="6464599" y="1613183"/>
                  </a:lnTo>
                  <a:lnTo>
                    <a:pt x="6465267" y="1613183"/>
                  </a:lnTo>
                  <a:lnTo>
                    <a:pt x="6465935" y="1613183"/>
                  </a:lnTo>
                  <a:lnTo>
                    <a:pt x="6466603" y="1613183"/>
                  </a:lnTo>
                  <a:lnTo>
                    <a:pt x="6467271" y="1613183"/>
                  </a:lnTo>
                  <a:lnTo>
                    <a:pt x="6467939" y="1643777"/>
                  </a:lnTo>
                  <a:lnTo>
                    <a:pt x="6468607" y="1668810"/>
                  </a:lnTo>
                  <a:lnTo>
                    <a:pt x="6468607" y="1668810"/>
                  </a:lnTo>
                  <a:lnTo>
                    <a:pt x="6469275" y="1668810"/>
                  </a:lnTo>
                  <a:lnTo>
                    <a:pt x="6469943" y="1668810"/>
                  </a:lnTo>
                  <a:lnTo>
                    <a:pt x="6470611" y="1668810"/>
                  </a:lnTo>
                  <a:lnTo>
                    <a:pt x="6471279" y="1668810"/>
                  </a:lnTo>
                  <a:lnTo>
                    <a:pt x="6471947" y="1668810"/>
                  </a:lnTo>
                  <a:lnTo>
                    <a:pt x="6472615" y="1668810"/>
                  </a:lnTo>
                  <a:lnTo>
                    <a:pt x="6473283" y="1668810"/>
                  </a:lnTo>
                  <a:lnTo>
                    <a:pt x="6473951" y="1668810"/>
                  </a:lnTo>
                  <a:lnTo>
                    <a:pt x="6474620" y="1668810"/>
                  </a:lnTo>
                  <a:lnTo>
                    <a:pt x="6475288" y="1668810"/>
                  </a:lnTo>
                  <a:lnTo>
                    <a:pt x="6475956" y="1668810"/>
                  </a:lnTo>
                  <a:lnTo>
                    <a:pt x="6476624" y="1668810"/>
                  </a:lnTo>
                  <a:lnTo>
                    <a:pt x="6477292" y="1668810"/>
                  </a:lnTo>
                  <a:lnTo>
                    <a:pt x="6477960" y="1668810"/>
                  </a:lnTo>
                  <a:lnTo>
                    <a:pt x="6478628" y="1668810"/>
                  </a:lnTo>
                  <a:lnTo>
                    <a:pt x="6479296" y="1668810"/>
                  </a:lnTo>
                  <a:lnTo>
                    <a:pt x="6479964" y="1668810"/>
                  </a:lnTo>
                  <a:lnTo>
                    <a:pt x="6480632" y="1668810"/>
                  </a:lnTo>
                  <a:lnTo>
                    <a:pt x="6481300" y="1668810"/>
                  </a:lnTo>
                  <a:lnTo>
                    <a:pt x="6481968" y="1668810"/>
                  </a:lnTo>
                  <a:lnTo>
                    <a:pt x="6482636" y="1668810"/>
                  </a:lnTo>
                  <a:lnTo>
                    <a:pt x="6483304" y="1668810"/>
                  </a:lnTo>
                  <a:lnTo>
                    <a:pt x="6483972" y="1668810"/>
                  </a:lnTo>
                  <a:lnTo>
                    <a:pt x="6484640" y="1668810"/>
                  </a:lnTo>
                  <a:lnTo>
                    <a:pt x="6485308" y="1668810"/>
                  </a:lnTo>
                  <a:lnTo>
                    <a:pt x="6485976" y="1668810"/>
                  </a:lnTo>
                  <a:lnTo>
                    <a:pt x="6486644" y="1668810"/>
                  </a:lnTo>
                  <a:lnTo>
                    <a:pt x="6487312" y="1668810"/>
                  </a:lnTo>
                  <a:lnTo>
                    <a:pt x="6487980" y="1668810"/>
                  </a:lnTo>
                  <a:lnTo>
                    <a:pt x="6488648" y="1668810"/>
                  </a:lnTo>
                  <a:lnTo>
                    <a:pt x="6489316" y="1668810"/>
                  </a:lnTo>
                  <a:lnTo>
                    <a:pt x="6489984" y="1668810"/>
                  </a:lnTo>
                  <a:lnTo>
                    <a:pt x="6490652" y="1668810"/>
                  </a:lnTo>
                  <a:lnTo>
                    <a:pt x="6491320" y="1621527"/>
                  </a:lnTo>
                  <a:lnTo>
                    <a:pt x="6491988" y="1613183"/>
                  </a:lnTo>
                  <a:lnTo>
                    <a:pt x="6492656" y="1613183"/>
                  </a:lnTo>
                  <a:lnTo>
                    <a:pt x="6493324" y="1613183"/>
                  </a:lnTo>
                  <a:lnTo>
                    <a:pt x="6493992" y="1613183"/>
                  </a:lnTo>
                  <a:lnTo>
                    <a:pt x="6494660" y="1613183"/>
                  </a:lnTo>
                  <a:lnTo>
                    <a:pt x="6495328" y="1613183"/>
                  </a:lnTo>
                  <a:lnTo>
                    <a:pt x="6495996" y="1593713"/>
                  </a:lnTo>
                  <a:lnTo>
                    <a:pt x="6496664" y="1557556"/>
                  </a:lnTo>
                  <a:lnTo>
                    <a:pt x="6497332" y="1557556"/>
                  </a:lnTo>
                  <a:lnTo>
                    <a:pt x="6498000" y="1557556"/>
                  </a:lnTo>
                  <a:lnTo>
                    <a:pt x="6498668" y="1557556"/>
                  </a:lnTo>
                  <a:lnTo>
                    <a:pt x="6499337" y="1504710"/>
                  </a:lnTo>
                  <a:lnTo>
                    <a:pt x="6500005" y="1501929"/>
                  </a:lnTo>
                  <a:lnTo>
                    <a:pt x="6500673" y="1501929"/>
                  </a:lnTo>
                  <a:lnTo>
                    <a:pt x="6501341" y="1501929"/>
                  </a:lnTo>
                  <a:lnTo>
                    <a:pt x="6502009" y="1501929"/>
                  </a:lnTo>
                  <a:lnTo>
                    <a:pt x="6502677" y="1501929"/>
                  </a:lnTo>
                  <a:lnTo>
                    <a:pt x="6503345" y="1501929"/>
                  </a:lnTo>
                  <a:lnTo>
                    <a:pt x="6504013" y="1501929"/>
                  </a:lnTo>
                  <a:lnTo>
                    <a:pt x="6504681" y="1501929"/>
                  </a:lnTo>
                  <a:lnTo>
                    <a:pt x="6505349" y="1501929"/>
                  </a:lnTo>
                  <a:lnTo>
                    <a:pt x="6506017" y="1501929"/>
                  </a:lnTo>
                  <a:lnTo>
                    <a:pt x="6506685" y="1465771"/>
                  </a:lnTo>
                  <a:lnTo>
                    <a:pt x="6507353" y="1446302"/>
                  </a:lnTo>
                  <a:lnTo>
                    <a:pt x="6508021" y="1465771"/>
                  </a:lnTo>
                  <a:lnTo>
                    <a:pt x="6508689" y="1446302"/>
                  </a:lnTo>
                  <a:lnTo>
                    <a:pt x="6509357" y="1446302"/>
                  </a:lnTo>
                  <a:lnTo>
                    <a:pt x="6510025" y="1396237"/>
                  </a:lnTo>
                  <a:lnTo>
                    <a:pt x="6510693" y="1390675"/>
                  </a:lnTo>
                  <a:lnTo>
                    <a:pt x="6511361" y="1390675"/>
                  </a:lnTo>
                  <a:lnTo>
                    <a:pt x="6512029" y="1390675"/>
                  </a:lnTo>
                  <a:lnTo>
                    <a:pt x="6512697" y="1407363"/>
                  </a:lnTo>
                  <a:lnTo>
                    <a:pt x="6513365" y="1446302"/>
                  </a:lnTo>
                  <a:lnTo>
                    <a:pt x="6514033" y="1446302"/>
                  </a:lnTo>
                  <a:lnTo>
                    <a:pt x="6514701" y="1446302"/>
                  </a:lnTo>
                  <a:lnTo>
                    <a:pt x="6515369" y="1446302"/>
                  </a:lnTo>
                  <a:lnTo>
                    <a:pt x="6516037" y="1496366"/>
                  </a:lnTo>
                  <a:lnTo>
                    <a:pt x="6516705" y="1501929"/>
                  </a:lnTo>
                  <a:lnTo>
                    <a:pt x="6517373" y="1501929"/>
                  </a:lnTo>
                  <a:lnTo>
                    <a:pt x="6518041" y="1501929"/>
                  </a:lnTo>
                  <a:lnTo>
                    <a:pt x="6518709" y="1501929"/>
                  </a:lnTo>
                  <a:lnTo>
                    <a:pt x="6519377" y="1501929"/>
                  </a:lnTo>
                  <a:lnTo>
                    <a:pt x="6520045" y="1501929"/>
                  </a:lnTo>
                  <a:lnTo>
                    <a:pt x="6520713" y="1501929"/>
                  </a:lnTo>
                  <a:lnTo>
                    <a:pt x="6521381" y="1501929"/>
                  </a:lnTo>
                  <a:lnTo>
                    <a:pt x="6522049" y="1501929"/>
                  </a:lnTo>
                  <a:lnTo>
                    <a:pt x="6522717" y="1501929"/>
                  </a:lnTo>
                  <a:lnTo>
                    <a:pt x="6523385" y="1535305"/>
                  </a:lnTo>
                  <a:lnTo>
                    <a:pt x="6524054" y="1557556"/>
                  </a:lnTo>
                  <a:lnTo>
                    <a:pt x="6524722" y="1579806"/>
                  </a:lnTo>
                  <a:lnTo>
                    <a:pt x="6525390" y="1613183"/>
                  </a:lnTo>
                  <a:lnTo>
                    <a:pt x="6526058" y="1613183"/>
                  </a:lnTo>
                  <a:lnTo>
                    <a:pt x="6526726" y="1660466"/>
                  </a:lnTo>
                  <a:lnTo>
                    <a:pt x="6527394" y="1668810"/>
                  </a:lnTo>
                  <a:lnTo>
                    <a:pt x="6527394" y="1668810"/>
                  </a:lnTo>
                  <a:lnTo>
                    <a:pt x="6528062" y="1668810"/>
                  </a:lnTo>
                  <a:lnTo>
                    <a:pt x="6528730" y="1668810"/>
                  </a:lnTo>
                  <a:lnTo>
                    <a:pt x="6529398" y="1668810"/>
                  </a:lnTo>
                  <a:lnTo>
                    <a:pt x="6530066" y="1668810"/>
                  </a:lnTo>
                  <a:lnTo>
                    <a:pt x="6530734" y="1668810"/>
                  </a:lnTo>
                  <a:lnTo>
                    <a:pt x="6531402" y="1668810"/>
                  </a:lnTo>
                  <a:lnTo>
                    <a:pt x="6532070" y="1668810"/>
                  </a:lnTo>
                  <a:lnTo>
                    <a:pt x="6532738" y="1668810"/>
                  </a:lnTo>
                  <a:lnTo>
                    <a:pt x="6533406" y="1668810"/>
                  </a:lnTo>
                  <a:lnTo>
                    <a:pt x="6534074" y="1657684"/>
                  </a:lnTo>
                  <a:lnTo>
                    <a:pt x="6534742" y="1613183"/>
                  </a:lnTo>
                  <a:lnTo>
                    <a:pt x="6535410" y="1613183"/>
                  </a:lnTo>
                  <a:lnTo>
                    <a:pt x="6536078" y="1613183"/>
                  </a:lnTo>
                  <a:lnTo>
                    <a:pt x="6536746" y="1613183"/>
                  </a:lnTo>
                  <a:lnTo>
                    <a:pt x="6537414" y="1613183"/>
                  </a:lnTo>
                  <a:lnTo>
                    <a:pt x="6538082" y="1613183"/>
                  </a:lnTo>
                  <a:lnTo>
                    <a:pt x="6538750" y="1613183"/>
                  </a:lnTo>
                  <a:lnTo>
                    <a:pt x="6539418" y="1613183"/>
                  </a:lnTo>
                  <a:lnTo>
                    <a:pt x="6540086" y="1613183"/>
                  </a:lnTo>
                  <a:lnTo>
                    <a:pt x="6540754" y="1613183"/>
                  </a:lnTo>
                  <a:lnTo>
                    <a:pt x="6541422" y="1613183"/>
                  </a:lnTo>
                  <a:lnTo>
                    <a:pt x="6542090" y="1613183"/>
                  </a:lnTo>
                  <a:lnTo>
                    <a:pt x="6542758" y="1613183"/>
                  </a:lnTo>
                  <a:lnTo>
                    <a:pt x="6543426" y="1613183"/>
                  </a:lnTo>
                  <a:lnTo>
                    <a:pt x="6544094" y="1602057"/>
                  </a:lnTo>
                  <a:lnTo>
                    <a:pt x="6544762" y="1501929"/>
                  </a:lnTo>
                  <a:lnTo>
                    <a:pt x="6545430" y="1501929"/>
                  </a:lnTo>
                  <a:lnTo>
                    <a:pt x="6546098" y="1501929"/>
                  </a:lnTo>
                  <a:lnTo>
                    <a:pt x="6546766" y="1501929"/>
                  </a:lnTo>
                  <a:lnTo>
                    <a:pt x="6547434" y="1501929"/>
                  </a:lnTo>
                  <a:lnTo>
                    <a:pt x="6548102" y="1501929"/>
                  </a:lnTo>
                  <a:lnTo>
                    <a:pt x="6548771" y="1501929"/>
                  </a:lnTo>
                  <a:lnTo>
                    <a:pt x="6549439" y="1501929"/>
                  </a:lnTo>
                  <a:lnTo>
                    <a:pt x="6550107" y="1501929"/>
                  </a:lnTo>
                  <a:lnTo>
                    <a:pt x="6550775" y="1510273"/>
                  </a:lnTo>
                  <a:lnTo>
                    <a:pt x="6551443" y="1557556"/>
                  </a:lnTo>
                  <a:lnTo>
                    <a:pt x="6552111" y="1557556"/>
                  </a:lnTo>
                  <a:lnTo>
                    <a:pt x="6552779" y="1557556"/>
                  </a:lnTo>
                  <a:lnTo>
                    <a:pt x="6553447" y="1557556"/>
                  </a:lnTo>
                  <a:lnTo>
                    <a:pt x="6554115" y="1557556"/>
                  </a:lnTo>
                  <a:lnTo>
                    <a:pt x="6554783" y="1557556"/>
                  </a:lnTo>
                  <a:lnTo>
                    <a:pt x="6555451" y="1557556"/>
                  </a:lnTo>
                  <a:lnTo>
                    <a:pt x="6556119" y="1554774"/>
                  </a:lnTo>
                  <a:lnTo>
                    <a:pt x="6556787" y="1501929"/>
                  </a:lnTo>
                  <a:lnTo>
                    <a:pt x="6557455" y="1501929"/>
                  </a:lnTo>
                  <a:lnTo>
                    <a:pt x="6558123" y="1501929"/>
                  </a:lnTo>
                  <a:lnTo>
                    <a:pt x="6558791" y="1501929"/>
                  </a:lnTo>
                  <a:lnTo>
                    <a:pt x="6559459" y="1501929"/>
                  </a:lnTo>
                  <a:lnTo>
                    <a:pt x="6560127" y="1501929"/>
                  </a:lnTo>
                  <a:lnTo>
                    <a:pt x="6560795" y="1501929"/>
                  </a:lnTo>
                  <a:lnTo>
                    <a:pt x="6561463" y="1554774"/>
                  </a:lnTo>
                  <a:lnTo>
                    <a:pt x="6562131" y="1557556"/>
                  </a:lnTo>
                  <a:lnTo>
                    <a:pt x="6562799" y="1557556"/>
                  </a:lnTo>
                  <a:lnTo>
                    <a:pt x="6563467" y="1557556"/>
                  </a:lnTo>
                  <a:lnTo>
                    <a:pt x="6564135" y="1557556"/>
                  </a:lnTo>
                  <a:lnTo>
                    <a:pt x="6564803" y="1557556"/>
                  </a:lnTo>
                  <a:lnTo>
                    <a:pt x="6565471" y="1557556"/>
                  </a:lnTo>
                  <a:lnTo>
                    <a:pt x="6566139" y="1557556"/>
                  </a:lnTo>
                  <a:lnTo>
                    <a:pt x="6566807" y="1557556"/>
                  </a:lnTo>
                  <a:lnTo>
                    <a:pt x="6567475" y="1557556"/>
                  </a:lnTo>
                  <a:lnTo>
                    <a:pt x="6568143" y="1557556"/>
                  </a:lnTo>
                  <a:lnTo>
                    <a:pt x="6568811" y="1557556"/>
                  </a:lnTo>
                  <a:lnTo>
                    <a:pt x="6569479" y="1557556"/>
                  </a:lnTo>
                  <a:lnTo>
                    <a:pt x="6570147" y="1557556"/>
                  </a:lnTo>
                  <a:lnTo>
                    <a:pt x="6570815" y="1557556"/>
                  </a:lnTo>
                  <a:lnTo>
                    <a:pt x="6571483" y="1557556"/>
                  </a:lnTo>
                  <a:lnTo>
                    <a:pt x="6572151" y="1557556"/>
                  </a:lnTo>
                  <a:lnTo>
                    <a:pt x="6572820" y="1557556"/>
                  </a:lnTo>
                  <a:lnTo>
                    <a:pt x="6573488" y="1613183"/>
                  </a:lnTo>
                  <a:lnTo>
                    <a:pt x="6574156" y="1563118"/>
                  </a:lnTo>
                  <a:lnTo>
                    <a:pt x="6574824" y="1557556"/>
                  </a:lnTo>
                  <a:lnTo>
                    <a:pt x="6575492" y="1557556"/>
                  </a:lnTo>
                  <a:lnTo>
                    <a:pt x="6576160" y="1557556"/>
                  </a:lnTo>
                  <a:lnTo>
                    <a:pt x="6576828" y="1557556"/>
                  </a:lnTo>
                  <a:lnTo>
                    <a:pt x="6577496" y="1563118"/>
                  </a:lnTo>
                  <a:lnTo>
                    <a:pt x="6578164" y="1560337"/>
                  </a:lnTo>
                  <a:lnTo>
                    <a:pt x="6578832" y="1557556"/>
                  </a:lnTo>
                  <a:lnTo>
                    <a:pt x="6579500" y="1557556"/>
                  </a:lnTo>
                  <a:lnTo>
                    <a:pt x="6580168" y="1557556"/>
                  </a:lnTo>
                  <a:lnTo>
                    <a:pt x="6580836" y="1557556"/>
                  </a:lnTo>
                  <a:lnTo>
                    <a:pt x="6581504" y="1557556"/>
                  </a:lnTo>
                  <a:lnTo>
                    <a:pt x="6582172" y="1557556"/>
                  </a:lnTo>
                  <a:lnTo>
                    <a:pt x="6582840" y="1557556"/>
                  </a:lnTo>
                  <a:lnTo>
                    <a:pt x="6583508" y="1557556"/>
                  </a:lnTo>
                  <a:lnTo>
                    <a:pt x="6584176" y="1557556"/>
                  </a:lnTo>
                  <a:lnTo>
                    <a:pt x="6584844" y="1557556"/>
                  </a:lnTo>
                  <a:lnTo>
                    <a:pt x="6585512" y="1557556"/>
                  </a:lnTo>
                  <a:lnTo>
                    <a:pt x="6586180" y="1557556"/>
                  </a:lnTo>
                  <a:lnTo>
                    <a:pt x="6586848" y="1557556"/>
                  </a:lnTo>
                  <a:lnTo>
                    <a:pt x="6587516" y="1557556"/>
                  </a:lnTo>
                  <a:lnTo>
                    <a:pt x="6588184" y="1557556"/>
                  </a:lnTo>
                  <a:lnTo>
                    <a:pt x="6588852" y="1557556"/>
                  </a:lnTo>
                  <a:lnTo>
                    <a:pt x="6589520" y="1557556"/>
                  </a:lnTo>
                  <a:lnTo>
                    <a:pt x="6590188" y="1540867"/>
                  </a:lnTo>
                  <a:lnTo>
                    <a:pt x="6590856" y="1549211"/>
                  </a:lnTo>
                  <a:lnTo>
                    <a:pt x="6591524" y="1557556"/>
                  </a:lnTo>
                  <a:lnTo>
                    <a:pt x="6592192" y="1557556"/>
                  </a:lnTo>
                  <a:lnTo>
                    <a:pt x="6592860" y="1557556"/>
                  </a:lnTo>
                  <a:lnTo>
                    <a:pt x="6593528" y="1549212"/>
                  </a:lnTo>
                  <a:lnTo>
                    <a:pt x="6594196" y="1501929"/>
                  </a:lnTo>
                  <a:lnTo>
                    <a:pt x="6594864" y="1551993"/>
                  </a:lnTo>
                  <a:lnTo>
                    <a:pt x="6595532" y="1557556"/>
                  </a:lnTo>
                  <a:lnTo>
                    <a:pt x="6596200" y="1551993"/>
                  </a:lnTo>
                  <a:lnTo>
                    <a:pt x="6596868" y="1501929"/>
                  </a:lnTo>
                  <a:lnTo>
                    <a:pt x="6597537" y="1501929"/>
                  </a:lnTo>
                  <a:lnTo>
                    <a:pt x="6598205" y="1501929"/>
                  </a:lnTo>
                  <a:lnTo>
                    <a:pt x="6598873" y="1501929"/>
                  </a:lnTo>
                  <a:lnTo>
                    <a:pt x="6599541" y="1501929"/>
                  </a:lnTo>
                  <a:lnTo>
                    <a:pt x="6600209" y="1501929"/>
                  </a:lnTo>
                  <a:lnTo>
                    <a:pt x="6600877" y="1501929"/>
                  </a:lnTo>
                  <a:lnTo>
                    <a:pt x="6601545" y="1501929"/>
                  </a:lnTo>
                  <a:lnTo>
                    <a:pt x="6602213" y="1501929"/>
                  </a:lnTo>
                  <a:lnTo>
                    <a:pt x="6602881" y="1501929"/>
                  </a:lnTo>
                  <a:lnTo>
                    <a:pt x="6603549" y="1451864"/>
                  </a:lnTo>
                  <a:lnTo>
                    <a:pt x="6604217" y="1390675"/>
                  </a:lnTo>
                  <a:lnTo>
                    <a:pt x="6604885" y="1362861"/>
                  </a:lnTo>
                  <a:lnTo>
                    <a:pt x="6605553" y="1335048"/>
                  </a:lnTo>
                  <a:lnTo>
                    <a:pt x="6606221" y="1335048"/>
                  </a:lnTo>
                  <a:lnTo>
                    <a:pt x="6606889" y="1348954"/>
                  </a:lnTo>
                  <a:lnTo>
                    <a:pt x="6607557" y="1354517"/>
                  </a:lnTo>
                  <a:lnTo>
                    <a:pt x="6608225" y="1335048"/>
                  </a:lnTo>
                  <a:lnTo>
                    <a:pt x="6608893" y="1335048"/>
                  </a:lnTo>
                  <a:lnTo>
                    <a:pt x="6609561" y="1335048"/>
                  </a:lnTo>
                  <a:lnTo>
                    <a:pt x="6610229" y="1340610"/>
                  </a:lnTo>
                  <a:lnTo>
                    <a:pt x="6610897" y="1390675"/>
                  </a:lnTo>
                  <a:lnTo>
                    <a:pt x="6611565" y="1390675"/>
                  </a:lnTo>
                  <a:lnTo>
                    <a:pt x="6612233" y="1390675"/>
                  </a:lnTo>
                  <a:lnTo>
                    <a:pt x="6612901" y="1351736"/>
                  </a:lnTo>
                  <a:lnTo>
                    <a:pt x="6613569" y="1279421"/>
                  </a:lnTo>
                  <a:lnTo>
                    <a:pt x="6614237" y="1195980"/>
                  </a:lnTo>
                  <a:lnTo>
                    <a:pt x="6614905" y="1168166"/>
                  </a:lnTo>
                  <a:lnTo>
                    <a:pt x="6615573" y="1168166"/>
                  </a:lnTo>
                  <a:lnTo>
                    <a:pt x="6616241" y="1168166"/>
                  </a:lnTo>
                  <a:lnTo>
                    <a:pt x="6616909" y="1168166"/>
                  </a:lnTo>
                  <a:lnTo>
                    <a:pt x="6617577" y="1168166"/>
                  </a:lnTo>
                  <a:lnTo>
                    <a:pt x="6618245" y="1168166"/>
                  </a:lnTo>
                  <a:lnTo>
                    <a:pt x="6618913" y="1168166"/>
                  </a:lnTo>
                  <a:lnTo>
                    <a:pt x="6619581" y="1168166"/>
                  </a:lnTo>
                  <a:lnTo>
                    <a:pt x="6620249" y="1212668"/>
                  </a:lnTo>
                  <a:lnTo>
                    <a:pt x="6620917" y="1279421"/>
                  </a:lnTo>
                  <a:lnTo>
                    <a:pt x="6621585" y="1290546"/>
                  </a:lnTo>
                  <a:lnTo>
                    <a:pt x="6622254" y="1279421"/>
                  </a:lnTo>
                  <a:lnTo>
                    <a:pt x="6622922" y="1279421"/>
                  </a:lnTo>
                  <a:lnTo>
                    <a:pt x="6623590" y="1254388"/>
                  </a:lnTo>
                  <a:lnTo>
                    <a:pt x="6624258" y="1257170"/>
                  </a:lnTo>
                  <a:lnTo>
                    <a:pt x="6624926" y="1279421"/>
                  </a:lnTo>
                  <a:lnTo>
                    <a:pt x="6625594" y="1279421"/>
                  </a:lnTo>
                  <a:lnTo>
                    <a:pt x="6626262" y="1279421"/>
                  </a:lnTo>
                  <a:lnTo>
                    <a:pt x="6626930" y="1279421"/>
                  </a:lnTo>
                  <a:lnTo>
                    <a:pt x="6627598" y="1279421"/>
                  </a:lnTo>
                  <a:lnTo>
                    <a:pt x="6628266" y="1279421"/>
                  </a:lnTo>
                  <a:lnTo>
                    <a:pt x="6628934" y="1279421"/>
                  </a:lnTo>
                  <a:lnTo>
                    <a:pt x="6629602" y="1312797"/>
                  </a:lnTo>
                  <a:lnTo>
                    <a:pt x="6630270" y="1446302"/>
                  </a:lnTo>
                  <a:lnTo>
                    <a:pt x="6630938" y="1524179"/>
                  </a:lnTo>
                  <a:lnTo>
                    <a:pt x="6631606" y="1557556"/>
                  </a:lnTo>
                  <a:lnTo>
                    <a:pt x="6632274" y="1557556"/>
                  </a:lnTo>
                  <a:lnTo>
                    <a:pt x="6632942" y="1557556"/>
                  </a:lnTo>
                  <a:lnTo>
                    <a:pt x="6633610" y="1557556"/>
                  </a:lnTo>
                  <a:lnTo>
                    <a:pt x="6634278" y="1538086"/>
                  </a:lnTo>
                  <a:lnTo>
                    <a:pt x="6634946" y="1501929"/>
                  </a:lnTo>
                  <a:lnTo>
                    <a:pt x="6635614" y="1501929"/>
                  </a:lnTo>
                  <a:lnTo>
                    <a:pt x="6636282" y="1501929"/>
                  </a:lnTo>
                  <a:lnTo>
                    <a:pt x="6636950" y="1501929"/>
                  </a:lnTo>
                  <a:lnTo>
                    <a:pt x="6637618" y="1501929"/>
                  </a:lnTo>
                  <a:lnTo>
                    <a:pt x="6638286" y="1499147"/>
                  </a:lnTo>
                  <a:lnTo>
                    <a:pt x="6638954" y="1457427"/>
                  </a:lnTo>
                  <a:lnTo>
                    <a:pt x="6639622" y="1446302"/>
                  </a:lnTo>
                  <a:lnTo>
                    <a:pt x="6640290" y="1387893"/>
                  </a:lnTo>
                  <a:lnTo>
                    <a:pt x="6640958" y="1329485"/>
                  </a:lnTo>
                  <a:lnTo>
                    <a:pt x="6641626" y="1209887"/>
                  </a:lnTo>
                  <a:lnTo>
                    <a:pt x="6642294" y="1137572"/>
                  </a:lnTo>
                  <a:lnTo>
                    <a:pt x="6642962" y="1068038"/>
                  </a:lnTo>
                  <a:lnTo>
                    <a:pt x="6643630" y="1001286"/>
                  </a:lnTo>
                  <a:lnTo>
                    <a:pt x="6644298" y="870562"/>
                  </a:lnTo>
                  <a:lnTo>
                    <a:pt x="6644966" y="753745"/>
                  </a:lnTo>
                  <a:lnTo>
                    <a:pt x="6645634" y="631366"/>
                  </a:lnTo>
                  <a:lnTo>
                    <a:pt x="6646302" y="553488"/>
                  </a:lnTo>
                  <a:lnTo>
                    <a:pt x="6646971" y="495080"/>
                  </a:lnTo>
                  <a:lnTo>
                    <a:pt x="6647639" y="372700"/>
                  </a:lnTo>
                  <a:lnTo>
                    <a:pt x="6648307" y="178006"/>
                  </a:lnTo>
                  <a:lnTo>
                    <a:pt x="6648975" y="80659"/>
                  </a:lnTo>
                  <a:lnTo>
                    <a:pt x="6649387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286940" y="4685334"/>
              <a:ext cx="1711554" cy="1668810"/>
            </a:xfrm>
            <a:custGeom>
              <a:avLst/>
              <a:pathLst>
                <a:path w="1711554" h="1668810">
                  <a:moveTo>
                    <a:pt x="0" y="0"/>
                  </a:moveTo>
                  <a:lnTo>
                    <a:pt x="69" y="8344"/>
                  </a:lnTo>
                  <a:lnTo>
                    <a:pt x="737" y="203038"/>
                  </a:lnTo>
                  <a:lnTo>
                    <a:pt x="1405" y="303167"/>
                  </a:lnTo>
                  <a:lnTo>
                    <a:pt x="2073" y="400514"/>
                  </a:lnTo>
                  <a:lnTo>
                    <a:pt x="2741" y="639710"/>
                  </a:lnTo>
                  <a:lnTo>
                    <a:pt x="3409" y="673086"/>
                  </a:lnTo>
                  <a:lnTo>
                    <a:pt x="4077" y="714806"/>
                  </a:lnTo>
                  <a:lnTo>
                    <a:pt x="4745" y="698118"/>
                  </a:lnTo>
                  <a:lnTo>
                    <a:pt x="5413" y="814935"/>
                  </a:lnTo>
                  <a:lnTo>
                    <a:pt x="6081" y="931752"/>
                  </a:lnTo>
                  <a:lnTo>
                    <a:pt x="6749" y="1001286"/>
                  </a:lnTo>
                  <a:lnTo>
                    <a:pt x="7417" y="1051350"/>
                  </a:lnTo>
                  <a:lnTo>
                    <a:pt x="8085" y="1143134"/>
                  </a:lnTo>
                  <a:lnTo>
                    <a:pt x="8753" y="1240482"/>
                  </a:lnTo>
                  <a:lnTo>
                    <a:pt x="9421" y="1279421"/>
                  </a:lnTo>
                  <a:lnTo>
                    <a:pt x="10089" y="1321141"/>
                  </a:lnTo>
                  <a:lnTo>
                    <a:pt x="10757" y="1337829"/>
                  </a:lnTo>
                  <a:lnTo>
                    <a:pt x="11425" y="1337829"/>
                  </a:lnTo>
                  <a:lnTo>
                    <a:pt x="12093" y="1335048"/>
                  </a:lnTo>
                  <a:lnTo>
                    <a:pt x="12761" y="1321141"/>
                  </a:lnTo>
                  <a:lnTo>
                    <a:pt x="13429" y="1237700"/>
                  </a:lnTo>
                  <a:lnTo>
                    <a:pt x="14097" y="1234919"/>
                  </a:lnTo>
                  <a:lnTo>
                    <a:pt x="14765" y="1179292"/>
                  </a:lnTo>
                  <a:lnTo>
                    <a:pt x="15433" y="1168166"/>
                  </a:lnTo>
                  <a:lnTo>
                    <a:pt x="16101" y="1237700"/>
                  </a:lnTo>
                  <a:lnTo>
                    <a:pt x="16769" y="1279421"/>
                  </a:lnTo>
                  <a:lnTo>
                    <a:pt x="17437" y="1279421"/>
                  </a:lnTo>
                  <a:lnTo>
                    <a:pt x="18105" y="1251607"/>
                  </a:lnTo>
                  <a:lnTo>
                    <a:pt x="18773" y="1248826"/>
                  </a:lnTo>
                  <a:lnTo>
                    <a:pt x="19441" y="1279421"/>
                  </a:lnTo>
                  <a:lnTo>
                    <a:pt x="20109" y="1279421"/>
                  </a:lnTo>
                  <a:lnTo>
                    <a:pt x="20777" y="1284983"/>
                  </a:lnTo>
                  <a:lnTo>
                    <a:pt x="21445" y="1335048"/>
                  </a:lnTo>
                  <a:lnTo>
                    <a:pt x="22114" y="1318359"/>
                  </a:lnTo>
                  <a:lnTo>
                    <a:pt x="22782" y="1268295"/>
                  </a:lnTo>
                  <a:lnTo>
                    <a:pt x="23450" y="1223794"/>
                  </a:lnTo>
                  <a:lnTo>
                    <a:pt x="24118" y="1223794"/>
                  </a:lnTo>
                  <a:lnTo>
                    <a:pt x="24786" y="1195980"/>
                  </a:lnTo>
                  <a:lnTo>
                    <a:pt x="25454" y="1168166"/>
                  </a:lnTo>
                  <a:lnTo>
                    <a:pt x="26122" y="1168166"/>
                  </a:lnTo>
                  <a:lnTo>
                    <a:pt x="26790" y="1168166"/>
                  </a:lnTo>
                  <a:lnTo>
                    <a:pt x="27458" y="1168166"/>
                  </a:lnTo>
                  <a:lnTo>
                    <a:pt x="28126" y="1218231"/>
                  </a:lnTo>
                  <a:lnTo>
                    <a:pt x="28794" y="1223794"/>
                  </a:lnTo>
                  <a:lnTo>
                    <a:pt x="29462" y="1234919"/>
                  </a:lnTo>
                  <a:lnTo>
                    <a:pt x="30130" y="1318360"/>
                  </a:lnTo>
                  <a:lnTo>
                    <a:pt x="30798" y="1362861"/>
                  </a:lnTo>
                  <a:lnTo>
                    <a:pt x="31466" y="1360080"/>
                  </a:lnTo>
                  <a:lnTo>
                    <a:pt x="32134" y="1335048"/>
                  </a:lnTo>
                  <a:lnTo>
                    <a:pt x="32802" y="1335048"/>
                  </a:lnTo>
                  <a:lnTo>
                    <a:pt x="33470" y="1335048"/>
                  </a:lnTo>
                  <a:lnTo>
                    <a:pt x="34138" y="1335048"/>
                  </a:lnTo>
                  <a:lnTo>
                    <a:pt x="34806" y="1360080"/>
                  </a:lnTo>
                  <a:lnTo>
                    <a:pt x="35474" y="1390675"/>
                  </a:lnTo>
                  <a:lnTo>
                    <a:pt x="36142" y="1390675"/>
                  </a:lnTo>
                  <a:lnTo>
                    <a:pt x="36810" y="1390675"/>
                  </a:lnTo>
                  <a:lnTo>
                    <a:pt x="37478" y="1390675"/>
                  </a:lnTo>
                  <a:lnTo>
                    <a:pt x="38146" y="1390675"/>
                  </a:lnTo>
                  <a:lnTo>
                    <a:pt x="38814" y="1404581"/>
                  </a:lnTo>
                  <a:lnTo>
                    <a:pt x="39482" y="1454646"/>
                  </a:lnTo>
                  <a:lnTo>
                    <a:pt x="40150" y="1471334"/>
                  </a:lnTo>
                  <a:lnTo>
                    <a:pt x="40818" y="1382331"/>
                  </a:lnTo>
                  <a:lnTo>
                    <a:pt x="41486" y="1360080"/>
                  </a:lnTo>
                  <a:lnTo>
                    <a:pt x="42154" y="1390675"/>
                  </a:lnTo>
                  <a:lnTo>
                    <a:pt x="42822" y="1390675"/>
                  </a:lnTo>
                  <a:lnTo>
                    <a:pt x="43490" y="1340610"/>
                  </a:lnTo>
                  <a:lnTo>
                    <a:pt x="44158" y="1307234"/>
                  </a:lnTo>
                  <a:lnTo>
                    <a:pt x="44826" y="1279421"/>
                  </a:lnTo>
                  <a:lnTo>
                    <a:pt x="45494" y="1279421"/>
                  </a:lnTo>
                  <a:lnTo>
                    <a:pt x="46162" y="1279421"/>
                  </a:lnTo>
                  <a:lnTo>
                    <a:pt x="46831" y="1237700"/>
                  </a:lnTo>
                  <a:lnTo>
                    <a:pt x="47499" y="1223794"/>
                  </a:lnTo>
                  <a:lnTo>
                    <a:pt x="48167" y="1290546"/>
                  </a:lnTo>
                  <a:lnTo>
                    <a:pt x="48835" y="1335048"/>
                  </a:lnTo>
                  <a:lnTo>
                    <a:pt x="49503" y="1335048"/>
                  </a:lnTo>
                  <a:lnTo>
                    <a:pt x="50171" y="1335048"/>
                  </a:lnTo>
                  <a:lnTo>
                    <a:pt x="50839" y="1282202"/>
                  </a:lnTo>
                  <a:lnTo>
                    <a:pt x="51507" y="1279421"/>
                  </a:lnTo>
                  <a:lnTo>
                    <a:pt x="52175" y="1279421"/>
                  </a:lnTo>
                  <a:lnTo>
                    <a:pt x="52843" y="1279421"/>
                  </a:lnTo>
                  <a:lnTo>
                    <a:pt x="53511" y="1257170"/>
                  </a:lnTo>
                  <a:lnTo>
                    <a:pt x="54179" y="1223794"/>
                  </a:lnTo>
                  <a:lnTo>
                    <a:pt x="54847" y="1223794"/>
                  </a:lnTo>
                  <a:lnTo>
                    <a:pt x="55515" y="1223794"/>
                  </a:lnTo>
                  <a:lnTo>
                    <a:pt x="56183" y="1223794"/>
                  </a:lnTo>
                  <a:lnTo>
                    <a:pt x="56851" y="1251607"/>
                  </a:lnTo>
                  <a:lnTo>
                    <a:pt x="57519" y="1335048"/>
                  </a:lnTo>
                  <a:lnTo>
                    <a:pt x="58187" y="1301671"/>
                  </a:lnTo>
                  <a:lnTo>
                    <a:pt x="58855" y="1279421"/>
                  </a:lnTo>
                  <a:lnTo>
                    <a:pt x="59523" y="1279421"/>
                  </a:lnTo>
                  <a:lnTo>
                    <a:pt x="60191" y="1296109"/>
                  </a:lnTo>
                  <a:lnTo>
                    <a:pt x="60859" y="1304453"/>
                  </a:lnTo>
                  <a:lnTo>
                    <a:pt x="61527" y="1335048"/>
                  </a:lnTo>
                  <a:lnTo>
                    <a:pt x="62195" y="1335048"/>
                  </a:lnTo>
                  <a:lnTo>
                    <a:pt x="62863" y="1335048"/>
                  </a:lnTo>
                  <a:lnTo>
                    <a:pt x="63531" y="1373986"/>
                  </a:lnTo>
                  <a:lnTo>
                    <a:pt x="64199" y="1390675"/>
                  </a:lnTo>
                  <a:lnTo>
                    <a:pt x="64867" y="1390675"/>
                  </a:lnTo>
                  <a:lnTo>
                    <a:pt x="65535" y="1390675"/>
                  </a:lnTo>
                  <a:lnTo>
                    <a:pt x="66203" y="1390675"/>
                  </a:lnTo>
                  <a:lnTo>
                    <a:pt x="66871" y="1390675"/>
                  </a:lnTo>
                  <a:lnTo>
                    <a:pt x="67539" y="1440739"/>
                  </a:lnTo>
                  <a:lnTo>
                    <a:pt x="68207" y="1393456"/>
                  </a:lnTo>
                  <a:lnTo>
                    <a:pt x="68875" y="1390675"/>
                  </a:lnTo>
                  <a:lnTo>
                    <a:pt x="69543" y="1390675"/>
                  </a:lnTo>
                  <a:lnTo>
                    <a:pt x="70211" y="1410144"/>
                  </a:lnTo>
                  <a:lnTo>
                    <a:pt x="70879" y="1446302"/>
                  </a:lnTo>
                  <a:lnTo>
                    <a:pt x="71548" y="1446302"/>
                  </a:lnTo>
                  <a:lnTo>
                    <a:pt x="72216" y="1404581"/>
                  </a:lnTo>
                  <a:lnTo>
                    <a:pt x="72884" y="1390675"/>
                  </a:lnTo>
                  <a:lnTo>
                    <a:pt x="73552" y="1390675"/>
                  </a:lnTo>
                  <a:lnTo>
                    <a:pt x="74220" y="1390675"/>
                  </a:lnTo>
                  <a:lnTo>
                    <a:pt x="74888" y="1476896"/>
                  </a:lnTo>
                  <a:lnTo>
                    <a:pt x="75556" y="1501929"/>
                  </a:lnTo>
                  <a:lnTo>
                    <a:pt x="76224" y="1501929"/>
                  </a:lnTo>
                  <a:lnTo>
                    <a:pt x="76892" y="1529742"/>
                  </a:lnTo>
                  <a:lnTo>
                    <a:pt x="77560" y="1557556"/>
                  </a:lnTo>
                  <a:lnTo>
                    <a:pt x="78228" y="1518617"/>
                  </a:lnTo>
                  <a:lnTo>
                    <a:pt x="78896" y="1501929"/>
                  </a:lnTo>
                  <a:lnTo>
                    <a:pt x="79564" y="1471334"/>
                  </a:lnTo>
                  <a:lnTo>
                    <a:pt x="80232" y="1351736"/>
                  </a:lnTo>
                  <a:lnTo>
                    <a:pt x="80900" y="1335048"/>
                  </a:lnTo>
                  <a:lnTo>
                    <a:pt x="81568" y="1335048"/>
                  </a:lnTo>
                  <a:lnTo>
                    <a:pt x="82236" y="1335048"/>
                  </a:lnTo>
                  <a:lnTo>
                    <a:pt x="82904" y="1329485"/>
                  </a:lnTo>
                  <a:lnTo>
                    <a:pt x="83572" y="1279421"/>
                  </a:lnTo>
                  <a:lnTo>
                    <a:pt x="84240" y="1279421"/>
                  </a:lnTo>
                  <a:lnTo>
                    <a:pt x="84908" y="1329485"/>
                  </a:lnTo>
                  <a:lnTo>
                    <a:pt x="85576" y="1335048"/>
                  </a:lnTo>
                  <a:lnTo>
                    <a:pt x="86244" y="1335048"/>
                  </a:lnTo>
                  <a:lnTo>
                    <a:pt x="86912" y="1335048"/>
                  </a:lnTo>
                  <a:lnTo>
                    <a:pt x="87580" y="1335048"/>
                  </a:lnTo>
                  <a:lnTo>
                    <a:pt x="88248" y="1335048"/>
                  </a:lnTo>
                  <a:lnTo>
                    <a:pt x="88916" y="1371205"/>
                  </a:lnTo>
                  <a:lnTo>
                    <a:pt x="89584" y="1335048"/>
                  </a:lnTo>
                  <a:lnTo>
                    <a:pt x="90252" y="1335048"/>
                  </a:lnTo>
                  <a:lnTo>
                    <a:pt x="90920" y="1335048"/>
                  </a:lnTo>
                  <a:lnTo>
                    <a:pt x="91588" y="1335048"/>
                  </a:lnTo>
                  <a:lnTo>
                    <a:pt x="92256" y="1335048"/>
                  </a:lnTo>
                  <a:lnTo>
                    <a:pt x="92924" y="1335048"/>
                  </a:lnTo>
                  <a:lnTo>
                    <a:pt x="93592" y="1335048"/>
                  </a:lnTo>
                  <a:lnTo>
                    <a:pt x="94260" y="1335048"/>
                  </a:lnTo>
                  <a:lnTo>
                    <a:pt x="94928" y="1343392"/>
                  </a:lnTo>
                  <a:lnTo>
                    <a:pt x="95596" y="1279421"/>
                  </a:lnTo>
                  <a:lnTo>
                    <a:pt x="96265" y="1307234"/>
                  </a:lnTo>
                  <a:lnTo>
                    <a:pt x="96933" y="1424051"/>
                  </a:lnTo>
                  <a:lnTo>
                    <a:pt x="97601" y="1443520"/>
                  </a:lnTo>
                  <a:lnTo>
                    <a:pt x="98269" y="1390675"/>
                  </a:lnTo>
                  <a:lnTo>
                    <a:pt x="98937" y="1390675"/>
                  </a:lnTo>
                  <a:lnTo>
                    <a:pt x="99605" y="1393456"/>
                  </a:lnTo>
                  <a:lnTo>
                    <a:pt x="100273" y="1446302"/>
                  </a:lnTo>
                  <a:lnTo>
                    <a:pt x="100941" y="1446302"/>
                  </a:lnTo>
                  <a:lnTo>
                    <a:pt x="101609" y="1440739"/>
                  </a:lnTo>
                  <a:lnTo>
                    <a:pt x="102277" y="1390675"/>
                  </a:lnTo>
                  <a:lnTo>
                    <a:pt x="102945" y="1390675"/>
                  </a:lnTo>
                  <a:lnTo>
                    <a:pt x="103613" y="1390675"/>
                  </a:lnTo>
                  <a:lnTo>
                    <a:pt x="104281" y="1390675"/>
                  </a:lnTo>
                  <a:lnTo>
                    <a:pt x="104949" y="1387893"/>
                  </a:lnTo>
                  <a:lnTo>
                    <a:pt x="105617" y="1221012"/>
                  </a:lnTo>
                  <a:lnTo>
                    <a:pt x="106285" y="1223794"/>
                  </a:lnTo>
                  <a:lnTo>
                    <a:pt x="106953" y="1168166"/>
                  </a:lnTo>
                  <a:lnTo>
                    <a:pt x="107621" y="1126446"/>
                  </a:lnTo>
                  <a:lnTo>
                    <a:pt x="108289" y="1009630"/>
                  </a:lnTo>
                  <a:lnTo>
                    <a:pt x="108957" y="1001286"/>
                  </a:lnTo>
                  <a:lnTo>
                    <a:pt x="109625" y="945659"/>
                  </a:lnTo>
                  <a:lnTo>
                    <a:pt x="110293" y="928971"/>
                  </a:lnTo>
                  <a:lnTo>
                    <a:pt x="110961" y="834405"/>
                  </a:lnTo>
                  <a:lnTo>
                    <a:pt x="111629" y="856655"/>
                  </a:lnTo>
                  <a:lnTo>
                    <a:pt x="112297" y="945659"/>
                  </a:lnTo>
                  <a:lnTo>
                    <a:pt x="112965" y="945659"/>
                  </a:lnTo>
                  <a:lnTo>
                    <a:pt x="113633" y="945659"/>
                  </a:lnTo>
                  <a:lnTo>
                    <a:pt x="114301" y="895594"/>
                  </a:lnTo>
                  <a:lnTo>
                    <a:pt x="114969" y="912282"/>
                  </a:lnTo>
                  <a:lnTo>
                    <a:pt x="115637" y="890032"/>
                  </a:lnTo>
                  <a:lnTo>
                    <a:pt x="116305" y="890032"/>
                  </a:lnTo>
                  <a:lnTo>
                    <a:pt x="116973" y="887250"/>
                  </a:lnTo>
                  <a:lnTo>
                    <a:pt x="117641" y="784340"/>
                  </a:lnTo>
                  <a:lnTo>
                    <a:pt x="118309" y="781559"/>
                  </a:lnTo>
                  <a:lnTo>
                    <a:pt x="118977" y="834405"/>
                  </a:lnTo>
                  <a:lnTo>
                    <a:pt x="119645" y="834405"/>
                  </a:lnTo>
                  <a:lnTo>
                    <a:pt x="120314" y="834405"/>
                  </a:lnTo>
                  <a:lnTo>
                    <a:pt x="120982" y="834405"/>
                  </a:lnTo>
                  <a:lnTo>
                    <a:pt x="121650" y="814935"/>
                  </a:lnTo>
                  <a:lnTo>
                    <a:pt x="122318" y="940096"/>
                  </a:lnTo>
                  <a:lnTo>
                    <a:pt x="122986" y="976253"/>
                  </a:lnTo>
                  <a:lnTo>
                    <a:pt x="123654" y="998504"/>
                  </a:lnTo>
                  <a:lnTo>
                    <a:pt x="124322" y="1037443"/>
                  </a:lnTo>
                  <a:lnTo>
                    <a:pt x="124990" y="1157041"/>
                  </a:lnTo>
                  <a:lnTo>
                    <a:pt x="125658" y="1168166"/>
                  </a:lnTo>
                  <a:lnTo>
                    <a:pt x="126326" y="1221012"/>
                  </a:lnTo>
                  <a:lnTo>
                    <a:pt x="126994" y="1237700"/>
                  </a:lnTo>
                  <a:lnTo>
                    <a:pt x="127662" y="1332266"/>
                  </a:lnTo>
                  <a:lnTo>
                    <a:pt x="128330" y="1335048"/>
                  </a:lnTo>
                  <a:lnTo>
                    <a:pt x="128998" y="1323922"/>
                  </a:lnTo>
                  <a:lnTo>
                    <a:pt x="129666" y="1240482"/>
                  </a:lnTo>
                  <a:lnTo>
                    <a:pt x="130334" y="1223794"/>
                  </a:lnTo>
                  <a:lnTo>
                    <a:pt x="131002" y="1271077"/>
                  </a:lnTo>
                  <a:lnTo>
                    <a:pt x="131670" y="1310015"/>
                  </a:lnTo>
                  <a:lnTo>
                    <a:pt x="132338" y="1335048"/>
                  </a:lnTo>
                  <a:lnTo>
                    <a:pt x="133006" y="1335048"/>
                  </a:lnTo>
                  <a:lnTo>
                    <a:pt x="133674" y="1335048"/>
                  </a:lnTo>
                  <a:lnTo>
                    <a:pt x="134342" y="1437957"/>
                  </a:lnTo>
                  <a:lnTo>
                    <a:pt x="135010" y="1446302"/>
                  </a:lnTo>
                  <a:lnTo>
                    <a:pt x="135678" y="1446302"/>
                  </a:lnTo>
                  <a:lnTo>
                    <a:pt x="136346" y="1446302"/>
                  </a:lnTo>
                  <a:lnTo>
                    <a:pt x="137014" y="1446302"/>
                  </a:lnTo>
                  <a:lnTo>
                    <a:pt x="137682" y="1446302"/>
                  </a:lnTo>
                  <a:lnTo>
                    <a:pt x="138350" y="1462990"/>
                  </a:lnTo>
                  <a:lnTo>
                    <a:pt x="139018" y="1501929"/>
                  </a:lnTo>
                  <a:lnTo>
                    <a:pt x="139686" y="1507491"/>
                  </a:lnTo>
                  <a:lnTo>
                    <a:pt x="140354" y="1454646"/>
                  </a:lnTo>
                  <a:lnTo>
                    <a:pt x="141022" y="1443520"/>
                  </a:lnTo>
                  <a:lnTo>
                    <a:pt x="141690" y="1390675"/>
                  </a:lnTo>
                  <a:lnTo>
                    <a:pt x="142358" y="1387893"/>
                  </a:lnTo>
                  <a:lnTo>
                    <a:pt x="143026" y="1335048"/>
                  </a:lnTo>
                  <a:lnTo>
                    <a:pt x="143694" y="1296109"/>
                  </a:lnTo>
                  <a:lnTo>
                    <a:pt x="144362" y="1279421"/>
                  </a:lnTo>
                  <a:lnTo>
                    <a:pt x="145031" y="1279421"/>
                  </a:lnTo>
                  <a:lnTo>
                    <a:pt x="145699" y="1287765"/>
                  </a:lnTo>
                  <a:lnTo>
                    <a:pt x="146367" y="1371205"/>
                  </a:lnTo>
                  <a:lnTo>
                    <a:pt x="147035" y="1390675"/>
                  </a:lnTo>
                  <a:lnTo>
                    <a:pt x="147703" y="1390675"/>
                  </a:lnTo>
                  <a:lnTo>
                    <a:pt x="148371" y="1390675"/>
                  </a:lnTo>
                  <a:lnTo>
                    <a:pt x="149039" y="1390675"/>
                  </a:lnTo>
                  <a:lnTo>
                    <a:pt x="149707" y="1390675"/>
                  </a:lnTo>
                  <a:lnTo>
                    <a:pt x="150375" y="1390675"/>
                  </a:lnTo>
                  <a:lnTo>
                    <a:pt x="151043" y="1390675"/>
                  </a:lnTo>
                  <a:lnTo>
                    <a:pt x="151711" y="1362861"/>
                  </a:lnTo>
                  <a:lnTo>
                    <a:pt x="152379" y="1335048"/>
                  </a:lnTo>
                  <a:lnTo>
                    <a:pt x="153047" y="1335048"/>
                  </a:lnTo>
                  <a:lnTo>
                    <a:pt x="153715" y="1335048"/>
                  </a:lnTo>
                  <a:lnTo>
                    <a:pt x="154383" y="1287765"/>
                  </a:lnTo>
                  <a:lnTo>
                    <a:pt x="155051" y="1212668"/>
                  </a:lnTo>
                  <a:lnTo>
                    <a:pt x="155719" y="1168166"/>
                  </a:lnTo>
                  <a:lnTo>
                    <a:pt x="156387" y="1129228"/>
                  </a:lnTo>
                  <a:lnTo>
                    <a:pt x="157055" y="1195980"/>
                  </a:lnTo>
                  <a:lnTo>
                    <a:pt x="157723" y="1168166"/>
                  </a:lnTo>
                  <a:lnTo>
                    <a:pt x="158391" y="1223794"/>
                  </a:lnTo>
                  <a:lnTo>
                    <a:pt x="159059" y="1223794"/>
                  </a:lnTo>
                  <a:lnTo>
                    <a:pt x="159727" y="1279421"/>
                  </a:lnTo>
                  <a:lnTo>
                    <a:pt x="160395" y="1279421"/>
                  </a:lnTo>
                  <a:lnTo>
                    <a:pt x="161063" y="1251607"/>
                  </a:lnTo>
                  <a:lnTo>
                    <a:pt x="161731" y="1187636"/>
                  </a:lnTo>
                  <a:lnTo>
                    <a:pt x="162399" y="1168166"/>
                  </a:lnTo>
                  <a:lnTo>
                    <a:pt x="163067" y="1168166"/>
                  </a:lnTo>
                  <a:lnTo>
                    <a:pt x="163735" y="1168166"/>
                  </a:lnTo>
                  <a:lnTo>
                    <a:pt x="164403" y="1168166"/>
                  </a:lnTo>
                  <a:lnTo>
                    <a:pt x="165071" y="1126446"/>
                  </a:lnTo>
                  <a:lnTo>
                    <a:pt x="165739" y="1112540"/>
                  </a:lnTo>
                  <a:lnTo>
                    <a:pt x="166407" y="1112540"/>
                  </a:lnTo>
                  <a:lnTo>
                    <a:pt x="167075" y="1112540"/>
                  </a:lnTo>
                  <a:lnTo>
                    <a:pt x="167743" y="1112540"/>
                  </a:lnTo>
                  <a:lnTo>
                    <a:pt x="168411" y="1120884"/>
                  </a:lnTo>
                  <a:lnTo>
                    <a:pt x="169079" y="1106977"/>
                  </a:lnTo>
                  <a:lnTo>
                    <a:pt x="169748" y="1056912"/>
                  </a:lnTo>
                  <a:lnTo>
                    <a:pt x="170416" y="1056912"/>
                  </a:lnTo>
                  <a:lnTo>
                    <a:pt x="171084" y="1093070"/>
                  </a:lnTo>
                  <a:lnTo>
                    <a:pt x="171752" y="1118102"/>
                  </a:lnTo>
                  <a:lnTo>
                    <a:pt x="172420" y="1109758"/>
                  </a:lnTo>
                  <a:lnTo>
                    <a:pt x="173088" y="1106977"/>
                  </a:lnTo>
                  <a:lnTo>
                    <a:pt x="173756" y="1126446"/>
                  </a:lnTo>
                  <a:lnTo>
                    <a:pt x="174424" y="1140353"/>
                  </a:lnTo>
                  <a:lnTo>
                    <a:pt x="175092" y="1076382"/>
                  </a:lnTo>
                  <a:lnTo>
                    <a:pt x="175760" y="951221"/>
                  </a:lnTo>
                  <a:lnTo>
                    <a:pt x="176428" y="945659"/>
                  </a:lnTo>
                  <a:lnTo>
                    <a:pt x="177096" y="979035"/>
                  </a:lnTo>
                  <a:lnTo>
                    <a:pt x="177764" y="1026317"/>
                  </a:lnTo>
                  <a:lnTo>
                    <a:pt x="178432" y="1090289"/>
                  </a:lnTo>
                  <a:lnTo>
                    <a:pt x="179100" y="1087507"/>
                  </a:lnTo>
                  <a:lnTo>
                    <a:pt x="179768" y="1056912"/>
                  </a:lnTo>
                  <a:lnTo>
                    <a:pt x="180436" y="1004067"/>
                  </a:lnTo>
                  <a:lnTo>
                    <a:pt x="181104" y="1001286"/>
                  </a:lnTo>
                  <a:lnTo>
                    <a:pt x="181772" y="1040224"/>
                  </a:lnTo>
                  <a:lnTo>
                    <a:pt x="182440" y="1056912"/>
                  </a:lnTo>
                  <a:lnTo>
                    <a:pt x="183108" y="995723"/>
                  </a:lnTo>
                  <a:lnTo>
                    <a:pt x="183776" y="945659"/>
                  </a:lnTo>
                  <a:lnTo>
                    <a:pt x="184444" y="945659"/>
                  </a:lnTo>
                  <a:lnTo>
                    <a:pt x="185112" y="959565"/>
                  </a:lnTo>
                  <a:lnTo>
                    <a:pt x="185780" y="1004067"/>
                  </a:lnTo>
                  <a:lnTo>
                    <a:pt x="186448" y="1056912"/>
                  </a:lnTo>
                  <a:lnTo>
                    <a:pt x="187116" y="1056912"/>
                  </a:lnTo>
                  <a:lnTo>
                    <a:pt x="187784" y="1062475"/>
                  </a:lnTo>
                  <a:lnTo>
                    <a:pt x="188452" y="1112540"/>
                  </a:lnTo>
                  <a:lnTo>
                    <a:pt x="189120" y="1165385"/>
                  </a:lnTo>
                  <a:lnTo>
                    <a:pt x="189788" y="1223794"/>
                  </a:lnTo>
                  <a:lnTo>
                    <a:pt x="190456" y="1223794"/>
                  </a:lnTo>
                  <a:lnTo>
                    <a:pt x="191124" y="1221012"/>
                  </a:lnTo>
                  <a:lnTo>
                    <a:pt x="191792" y="1254388"/>
                  </a:lnTo>
                  <a:lnTo>
                    <a:pt x="192460" y="1382330"/>
                  </a:lnTo>
                  <a:lnTo>
                    <a:pt x="193128" y="1390675"/>
                  </a:lnTo>
                  <a:lnTo>
                    <a:pt x="193797" y="1390675"/>
                  </a:lnTo>
                  <a:lnTo>
                    <a:pt x="194465" y="1373987"/>
                  </a:lnTo>
                  <a:lnTo>
                    <a:pt x="195133" y="1335048"/>
                  </a:lnTo>
                  <a:lnTo>
                    <a:pt x="195801" y="1348954"/>
                  </a:lnTo>
                  <a:lnTo>
                    <a:pt x="196469" y="1321141"/>
                  </a:lnTo>
                  <a:lnTo>
                    <a:pt x="197137" y="1323922"/>
                  </a:lnTo>
                  <a:lnTo>
                    <a:pt x="197805" y="1207105"/>
                  </a:lnTo>
                  <a:lnTo>
                    <a:pt x="198473" y="1090289"/>
                  </a:lnTo>
                  <a:lnTo>
                    <a:pt x="199141" y="1029099"/>
                  </a:lnTo>
                  <a:lnTo>
                    <a:pt x="199809" y="1023536"/>
                  </a:lnTo>
                  <a:lnTo>
                    <a:pt x="200477" y="1001286"/>
                  </a:lnTo>
                  <a:lnTo>
                    <a:pt x="201145" y="956784"/>
                  </a:lnTo>
                  <a:lnTo>
                    <a:pt x="201813" y="912282"/>
                  </a:lnTo>
                  <a:lnTo>
                    <a:pt x="202481" y="848311"/>
                  </a:lnTo>
                  <a:lnTo>
                    <a:pt x="203149" y="834405"/>
                  </a:lnTo>
                  <a:lnTo>
                    <a:pt x="203817" y="834405"/>
                  </a:lnTo>
                  <a:lnTo>
                    <a:pt x="204485" y="834405"/>
                  </a:lnTo>
                  <a:lnTo>
                    <a:pt x="205153" y="834405"/>
                  </a:lnTo>
                  <a:lnTo>
                    <a:pt x="205821" y="834405"/>
                  </a:lnTo>
                  <a:lnTo>
                    <a:pt x="206489" y="834405"/>
                  </a:lnTo>
                  <a:lnTo>
                    <a:pt x="207157" y="834405"/>
                  </a:lnTo>
                  <a:lnTo>
                    <a:pt x="207825" y="859437"/>
                  </a:lnTo>
                  <a:lnTo>
                    <a:pt x="208493" y="890032"/>
                  </a:lnTo>
                  <a:lnTo>
                    <a:pt x="209161" y="890032"/>
                  </a:lnTo>
                  <a:lnTo>
                    <a:pt x="209829" y="890032"/>
                  </a:lnTo>
                  <a:lnTo>
                    <a:pt x="210497" y="890032"/>
                  </a:lnTo>
                  <a:lnTo>
                    <a:pt x="211165" y="903938"/>
                  </a:lnTo>
                  <a:lnTo>
                    <a:pt x="211833" y="945659"/>
                  </a:lnTo>
                  <a:lnTo>
                    <a:pt x="212501" y="951221"/>
                  </a:lnTo>
                  <a:lnTo>
                    <a:pt x="213169" y="951221"/>
                  </a:lnTo>
                  <a:lnTo>
                    <a:pt x="213837" y="948440"/>
                  </a:lnTo>
                  <a:lnTo>
                    <a:pt x="214505" y="1068038"/>
                  </a:lnTo>
                  <a:lnTo>
                    <a:pt x="215173" y="1182073"/>
                  </a:lnTo>
                  <a:lnTo>
                    <a:pt x="215841" y="1187636"/>
                  </a:lnTo>
                  <a:lnTo>
                    <a:pt x="216509" y="1120884"/>
                  </a:lnTo>
                  <a:lnTo>
                    <a:pt x="217177" y="1165385"/>
                  </a:lnTo>
                  <a:lnTo>
                    <a:pt x="217845" y="1209887"/>
                  </a:lnTo>
                  <a:lnTo>
                    <a:pt x="218514" y="1218231"/>
                  </a:lnTo>
                  <a:lnTo>
                    <a:pt x="219182" y="1262732"/>
                  </a:lnTo>
                  <a:lnTo>
                    <a:pt x="219850" y="1279421"/>
                  </a:lnTo>
                  <a:lnTo>
                    <a:pt x="220518" y="1246044"/>
                  </a:lnTo>
                  <a:lnTo>
                    <a:pt x="221186" y="1223794"/>
                  </a:lnTo>
                  <a:lnTo>
                    <a:pt x="221854" y="1223794"/>
                  </a:lnTo>
                  <a:lnTo>
                    <a:pt x="222522" y="1223794"/>
                  </a:lnTo>
                  <a:lnTo>
                    <a:pt x="223190" y="1223794"/>
                  </a:lnTo>
                  <a:lnTo>
                    <a:pt x="223858" y="1223794"/>
                  </a:lnTo>
                  <a:lnTo>
                    <a:pt x="224526" y="1223794"/>
                  </a:lnTo>
                  <a:lnTo>
                    <a:pt x="225194" y="1223794"/>
                  </a:lnTo>
                  <a:lnTo>
                    <a:pt x="225862" y="1223794"/>
                  </a:lnTo>
                  <a:lnTo>
                    <a:pt x="226530" y="1184855"/>
                  </a:lnTo>
                  <a:lnTo>
                    <a:pt x="227198" y="1112540"/>
                  </a:lnTo>
                  <a:lnTo>
                    <a:pt x="227866" y="1079163"/>
                  </a:lnTo>
                  <a:lnTo>
                    <a:pt x="228534" y="1056912"/>
                  </a:lnTo>
                  <a:lnTo>
                    <a:pt x="229202" y="1056912"/>
                  </a:lnTo>
                  <a:lnTo>
                    <a:pt x="229870" y="1112540"/>
                  </a:lnTo>
                  <a:lnTo>
                    <a:pt x="230538" y="1168166"/>
                  </a:lnTo>
                  <a:lnTo>
                    <a:pt x="231206" y="1168166"/>
                  </a:lnTo>
                  <a:lnTo>
                    <a:pt x="231874" y="1168166"/>
                  </a:lnTo>
                  <a:lnTo>
                    <a:pt x="232542" y="1226575"/>
                  </a:lnTo>
                  <a:lnTo>
                    <a:pt x="233210" y="1315578"/>
                  </a:lnTo>
                  <a:lnTo>
                    <a:pt x="233878" y="1321141"/>
                  </a:lnTo>
                  <a:lnTo>
                    <a:pt x="234546" y="1271077"/>
                  </a:lnTo>
                  <a:lnTo>
                    <a:pt x="235214" y="1257170"/>
                  </a:lnTo>
                  <a:lnTo>
                    <a:pt x="235882" y="1279421"/>
                  </a:lnTo>
                  <a:lnTo>
                    <a:pt x="236550" y="1279421"/>
                  </a:lnTo>
                  <a:lnTo>
                    <a:pt x="237218" y="1310015"/>
                  </a:lnTo>
                  <a:lnTo>
                    <a:pt x="237886" y="1335048"/>
                  </a:lnTo>
                  <a:lnTo>
                    <a:pt x="238554" y="1329485"/>
                  </a:lnTo>
                  <a:lnTo>
                    <a:pt x="239222" y="1279421"/>
                  </a:lnTo>
                  <a:lnTo>
                    <a:pt x="239890" y="1279421"/>
                  </a:lnTo>
                  <a:lnTo>
                    <a:pt x="240558" y="1279421"/>
                  </a:lnTo>
                  <a:lnTo>
                    <a:pt x="241226" y="1279421"/>
                  </a:lnTo>
                  <a:lnTo>
                    <a:pt x="241894" y="1226575"/>
                  </a:lnTo>
                  <a:lnTo>
                    <a:pt x="242562" y="1212668"/>
                  </a:lnTo>
                  <a:lnTo>
                    <a:pt x="243231" y="1201543"/>
                  </a:lnTo>
                  <a:lnTo>
                    <a:pt x="243899" y="1251607"/>
                  </a:lnTo>
                  <a:lnTo>
                    <a:pt x="244567" y="1254388"/>
                  </a:lnTo>
                  <a:lnTo>
                    <a:pt x="245235" y="1279421"/>
                  </a:lnTo>
                  <a:lnTo>
                    <a:pt x="245903" y="1254388"/>
                  </a:lnTo>
                  <a:lnTo>
                    <a:pt x="246571" y="1223794"/>
                  </a:lnTo>
                  <a:lnTo>
                    <a:pt x="247239" y="1223794"/>
                  </a:lnTo>
                  <a:lnTo>
                    <a:pt x="247907" y="1223794"/>
                  </a:lnTo>
                  <a:lnTo>
                    <a:pt x="248575" y="1204324"/>
                  </a:lnTo>
                  <a:lnTo>
                    <a:pt x="249243" y="1168166"/>
                  </a:lnTo>
                  <a:lnTo>
                    <a:pt x="249911" y="1201543"/>
                  </a:lnTo>
                  <a:lnTo>
                    <a:pt x="250579" y="1234919"/>
                  </a:lnTo>
                  <a:lnTo>
                    <a:pt x="251247" y="1284983"/>
                  </a:lnTo>
                  <a:lnTo>
                    <a:pt x="251915" y="1268295"/>
                  </a:lnTo>
                  <a:lnTo>
                    <a:pt x="252583" y="1223794"/>
                  </a:lnTo>
                  <a:lnTo>
                    <a:pt x="253251" y="1223794"/>
                  </a:lnTo>
                  <a:lnTo>
                    <a:pt x="253919" y="1223794"/>
                  </a:lnTo>
                  <a:lnTo>
                    <a:pt x="254587" y="1223794"/>
                  </a:lnTo>
                  <a:lnTo>
                    <a:pt x="255255" y="1204324"/>
                  </a:lnTo>
                  <a:lnTo>
                    <a:pt x="255923" y="1223794"/>
                  </a:lnTo>
                  <a:lnTo>
                    <a:pt x="256591" y="1223794"/>
                  </a:lnTo>
                  <a:lnTo>
                    <a:pt x="257259" y="1223794"/>
                  </a:lnTo>
                  <a:lnTo>
                    <a:pt x="257927" y="1223794"/>
                  </a:lnTo>
                  <a:lnTo>
                    <a:pt x="258595" y="1234919"/>
                  </a:lnTo>
                  <a:lnTo>
                    <a:pt x="259263" y="1232138"/>
                  </a:lnTo>
                  <a:lnTo>
                    <a:pt x="259931" y="1240482"/>
                  </a:lnTo>
                  <a:lnTo>
                    <a:pt x="260599" y="1248826"/>
                  </a:lnTo>
                  <a:lnTo>
                    <a:pt x="261267" y="1279421"/>
                  </a:lnTo>
                  <a:lnTo>
                    <a:pt x="261935" y="1279421"/>
                  </a:lnTo>
                  <a:lnTo>
                    <a:pt x="262603" y="1301671"/>
                  </a:lnTo>
                  <a:lnTo>
                    <a:pt x="263271" y="1335048"/>
                  </a:lnTo>
                  <a:lnTo>
                    <a:pt x="263939" y="1335048"/>
                  </a:lnTo>
                  <a:lnTo>
                    <a:pt x="264607" y="1282202"/>
                  </a:lnTo>
                  <a:lnTo>
                    <a:pt x="265275" y="1296109"/>
                  </a:lnTo>
                  <a:lnTo>
                    <a:pt x="265943" y="1335048"/>
                  </a:lnTo>
                  <a:lnTo>
                    <a:pt x="266611" y="1335048"/>
                  </a:lnTo>
                  <a:lnTo>
                    <a:pt x="267279" y="1335048"/>
                  </a:lnTo>
                  <a:lnTo>
                    <a:pt x="267948" y="1335048"/>
                  </a:lnTo>
                  <a:lnTo>
                    <a:pt x="268616" y="1390675"/>
                  </a:lnTo>
                  <a:lnTo>
                    <a:pt x="269284" y="1390675"/>
                  </a:lnTo>
                  <a:lnTo>
                    <a:pt x="269952" y="1368424"/>
                  </a:lnTo>
                  <a:lnTo>
                    <a:pt x="270620" y="1284983"/>
                  </a:lnTo>
                  <a:lnTo>
                    <a:pt x="271288" y="1223794"/>
                  </a:lnTo>
                  <a:lnTo>
                    <a:pt x="271956" y="1243263"/>
                  </a:lnTo>
                  <a:lnTo>
                    <a:pt x="272624" y="1262732"/>
                  </a:lnTo>
                  <a:lnTo>
                    <a:pt x="273292" y="1223794"/>
                  </a:lnTo>
                  <a:lnTo>
                    <a:pt x="273960" y="1173729"/>
                  </a:lnTo>
                  <a:lnTo>
                    <a:pt x="274628" y="1168166"/>
                  </a:lnTo>
                  <a:lnTo>
                    <a:pt x="275296" y="1204324"/>
                  </a:lnTo>
                  <a:lnTo>
                    <a:pt x="275964" y="1223794"/>
                  </a:lnTo>
                  <a:lnTo>
                    <a:pt x="276632" y="1259951"/>
                  </a:lnTo>
                  <a:lnTo>
                    <a:pt x="277300" y="1279421"/>
                  </a:lnTo>
                  <a:lnTo>
                    <a:pt x="277968" y="1209887"/>
                  </a:lnTo>
                  <a:lnTo>
                    <a:pt x="278636" y="1168166"/>
                  </a:lnTo>
                  <a:lnTo>
                    <a:pt x="279304" y="1168166"/>
                  </a:lnTo>
                  <a:lnTo>
                    <a:pt x="279972" y="1168166"/>
                  </a:lnTo>
                  <a:lnTo>
                    <a:pt x="280640" y="1168166"/>
                  </a:lnTo>
                  <a:lnTo>
                    <a:pt x="281308" y="1218231"/>
                  </a:lnTo>
                  <a:lnTo>
                    <a:pt x="281976" y="1190417"/>
                  </a:lnTo>
                  <a:lnTo>
                    <a:pt x="282644" y="1168166"/>
                  </a:lnTo>
                  <a:lnTo>
                    <a:pt x="283312" y="1168166"/>
                  </a:lnTo>
                  <a:lnTo>
                    <a:pt x="283980" y="1115321"/>
                  </a:lnTo>
                  <a:lnTo>
                    <a:pt x="284648" y="1084726"/>
                  </a:lnTo>
                  <a:lnTo>
                    <a:pt x="285316" y="1059694"/>
                  </a:lnTo>
                  <a:lnTo>
                    <a:pt x="285984" y="1112540"/>
                  </a:lnTo>
                  <a:lnTo>
                    <a:pt x="286652" y="1132009"/>
                  </a:lnTo>
                  <a:lnTo>
                    <a:pt x="287320" y="1215449"/>
                  </a:lnTo>
                  <a:lnTo>
                    <a:pt x="287988" y="1276639"/>
                  </a:lnTo>
                  <a:lnTo>
                    <a:pt x="288656" y="1279421"/>
                  </a:lnTo>
                  <a:lnTo>
                    <a:pt x="289324" y="1268295"/>
                  </a:lnTo>
                  <a:lnTo>
                    <a:pt x="289992" y="1279421"/>
                  </a:lnTo>
                  <a:lnTo>
                    <a:pt x="290660" y="1296109"/>
                  </a:lnTo>
                  <a:lnTo>
                    <a:pt x="291328" y="1262732"/>
                  </a:lnTo>
                  <a:lnTo>
                    <a:pt x="291997" y="1223794"/>
                  </a:lnTo>
                  <a:lnTo>
                    <a:pt x="292665" y="1170948"/>
                  </a:lnTo>
                  <a:lnTo>
                    <a:pt x="293333" y="1168166"/>
                  </a:lnTo>
                  <a:lnTo>
                    <a:pt x="294001" y="1168166"/>
                  </a:lnTo>
                  <a:lnTo>
                    <a:pt x="294669" y="1232138"/>
                  </a:lnTo>
                  <a:lnTo>
                    <a:pt x="295337" y="1279421"/>
                  </a:lnTo>
                  <a:lnTo>
                    <a:pt x="296005" y="1254388"/>
                  </a:lnTo>
                  <a:lnTo>
                    <a:pt x="296673" y="1176510"/>
                  </a:lnTo>
                  <a:lnTo>
                    <a:pt x="297341" y="1112540"/>
                  </a:lnTo>
                  <a:lnTo>
                    <a:pt x="298009" y="1104195"/>
                  </a:lnTo>
                  <a:lnTo>
                    <a:pt x="298677" y="1087507"/>
                  </a:lnTo>
                  <a:lnTo>
                    <a:pt x="299345" y="1070819"/>
                  </a:lnTo>
                  <a:lnTo>
                    <a:pt x="300013" y="1056912"/>
                  </a:lnTo>
                  <a:lnTo>
                    <a:pt x="300681" y="1106977"/>
                  </a:lnTo>
                  <a:lnTo>
                    <a:pt x="301349" y="1137572"/>
                  </a:lnTo>
                  <a:lnTo>
                    <a:pt x="302017" y="1168166"/>
                  </a:lnTo>
                  <a:lnTo>
                    <a:pt x="302685" y="1162604"/>
                  </a:lnTo>
                  <a:lnTo>
                    <a:pt x="303353" y="1084726"/>
                  </a:lnTo>
                  <a:lnTo>
                    <a:pt x="304021" y="1056912"/>
                  </a:lnTo>
                  <a:lnTo>
                    <a:pt x="304689" y="1056912"/>
                  </a:lnTo>
                  <a:lnTo>
                    <a:pt x="305357" y="1051350"/>
                  </a:lnTo>
                  <a:lnTo>
                    <a:pt x="306025" y="1023536"/>
                  </a:lnTo>
                  <a:lnTo>
                    <a:pt x="306693" y="1056912"/>
                  </a:lnTo>
                  <a:lnTo>
                    <a:pt x="307361" y="1084726"/>
                  </a:lnTo>
                  <a:lnTo>
                    <a:pt x="308029" y="1054131"/>
                  </a:lnTo>
                  <a:lnTo>
                    <a:pt x="308697" y="1056912"/>
                  </a:lnTo>
                  <a:lnTo>
                    <a:pt x="309365" y="1081945"/>
                  </a:lnTo>
                  <a:lnTo>
                    <a:pt x="310033" y="1031880"/>
                  </a:lnTo>
                  <a:lnTo>
                    <a:pt x="310701" y="906720"/>
                  </a:lnTo>
                  <a:lnTo>
                    <a:pt x="311369" y="831623"/>
                  </a:lnTo>
                  <a:lnTo>
                    <a:pt x="312037" y="745401"/>
                  </a:lnTo>
                  <a:lnTo>
                    <a:pt x="312705" y="689774"/>
                  </a:lnTo>
                  <a:lnTo>
                    <a:pt x="313373" y="764871"/>
                  </a:lnTo>
                  <a:lnTo>
                    <a:pt x="314041" y="817716"/>
                  </a:lnTo>
                  <a:lnTo>
                    <a:pt x="314709" y="712025"/>
                  </a:lnTo>
                  <a:lnTo>
                    <a:pt x="315377" y="720369"/>
                  </a:lnTo>
                  <a:lnTo>
                    <a:pt x="316045" y="667523"/>
                  </a:lnTo>
                  <a:lnTo>
                    <a:pt x="316714" y="661961"/>
                  </a:lnTo>
                  <a:lnTo>
                    <a:pt x="317382" y="611897"/>
                  </a:lnTo>
                  <a:lnTo>
                    <a:pt x="318050" y="575739"/>
                  </a:lnTo>
                  <a:lnTo>
                    <a:pt x="318718" y="478391"/>
                  </a:lnTo>
                  <a:lnTo>
                    <a:pt x="319386" y="447797"/>
                  </a:lnTo>
                  <a:lnTo>
                    <a:pt x="320054" y="506205"/>
                  </a:lnTo>
                  <a:lnTo>
                    <a:pt x="320722" y="481173"/>
                  </a:lnTo>
                  <a:lnTo>
                    <a:pt x="321390" y="445015"/>
                  </a:lnTo>
                  <a:lnTo>
                    <a:pt x="322058" y="419983"/>
                  </a:lnTo>
                  <a:lnTo>
                    <a:pt x="322726" y="445015"/>
                  </a:lnTo>
                  <a:lnTo>
                    <a:pt x="323394" y="445015"/>
                  </a:lnTo>
                  <a:lnTo>
                    <a:pt x="324062" y="445015"/>
                  </a:lnTo>
                  <a:lnTo>
                    <a:pt x="324730" y="511768"/>
                  </a:lnTo>
                  <a:lnTo>
                    <a:pt x="325398" y="556269"/>
                  </a:lnTo>
                  <a:lnTo>
                    <a:pt x="326066" y="556269"/>
                  </a:lnTo>
                  <a:lnTo>
                    <a:pt x="326734" y="578521"/>
                  </a:lnTo>
                  <a:lnTo>
                    <a:pt x="327402" y="700900"/>
                  </a:lnTo>
                  <a:lnTo>
                    <a:pt x="328070" y="775996"/>
                  </a:lnTo>
                  <a:lnTo>
                    <a:pt x="328738" y="862218"/>
                  </a:lnTo>
                  <a:lnTo>
                    <a:pt x="329406" y="945659"/>
                  </a:lnTo>
                  <a:lnTo>
                    <a:pt x="330074" y="945659"/>
                  </a:lnTo>
                  <a:lnTo>
                    <a:pt x="330742" y="959565"/>
                  </a:lnTo>
                  <a:lnTo>
                    <a:pt x="331410" y="1034662"/>
                  </a:lnTo>
                  <a:lnTo>
                    <a:pt x="332078" y="1056912"/>
                  </a:lnTo>
                  <a:lnTo>
                    <a:pt x="332746" y="1148697"/>
                  </a:lnTo>
                  <a:lnTo>
                    <a:pt x="333414" y="1170948"/>
                  </a:lnTo>
                  <a:lnTo>
                    <a:pt x="334082" y="1223794"/>
                  </a:lnTo>
                  <a:lnTo>
                    <a:pt x="334750" y="1254388"/>
                  </a:lnTo>
                  <a:lnTo>
                    <a:pt x="335418" y="1354517"/>
                  </a:lnTo>
                  <a:lnTo>
                    <a:pt x="336086" y="1390675"/>
                  </a:lnTo>
                  <a:lnTo>
                    <a:pt x="336754" y="1407363"/>
                  </a:lnTo>
                  <a:lnTo>
                    <a:pt x="337422" y="1462990"/>
                  </a:lnTo>
                  <a:lnTo>
                    <a:pt x="338090" y="1462990"/>
                  </a:lnTo>
                  <a:lnTo>
                    <a:pt x="338758" y="1471334"/>
                  </a:lnTo>
                  <a:lnTo>
                    <a:pt x="339426" y="1501929"/>
                  </a:lnTo>
                  <a:lnTo>
                    <a:pt x="340094" y="1501929"/>
                  </a:lnTo>
                  <a:lnTo>
                    <a:pt x="340762" y="1501929"/>
                  </a:lnTo>
                  <a:lnTo>
                    <a:pt x="341431" y="1501929"/>
                  </a:lnTo>
                  <a:lnTo>
                    <a:pt x="342099" y="1501929"/>
                  </a:lnTo>
                  <a:lnTo>
                    <a:pt x="342767" y="1521398"/>
                  </a:lnTo>
                  <a:lnTo>
                    <a:pt x="343435" y="1557556"/>
                  </a:lnTo>
                  <a:lnTo>
                    <a:pt x="344103" y="1557556"/>
                  </a:lnTo>
                  <a:lnTo>
                    <a:pt x="344771" y="1557556"/>
                  </a:lnTo>
                  <a:lnTo>
                    <a:pt x="345439" y="1557556"/>
                  </a:lnTo>
                  <a:lnTo>
                    <a:pt x="346107" y="1557556"/>
                  </a:lnTo>
                  <a:lnTo>
                    <a:pt x="346775" y="1557556"/>
                  </a:lnTo>
                  <a:lnTo>
                    <a:pt x="347443" y="1535305"/>
                  </a:lnTo>
                  <a:lnTo>
                    <a:pt x="348111" y="1532523"/>
                  </a:lnTo>
                  <a:lnTo>
                    <a:pt x="348779" y="1557556"/>
                  </a:lnTo>
                  <a:lnTo>
                    <a:pt x="349447" y="1557556"/>
                  </a:lnTo>
                  <a:lnTo>
                    <a:pt x="350115" y="1557556"/>
                  </a:lnTo>
                  <a:lnTo>
                    <a:pt x="350783" y="1557556"/>
                  </a:lnTo>
                  <a:lnTo>
                    <a:pt x="351451" y="1518617"/>
                  </a:lnTo>
                  <a:lnTo>
                    <a:pt x="352119" y="1501929"/>
                  </a:lnTo>
                  <a:lnTo>
                    <a:pt x="352787" y="1465771"/>
                  </a:lnTo>
                  <a:lnTo>
                    <a:pt x="353455" y="1446302"/>
                  </a:lnTo>
                  <a:lnTo>
                    <a:pt x="354123" y="1446302"/>
                  </a:lnTo>
                  <a:lnTo>
                    <a:pt x="354791" y="1429613"/>
                  </a:lnTo>
                  <a:lnTo>
                    <a:pt x="355459" y="1435176"/>
                  </a:lnTo>
                  <a:lnTo>
                    <a:pt x="356127" y="1390675"/>
                  </a:lnTo>
                  <a:lnTo>
                    <a:pt x="356795" y="1390675"/>
                  </a:lnTo>
                  <a:lnTo>
                    <a:pt x="357463" y="1390675"/>
                  </a:lnTo>
                  <a:lnTo>
                    <a:pt x="358131" y="1390675"/>
                  </a:lnTo>
                  <a:lnTo>
                    <a:pt x="358799" y="1348954"/>
                  </a:lnTo>
                  <a:lnTo>
                    <a:pt x="359467" y="1312797"/>
                  </a:lnTo>
                  <a:lnTo>
                    <a:pt x="360135" y="1262732"/>
                  </a:lnTo>
                  <a:lnTo>
                    <a:pt x="360803" y="1223794"/>
                  </a:lnTo>
                  <a:lnTo>
                    <a:pt x="361471" y="1223794"/>
                  </a:lnTo>
                  <a:lnTo>
                    <a:pt x="362139" y="1168166"/>
                  </a:lnTo>
                  <a:lnTo>
                    <a:pt x="362807" y="1129228"/>
                  </a:lnTo>
                  <a:lnTo>
                    <a:pt x="363475" y="1112540"/>
                  </a:lnTo>
                  <a:lnTo>
                    <a:pt x="364143" y="1132009"/>
                  </a:lnTo>
                  <a:lnTo>
                    <a:pt x="364811" y="1168166"/>
                  </a:lnTo>
                  <a:lnTo>
                    <a:pt x="365479" y="1168166"/>
                  </a:lnTo>
                  <a:lnTo>
                    <a:pt x="366148" y="1115321"/>
                  </a:lnTo>
                  <a:lnTo>
                    <a:pt x="366816" y="1081945"/>
                  </a:lnTo>
                  <a:lnTo>
                    <a:pt x="367484" y="1056912"/>
                  </a:lnTo>
                  <a:lnTo>
                    <a:pt x="368152" y="1093070"/>
                  </a:lnTo>
                  <a:lnTo>
                    <a:pt x="368820" y="1112540"/>
                  </a:lnTo>
                  <a:lnTo>
                    <a:pt x="369488" y="1145916"/>
                  </a:lnTo>
                  <a:lnTo>
                    <a:pt x="370156" y="1168166"/>
                  </a:lnTo>
                  <a:lnTo>
                    <a:pt x="370824" y="1168166"/>
                  </a:lnTo>
                  <a:lnTo>
                    <a:pt x="371492" y="1182073"/>
                  </a:lnTo>
                  <a:lnTo>
                    <a:pt x="372160" y="1176511"/>
                  </a:lnTo>
                  <a:lnTo>
                    <a:pt x="372828" y="1193199"/>
                  </a:lnTo>
                  <a:lnTo>
                    <a:pt x="373496" y="1168166"/>
                  </a:lnTo>
                  <a:lnTo>
                    <a:pt x="374164" y="1162604"/>
                  </a:lnTo>
                  <a:lnTo>
                    <a:pt x="374832" y="1112540"/>
                  </a:lnTo>
                  <a:lnTo>
                    <a:pt x="375500" y="1151478"/>
                  </a:lnTo>
                  <a:lnTo>
                    <a:pt x="376168" y="1176511"/>
                  </a:lnTo>
                  <a:lnTo>
                    <a:pt x="376836" y="1145916"/>
                  </a:lnTo>
                  <a:lnTo>
                    <a:pt x="377504" y="1098633"/>
                  </a:lnTo>
                  <a:lnTo>
                    <a:pt x="378172" y="1056912"/>
                  </a:lnTo>
                  <a:lnTo>
                    <a:pt x="378840" y="1073601"/>
                  </a:lnTo>
                  <a:lnTo>
                    <a:pt x="379508" y="1012411"/>
                  </a:lnTo>
                  <a:lnTo>
                    <a:pt x="380176" y="1001286"/>
                  </a:lnTo>
                  <a:lnTo>
                    <a:pt x="380844" y="1001286"/>
                  </a:lnTo>
                  <a:lnTo>
                    <a:pt x="381512" y="1001286"/>
                  </a:lnTo>
                  <a:lnTo>
                    <a:pt x="382180" y="928971"/>
                  </a:lnTo>
                  <a:lnTo>
                    <a:pt x="382848" y="892813"/>
                  </a:lnTo>
                  <a:lnTo>
                    <a:pt x="383516" y="917845"/>
                  </a:lnTo>
                  <a:lnTo>
                    <a:pt x="384184" y="945659"/>
                  </a:lnTo>
                  <a:lnTo>
                    <a:pt x="384852" y="945659"/>
                  </a:lnTo>
                  <a:lnTo>
                    <a:pt x="385520" y="945659"/>
                  </a:lnTo>
                  <a:lnTo>
                    <a:pt x="386188" y="945659"/>
                  </a:lnTo>
                  <a:lnTo>
                    <a:pt x="386856" y="945659"/>
                  </a:lnTo>
                  <a:lnTo>
                    <a:pt x="387524" y="945659"/>
                  </a:lnTo>
                  <a:lnTo>
                    <a:pt x="388192" y="979035"/>
                  </a:lnTo>
                  <a:lnTo>
                    <a:pt x="388860" y="1001286"/>
                  </a:lnTo>
                  <a:lnTo>
                    <a:pt x="389528" y="1029099"/>
                  </a:lnTo>
                  <a:lnTo>
                    <a:pt x="390197" y="1056912"/>
                  </a:lnTo>
                  <a:lnTo>
                    <a:pt x="390865" y="1059694"/>
                  </a:lnTo>
                  <a:lnTo>
                    <a:pt x="391533" y="1112540"/>
                  </a:lnTo>
                  <a:lnTo>
                    <a:pt x="392201" y="1112540"/>
                  </a:lnTo>
                  <a:lnTo>
                    <a:pt x="392869" y="1120884"/>
                  </a:lnTo>
                  <a:lnTo>
                    <a:pt x="393537" y="1198761"/>
                  </a:lnTo>
                  <a:lnTo>
                    <a:pt x="394205" y="1290546"/>
                  </a:lnTo>
                  <a:lnTo>
                    <a:pt x="394873" y="1298890"/>
                  </a:lnTo>
                  <a:lnTo>
                    <a:pt x="395541" y="1312797"/>
                  </a:lnTo>
                  <a:lnTo>
                    <a:pt x="396209" y="1410144"/>
                  </a:lnTo>
                  <a:lnTo>
                    <a:pt x="396877" y="1446302"/>
                  </a:lnTo>
                  <a:lnTo>
                    <a:pt x="397545" y="1446302"/>
                  </a:lnTo>
                  <a:lnTo>
                    <a:pt x="398213" y="1401800"/>
                  </a:lnTo>
                  <a:lnTo>
                    <a:pt x="398881" y="1457427"/>
                  </a:lnTo>
                  <a:lnTo>
                    <a:pt x="399549" y="1546430"/>
                  </a:lnTo>
                  <a:lnTo>
                    <a:pt x="400217" y="1557556"/>
                  </a:lnTo>
                  <a:lnTo>
                    <a:pt x="400885" y="1557556"/>
                  </a:lnTo>
                  <a:lnTo>
                    <a:pt x="401553" y="1557556"/>
                  </a:lnTo>
                  <a:lnTo>
                    <a:pt x="402221" y="1557556"/>
                  </a:lnTo>
                  <a:lnTo>
                    <a:pt x="402889" y="1557556"/>
                  </a:lnTo>
                  <a:lnTo>
                    <a:pt x="403557" y="1557556"/>
                  </a:lnTo>
                  <a:lnTo>
                    <a:pt x="404225" y="1557556"/>
                  </a:lnTo>
                  <a:lnTo>
                    <a:pt x="404893" y="1557556"/>
                  </a:lnTo>
                  <a:lnTo>
                    <a:pt x="405561" y="1557556"/>
                  </a:lnTo>
                  <a:lnTo>
                    <a:pt x="406229" y="1557556"/>
                  </a:lnTo>
                  <a:lnTo>
                    <a:pt x="406897" y="1557556"/>
                  </a:lnTo>
                  <a:lnTo>
                    <a:pt x="407565" y="1557556"/>
                  </a:lnTo>
                  <a:lnTo>
                    <a:pt x="408233" y="1557556"/>
                  </a:lnTo>
                  <a:lnTo>
                    <a:pt x="408901" y="1557556"/>
                  </a:lnTo>
                  <a:lnTo>
                    <a:pt x="409569" y="1557556"/>
                  </a:lnTo>
                  <a:lnTo>
                    <a:pt x="410237" y="1557556"/>
                  </a:lnTo>
                  <a:lnTo>
                    <a:pt x="410905" y="1557556"/>
                  </a:lnTo>
                  <a:lnTo>
                    <a:pt x="411573" y="1590932"/>
                  </a:lnTo>
                  <a:lnTo>
                    <a:pt x="412241" y="1613183"/>
                  </a:lnTo>
                  <a:lnTo>
                    <a:pt x="412909" y="1613183"/>
                  </a:lnTo>
                  <a:lnTo>
                    <a:pt x="413577" y="1613183"/>
                  </a:lnTo>
                  <a:lnTo>
                    <a:pt x="414245" y="1613183"/>
                  </a:lnTo>
                  <a:lnTo>
                    <a:pt x="414914" y="1654903"/>
                  </a:lnTo>
                  <a:lnTo>
                    <a:pt x="415582" y="1668810"/>
                  </a:lnTo>
                  <a:lnTo>
                    <a:pt x="415582" y="1668810"/>
                  </a:lnTo>
                  <a:lnTo>
                    <a:pt x="416250" y="1668810"/>
                  </a:lnTo>
                  <a:lnTo>
                    <a:pt x="416918" y="1635433"/>
                  </a:lnTo>
                  <a:lnTo>
                    <a:pt x="417586" y="1613183"/>
                  </a:lnTo>
                  <a:lnTo>
                    <a:pt x="418254" y="1613183"/>
                  </a:lnTo>
                  <a:lnTo>
                    <a:pt x="418922" y="1613183"/>
                  </a:lnTo>
                  <a:lnTo>
                    <a:pt x="419590" y="1613183"/>
                  </a:lnTo>
                  <a:lnTo>
                    <a:pt x="420258" y="1613183"/>
                  </a:lnTo>
                  <a:lnTo>
                    <a:pt x="420926" y="1613183"/>
                  </a:lnTo>
                  <a:lnTo>
                    <a:pt x="421594" y="1613183"/>
                  </a:lnTo>
                  <a:lnTo>
                    <a:pt x="422262" y="1613183"/>
                  </a:lnTo>
                  <a:lnTo>
                    <a:pt x="422930" y="1613183"/>
                  </a:lnTo>
                  <a:lnTo>
                    <a:pt x="423598" y="1577025"/>
                  </a:lnTo>
                  <a:lnTo>
                    <a:pt x="424266" y="1557556"/>
                  </a:lnTo>
                  <a:lnTo>
                    <a:pt x="424934" y="1504710"/>
                  </a:lnTo>
                  <a:lnTo>
                    <a:pt x="425602" y="1457427"/>
                  </a:lnTo>
                  <a:lnTo>
                    <a:pt x="426270" y="1354517"/>
                  </a:lnTo>
                  <a:lnTo>
                    <a:pt x="426938" y="1335048"/>
                  </a:lnTo>
                  <a:lnTo>
                    <a:pt x="427606" y="1335048"/>
                  </a:lnTo>
                  <a:lnTo>
                    <a:pt x="428274" y="1259951"/>
                  </a:lnTo>
                  <a:lnTo>
                    <a:pt x="428942" y="1223794"/>
                  </a:lnTo>
                  <a:lnTo>
                    <a:pt x="429610" y="1223794"/>
                  </a:lnTo>
                  <a:lnTo>
                    <a:pt x="430278" y="1223794"/>
                  </a:lnTo>
                  <a:lnTo>
                    <a:pt x="430946" y="1223794"/>
                  </a:lnTo>
                  <a:lnTo>
                    <a:pt x="431614" y="1223794"/>
                  </a:lnTo>
                  <a:lnTo>
                    <a:pt x="432282" y="1223794"/>
                  </a:lnTo>
                  <a:lnTo>
                    <a:pt x="432950" y="1223794"/>
                  </a:lnTo>
                  <a:lnTo>
                    <a:pt x="433618" y="1221012"/>
                  </a:lnTo>
                  <a:lnTo>
                    <a:pt x="434286" y="1223794"/>
                  </a:lnTo>
                  <a:lnTo>
                    <a:pt x="434954" y="1223794"/>
                  </a:lnTo>
                  <a:lnTo>
                    <a:pt x="435622" y="1223794"/>
                  </a:lnTo>
                  <a:lnTo>
                    <a:pt x="436290" y="1223794"/>
                  </a:lnTo>
                  <a:lnTo>
                    <a:pt x="436958" y="1223794"/>
                  </a:lnTo>
                  <a:lnTo>
                    <a:pt x="437626" y="1218231"/>
                  </a:lnTo>
                  <a:lnTo>
                    <a:pt x="438294" y="1168166"/>
                  </a:lnTo>
                  <a:lnTo>
                    <a:pt x="438962" y="1168166"/>
                  </a:lnTo>
                  <a:lnTo>
                    <a:pt x="439631" y="1168166"/>
                  </a:lnTo>
                  <a:lnTo>
                    <a:pt x="440299" y="1162604"/>
                  </a:lnTo>
                  <a:lnTo>
                    <a:pt x="440967" y="1112540"/>
                  </a:lnTo>
                  <a:lnTo>
                    <a:pt x="441635" y="1162604"/>
                  </a:lnTo>
                  <a:lnTo>
                    <a:pt x="442303" y="1207105"/>
                  </a:lnTo>
                  <a:lnTo>
                    <a:pt x="442971" y="1312797"/>
                  </a:lnTo>
                  <a:lnTo>
                    <a:pt x="443639" y="1335048"/>
                  </a:lnTo>
                  <a:lnTo>
                    <a:pt x="444307" y="1335048"/>
                  </a:lnTo>
                  <a:lnTo>
                    <a:pt x="444975" y="1404581"/>
                  </a:lnTo>
                  <a:lnTo>
                    <a:pt x="445643" y="1446302"/>
                  </a:lnTo>
                  <a:lnTo>
                    <a:pt x="446311" y="1446302"/>
                  </a:lnTo>
                  <a:lnTo>
                    <a:pt x="446979" y="1446302"/>
                  </a:lnTo>
                  <a:lnTo>
                    <a:pt x="447647" y="1446302"/>
                  </a:lnTo>
                  <a:lnTo>
                    <a:pt x="448315" y="1446302"/>
                  </a:lnTo>
                  <a:lnTo>
                    <a:pt x="448983" y="1446302"/>
                  </a:lnTo>
                  <a:lnTo>
                    <a:pt x="449651" y="1446302"/>
                  </a:lnTo>
                  <a:lnTo>
                    <a:pt x="450319" y="1476896"/>
                  </a:lnTo>
                  <a:lnTo>
                    <a:pt x="450987" y="1501929"/>
                  </a:lnTo>
                  <a:lnTo>
                    <a:pt x="451655" y="1501929"/>
                  </a:lnTo>
                  <a:lnTo>
                    <a:pt x="452323" y="1501929"/>
                  </a:lnTo>
                  <a:lnTo>
                    <a:pt x="452991" y="1471334"/>
                  </a:lnTo>
                  <a:lnTo>
                    <a:pt x="453659" y="1446302"/>
                  </a:lnTo>
                  <a:lnTo>
                    <a:pt x="454327" y="1449083"/>
                  </a:lnTo>
                  <a:lnTo>
                    <a:pt x="454995" y="1501929"/>
                  </a:lnTo>
                  <a:lnTo>
                    <a:pt x="455663" y="1501929"/>
                  </a:lnTo>
                  <a:lnTo>
                    <a:pt x="456331" y="1501929"/>
                  </a:lnTo>
                  <a:lnTo>
                    <a:pt x="456999" y="1488022"/>
                  </a:lnTo>
                  <a:lnTo>
                    <a:pt x="457667" y="1557556"/>
                  </a:lnTo>
                  <a:lnTo>
                    <a:pt x="458335" y="1557556"/>
                  </a:lnTo>
                  <a:lnTo>
                    <a:pt x="459003" y="1557556"/>
                  </a:lnTo>
                  <a:lnTo>
                    <a:pt x="459671" y="1557556"/>
                  </a:lnTo>
                  <a:lnTo>
                    <a:pt x="460339" y="1557556"/>
                  </a:lnTo>
                  <a:lnTo>
                    <a:pt x="461007" y="1557556"/>
                  </a:lnTo>
                  <a:lnTo>
                    <a:pt x="461675" y="1557556"/>
                  </a:lnTo>
                  <a:lnTo>
                    <a:pt x="462343" y="1557556"/>
                  </a:lnTo>
                  <a:lnTo>
                    <a:pt x="463011" y="1557556"/>
                  </a:lnTo>
                  <a:lnTo>
                    <a:pt x="463679" y="1557556"/>
                  </a:lnTo>
                  <a:lnTo>
                    <a:pt x="464348" y="1557556"/>
                  </a:lnTo>
                  <a:lnTo>
                    <a:pt x="465016" y="1557556"/>
                  </a:lnTo>
                  <a:lnTo>
                    <a:pt x="465684" y="1557556"/>
                  </a:lnTo>
                  <a:lnTo>
                    <a:pt x="466352" y="1557556"/>
                  </a:lnTo>
                  <a:lnTo>
                    <a:pt x="467020" y="1521398"/>
                  </a:lnTo>
                  <a:lnTo>
                    <a:pt x="467688" y="1474115"/>
                  </a:lnTo>
                  <a:lnTo>
                    <a:pt x="468356" y="1446302"/>
                  </a:lnTo>
                  <a:lnTo>
                    <a:pt x="469024" y="1429613"/>
                  </a:lnTo>
                  <a:lnTo>
                    <a:pt x="469692" y="1418488"/>
                  </a:lnTo>
                  <a:lnTo>
                    <a:pt x="470360" y="1446302"/>
                  </a:lnTo>
                  <a:lnTo>
                    <a:pt x="471028" y="1446302"/>
                  </a:lnTo>
                  <a:lnTo>
                    <a:pt x="471696" y="1446302"/>
                  </a:lnTo>
                  <a:lnTo>
                    <a:pt x="472364" y="1446302"/>
                  </a:lnTo>
                  <a:lnTo>
                    <a:pt x="473032" y="1446302"/>
                  </a:lnTo>
                  <a:lnTo>
                    <a:pt x="473700" y="1490803"/>
                  </a:lnTo>
                  <a:lnTo>
                    <a:pt x="474368" y="1476896"/>
                  </a:lnTo>
                  <a:lnTo>
                    <a:pt x="475036" y="1446302"/>
                  </a:lnTo>
                  <a:lnTo>
                    <a:pt x="475704" y="1446302"/>
                  </a:lnTo>
                  <a:lnTo>
                    <a:pt x="476372" y="1415707"/>
                  </a:lnTo>
                  <a:lnTo>
                    <a:pt x="477040" y="1390675"/>
                  </a:lnTo>
                  <a:lnTo>
                    <a:pt x="477708" y="1390675"/>
                  </a:lnTo>
                  <a:lnTo>
                    <a:pt x="478376" y="1390675"/>
                  </a:lnTo>
                  <a:lnTo>
                    <a:pt x="479044" y="1379549"/>
                  </a:lnTo>
                  <a:lnTo>
                    <a:pt x="479712" y="1315578"/>
                  </a:lnTo>
                  <a:lnTo>
                    <a:pt x="480380" y="1279421"/>
                  </a:lnTo>
                  <a:lnTo>
                    <a:pt x="481048" y="1279421"/>
                  </a:lnTo>
                  <a:lnTo>
                    <a:pt x="481716" y="1279421"/>
                  </a:lnTo>
                  <a:lnTo>
                    <a:pt x="482384" y="1279421"/>
                  </a:lnTo>
                  <a:lnTo>
                    <a:pt x="483052" y="1251607"/>
                  </a:lnTo>
                  <a:lnTo>
                    <a:pt x="483720" y="1257170"/>
                  </a:lnTo>
                  <a:lnTo>
                    <a:pt x="484388" y="1279421"/>
                  </a:lnTo>
                  <a:lnTo>
                    <a:pt x="485056" y="1279421"/>
                  </a:lnTo>
                  <a:lnTo>
                    <a:pt x="485724" y="1293327"/>
                  </a:lnTo>
                  <a:lnTo>
                    <a:pt x="486392" y="1335048"/>
                  </a:lnTo>
                  <a:lnTo>
                    <a:pt x="487060" y="1329485"/>
                  </a:lnTo>
                  <a:lnTo>
                    <a:pt x="487728" y="1279421"/>
                  </a:lnTo>
                  <a:lnTo>
                    <a:pt x="488397" y="1279421"/>
                  </a:lnTo>
                  <a:lnTo>
                    <a:pt x="489065" y="1246044"/>
                  </a:lnTo>
                  <a:lnTo>
                    <a:pt x="489733" y="1168166"/>
                  </a:lnTo>
                  <a:lnTo>
                    <a:pt x="490401" y="1134790"/>
                  </a:lnTo>
                  <a:lnTo>
                    <a:pt x="491069" y="1134790"/>
                  </a:lnTo>
                  <a:lnTo>
                    <a:pt x="491737" y="1168166"/>
                  </a:lnTo>
                  <a:lnTo>
                    <a:pt x="492405" y="1168166"/>
                  </a:lnTo>
                  <a:lnTo>
                    <a:pt x="493073" y="1195980"/>
                  </a:lnTo>
                  <a:lnTo>
                    <a:pt x="493741" y="1223794"/>
                  </a:lnTo>
                  <a:lnTo>
                    <a:pt x="494409" y="1195980"/>
                  </a:lnTo>
                  <a:lnTo>
                    <a:pt x="495077" y="1168166"/>
                  </a:lnTo>
                  <a:lnTo>
                    <a:pt x="495745" y="1176511"/>
                  </a:lnTo>
                  <a:lnTo>
                    <a:pt x="496413" y="1240482"/>
                  </a:lnTo>
                  <a:lnTo>
                    <a:pt x="497081" y="1279421"/>
                  </a:lnTo>
                  <a:lnTo>
                    <a:pt x="497749" y="1279421"/>
                  </a:lnTo>
                  <a:lnTo>
                    <a:pt x="498417" y="1271077"/>
                  </a:lnTo>
                  <a:lnTo>
                    <a:pt x="499085" y="1223794"/>
                  </a:lnTo>
                  <a:lnTo>
                    <a:pt x="499753" y="1248826"/>
                  </a:lnTo>
                  <a:lnTo>
                    <a:pt x="500421" y="1279421"/>
                  </a:lnTo>
                  <a:lnTo>
                    <a:pt x="501089" y="1301671"/>
                  </a:lnTo>
                  <a:lnTo>
                    <a:pt x="501757" y="1335048"/>
                  </a:lnTo>
                  <a:lnTo>
                    <a:pt x="502425" y="1315578"/>
                  </a:lnTo>
                  <a:lnTo>
                    <a:pt x="503093" y="1279421"/>
                  </a:lnTo>
                  <a:lnTo>
                    <a:pt x="503761" y="1282202"/>
                  </a:lnTo>
                  <a:lnTo>
                    <a:pt x="504429" y="1335048"/>
                  </a:lnTo>
                  <a:lnTo>
                    <a:pt x="505097" y="1335048"/>
                  </a:lnTo>
                  <a:lnTo>
                    <a:pt x="505765" y="1362861"/>
                  </a:lnTo>
                  <a:lnTo>
                    <a:pt x="506433" y="1393456"/>
                  </a:lnTo>
                  <a:lnTo>
                    <a:pt x="507101" y="1421269"/>
                  </a:lnTo>
                  <a:lnTo>
                    <a:pt x="507769" y="1446302"/>
                  </a:lnTo>
                  <a:lnTo>
                    <a:pt x="508437" y="1446302"/>
                  </a:lnTo>
                  <a:lnTo>
                    <a:pt x="509105" y="1446302"/>
                  </a:lnTo>
                  <a:lnTo>
                    <a:pt x="509773" y="1446302"/>
                  </a:lnTo>
                  <a:lnTo>
                    <a:pt x="510441" y="1446302"/>
                  </a:lnTo>
                  <a:lnTo>
                    <a:pt x="511109" y="1471334"/>
                  </a:lnTo>
                  <a:lnTo>
                    <a:pt x="511777" y="1501929"/>
                  </a:lnTo>
                  <a:lnTo>
                    <a:pt x="512445" y="1501929"/>
                  </a:lnTo>
                  <a:lnTo>
                    <a:pt x="513114" y="1501929"/>
                  </a:lnTo>
                  <a:lnTo>
                    <a:pt x="513782" y="1501929"/>
                  </a:lnTo>
                  <a:lnTo>
                    <a:pt x="514450" y="1501929"/>
                  </a:lnTo>
                  <a:lnTo>
                    <a:pt x="515118" y="1507491"/>
                  </a:lnTo>
                  <a:lnTo>
                    <a:pt x="515786" y="1557556"/>
                  </a:lnTo>
                  <a:lnTo>
                    <a:pt x="516454" y="1557556"/>
                  </a:lnTo>
                  <a:lnTo>
                    <a:pt x="517122" y="1557556"/>
                  </a:lnTo>
                  <a:lnTo>
                    <a:pt x="517790" y="1557556"/>
                  </a:lnTo>
                  <a:lnTo>
                    <a:pt x="518458" y="1557556"/>
                  </a:lnTo>
                  <a:lnTo>
                    <a:pt x="519126" y="1574244"/>
                  </a:lnTo>
                  <a:lnTo>
                    <a:pt x="519794" y="1613183"/>
                  </a:lnTo>
                  <a:lnTo>
                    <a:pt x="520462" y="1613183"/>
                  </a:lnTo>
                  <a:lnTo>
                    <a:pt x="521130" y="1613183"/>
                  </a:lnTo>
                  <a:lnTo>
                    <a:pt x="521798" y="1613183"/>
                  </a:lnTo>
                  <a:lnTo>
                    <a:pt x="522466" y="1613183"/>
                  </a:lnTo>
                  <a:lnTo>
                    <a:pt x="523134" y="1663247"/>
                  </a:lnTo>
                  <a:lnTo>
                    <a:pt x="523802" y="1668810"/>
                  </a:lnTo>
                  <a:lnTo>
                    <a:pt x="523802" y="1668810"/>
                  </a:lnTo>
                  <a:lnTo>
                    <a:pt x="524470" y="1668810"/>
                  </a:lnTo>
                  <a:lnTo>
                    <a:pt x="525138" y="1668810"/>
                  </a:lnTo>
                  <a:lnTo>
                    <a:pt x="525806" y="1668810"/>
                  </a:lnTo>
                  <a:lnTo>
                    <a:pt x="526474" y="1668810"/>
                  </a:lnTo>
                  <a:lnTo>
                    <a:pt x="527142" y="1668810"/>
                  </a:lnTo>
                  <a:lnTo>
                    <a:pt x="527810" y="1668810"/>
                  </a:lnTo>
                  <a:lnTo>
                    <a:pt x="528478" y="1668810"/>
                  </a:lnTo>
                  <a:lnTo>
                    <a:pt x="529146" y="1663247"/>
                  </a:lnTo>
                  <a:lnTo>
                    <a:pt x="529814" y="1613183"/>
                  </a:lnTo>
                  <a:lnTo>
                    <a:pt x="530482" y="1577025"/>
                  </a:lnTo>
                  <a:lnTo>
                    <a:pt x="531150" y="1526961"/>
                  </a:lnTo>
                  <a:lnTo>
                    <a:pt x="531818" y="1501929"/>
                  </a:lnTo>
                  <a:lnTo>
                    <a:pt x="532486" y="1460208"/>
                  </a:lnTo>
                  <a:lnTo>
                    <a:pt x="533154" y="1393456"/>
                  </a:lnTo>
                  <a:lnTo>
                    <a:pt x="533822" y="1390675"/>
                  </a:lnTo>
                  <a:lnTo>
                    <a:pt x="534490" y="1390675"/>
                  </a:lnTo>
                  <a:lnTo>
                    <a:pt x="535158" y="1390675"/>
                  </a:lnTo>
                  <a:lnTo>
                    <a:pt x="535826" y="1390675"/>
                  </a:lnTo>
                  <a:lnTo>
                    <a:pt x="536494" y="1390675"/>
                  </a:lnTo>
                  <a:lnTo>
                    <a:pt x="537162" y="1390675"/>
                  </a:lnTo>
                  <a:lnTo>
                    <a:pt x="537831" y="1390675"/>
                  </a:lnTo>
                  <a:lnTo>
                    <a:pt x="538499" y="1348954"/>
                  </a:lnTo>
                  <a:lnTo>
                    <a:pt x="539167" y="1298890"/>
                  </a:lnTo>
                  <a:lnTo>
                    <a:pt x="539835" y="1279421"/>
                  </a:lnTo>
                  <a:lnTo>
                    <a:pt x="540503" y="1279421"/>
                  </a:lnTo>
                  <a:lnTo>
                    <a:pt x="541171" y="1279421"/>
                  </a:lnTo>
                  <a:lnTo>
                    <a:pt x="541839" y="1279421"/>
                  </a:lnTo>
                  <a:lnTo>
                    <a:pt x="542507" y="1279421"/>
                  </a:lnTo>
                  <a:lnTo>
                    <a:pt x="543175" y="1279421"/>
                  </a:lnTo>
                  <a:lnTo>
                    <a:pt x="543843" y="1279421"/>
                  </a:lnTo>
                  <a:lnTo>
                    <a:pt x="544511" y="1279421"/>
                  </a:lnTo>
                  <a:lnTo>
                    <a:pt x="545179" y="1279421"/>
                  </a:lnTo>
                  <a:lnTo>
                    <a:pt x="545847" y="1282202"/>
                  </a:lnTo>
                  <a:lnTo>
                    <a:pt x="546515" y="1335048"/>
                  </a:lnTo>
                  <a:lnTo>
                    <a:pt x="547183" y="1368424"/>
                  </a:lnTo>
                  <a:lnTo>
                    <a:pt x="547851" y="1418488"/>
                  </a:lnTo>
                  <a:lnTo>
                    <a:pt x="548519" y="1446302"/>
                  </a:lnTo>
                  <a:lnTo>
                    <a:pt x="549187" y="1485240"/>
                  </a:lnTo>
                  <a:lnTo>
                    <a:pt x="549855" y="1551993"/>
                  </a:lnTo>
                  <a:lnTo>
                    <a:pt x="550523" y="1543649"/>
                  </a:lnTo>
                  <a:lnTo>
                    <a:pt x="551191" y="1501929"/>
                  </a:lnTo>
                  <a:lnTo>
                    <a:pt x="551859" y="1501929"/>
                  </a:lnTo>
                  <a:lnTo>
                    <a:pt x="552527" y="1501929"/>
                  </a:lnTo>
                  <a:lnTo>
                    <a:pt x="553195" y="1501929"/>
                  </a:lnTo>
                  <a:lnTo>
                    <a:pt x="553863" y="1501929"/>
                  </a:lnTo>
                  <a:lnTo>
                    <a:pt x="554531" y="1501929"/>
                  </a:lnTo>
                  <a:lnTo>
                    <a:pt x="555199" y="1540867"/>
                  </a:lnTo>
                  <a:lnTo>
                    <a:pt x="555867" y="1560337"/>
                  </a:lnTo>
                  <a:lnTo>
                    <a:pt x="556535" y="1557556"/>
                  </a:lnTo>
                  <a:lnTo>
                    <a:pt x="557203" y="1557556"/>
                  </a:lnTo>
                  <a:lnTo>
                    <a:pt x="557871" y="1546430"/>
                  </a:lnTo>
                  <a:lnTo>
                    <a:pt x="558539" y="1490803"/>
                  </a:lnTo>
                  <a:lnTo>
                    <a:pt x="559207" y="1446302"/>
                  </a:lnTo>
                  <a:lnTo>
                    <a:pt x="559875" y="1401800"/>
                  </a:lnTo>
                  <a:lnTo>
                    <a:pt x="560543" y="1390675"/>
                  </a:lnTo>
                  <a:lnTo>
                    <a:pt x="561211" y="1390675"/>
                  </a:lnTo>
                  <a:lnTo>
                    <a:pt x="561879" y="1390675"/>
                  </a:lnTo>
                  <a:lnTo>
                    <a:pt x="562548" y="1390675"/>
                  </a:lnTo>
                  <a:lnTo>
                    <a:pt x="563216" y="1390675"/>
                  </a:lnTo>
                  <a:lnTo>
                    <a:pt x="563884" y="1390675"/>
                  </a:lnTo>
                  <a:lnTo>
                    <a:pt x="564552" y="1390675"/>
                  </a:lnTo>
                  <a:lnTo>
                    <a:pt x="565220" y="1346173"/>
                  </a:lnTo>
                  <a:lnTo>
                    <a:pt x="565888" y="1287765"/>
                  </a:lnTo>
                  <a:lnTo>
                    <a:pt x="566556" y="1279421"/>
                  </a:lnTo>
                  <a:lnTo>
                    <a:pt x="567224" y="1290546"/>
                  </a:lnTo>
                  <a:lnTo>
                    <a:pt x="567892" y="1335048"/>
                  </a:lnTo>
                  <a:lnTo>
                    <a:pt x="568560" y="1335048"/>
                  </a:lnTo>
                  <a:lnTo>
                    <a:pt x="569228" y="1335048"/>
                  </a:lnTo>
                  <a:lnTo>
                    <a:pt x="569896" y="1335048"/>
                  </a:lnTo>
                  <a:lnTo>
                    <a:pt x="570564" y="1335048"/>
                  </a:lnTo>
                  <a:lnTo>
                    <a:pt x="571232" y="1335048"/>
                  </a:lnTo>
                  <a:lnTo>
                    <a:pt x="571900" y="1335048"/>
                  </a:lnTo>
                  <a:lnTo>
                    <a:pt x="572568" y="1357298"/>
                  </a:lnTo>
                  <a:lnTo>
                    <a:pt x="573236" y="1315578"/>
                  </a:lnTo>
                  <a:lnTo>
                    <a:pt x="573904" y="1237700"/>
                  </a:lnTo>
                  <a:lnTo>
                    <a:pt x="574572" y="1232138"/>
                  </a:lnTo>
                  <a:lnTo>
                    <a:pt x="575240" y="1287765"/>
                  </a:lnTo>
                  <a:lnTo>
                    <a:pt x="575908" y="1326704"/>
                  </a:lnTo>
                  <a:lnTo>
                    <a:pt x="576576" y="1321141"/>
                  </a:lnTo>
                  <a:lnTo>
                    <a:pt x="577244" y="1335048"/>
                  </a:lnTo>
                  <a:lnTo>
                    <a:pt x="577912" y="1335048"/>
                  </a:lnTo>
                  <a:lnTo>
                    <a:pt x="578580" y="1335048"/>
                  </a:lnTo>
                  <a:lnTo>
                    <a:pt x="579248" y="1335048"/>
                  </a:lnTo>
                  <a:lnTo>
                    <a:pt x="579916" y="1335048"/>
                  </a:lnTo>
                  <a:lnTo>
                    <a:pt x="580584" y="1335048"/>
                  </a:lnTo>
                  <a:lnTo>
                    <a:pt x="581252" y="1335048"/>
                  </a:lnTo>
                  <a:lnTo>
                    <a:pt x="581920" y="1376768"/>
                  </a:lnTo>
                  <a:lnTo>
                    <a:pt x="582588" y="1435176"/>
                  </a:lnTo>
                  <a:lnTo>
                    <a:pt x="583256" y="1446302"/>
                  </a:lnTo>
                  <a:lnTo>
                    <a:pt x="583924" y="1446302"/>
                  </a:lnTo>
                  <a:lnTo>
                    <a:pt x="584592" y="1446302"/>
                  </a:lnTo>
                  <a:lnTo>
                    <a:pt x="585260" y="1446302"/>
                  </a:lnTo>
                  <a:lnTo>
                    <a:pt x="585928" y="1399019"/>
                  </a:lnTo>
                  <a:lnTo>
                    <a:pt x="586597" y="1390675"/>
                  </a:lnTo>
                  <a:lnTo>
                    <a:pt x="587265" y="1390675"/>
                  </a:lnTo>
                  <a:lnTo>
                    <a:pt x="587933" y="1390675"/>
                  </a:lnTo>
                  <a:lnTo>
                    <a:pt x="588601" y="1390675"/>
                  </a:lnTo>
                  <a:lnTo>
                    <a:pt x="589269" y="1393456"/>
                  </a:lnTo>
                  <a:lnTo>
                    <a:pt x="589937" y="1462990"/>
                  </a:lnTo>
                  <a:lnTo>
                    <a:pt x="590605" y="1540867"/>
                  </a:lnTo>
                  <a:lnTo>
                    <a:pt x="591273" y="1557556"/>
                  </a:lnTo>
                  <a:lnTo>
                    <a:pt x="591941" y="1501929"/>
                  </a:lnTo>
                  <a:lnTo>
                    <a:pt x="592609" y="1451864"/>
                  </a:lnTo>
                  <a:lnTo>
                    <a:pt x="593277" y="1501929"/>
                  </a:lnTo>
                  <a:lnTo>
                    <a:pt x="593945" y="1501929"/>
                  </a:lnTo>
                  <a:lnTo>
                    <a:pt x="594613" y="1501929"/>
                  </a:lnTo>
                  <a:lnTo>
                    <a:pt x="595281" y="1501929"/>
                  </a:lnTo>
                  <a:lnTo>
                    <a:pt x="595949" y="1501929"/>
                  </a:lnTo>
                  <a:lnTo>
                    <a:pt x="596617" y="1501929"/>
                  </a:lnTo>
                  <a:lnTo>
                    <a:pt x="597285" y="1501929"/>
                  </a:lnTo>
                  <a:lnTo>
                    <a:pt x="597953" y="1501929"/>
                  </a:lnTo>
                  <a:lnTo>
                    <a:pt x="598621" y="1446302"/>
                  </a:lnTo>
                  <a:lnTo>
                    <a:pt x="599289" y="1446302"/>
                  </a:lnTo>
                  <a:lnTo>
                    <a:pt x="599957" y="1446302"/>
                  </a:lnTo>
                  <a:lnTo>
                    <a:pt x="600625" y="1446302"/>
                  </a:lnTo>
                  <a:lnTo>
                    <a:pt x="601293" y="1446302"/>
                  </a:lnTo>
                  <a:lnTo>
                    <a:pt x="601961" y="1435176"/>
                  </a:lnTo>
                  <a:lnTo>
                    <a:pt x="602629" y="1435176"/>
                  </a:lnTo>
                  <a:lnTo>
                    <a:pt x="603297" y="1446302"/>
                  </a:lnTo>
                  <a:lnTo>
                    <a:pt x="603965" y="1421269"/>
                  </a:lnTo>
                  <a:lnTo>
                    <a:pt x="604633" y="1390675"/>
                  </a:lnTo>
                  <a:lnTo>
                    <a:pt x="605301" y="1390675"/>
                  </a:lnTo>
                  <a:lnTo>
                    <a:pt x="605969" y="1390675"/>
                  </a:lnTo>
                  <a:lnTo>
                    <a:pt x="606637" y="1390675"/>
                  </a:lnTo>
                  <a:lnTo>
                    <a:pt x="607305" y="1385112"/>
                  </a:lnTo>
                  <a:lnTo>
                    <a:pt x="607973" y="1335048"/>
                  </a:lnTo>
                  <a:lnTo>
                    <a:pt x="608641" y="1385112"/>
                  </a:lnTo>
                  <a:lnTo>
                    <a:pt x="609309" y="1446302"/>
                  </a:lnTo>
                  <a:lnTo>
                    <a:pt x="609977" y="1446302"/>
                  </a:lnTo>
                  <a:lnTo>
                    <a:pt x="610645" y="1446302"/>
                  </a:lnTo>
                  <a:lnTo>
                    <a:pt x="611314" y="1401800"/>
                  </a:lnTo>
                  <a:lnTo>
                    <a:pt x="611982" y="1390675"/>
                  </a:lnTo>
                  <a:lnTo>
                    <a:pt x="612650" y="1390675"/>
                  </a:lnTo>
                  <a:lnTo>
                    <a:pt x="613318" y="1390675"/>
                  </a:lnTo>
                  <a:lnTo>
                    <a:pt x="613986" y="1390675"/>
                  </a:lnTo>
                  <a:lnTo>
                    <a:pt x="614654" y="1390675"/>
                  </a:lnTo>
                  <a:lnTo>
                    <a:pt x="615322" y="1443520"/>
                  </a:lnTo>
                  <a:lnTo>
                    <a:pt x="615990" y="1446302"/>
                  </a:lnTo>
                  <a:lnTo>
                    <a:pt x="616658" y="1446302"/>
                  </a:lnTo>
                  <a:lnTo>
                    <a:pt x="617326" y="1446302"/>
                  </a:lnTo>
                  <a:lnTo>
                    <a:pt x="617994" y="1446302"/>
                  </a:lnTo>
                  <a:lnTo>
                    <a:pt x="618662" y="1454646"/>
                  </a:lnTo>
                  <a:lnTo>
                    <a:pt x="619330" y="1465771"/>
                  </a:lnTo>
                  <a:lnTo>
                    <a:pt x="619998" y="1432395"/>
                  </a:lnTo>
                  <a:lnTo>
                    <a:pt x="620666" y="1371205"/>
                  </a:lnTo>
                  <a:lnTo>
                    <a:pt x="621334" y="1390675"/>
                  </a:lnTo>
                  <a:lnTo>
                    <a:pt x="622002" y="1390675"/>
                  </a:lnTo>
                  <a:lnTo>
                    <a:pt x="622670" y="1390675"/>
                  </a:lnTo>
                  <a:lnTo>
                    <a:pt x="623338" y="1390675"/>
                  </a:lnTo>
                  <a:lnTo>
                    <a:pt x="624006" y="1354517"/>
                  </a:lnTo>
                  <a:lnTo>
                    <a:pt x="624674" y="1390675"/>
                  </a:lnTo>
                  <a:lnTo>
                    <a:pt x="625342" y="1390675"/>
                  </a:lnTo>
                  <a:lnTo>
                    <a:pt x="626010" y="1390675"/>
                  </a:lnTo>
                  <a:lnTo>
                    <a:pt x="626678" y="1362861"/>
                  </a:lnTo>
                  <a:lnTo>
                    <a:pt x="627346" y="1335048"/>
                  </a:lnTo>
                  <a:lnTo>
                    <a:pt x="628014" y="1351736"/>
                  </a:lnTo>
                  <a:lnTo>
                    <a:pt x="628682" y="1335048"/>
                  </a:lnTo>
                  <a:lnTo>
                    <a:pt x="629350" y="1335048"/>
                  </a:lnTo>
                  <a:lnTo>
                    <a:pt x="630018" y="1335048"/>
                  </a:lnTo>
                  <a:lnTo>
                    <a:pt x="630686" y="1335048"/>
                  </a:lnTo>
                  <a:lnTo>
                    <a:pt x="631354" y="1279421"/>
                  </a:lnTo>
                  <a:lnTo>
                    <a:pt x="632022" y="1279421"/>
                  </a:lnTo>
                  <a:lnTo>
                    <a:pt x="632690" y="1279421"/>
                  </a:lnTo>
                  <a:lnTo>
                    <a:pt x="633358" y="1279421"/>
                  </a:lnTo>
                  <a:lnTo>
                    <a:pt x="634026" y="1279421"/>
                  </a:lnTo>
                  <a:lnTo>
                    <a:pt x="634694" y="1268295"/>
                  </a:lnTo>
                  <a:lnTo>
                    <a:pt x="635362" y="1223794"/>
                  </a:lnTo>
                  <a:lnTo>
                    <a:pt x="636031" y="1257170"/>
                  </a:lnTo>
                  <a:lnTo>
                    <a:pt x="636699" y="1290546"/>
                  </a:lnTo>
                  <a:lnTo>
                    <a:pt x="637367" y="1373986"/>
                  </a:lnTo>
                  <a:lnTo>
                    <a:pt x="638035" y="1390675"/>
                  </a:lnTo>
                  <a:lnTo>
                    <a:pt x="638703" y="1368424"/>
                  </a:lnTo>
                  <a:lnTo>
                    <a:pt x="639371" y="1335048"/>
                  </a:lnTo>
                  <a:lnTo>
                    <a:pt x="640039" y="1335048"/>
                  </a:lnTo>
                  <a:lnTo>
                    <a:pt x="640707" y="1371205"/>
                  </a:lnTo>
                  <a:lnTo>
                    <a:pt x="641375" y="1390675"/>
                  </a:lnTo>
                  <a:lnTo>
                    <a:pt x="642043" y="1382331"/>
                  </a:lnTo>
                  <a:lnTo>
                    <a:pt x="642711" y="1335048"/>
                  </a:lnTo>
                  <a:lnTo>
                    <a:pt x="643379" y="1360080"/>
                  </a:lnTo>
                  <a:lnTo>
                    <a:pt x="644047" y="1354517"/>
                  </a:lnTo>
                  <a:lnTo>
                    <a:pt x="644715" y="1357298"/>
                  </a:lnTo>
                  <a:lnTo>
                    <a:pt x="645383" y="1390675"/>
                  </a:lnTo>
                  <a:lnTo>
                    <a:pt x="646051" y="1390675"/>
                  </a:lnTo>
                  <a:lnTo>
                    <a:pt x="646719" y="1390675"/>
                  </a:lnTo>
                  <a:lnTo>
                    <a:pt x="647387" y="1390675"/>
                  </a:lnTo>
                  <a:lnTo>
                    <a:pt x="648055" y="1443520"/>
                  </a:lnTo>
                  <a:lnTo>
                    <a:pt x="648723" y="1446302"/>
                  </a:lnTo>
                  <a:lnTo>
                    <a:pt x="649391" y="1446302"/>
                  </a:lnTo>
                  <a:lnTo>
                    <a:pt x="650059" y="1446302"/>
                  </a:lnTo>
                  <a:lnTo>
                    <a:pt x="650727" y="1390675"/>
                  </a:lnTo>
                  <a:lnTo>
                    <a:pt x="651395" y="1399019"/>
                  </a:lnTo>
                  <a:lnTo>
                    <a:pt x="652063" y="1446302"/>
                  </a:lnTo>
                  <a:lnTo>
                    <a:pt x="652731" y="1446302"/>
                  </a:lnTo>
                  <a:lnTo>
                    <a:pt x="653399" y="1446302"/>
                  </a:lnTo>
                  <a:lnTo>
                    <a:pt x="654067" y="1446302"/>
                  </a:lnTo>
                  <a:lnTo>
                    <a:pt x="654735" y="1418488"/>
                  </a:lnTo>
                  <a:lnTo>
                    <a:pt x="655403" y="1410144"/>
                  </a:lnTo>
                  <a:lnTo>
                    <a:pt x="656071" y="1396237"/>
                  </a:lnTo>
                  <a:lnTo>
                    <a:pt x="656739" y="1390675"/>
                  </a:lnTo>
                  <a:lnTo>
                    <a:pt x="657407" y="1390675"/>
                  </a:lnTo>
                  <a:lnTo>
                    <a:pt x="658075" y="1390675"/>
                  </a:lnTo>
                  <a:lnTo>
                    <a:pt x="658743" y="1396237"/>
                  </a:lnTo>
                  <a:lnTo>
                    <a:pt x="659411" y="1446302"/>
                  </a:lnTo>
                  <a:lnTo>
                    <a:pt x="660079" y="1446302"/>
                  </a:lnTo>
                  <a:lnTo>
                    <a:pt x="660748" y="1479678"/>
                  </a:lnTo>
                  <a:lnTo>
                    <a:pt x="661416" y="1490803"/>
                  </a:lnTo>
                  <a:lnTo>
                    <a:pt x="662084" y="1401800"/>
                  </a:lnTo>
                  <a:lnTo>
                    <a:pt x="662752" y="1390675"/>
                  </a:lnTo>
                  <a:lnTo>
                    <a:pt x="663420" y="1390675"/>
                  </a:lnTo>
                  <a:lnTo>
                    <a:pt x="664088" y="1390675"/>
                  </a:lnTo>
                  <a:lnTo>
                    <a:pt x="664756" y="1382331"/>
                  </a:lnTo>
                  <a:lnTo>
                    <a:pt x="665424" y="1335048"/>
                  </a:lnTo>
                  <a:lnTo>
                    <a:pt x="666092" y="1335048"/>
                  </a:lnTo>
                  <a:lnTo>
                    <a:pt x="666760" y="1335048"/>
                  </a:lnTo>
                  <a:lnTo>
                    <a:pt x="667428" y="1387893"/>
                  </a:lnTo>
                  <a:lnTo>
                    <a:pt x="668096" y="1390675"/>
                  </a:lnTo>
                  <a:lnTo>
                    <a:pt x="668764" y="1390675"/>
                  </a:lnTo>
                  <a:lnTo>
                    <a:pt x="669432" y="1390675"/>
                  </a:lnTo>
                  <a:lnTo>
                    <a:pt x="670100" y="1335048"/>
                  </a:lnTo>
                  <a:lnTo>
                    <a:pt x="670768" y="1335048"/>
                  </a:lnTo>
                  <a:lnTo>
                    <a:pt x="671436" y="1346173"/>
                  </a:lnTo>
                  <a:lnTo>
                    <a:pt x="672104" y="1335048"/>
                  </a:lnTo>
                  <a:lnTo>
                    <a:pt x="672772" y="1382330"/>
                  </a:lnTo>
                  <a:lnTo>
                    <a:pt x="673440" y="1390675"/>
                  </a:lnTo>
                  <a:lnTo>
                    <a:pt x="674108" y="1390675"/>
                  </a:lnTo>
                  <a:lnTo>
                    <a:pt x="674776" y="1390675"/>
                  </a:lnTo>
                  <a:lnTo>
                    <a:pt x="675444" y="1390675"/>
                  </a:lnTo>
                  <a:lnTo>
                    <a:pt x="676112" y="1390675"/>
                  </a:lnTo>
                  <a:lnTo>
                    <a:pt x="676780" y="1390675"/>
                  </a:lnTo>
                  <a:lnTo>
                    <a:pt x="677448" y="1390675"/>
                  </a:lnTo>
                  <a:lnTo>
                    <a:pt x="678116" y="1354517"/>
                  </a:lnTo>
                  <a:lnTo>
                    <a:pt x="678784" y="1432395"/>
                  </a:lnTo>
                  <a:lnTo>
                    <a:pt x="679452" y="1446302"/>
                  </a:lnTo>
                  <a:lnTo>
                    <a:pt x="680120" y="1446302"/>
                  </a:lnTo>
                  <a:lnTo>
                    <a:pt x="680788" y="1446302"/>
                  </a:lnTo>
                  <a:lnTo>
                    <a:pt x="681456" y="1451864"/>
                  </a:lnTo>
                  <a:lnTo>
                    <a:pt x="682124" y="1501929"/>
                  </a:lnTo>
                  <a:lnTo>
                    <a:pt x="682792" y="1501929"/>
                  </a:lnTo>
                  <a:lnTo>
                    <a:pt x="683460" y="1501929"/>
                  </a:lnTo>
                  <a:lnTo>
                    <a:pt x="684128" y="1501929"/>
                  </a:lnTo>
                  <a:lnTo>
                    <a:pt x="684797" y="1501929"/>
                  </a:lnTo>
                  <a:lnTo>
                    <a:pt x="685465" y="1501929"/>
                  </a:lnTo>
                  <a:lnTo>
                    <a:pt x="686133" y="1501929"/>
                  </a:lnTo>
                  <a:lnTo>
                    <a:pt x="686801" y="1549212"/>
                  </a:lnTo>
                  <a:lnTo>
                    <a:pt x="687469" y="1501929"/>
                  </a:lnTo>
                  <a:lnTo>
                    <a:pt x="688137" y="1513054"/>
                  </a:lnTo>
                  <a:lnTo>
                    <a:pt x="688805" y="1557556"/>
                  </a:lnTo>
                  <a:lnTo>
                    <a:pt x="689473" y="1549212"/>
                  </a:lnTo>
                  <a:lnTo>
                    <a:pt x="690141" y="1501929"/>
                  </a:lnTo>
                  <a:lnTo>
                    <a:pt x="690809" y="1501929"/>
                  </a:lnTo>
                  <a:lnTo>
                    <a:pt x="691477" y="1501929"/>
                  </a:lnTo>
                  <a:lnTo>
                    <a:pt x="692145" y="1501929"/>
                  </a:lnTo>
                  <a:lnTo>
                    <a:pt x="692813" y="1501929"/>
                  </a:lnTo>
                  <a:lnTo>
                    <a:pt x="693481" y="1501929"/>
                  </a:lnTo>
                  <a:lnTo>
                    <a:pt x="694149" y="1501929"/>
                  </a:lnTo>
                  <a:lnTo>
                    <a:pt x="694817" y="1543649"/>
                  </a:lnTo>
                  <a:lnTo>
                    <a:pt x="695485" y="1557556"/>
                  </a:lnTo>
                  <a:lnTo>
                    <a:pt x="696153" y="1557556"/>
                  </a:lnTo>
                  <a:lnTo>
                    <a:pt x="696821" y="1557556"/>
                  </a:lnTo>
                  <a:lnTo>
                    <a:pt x="697489" y="1557556"/>
                  </a:lnTo>
                  <a:lnTo>
                    <a:pt x="698157" y="1557556"/>
                  </a:lnTo>
                  <a:lnTo>
                    <a:pt x="698825" y="1518617"/>
                  </a:lnTo>
                  <a:lnTo>
                    <a:pt x="699493" y="1501929"/>
                  </a:lnTo>
                  <a:lnTo>
                    <a:pt x="700161" y="1501929"/>
                  </a:lnTo>
                  <a:lnTo>
                    <a:pt x="700829" y="1501929"/>
                  </a:lnTo>
                  <a:lnTo>
                    <a:pt x="701497" y="1501929"/>
                  </a:lnTo>
                  <a:lnTo>
                    <a:pt x="702165" y="1501929"/>
                  </a:lnTo>
                  <a:lnTo>
                    <a:pt x="702833" y="1501929"/>
                  </a:lnTo>
                  <a:lnTo>
                    <a:pt x="703501" y="1504710"/>
                  </a:lnTo>
                  <a:lnTo>
                    <a:pt x="704169" y="1557556"/>
                  </a:lnTo>
                  <a:lnTo>
                    <a:pt x="704837" y="1557556"/>
                  </a:lnTo>
                  <a:lnTo>
                    <a:pt x="705505" y="1557556"/>
                  </a:lnTo>
                  <a:lnTo>
                    <a:pt x="706173" y="1535305"/>
                  </a:lnTo>
                  <a:lnTo>
                    <a:pt x="706841" y="1557556"/>
                  </a:lnTo>
                  <a:lnTo>
                    <a:pt x="707509" y="1493584"/>
                  </a:lnTo>
                  <a:lnTo>
                    <a:pt x="708177" y="1390675"/>
                  </a:lnTo>
                  <a:lnTo>
                    <a:pt x="708845" y="1390675"/>
                  </a:lnTo>
                  <a:lnTo>
                    <a:pt x="709514" y="1390675"/>
                  </a:lnTo>
                  <a:lnTo>
                    <a:pt x="710182" y="1390675"/>
                  </a:lnTo>
                  <a:lnTo>
                    <a:pt x="710850" y="1390675"/>
                  </a:lnTo>
                  <a:lnTo>
                    <a:pt x="711518" y="1351736"/>
                  </a:lnTo>
                  <a:lnTo>
                    <a:pt x="712186" y="1335048"/>
                  </a:lnTo>
                  <a:lnTo>
                    <a:pt x="712854" y="1335048"/>
                  </a:lnTo>
                  <a:lnTo>
                    <a:pt x="713522" y="1335048"/>
                  </a:lnTo>
                  <a:lnTo>
                    <a:pt x="714190" y="1304453"/>
                  </a:lnTo>
                  <a:lnTo>
                    <a:pt x="714858" y="1279421"/>
                  </a:lnTo>
                  <a:lnTo>
                    <a:pt x="715526" y="1315578"/>
                  </a:lnTo>
                  <a:lnTo>
                    <a:pt x="716194" y="1315578"/>
                  </a:lnTo>
                  <a:lnTo>
                    <a:pt x="716862" y="1257170"/>
                  </a:lnTo>
                  <a:lnTo>
                    <a:pt x="717530" y="1223794"/>
                  </a:lnTo>
                  <a:lnTo>
                    <a:pt x="718198" y="1223794"/>
                  </a:lnTo>
                  <a:lnTo>
                    <a:pt x="718866" y="1223794"/>
                  </a:lnTo>
                  <a:lnTo>
                    <a:pt x="719534" y="1223794"/>
                  </a:lnTo>
                  <a:lnTo>
                    <a:pt x="720202" y="1223794"/>
                  </a:lnTo>
                  <a:lnTo>
                    <a:pt x="720870" y="1223794"/>
                  </a:lnTo>
                  <a:lnTo>
                    <a:pt x="721538" y="1168166"/>
                  </a:lnTo>
                  <a:lnTo>
                    <a:pt x="722206" y="1168166"/>
                  </a:lnTo>
                  <a:lnTo>
                    <a:pt x="722874" y="1193199"/>
                  </a:lnTo>
                  <a:lnTo>
                    <a:pt x="723542" y="1223794"/>
                  </a:lnTo>
                  <a:lnTo>
                    <a:pt x="724210" y="1282202"/>
                  </a:lnTo>
                  <a:lnTo>
                    <a:pt x="724878" y="1387893"/>
                  </a:lnTo>
                  <a:lnTo>
                    <a:pt x="725546" y="1348954"/>
                  </a:lnTo>
                  <a:lnTo>
                    <a:pt x="726214" y="1326704"/>
                  </a:lnTo>
                  <a:lnTo>
                    <a:pt x="726882" y="1259951"/>
                  </a:lnTo>
                  <a:lnTo>
                    <a:pt x="727550" y="1223794"/>
                  </a:lnTo>
                  <a:lnTo>
                    <a:pt x="728218" y="1259951"/>
                  </a:lnTo>
                  <a:lnTo>
                    <a:pt x="728886" y="1279421"/>
                  </a:lnTo>
                  <a:lnTo>
                    <a:pt x="729554" y="1279421"/>
                  </a:lnTo>
                  <a:lnTo>
                    <a:pt x="730222" y="1279421"/>
                  </a:lnTo>
                  <a:lnTo>
                    <a:pt x="730890" y="1307234"/>
                  </a:lnTo>
                  <a:lnTo>
                    <a:pt x="731558" y="1335048"/>
                  </a:lnTo>
                  <a:lnTo>
                    <a:pt x="732226" y="1335048"/>
                  </a:lnTo>
                  <a:lnTo>
                    <a:pt x="732894" y="1351736"/>
                  </a:lnTo>
                  <a:lnTo>
                    <a:pt x="733562" y="1410144"/>
                  </a:lnTo>
                  <a:lnTo>
                    <a:pt x="734231" y="1446302"/>
                  </a:lnTo>
                  <a:lnTo>
                    <a:pt x="734899" y="1446302"/>
                  </a:lnTo>
                  <a:lnTo>
                    <a:pt x="735567" y="1418488"/>
                  </a:lnTo>
                  <a:lnTo>
                    <a:pt x="736235" y="1368424"/>
                  </a:lnTo>
                  <a:lnTo>
                    <a:pt x="736903" y="1279421"/>
                  </a:lnTo>
                  <a:lnTo>
                    <a:pt x="737571" y="1279421"/>
                  </a:lnTo>
                  <a:lnTo>
                    <a:pt x="738239" y="1332266"/>
                  </a:lnTo>
                  <a:lnTo>
                    <a:pt x="738907" y="1335048"/>
                  </a:lnTo>
                  <a:lnTo>
                    <a:pt x="739575" y="1335048"/>
                  </a:lnTo>
                  <a:lnTo>
                    <a:pt x="740243" y="1335048"/>
                  </a:lnTo>
                  <a:lnTo>
                    <a:pt x="740911" y="1335048"/>
                  </a:lnTo>
                  <a:lnTo>
                    <a:pt x="741579" y="1335048"/>
                  </a:lnTo>
                  <a:lnTo>
                    <a:pt x="742247" y="1340610"/>
                  </a:lnTo>
                  <a:lnTo>
                    <a:pt x="742915" y="1340610"/>
                  </a:lnTo>
                  <a:lnTo>
                    <a:pt x="743583" y="1407363"/>
                  </a:lnTo>
                  <a:lnTo>
                    <a:pt x="744251" y="1446302"/>
                  </a:lnTo>
                  <a:lnTo>
                    <a:pt x="744919" y="1410144"/>
                  </a:lnTo>
                  <a:lnTo>
                    <a:pt x="745587" y="1335048"/>
                  </a:lnTo>
                  <a:lnTo>
                    <a:pt x="746255" y="1335048"/>
                  </a:lnTo>
                  <a:lnTo>
                    <a:pt x="746923" y="1279421"/>
                  </a:lnTo>
                  <a:lnTo>
                    <a:pt x="747591" y="1279421"/>
                  </a:lnTo>
                  <a:lnTo>
                    <a:pt x="748259" y="1279421"/>
                  </a:lnTo>
                  <a:lnTo>
                    <a:pt x="748927" y="1279421"/>
                  </a:lnTo>
                  <a:lnTo>
                    <a:pt x="749595" y="1279421"/>
                  </a:lnTo>
                  <a:lnTo>
                    <a:pt x="750263" y="1279421"/>
                  </a:lnTo>
                  <a:lnTo>
                    <a:pt x="750931" y="1279421"/>
                  </a:lnTo>
                  <a:lnTo>
                    <a:pt x="751599" y="1279421"/>
                  </a:lnTo>
                  <a:lnTo>
                    <a:pt x="752267" y="1304453"/>
                  </a:lnTo>
                  <a:lnTo>
                    <a:pt x="752935" y="1351736"/>
                  </a:lnTo>
                  <a:lnTo>
                    <a:pt x="753603" y="1446302"/>
                  </a:lnTo>
                  <a:lnTo>
                    <a:pt x="754271" y="1446302"/>
                  </a:lnTo>
                  <a:lnTo>
                    <a:pt x="754939" y="1446302"/>
                  </a:lnTo>
                  <a:lnTo>
                    <a:pt x="755607" y="1446302"/>
                  </a:lnTo>
                  <a:lnTo>
                    <a:pt x="756275" y="1446302"/>
                  </a:lnTo>
                  <a:lnTo>
                    <a:pt x="756943" y="1446302"/>
                  </a:lnTo>
                  <a:lnTo>
                    <a:pt x="757611" y="1446302"/>
                  </a:lnTo>
                  <a:lnTo>
                    <a:pt x="758279" y="1410144"/>
                  </a:lnTo>
                  <a:lnTo>
                    <a:pt x="758948" y="1421269"/>
                  </a:lnTo>
                  <a:lnTo>
                    <a:pt x="759616" y="1446302"/>
                  </a:lnTo>
                  <a:lnTo>
                    <a:pt x="760284" y="1446302"/>
                  </a:lnTo>
                  <a:lnTo>
                    <a:pt x="760952" y="1446302"/>
                  </a:lnTo>
                  <a:lnTo>
                    <a:pt x="761620" y="1476896"/>
                  </a:lnTo>
                  <a:lnTo>
                    <a:pt x="762288" y="1557556"/>
                  </a:lnTo>
                  <a:lnTo>
                    <a:pt x="762956" y="1557556"/>
                  </a:lnTo>
                  <a:lnTo>
                    <a:pt x="763624" y="1610401"/>
                  </a:lnTo>
                  <a:lnTo>
                    <a:pt x="764292" y="1613183"/>
                  </a:lnTo>
                  <a:lnTo>
                    <a:pt x="764960" y="1613183"/>
                  </a:lnTo>
                  <a:lnTo>
                    <a:pt x="765628" y="1613183"/>
                  </a:lnTo>
                  <a:lnTo>
                    <a:pt x="766296" y="1563118"/>
                  </a:lnTo>
                  <a:lnTo>
                    <a:pt x="766964" y="1557556"/>
                  </a:lnTo>
                  <a:lnTo>
                    <a:pt x="767632" y="1557556"/>
                  </a:lnTo>
                  <a:lnTo>
                    <a:pt x="768300" y="1557556"/>
                  </a:lnTo>
                  <a:lnTo>
                    <a:pt x="768968" y="1557556"/>
                  </a:lnTo>
                  <a:lnTo>
                    <a:pt x="769636" y="1557556"/>
                  </a:lnTo>
                  <a:lnTo>
                    <a:pt x="770304" y="1557556"/>
                  </a:lnTo>
                  <a:lnTo>
                    <a:pt x="770972" y="1557556"/>
                  </a:lnTo>
                  <a:lnTo>
                    <a:pt x="771640" y="1557556"/>
                  </a:lnTo>
                  <a:lnTo>
                    <a:pt x="772308" y="1557556"/>
                  </a:lnTo>
                  <a:lnTo>
                    <a:pt x="772976" y="1557556"/>
                  </a:lnTo>
                  <a:lnTo>
                    <a:pt x="773644" y="1557556"/>
                  </a:lnTo>
                  <a:lnTo>
                    <a:pt x="774312" y="1557556"/>
                  </a:lnTo>
                  <a:lnTo>
                    <a:pt x="774980" y="1540867"/>
                  </a:lnTo>
                  <a:lnTo>
                    <a:pt x="775648" y="1557556"/>
                  </a:lnTo>
                  <a:lnTo>
                    <a:pt x="776316" y="1557556"/>
                  </a:lnTo>
                  <a:lnTo>
                    <a:pt x="776984" y="1557556"/>
                  </a:lnTo>
                  <a:lnTo>
                    <a:pt x="777652" y="1507491"/>
                  </a:lnTo>
                  <a:lnTo>
                    <a:pt x="778320" y="1476896"/>
                  </a:lnTo>
                  <a:lnTo>
                    <a:pt x="778988" y="1446302"/>
                  </a:lnTo>
                  <a:lnTo>
                    <a:pt x="779656" y="1410144"/>
                  </a:lnTo>
                  <a:lnTo>
                    <a:pt x="780324" y="1379549"/>
                  </a:lnTo>
                  <a:lnTo>
                    <a:pt x="780992" y="1273858"/>
                  </a:lnTo>
                  <a:lnTo>
                    <a:pt x="781660" y="1223794"/>
                  </a:lnTo>
                  <a:lnTo>
                    <a:pt x="782328" y="1223794"/>
                  </a:lnTo>
                  <a:lnTo>
                    <a:pt x="782997" y="1271077"/>
                  </a:lnTo>
                  <a:lnTo>
                    <a:pt x="783665" y="1279421"/>
                  </a:lnTo>
                  <a:lnTo>
                    <a:pt x="784333" y="1279421"/>
                  </a:lnTo>
                  <a:lnTo>
                    <a:pt x="785001" y="1279421"/>
                  </a:lnTo>
                  <a:lnTo>
                    <a:pt x="785669" y="1279421"/>
                  </a:lnTo>
                  <a:lnTo>
                    <a:pt x="786337" y="1279421"/>
                  </a:lnTo>
                  <a:lnTo>
                    <a:pt x="787005" y="1279421"/>
                  </a:lnTo>
                  <a:lnTo>
                    <a:pt x="787673" y="1279421"/>
                  </a:lnTo>
                  <a:lnTo>
                    <a:pt x="788341" y="1279421"/>
                  </a:lnTo>
                  <a:lnTo>
                    <a:pt x="789009" y="1279421"/>
                  </a:lnTo>
                  <a:lnTo>
                    <a:pt x="789677" y="1279421"/>
                  </a:lnTo>
                  <a:lnTo>
                    <a:pt x="790345" y="1279421"/>
                  </a:lnTo>
                  <a:lnTo>
                    <a:pt x="791013" y="1279421"/>
                  </a:lnTo>
                  <a:lnTo>
                    <a:pt x="791681" y="1326704"/>
                  </a:lnTo>
                  <a:lnTo>
                    <a:pt x="792349" y="1335048"/>
                  </a:lnTo>
                  <a:lnTo>
                    <a:pt x="793017" y="1335048"/>
                  </a:lnTo>
                  <a:lnTo>
                    <a:pt x="793685" y="1335048"/>
                  </a:lnTo>
                  <a:lnTo>
                    <a:pt x="794353" y="1382330"/>
                  </a:lnTo>
                  <a:lnTo>
                    <a:pt x="795021" y="1412925"/>
                  </a:lnTo>
                  <a:lnTo>
                    <a:pt x="795689" y="1446302"/>
                  </a:lnTo>
                  <a:lnTo>
                    <a:pt x="796357" y="1479678"/>
                  </a:lnTo>
                  <a:lnTo>
                    <a:pt x="797025" y="1510273"/>
                  </a:lnTo>
                  <a:lnTo>
                    <a:pt x="797693" y="1613183"/>
                  </a:lnTo>
                  <a:lnTo>
                    <a:pt x="798361" y="1613183"/>
                  </a:lnTo>
                  <a:lnTo>
                    <a:pt x="799029" y="1613183"/>
                  </a:lnTo>
                  <a:lnTo>
                    <a:pt x="799697" y="1613183"/>
                  </a:lnTo>
                  <a:lnTo>
                    <a:pt x="800365" y="1590932"/>
                  </a:lnTo>
                  <a:lnTo>
                    <a:pt x="801033" y="1557556"/>
                  </a:lnTo>
                  <a:lnTo>
                    <a:pt x="801701" y="1557556"/>
                  </a:lnTo>
                  <a:lnTo>
                    <a:pt x="802369" y="1557556"/>
                  </a:lnTo>
                  <a:lnTo>
                    <a:pt x="803037" y="1557556"/>
                  </a:lnTo>
                  <a:lnTo>
                    <a:pt x="803705" y="1557556"/>
                  </a:lnTo>
                  <a:lnTo>
                    <a:pt x="804373" y="1554774"/>
                  </a:lnTo>
                  <a:lnTo>
                    <a:pt x="805041" y="1501929"/>
                  </a:lnTo>
                  <a:lnTo>
                    <a:pt x="805709" y="1501929"/>
                  </a:lnTo>
                  <a:lnTo>
                    <a:pt x="806377" y="1501929"/>
                  </a:lnTo>
                  <a:lnTo>
                    <a:pt x="807045" y="1501929"/>
                  </a:lnTo>
                  <a:lnTo>
                    <a:pt x="807714" y="1501929"/>
                  </a:lnTo>
                  <a:lnTo>
                    <a:pt x="808382" y="1501929"/>
                  </a:lnTo>
                  <a:lnTo>
                    <a:pt x="809050" y="1501929"/>
                  </a:lnTo>
                  <a:lnTo>
                    <a:pt x="809718" y="1454646"/>
                  </a:lnTo>
                  <a:lnTo>
                    <a:pt x="810386" y="1446302"/>
                  </a:lnTo>
                  <a:lnTo>
                    <a:pt x="811054" y="1421269"/>
                  </a:lnTo>
                  <a:lnTo>
                    <a:pt x="811722" y="1390675"/>
                  </a:lnTo>
                  <a:lnTo>
                    <a:pt x="812390" y="1390675"/>
                  </a:lnTo>
                  <a:lnTo>
                    <a:pt x="813058" y="1390675"/>
                  </a:lnTo>
                  <a:lnTo>
                    <a:pt x="813726" y="1390675"/>
                  </a:lnTo>
                  <a:lnTo>
                    <a:pt x="814394" y="1390675"/>
                  </a:lnTo>
                  <a:lnTo>
                    <a:pt x="815062" y="1443520"/>
                  </a:lnTo>
                  <a:lnTo>
                    <a:pt x="815730" y="1446302"/>
                  </a:lnTo>
                  <a:lnTo>
                    <a:pt x="816398" y="1446302"/>
                  </a:lnTo>
                  <a:lnTo>
                    <a:pt x="817066" y="1465771"/>
                  </a:lnTo>
                  <a:lnTo>
                    <a:pt x="817734" y="1501929"/>
                  </a:lnTo>
                  <a:lnTo>
                    <a:pt x="818402" y="1501929"/>
                  </a:lnTo>
                  <a:lnTo>
                    <a:pt x="819070" y="1501929"/>
                  </a:lnTo>
                  <a:lnTo>
                    <a:pt x="819738" y="1501929"/>
                  </a:lnTo>
                  <a:lnTo>
                    <a:pt x="820406" y="1501929"/>
                  </a:lnTo>
                  <a:lnTo>
                    <a:pt x="821074" y="1501929"/>
                  </a:lnTo>
                  <a:lnTo>
                    <a:pt x="821742" y="1557556"/>
                  </a:lnTo>
                  <a:lnTo>
                    <a:pt x="822410" y="1557556"/>
                  </a:lnTo>
                  <a:lnTo>
                    <a:pt x="823078" y="1557556"/>
                  </a:lnTo>
                  <a:lnTo>
                    <a:pt x="823746" y="1557556"/>
                  </a:lnTo>
                  <a:lnTo>
                    <a:pt x="824414" y="1557556"/>
                  </a:lnTo>
                  <a:lnTo>
                    <a:pt x="825082" y="1557556"/>
                  </a:lnTo>
                  <a:lnTo>
                    <a:pt x="825750" y="1557556"/>
                  </a:lnTo>
                  <a:lnTo>
                    <a:pt x="826418" y="1602057"/>
                  </a:lnTo>
                  <a:lnTo>
                    <a:pt x="827086" y="1613183"/>
                  </a:lnTo>
                  <a:lnTo>
                    <a:pt x="827754" y="1635433"/>
                  </a:lnTo>
                  <a:lnTo>
                    <a:pt x="828422" y="1668810"/>
                  </a:lnTo>
                  <a:lnTo>
                    <a:pt x="828422" y="1668810"/>
                  </a:lnTo>
                  <a:lnTo>
                    <a:pt x="829090" y="1668810"/>
                  </a:lnTo>
                  <a:lnTo>
                    <a:pt x="829758" y="1621527"/>
                  </a:lnTo>
                  <a:lnTo>
                    <a:pt x="830426" y="1613183"/>
                  </a:lnTo>
                  <a:lnTo>
                    <a:pt x="831094" y="1613183"/>
                  </a:lnTo>
                  <a:lnTo>
                    <a:pt x="831762" y="1613183"/>
                  </a:lnTo>
                  <a:lnTo>
                    <a:pt x="832431" y="1613183"/>
                  </a:lnTo>
                  <a:lnTo>
                    <a:pt x="833099" y="1582588"/>
                  </a:lnTo>
                  <a:lnTo>
                    <a:pt x="833767" y="1557556"/>
                  </a:lnTo>
                  <a:lnTo>
                    <a:pt x="834435" y="1554774"/>
                  </a:lnTo>
                  <a:lnTo>
                    <a:pt x="835103" y="1501929"/>
                  </a:lnTo>
                  <a:lnTo>
                    <a:pt x="835771" y="1474115"/>
                  </a:lnTo>
                  <a:lnTo>
                    <a:pt x="836439" y="1446302"/>
                  </a:lnTo>
                  <a:lnTo>
                    <a:pt x="837107" y="1446302"/>
                  </a:lnTo>
                  <a:lnTo>
                    <a:pt x="837775" y="1446302"/>
                  </a:lnTo>
                  <a:lnTo>
                    <a:pt x="838443" y="1446302"/>
                  </a:lnTo>
                  <a:lnTo>
                    <a:pt x="839111" y="1446302"/>
                  </a:lnTo>
                  <a:lnTo>
                    <a:pt x="839779" y="1446302"/>
                  </a:lnTo>
                  <a:lnTo>
                    <a:pt x="840447" y="1446302"/>
                  </a:lnTo>
                  <a:lnTo>
                    <a:pt x="841115" y="1446302"/>
                  </a:lnTo>
                  <a:lnTo>
                    <a:pt x="841783" y="1446302"/>
                  </a:lnTo>
                  <a:lnTo>
                    <a:pt x="842451" y="1446302"/>
                  </a:lnTo>
                  <a:lnTo>
                    <a:pt x="843119" y="1446302"/>
                  </a:lnTo>
                  <a:lnTo>
                    <a:pt x="843787" y="1446302"/>
                  </a:lnTo>
                  <a:lnTo>
                    <a:pt x="844455" y="1446302"/>
                  </a:lnTo>
                  <a:lnTo>
                    <a:pt x="845123" y="1446302"/>
                  </a:lnTo>
                  <a:lnTo>
                    <a:pt x="845791" y="1446302"/>
                  </a:lnTo>
                  <a:lnTo>
                    <a:pt x="846459" y="1490803"/>
                  </a:lnTo>
                  <a:lnTo>
                    <a:pt x="847127" y="1501929"/>
                  </a:lnTo>
                  <a:lnTo>
                    <a:pt x="847795" y="1501929"/>
                  </a:lnTo>
                  <a:lnTo>
                    <a:pt x="848463" y="1501929"/>
                  </a:lnTo>
                  <a:lnTo>
                    <a:pt x="849131" y="1501929"/>
                  </a:lnTo>
                  <a:lnTo>
                    <a:pt x="849799" y="1529742"/>
                  </a:lnTo>
                  <a:lnTo>
                    <a:pt x="850467" y="1557556"/>
                  </a:lnTo>
                  <a:lnTo>
                    <a:pt x="851135" y="1557556"/>
                  </a:lnTo>
                  <a:lnTo>
                    <a:pt x="851803" y="1604839"/>
                  </a:lnTo>
                  <a:lnTo>
                    <a:pt x="852471" y="1582588"/>
                  </a:lnTo>
                  <a:lnTo>
                    <a:pt x="853139" y="1613183"/>
                  </a:lnTo>
                  <a:lnTo>
                    <a:pt x="853807" y="1571462"/>
                  </a:lnTo>
                  <a:lnTo>
                    <a:pt x="854475" y="1557556"/>
                  </a:lnTo>
                  <a:lnTo>
                    <a:pt x="855143" y="1557556"/>
                  </a:lnTo>
                  <a:lnTo>
                    <a:pt x="855811" y="1546430"/>
                  </a:lnTo>
                  <a:lnTo>
                    <a:pt x="856480" y="1268295"/>
                  </a:lnTo>
                  <a:lnTo>
                    <a:pt x="857148" y="1223794"/>
                  </a:lnTo>
                  <a:lnTo>
                    <a:pt x="857816" y="1193199"/>
                  </a:lnTo>
                  <a:lnTo>
                    <a:pt x="858484" y="1168166"/>
                  </a:lnTo>
                  <a:lnTo>
                    <a:pt x="859152" y="1168166"/>
                  </a:lnTo>
                  <a:lnTo>
                    <a:pt x="859820" y="1168166"/>
                  </a:lnTo>
                  <a:lnTo>
                    <a:pt x="860488" y="1168166"/>
                  </a:lnTo>
                  <a:lnTo>
                    <a:pt x="861156" y="1168166"/>
                  </a:lnTo>
                  <a:lnTo>
                    <a:pt x="861824" y="1168166"/>
                  </a:lnTo>
                  <a:lnTo>
                    <a:pt x="862492" y="1168166"/>
                  </a:lnTo>
                  <a:lnTo>
                    <a:pt x="863160" y="1168166"/>
                  </a:lnTo>
                  <a:lnTo>
                    <a:pt x="863828" y="1168166"/>
                  </a:lnTo>
                  <a:lnTo>
                    <a:pt x="864496" y="1168166"/>
                  </a:lnTo>
                  <a:lnTo>
                    <a:pt x="865164" y="1168166"/>
                  </a:lnTo>
                  <a:lnTo>
                    <a:pt x="865832" y="1168166"/>
                  </a:lnTo>
                  <a:lnTo>
                    <a:pt x="866500" y="1118102"/>
                  </a:lnTo>
                  <a:lnTo>
                    <a:pt x="867168" y="1112540"/>
                  </a:lnTo>
                  <a:lnTo>
                    <a:pt x="867836" y="1112540"/>
                  </a:lnTo>
                  <a:lnTo>
                    <a:pt x="868504" y="1118102"/>
                  </a:lnTo>
                  <a:lnTo>
                    <a:pt x="869172" y="1115321"/>
                  </a:lnTo>
                  <a:lnTo>
                    <a:pt x="869840" y="1112540"/>
                  </a:lnTo>
                  <a:lnTo>
                    <a:pt x="870508" y="1106977"/>
                  </a:lnTo>
                  <a:lnTo>
                    <a:pt x="871176" y="1112540"/>
                  </a:lnTo>
                  <a:lnTo>
                    <a:pt x="871844" y="1112540"/>
                  </a:lnTo>
                  <a:lnTo>
                    <a:pt x="872512" y="1118102"/>
                  </a:lnTo>
                  <a:lnTo>
                    <a:pt x="873180" y="1390675"/>
                  </a:lnTo>
                  <a:lnTo>
                    <a:pt x="873848" y="1446302"/>
                  </a:lnTo>
                  <a:lnTo>
                    <a:pt x="874516" y="1474115"/>
                  </a:lnTo>
                  <a:lnTo>
                    <a:pt x="875184" y="1501929"/>
                  </a:lnTo>
                  <a:lnTo>
                    <a:pt x="875852" y="1501929"/>
                  </a:lnTo>
                  <a:lnTo>
                    <a:pt x="876520" y="1501929"/>
                  </a:lnTo>
                  <a:lnTo>
                    <a:pt x="877188" y="1501929"/>
                  </a:lnTo>
                  <a:lnTo>
                    <a:pt x="877856" y="1501929"/>
                  </a:lnTo>
                  <a:lnTo>
                    <a:pt x="878524" y="1501929"/>
                  </a:lnTo>
                  <a:lnTo>
                    <a:pt x="879192" y="1501929"/>
                  </a:lnTo>
                  <a:lnTo>
                    <a:pt x="879860" y="1501929"/>
                  </a:lnTo>
                  <a:lnTo>
                    <a:pt x="880528" y="1501929"/>
                  </a:lnTo>
                  <a:lnTo>
                    <a:pt x="881197" y="1460208"/>
                  </a:lnTo>
                  <a:lnTo>
                    <a:pt x="881865" y="1446302"/>
                  </a:lnTo>
                  <a:lnTo>
                    <a:pt x="882533" y="1446302"/>
                  </a:lnTo>
                  <a:lnTo>
                    <a:pt x="883201" y="1493585"/>
                  </a:lnTo>
                  <a:lnTo>
                    <a:pt x="883869" y="1501929"/>
                  </a:lnTo>
                  <a:lnTo>
                    <a:pt x="884537" y="1501929"/>
                  </a:lnTo>
                  <a:lnTo>
                    <a:pt x="885205" y="1501929"/>
                  </a:lnTo>
                  <a:lnTo>
                    <a:pt x="885873" y="1551993"/>
                  </a:lnTo>
                  <a:lnTo>
                    <a:pt x="886541" y="1557556"/>
                  </a:lnTo>
                  <a:lnTo>
                    <a:pt x="887209" y="1599276"/>
                  </a:lnTo>
                  <a:lnTo>
                    <a:pt x="887877" y="1613183"/>
                  </a:lnTo>
                  <a:lnTo>
                    <a:pt x="888545" y="1613183"/>
                  </a:lnTo>
                  <a:lnTo>
                    <a:pt x="889213" y="1613183"/>
                  </a:lnTo>
                  <a:lnTo>
                    <a:pt x="889881" y="1613183"/>
                  </a:lnTo>
                  <a:lnTo>
                    <a:pt x="890549" y="1613183"/>
                  </a:lnTo>
                  <a:lnTo>
                    <a:pt x="891217" y="1588150"/>
                  </a:lnTo>
                  <a:lnTo>
                    <a:pt x="891885" y="1557556"/>
                  </a:lnTo>
                  <a:lnTo>
                    <a:pt x="892553" y="1557556"/>
                  </a:lnTo>
                  <a:lnTo>
                    <a:pt x="893221" y="1557556"/>
                  </a:lnTo>
                  <a:lnTo>
                    <a:pt x="893889" y="1557556"/>
                  </a:lnTo>
                  <a:lnTo>
                    <a:pt x="894557" y="1557556"/>
                  </a:lnTo>
                  <a:lnTo>
                    <a:pt x="895225" y="1557556"/>
                  </a:lnTo>
                  <a:lnTo>
                    <a:pt x="895893" y="1557556"/>
                  </a:lnTo>
                  <a:lnTo>
                    <a:pt x="896561" y="1513054"/>
                  </a:lnTo>
                  <a:lnTo>
                    <a:pt x="897229" y="1457427"/>
                  </a:lnTo>
                  <a:lnTo>
                    <a:pt x="897897" y="1485240"/>
                  </a:lnTo>
                  <a:lnTo>
                    <a:pt x="898565" y="1501929"/>
                  </a:lnTo>
                  <a:lnTo>
                    <a:pt x="899233" y="1501929"/>
                  </a:lnTo>
                  <a:lnTo>
                    <a:pt x="899901" y="1501929"/>
                  </a:lnTo>
                  <a:lnTo>
                    <a:pt x="900569" y="1501929"/>
                  </a:lnTo>
                  <a:lnTo>
                    <a:pt x="901237" y="1501929"/>
                  </a:lnTo>
                  <a:lnTo>
                    <a:pt x="901905" y="1471334"/>
                  </a:lnTo>
                  <a:lnTo>
                    <a:pt x="902573" y="1446302"/>
                  </a:lnTo>
                  <a:lnTo>
                    <a:pt x="903241" y="1446302"/>
                  </a:lnTo>
                  <a:lnTo>
                    <a:pt x="903909" y="1446302"/>
                  </a:lnTo>
                  <a:lnTo>
                    <a:pt x="904577" y="1446302"/>
                  </a:lnTo>
                  <a:lnTo>
                    <a:pt x="905245" y="1446302"/>
                  </a:lnTo>
                  <a:lnTo>
                    <a:pt x="905914" y="1446302"/>
                  </a:lnTo>
                  <a:lnTo>
                    <a:pt x="906582" y="1446302"/>
                  </a:lnTo>
                  <a:lnTo>
                    <a:pt x="907250" y="1446302"/>
                  </a:lnTo>
                  <a:lnTo>
                    <a:pt x="907918" y="1468552"/>
                  </a:lnTo>
                  <a:lnTo>
                    <a:pt x="908586" y="1471334"/>
                  </a:lnTo>
                  <a:lnTo>
                    <a:pt x="909254" y="1446302"/>
                  </a:lnTo>
                  <a:lnTo>
                    <a:pt x="909922" y="1446302"/>
                  </a:lnTo>
                  <a:lnTo>
                    <a:pt x="910590" y="1446302"/>
                  </a:lnTo>
                  <a:lnTo>
                    <a:pt x="911258" y="1446302"/>
                  </a:lnTo>
                  <a:lnTo>
                    <a:pt x="911926" y="1446302"/>
                  </a:lnTo>
                  <a:lnTo>
                    <a:pt x="912594" y="1437957"/>
                  </a:lnTo>
                  <a:lnTo>
                    <a:pt x="913262" y="1432395"/>
                  </a:lnTo>
                  <a:lnTo>
                    <a:pt x="913930" y="1488022"/>
                  </a:lnTo>
                  <a:lnTo>
                    <a:pt x="914598" y="1501929"/>
                  </a:lnTo>
                  <a:lnTo>
                    <a:pt x="915266" y="1501929"/>
                  </a:lnTo>
                  <a:lnTo>
                    <a:pt x="915934" y="1501929"/>
                  </a:lnTo>
                  <a:lnTo>
                    <a:pt x="916602" y="1501929"/>
                  </a:lnTo>
                  <a:lnTo>
                    <a:pt x="917270" y="1501929"/>
                  </a:lnTo>
                  <a:lnTo>
                    <a:pt x="917938" y="1479678"/>
                  </a:lnTo>
                  <a:lnTo>
                    <a:pt x="918606" y="1474115"/>
                  </a:lnTo>
                  <a:lnTo>
                    <a:pt x="919274" y="1501929"/>
                  </a:lnTo>
                  <a:lnTo>
                    <a:pt x="919942" y="1501929"/>
                  </a:lnTo>
                  <a:lnTo>
                    <a:pt x="920610" y="1501929"/>
                  </a:lnTo>
                  <a:lnTo>
                    <a:pt x="921278" y="1476896"/>
                  </a:lnTo>
                  <a:lnTo>
                    <a:pt x="921946" y="1446302"/>
                  </a:lnTo>
                  <a:lnTo>
                    <a:pt x="922614" y="1440739"/>
                  </a:lnTo>
                  <a:lnTo>
                    <a:pt x="923282" y="1371205"/>
                  </a:lnTo>
                  <a:lnTo>
                    <a:pt x="923950" y="1335048"/>
                  </a:lnTo>
                  <a:lnTo>
                    <a:pt x="924618" y="1312797"/>
                  </a:lnTo>
                  <a:lnTo>
                    <a:pt x="925286" y="1257170"/>
                  </a:lnTo>
                  <a:lnTo>
                    <a:pt x="925954" y="1279421"/>
                  </a:lnTo>
                  <a:lnTo>
                    <a:pt x="926622" y="1215449"/>
                  </a:lnTo>
                  <a:lnTo>
                    <a:pt x="927290" y="1165385"/>
                  </a:lnTo>
                  <a:lnTo>
                    <a:pt x="927958" y="1112540"/>
                  </a:lnTo>
                  <a:lnTo>
                    <a:pt x="928626" y="1112540"/>
                  </a:lnTo>
                  <a:lnTo>
                    <a:pt x="929294" y="1090289"/>
                  </a:lnTo>
                  <a:lnTo>
                    <a:pt x="929962" y="1098633"/>
                  </a:lnTo>
                  <a:lnTo>
                    <a:pt x="930631" y="1048568"/>
                  </a:lnTo>
                  <a:lnTo>
                    <a:pt x="931299" y="1001286"/>
                  </a:lnTo>
                  <a:lnTo>
                    <a:pt x="931967" y="1001286"/>
                  </a:lnTo>
                  <a:lnTo>
                    <a:pt x="932635" y="1001286"/>
                  </a:lnTo>
                  <a:lnTo>
                    <a:pt x="933303" y="976253"/>
                  </a:lnTo>
                  <a:lnTo>
                    <a:pt x="933971" y="945659"/>
                  </a:lnTo>
                  <a:lnTo>
                    <a:pt x="934639" y="937315"/>
                  </a:lnTo>
                  <a:lnTo>
                    <a:pt x="935307" y="945659"/>
                  </a:lnTo>
                  <a:lnTo>
                    <a:pt x="935975" y="912282"/>
                  </a:lnTo>
                  <a:lnTo>
                    <a:pt x="936643" y="873344"/>
                  </a:lnTo>
                  <a:lnTo>
                    <a:pt x="937311" y="834405"/>
                  </a:lnTo>
                  <a:lnTo>
                    <a:pt x="937979" y="856655"/>
                  </a:lnTo>
                  <a:lnTo>
                    <a:pt x="938647" y="890032"/>
                  </a:lnTo>
                  <a:lnTo>
                    <a:pt x="939315" y="801028"/>
                  </a:lnTo>
                  <a:lnTo>
                    <a:pt x="939983" y="851093"/>
                  </a:lnTo>
                  <a:lnTo>
                    <a:pt x="940651" y="801028"/>
                  </a:lnTo>
                  <a:lnTo>
                    <a:pt x="941319" y="767652"/>
                  </a:lnTo>
                  <a:lnTo>
                    <a:pt x="941987" y="826061"/>
                  </a:lnTo>
                  <a:lnTo>
                    <a:pt x="942655" y="834405"/>
                  </a:lnTo>
                  <a:lnTo>
                    <a:pt x="943323" y="892813"/>
                  </a:lnTo>
                  <a:lnTo>
                    <a:pt x="943991" y="945659"/>
                  </a:lnTo>
                  <a:lnTo>
                    <a:pt x="944659" y="1001286"/>
                  </a:lnTo>
                  <a:lnTo>
                    <a:pt x="945327" y="998504"/>
                  </a:lnTo>
                  <a:lnTo>
                    <a:pt x="945995" y="970691"/>
                  </a:lnTo>
                  <a:lnTo>
                    <a:pt x="946663" y="920626"/>
                  </a:lnTo>
                  <a:lnTo>
                    <a:pt x="947331" y="931752"/>
                  </a:lnTo>
                  <a:lnTo>
                    <a:pt x="947999" y="945659"/>
                  </a:lnTo>
                  <a:lnTo>
                    <a:pt x="948667" y="945659"/>
                  </a:lnTo>
                  <a:lnTo>
                    <a:pt x="949335" y="926189"/>
                  </a:lnTo>
                  <a:lnTo>
                    <a:pt x="950003" y="912282"/>
                  </a:lnTo>
                  <a:lnTo>
                    <a:pt x="950671" y="945659"/>
                  </a:lnTo>
                  <a:lnTo>
                    <a:pt x="951339" y="937315"/>
                  </a:lnTo>
                  <a:lnTo>
                    <a:pt x="952007" y="945659"/>
                  </a:lnTo>
                  <a:lnTo>
                    <a:pt x="952675" y="976254"/>
                  </a:lnTo>
                  <a:lnTo>
                    <a:pt x="953343" y="1015192"/>
                  </a:lnTo>
                  <a:lnTo>
                    <a:pt x="954011" y="1056912"/>
                  </a:lnTo>
                  <a:lnTo>
                    <a:pt x="954680" y="962347"/>
                  </a:lnTo>
                  <a:lnTo>
                    <a:pt x="955348" y="945659"/>
                  </a:lnTo>
                  <a:lnTo>
                    <a:pt x="956016" y="1031880"/>
                  </a:lnTo>
                  <a:lnTo>
                    <a:pt x="956684" y="1056912"/>
                  </a:lnTo>
                  <a:lnTo>
                    <a:pt x="957352" y="1140353"/>
                  </a:lnTo>
                  <a:lnTo>
                    <a:pt x="958020" y="1195980"/>
                  </a:lnTo>
                  <a:lnTo>
                    <a:pt x="958688" y="1223794"/>
                  </a:lnTo>
                  <a:lnTo>
                    <a:pt x="959356" y="1223794"/>
                  </a:lnTo>
                  <a:lnTo>
                    <a:pt x="960024" y="1190417"/>
                  </a:lnTo>
                  <a:lnTo>
                    <a:pt x="960692" y="1168166"/>
                  </a:lnTo>
                  <a:lnTo>
                    <a:pt x="961360" y="1129228"/>
                  </a:lnTo>
                  <a:lnTo>
                    <a:pt x="962028" y="1112540"/>
                  </a:lnTo>
                  <a:lnTo>
                    <a:pt x="962696" y="1168166"/>
                  </a:lnTo>
                  <a:lnTo>
                    <a:pt x="963364" y="1254388"/>
                  </a:lnTo>
                  <a:lnTo>
                    <a:pt x="964032" y="1232138"/>
                  </a:lnTo>
                  <a:lnTo>
                    <a:pt x="964700" y="1223794"/>
                  </a:lnTo>
                  <a:lnTo>
                    <a:pt x="965368" y="1223794"/>
                  </a:lnTo>
                  <a:lnTo>
                    <a:pt x="966036" y="1240482"/>
                  </a:lnTo>
                  <a:lnTo>
                    <a:pt x="966704" y="1279421"/>
                  </a:lnTo>
                  <a:lnTo>
                    <a:pt x="967372" y="1240482"/>
                  </a:lnTo>
                  <a:lnTo>
                    <a:pt x="968040" y="1120883"/>
                  </a:lnTo>
                  <a:lnTo>
                    <a:pt x="968708" y="1112540"/>
                  </a:lnTo>
                  <a:lnTo>
                    <a:pt x="969376" y="1112540"/>
                  </a:lnTo>
                  <a:lnTo>
                    <a:pt x="970044" y="1112540"/>
                  </a:lnTo>
                  <a:lnTo>
                    <a:pt x="970712" y="1112540"/>
                  </a:lnTo>
                  <a:lnTo>
                    <a:pt x="971380" y="1201543"/>
                  </a:lnTo>
                  <a:lnTo>
                    <a:pt x="972048" y="1207105"/>
                  </a:lnTo>
                  <a:lnTo>
                    <a:pt x="972716" y="1168166"/>
                  </a:lnTo>
                  <a:lnTo>
                    <a:pt x="973384" y="1118102"/>
                  </a:lnTo>
                  <a:lnTo>
                    <a:pt x="974052" y="1112540"/>
                  </a:lnTo>
                  <a:lnTo>
                    <a:pt x="974720" y="1112540"/>
                  </a:lnTo>
                  <a:lnTo>
                    <a:pt x="975388" y="1095851"/>
                  </a:lnTo>
                  <a:lnTo>
                    <a:pt x="976056" y="1020755"/>
                  </a:lnTo>
                  <a:lnTo>
                    <a:pt x="976724" y="1031880"/>
                  </a:lnTo>
                  <a:lnTo>
                    <a:pt x="977392" y="1056912"/>
                  </a:lnTo>
                  <a:lnTo>
                    <a:pt x="978060" y="1070819"/>
                  </a:lnTo>
                  <a:lnTo>
                    <a:pt x="978728" y="1056912"/>
                  </a:lnTo>
                  <a:lnTo>
                    <a:pt x="979397" y="1056912"/>
                  </a:lnTo>
                  <a:lnTo>
                    <a:pt x="980065" y="1056912"/>
                  </a:lnTo>
                  <a:lnTo>
                    <a:pt x="980733" y="1115321"/>
                  </a:lnTo>
                  <a:lnTo>
                    <a:pt x="981401" y="1168166"/>
                  </a:lnTo>
                  <a:lnTo>
                    <a:pt x="982069" y="1168166"/>
                  </a:lnTo>
                  <a:lnTo>
                    <a:pt x="982737" y="1168166"/>
                  </a:lnTo>
                  <a:lnTo>
                    <a:pt x="983405" y="1168166"/>
                  </a:lnTo>
                  <a:lnTo>
                    <a:pt x="984073" y="1201543"/>
                  </a:lnTo>
                  <a:lnTo>
                    <a:pt x="984741" y="1351736"/>
                  </a:lnTo>
                  <a:lnTo>
                    <a:pt x="985409" y="1390675"/>
                  </a:lnTo>
                  <a:lnTo>
                    <a:pt x="986077" y="1390675"/>
                  </a:lnTo>
                  <a:lnTo>
                    <a:pt x="986745" y="1360080"/>
                  </a:lnTo>
                  <a:lnTo>
                    <a:pt x="987413" y="1335048"/>
                  </a:lnTo>
                  <a:lnTo>
                    <a:pt x="988081" y="1335048"/>
                  </a:lnTo>
                  <a:lnTo>
                    <a:pt x="988749" y="1348954"/>
                  </a:lnTo>
                  <a:lnTo>
                    <a:pt x="989417" y="1390675"/>
                  </a:lnTo>
                  <a:lnTo>
                    <a:pt x="990085" y="1437957"/>
                  </a:lnTo>
                  <a:lnTo>
                    <a:pt x="990753" y="1357298"/>
                  </a:lnTo>
                  <a:lnTo>
                    <a:pt x="991421" y="1335048"/>
                  </a:lnTo>
                  <a:lnTo>
                    <a:pt x="992089" y="1348954"/>
                  </a:lnTo>
                  <a:lnTo>
                    <a:pt x="992757" y="1424051"/>
                  </a:lnTo>
                  <a:lnTo>
                    <a:pt x="993425" y="1446302"/>
                  </a:lnTo>
                  <a:lnTo>
                    <a:pt x="994093" y="1446302"/>
                  </a:lnTo>
                  <a:lnTo>
                    <a:pt x="994761" y="1465771"/>
                  </a:lnTo>
                  <a:lnTo>
                    <a:pt x="995429" y="1501929"/>
                  </a:lnTo>
                  <a:lnTo>
                    <a:pt x="996097" y="1501929"/>
                  </a:lnTo>
                  <a:lnTo>
                    <a:pt x="996765" y="1501929"/>
                  </a:lnTo>
                  <a:lnTo>
                    <a:pt x="997433" y="1501929"/>
                  </a:lnTo>
                  <a:lnTo>
                    <a:pt x="998101" y="1501929"/>
                  </a:lnTo>
                  <a:lnTo>
                    <a:pt x="998769" y="1501929"/>
                  </a:lnTo>
                  <a:lnTo>
                    <a:pt x="999437" y="1501929"/>
                  </a:lnTo>
                  <a:lnTo>
                    <a:pt x="1000105" y="1501929"/>
                  </a:lnTo>
                  <a:lnTo>
                    <a:pt x="1000773" y="1501929"/>
                  </a:lnTo>
                  <a:lnTo>
                    <a:pt x="1001441" y="1501929"/>
                  </a:lnTo>
                  <a:lnTo>
                    <a:pt x="1002109" y="1501929"/>
                  </a:lnTo>
                  <a:lnTo>
                    <a:pt x="1002777" y="1501929"/>
                  </a:lnTo>
                  <a:lnTo>
                    <a:pt x="1003445" y="1521398"/>
                  </a:lnTo>
                  <a:lnTo>
                    <a:pt x="1004114" y="1501929"/>
                  </a:lnTo>
                  <a:lnTo>
                    <a:pt x="1004782" y="1501929"/>
                  </a:lnTo>
                  <a:lnTo>
                    <a:pt x="1005450" y="1457427"/>
                  </a:lnTo>
                  <a:lnTo>
                    <a:pt x="1006118" y="1446302"/>
                  </a:lnTo>
                  <a:lnTo>
                    <a:pt x="1006786" y="1446302"/>
                  </a:lnTo>
                  <a:lnTo>
                    <a:pt x="1007454" y="1529742"/>
                  </a:lnTo>
                  <a:lnTo>
                    <a:pt x="1008122" y="1557556"/>
                  </a:lnTo>
                  <a:lnTo>
                    <a:pt x="1008790" y="1557556"/>
                  </a:lnTo>
                  <a:lnTo>
                    <a:pt x="1009458" y="1557556"/>
                  </a:lnTo>
                  <a:lnTo>
                    <a:pt x="1010126" y="1557556"/>
                  </a:lnTo>
                  <a:lnTo>
                    <a:pt x="1010794" y="1557556"/>
                  </a:lnTo>
                  <a:lnTo>
                    <a:pt x="1011462" y="1529742"/>
                  </a:lnTo>
                  <a:lnTo>
                    <a:pt x="1012130" y="1501929"/>
                  </a:lnTo>
                  <a:lnTo>
                    <a:pt x="1012798" y="1501929"/>
                  </a:lnTo>
                  <a:lnTo>
                    <a:pt x="1013466" y="1501929"/>
                  </a:lnTo>
                  <a:lnTo>
                    <a:pt x="1014134" y="1501929"/>
                  </a:lnTo>
                  <a:lnTo>
                    <a:pt x="1014802" y="1501929"/>
                  </a:lnTo>
                  <a:lnTo>
                    <a:pt x="1015470" y="1501929"/>
                  </a:lnTo>
                  <a:lnTo>
                    <a:pt x="1016138" y="1501929"/>
                  </a:lnTo>
                  <a:lnTo>
                    <a:pt x="1016806" y="1501929"/>
                  </a:lnTo>
                  <a:lnTo>
                    <a:pt x="1017474" y="1501929"/>
                  </a:lnTo>
                  <a:lnTo>
                    <a:pt x="1018142" y="1501929"/>
                  </a:lnTo>
                  <a:lnTo>
                    <a:pt x="1018810" y="1501929"/>
                  </a:lnTo>
                  <a:lnTo>
                    <a:pt x="1019478" y="1501929"/>
                  </a:lnTo>
                  <a:lnTo>
                    <a:pt x="1020146" y="1482459"/>
                  </a:lnTo>
                  <a:lnTo>
                    <a:pt x="1020814" y="1501929"/>
                  </a:lnTo>
                  <a:lnTo>
                    <a:pt x="1021482" y="1501929"/>
                  </a:lnTo>
                  <a:lnTo>
                    <a:pt x="1022150" y="1543649"/>
                  </a:lnTo>
                  <a:lnTo>
                    <a:pt x="1022818" y="1557556"/>
                  </a:lnTo>
                  <a:lnTo>
                    <a:pt x="1023486" y="1557556"/>
                  </a:lnTo>
                  <a:lnTo>
                    <a:pt x="1024154" y="1557556"/>
                  </a:lnTo>
                  <a:lnTo>
                    <a:pt x="1024822" y="1557556"/>
                  </a:lnTo>
                  <a:lnTo>
                    <a:pt x="1025490" y="1557556"/>
                  </a:lnTo>
                  <a:lnTo>
                    <a:pt x="1026158" y="1538086"/>
                  </a:lnTo>
                  <a:lnTo>
                    <a:pt x="1026826" y="1437957"/>
                  </a:lnTo>
                  <a:lnTo>
                    <a:pt x="1027494" y="1390675"/>
                  </a:lnTo>
                  <a:lnTo>
                    <a:pt x="1028162" y="1415707"/>
                  </a:lnTo>
                  <a:lnTo>
                    <a:pt x="1028831" y="1407363"/>
                  </a:lnTo>
                  <a:lnTo>
                    <a:pt x="1029499" y="1390675"/>
                  </a:lnTo>
                  <a:lnTo>
                    <a:pt x="1030167" y="1390675"/>
                  </a:lnTo>
                  <a:lnTo>
                    <a:pt x="1030835" y="1390675"/>
                  </a:lnTo>
                  <a:lnTo>
                    <a:pt x="1031503" y="1390675"/>
                  </a:lnTo>
                  <a:lnTo>
                    <a:pt x="1032171" y="1390675"/>
                  </a:lnTo>
                  <a:lnTo>
                    <a:pt x="1032839" y="1390675"/>
                  </a:lnTo>
                  <a:lnTo>
                    <a:pt x="1033507" y="1390675"/>
                  </a:lnTo>
                  <a:lnTo>
                    <a:pt x="1034175" y="1376768"/>
                  </a:lnTo>
                  <a:lnTo>
                    <a:pt x="1034843" y="1335048"/>
                  </a:lnTo>
                  <a:lnTo>
                    <a:pt x="1035511" y="1282202"/>
                  </a:lnTo>
                  <a:lnTo>
                    <a:pt x="1036179" y="1279421"/>
                  </a:lnTo>
                  <a:lnTo>
                    <a:pt x="1036847" y="1262732"/>
                  </a:lnTo>
                  <a:lnTo>
                    <a:pt x="1037515" y="1279421"/>
                  </a:lnTo>
                  <a:lnTo>
                    <a:pt x="1038183" y="1279421"/>
                  </a:lnTo>
                  <a:lnTo>
                    <a:pt x="1038851" y="1279421"/>
                  </a:lnTo>
                  <a:lnTo>
                    <a:pt x="1039519" y="1279421"/>
                  </a:lnTo>
                  <a:lnTo>
                    <a:pt x="1040187" y="1279421"/>
                  </a:lnTo>
                  <a:lnTo>
                    <a:pt x="1040855" y="1279421"/>
                  </a:lnTo>
                  <a:lnTo>
                    <a:pt x="1041523" y="1279421"/>
                  </a:lnTo>
                  <a:lnTo>
                    <a:pt x="1042191" y="1279421"/>
                  </a:lnTo>
                  <a:lnTo>
                    <a:pt x="1042859" y="1293327"/>
                  </a:lnTo>
                  <a:lnTo>
                    <a:pt x="1043527" y="1396237"/>
                  </a:lnTo>
                  <a:lnTo>
                    <a:pt x="1044195" y="1446302"/>
                  </a:lnTo>
                  <a:lnTo>
                    <a:pt x="1044863" y="1446302"/>
                  </a:lnTo>
                  <a:lnTo>
                    <a:pt x="1045531" y="1482459"/>
                  </a:lnTo>
                  <a:lnTo>
                    <a:pt x="1046199" y="1501929"/>
                  </a:lnTo>
                  <a:lnTo>
                    <a:pt x="1046867" y="1501929"/>
                  </a:lnTo>
                  <a:lnTo>
                    <a:pt x="1047535" y="1501929"/>
                  </a:lnTo>
                  <a:lnTo>
                    <a:pt x="1048203" y="1501929"/>
                  </a:lnTo>
                  <a:lnTo>
                    <a:pt x="1048871" y="1501929"/>
                  </a:lnTo>
                  <a:lnTo>
                    <a:pt x="1049539" y="1501929"/>
                  </a:lnTo>
                  <a:lnTo>
                    <a:pt x="1050207" y="1501929"/>
                  </a:lnTo>
                  <a:lnTo>
                    <a:pt x="1050875" y="1513054"/>
                  </a:lnTo>
                  <a:lnTo>
                    <a:pt x="1051543" y="1557556"/>
                  </a:lnTo>
                  <a:lnTo>
                    <a:pt x="1052211" y="1607620"/>
                  </a:lnTo>
                  <a:lnTo>
                    <a:pt x="1052880" y="1613183"/>
                  </a:lnTo>
                  <a:lnTo>
                    <a:pt x="1053548" y="1649340"/>
                  </a:lnTo>
                  <a:lnTo>
                    <a:pt x="1054216" y="1668810"/>
                  </a:lnTo>
                  <a:lnTo>
                    <a:pt x="1054216" y="1668810"/>
                  </a:lnTo>
                  <a:lnTo>
                    <a:pt x="1054884" y="1668810"/>
                  </a:lnTo>
                  <a:lnTo>
                    <a:pt x="1055552" y="1668810"/>
                  </a:lnTo>
                  <a:lnTo>
                    <a:pt x="1056220" y="1668810"/>
                  </a:lnTo>
                  <a:lnTo>
                    <a:pt x="1056888" y="1618745"/>
                  </a:lnTo>
                  <a:lnTo>
                    <a:pt x="1057556" y="1507491"/>
                  </a:lnTo>
                  <a:lnTo>
                    <a:pt x="1058224" y="1501929"/>
                  </a:lnTo>
                  <a:lnTo>
                    <a:pt x="1058892" y="1501929"/>
                  </a:lnTo>
                  <a:lnTo>
                    <a:pt x="1059560" y="1449083"/>
                  </a:lnTo>
                  <a:lnTo>
                    <a:pt x="1060228" y="1421269"/>
                  </a:lnTo>
                  <a:lnTo>
                    <a:pt x="1060896" y="1390675"/>
                  </a:lnTo>
                  <a:lnTo>
                    <a:pt x="1061564" y="1390675"/>
                  </a:lnTo>
                  <a:lnTo>
                    <a:pt x="1062232" y="1390675"/>
                  </a:lnTo>
                  <a:lnTo>
                    <a:pt x="1062900" y="1390675"/>
                  </a:lnTo>
                  <a:lnTo>
                    <a:pt x="1063568" y="1390675"/>
                  </a:lnTo>
                  <a:lnTo>
                    <a:pt x="1064236" y="1390675"/>
                  </a:lnTo>
                  <a:lnTo>
                    <a:pt x="1064904" y="1390675"/>
                  </a:lnTo>
                  <a:lnTo>
                    <a:pt x="1065572" y="1390675"/>
                  </a:lnTo>
                  <a:lnTo>
                    <a:pt x="1066240" y="1390675"/>
                  </a:lnTo>
                  <a:lnTo>
                    <a:pt x="1066908" y="1390675"/>
                  </a:lnTo>
                  <a:lnTo>
                    <a:pt x="1067576" y="1390675"/>
                  </a:lnTo>
                  <a:lnTo>
                    <a:pt x="1068244" y="1390675"/>
                  </a:lnTo>
                  <a:lnTo>
                    <a:pt x="1068912" y="1390675"/>
                  </a:lnTo>
                  <a:lnTo>
                    <a:pt x="1069580" y="1385112"/>
                  </a:lnTo>
                  <a:lnTo>
                    <a:pt x="1070248" y="1335048"/>
                  </a:lnTo>
                  <a:lnTo>
                    <a:pt x="1070916" y="1335048"/>
                  </a:lnTo>
                  <a:lnTo>
                    <a:pt x="1071584" y="1335048"/>
                  </a:lnTo>
                  <a:lnTo>
                    <a:pt x="1072252" y="1335048"/>
                  </a:lnTo>
                  <a:lnTo>
                    <a:pt x="1072920" y="1335048"/>
                  </a:lnTo>
                  <a:lnTo>
                    <a:pt x="1073588" y="1379549"/>
                  </a:lnTo>
                  <a:lnTo>
                    <a:pt x="1074256" y="1485240"/>
                  </a:lnTo>
                  <a:lnTo>
                    <a:pt x="1074924" y="1446302"/>
                  </a:lnTo>
                  <a:lnTo>
                    <a:pt x="1075592" y="1446302"/>
                  </a:lnTo>
                  <a:lnTo>
                    <a:pt x="1076260" y="1496366"/>
                  </a:lnTo>
                  <a:lnTo>
                    <a:pt x="1076928" y="1524179"/>
                  </a:lnTo>
                  <a:lnTo>
                    <a:pt x="1077597" y="1546430"/>
                  </a:lnTo>
                  <a:lnTo>
                    <a:pt x="1078265" y="1501929"/>
                  </a:lnTo>
                  <a:lnTo>
                    <a:pt x="1078933" y="1501929"/>
                  </a:lnTo>
                  <a:lnTo>
                    <a:pt x="1079601" y="1501929"/>
                  </a:lnTo>
                  <a:lnTo>
                    <a:pt x="1080269" y="1501929"/>
                  </a:lnTo>
                  <a:lnTo>
                    <a:pt x="1080937" y="1474115"/>
                  </a:lnTo>
                  <a:lnTo>
                    <a:pt x="1081605" y="1446302"/>
                  </a:lnTo>
                  <a:lnTo>
                    <a:pt x="1082273" y="1446302"/>
                  </a:lnTo>
                  <a:lnTo>
                    <a:pt x="1082941" y="1446302"/>
                  </a:lnTo>
                  <a:lnTo>
                    <a:pt x="1083609" y="1446302"/>
                  </a:lnTo>
                  <a:lnTo>
                    <a:pt x="1084277" y="1390675"/>
                  </a:lnTo>
                  <a:lnTo>
                    <a:pt x="1084945" y="1390675"/>
                  </a:lnTo>
                  <a:lnTo>
                    <a:pt x="1085613" y="1390675"/>
                  </a:lnTo>
                  <a:lnTo>
                    <a:pt x="1086281" y="1393456"/>
                  </a:lnTo>
                  <a:lnTo>
                    <a:pt x="1086949" y="1446302"/>
                  </a:lnTo>
                  <a:lnTo>
                    <a:pt x="1087617" y="1446302"/>
                  </a:lnTo>
                  <a:lnTo>
                    <a:pt x="1088285" y="1446302"/>
                  </a:lnTo>
                  <a:lnTo>
                    <a:pt x="1088953" y="1415707"/>
                  </a:lnTo>
                  <a:lnTo>
                    <a:pt x="1089621" y="1390675"/>
                  </a:lnTo>
                  <a:lnTo>
                    <a:pt x="1090289" y="1360080"/>
                  </a:lnTo>
                  <a:lnTo>
                    <a:pt x="1090957" y="1282202"/>
                  </a:lnTo>
                  <a:lnTo>
                    <a:pt x="1091625" y="1276639"/>
                  </a:lnTo>
                  <a:lnTo>
                    <a:pt x="1092293" y="1223794"/>
                  </a:lnTo>
                  <a:lnTo>
                    <a:pt x="1092961" y="1223794"/>
                  </a:lnTo>
                  <a:lnTo>
                    <a:pt x="1093629" y="1223794"/>
                  </a:lnTo>
                  <a:lnTo>
                    <a:pt x="1094297" y="1232138"/>
                  </a:lnTo>
                  <a:lnTo>
                    <a:pt x="1094965" y="1279421"/>
                  </a:lnTo>
                  <a:lnTo>
                    <a:pt x="1095633" y="1279421"/>
                  </a:lnTo>
                  <a:lnTo>
                    <a:pt x="1096301" y="1279421"/>
                  </a:lnTo>
                  <a:lnTo>
                    <a:pt x="1096969" y="1279421"/>
                  </a:lnTo>
                  <a:lnTo>
                    <a:pt x="1097637" y="1296109"/>
                  </a:lnTo>
                  <a:lnTo>
                    <a:pt x="1098305" y="1279421"/>
                  </a:lnTo>
                  <a:lnTo>
                    <a:pt x="1098973" y="1279421"/>
                  </a:lnTo>
                  <a:lnTo>
                    <a:pt x="1099641" y="1279421"/>
                  </a:lnTo>
                  <a:lnTo>
                    <a:pt x="1100309" y="1279421"/>
                  </a:lnTo>
                  <a:lnTo>
                    <a:pt x="1100977" y="1332266"/>
                  </a:lnTo>
                  <a:lnTo>
                    <a:pt x="1101645" y="1335048"/>
                  </a:lnTo>
                  <a:lnTo>
                    <a:pt x="1102314" y="1329485"/>
                  </a:lnTo>
                  <a:lnTo>
                    <a:pt x="1102982" y="1232138"/>
                  </a:lnTo>
                  <a:lnTo>
                    <a:pt x="1103650" y="1223794"/>
                  </a:lnTo>
                  <a:lnTo>
                    <a:pt x="1104318" y="1223794"/>
                  </a:lnTo>
                  <a:lnTo>
                    <a:pt x="1104986" y="1223794"/>
                  </a:lnTo>
                  <a:lnTo>
                    <a:pt x="1105654" y="1243263"/>
                  </a:lnTo>
                  <a:lnTo>
                    <a:pt x="1106322" y="1223794"/>
                  </a:lnTo>
                  <a:lnTo>
                    <a:pt x="1106990" y="1248826"/>
                  </a:lnTo>
                  <a:lnTo>
                    <a:pt x="1107658" y="1335048"/>
                  </a:lnTo>
                  <a:lnTo>
                    <a:pt x="1108326" y="1379549"/>
                  </a:lnTo>
                  <a:lnTo>
                    <a:pt x="1108994" y="1390675"/>
                  </a:lnTo>
                  <a:lnTo>
                    <a:pt x="1109662" y="1387893"/>
                  </a:lnTo>
                  <a:lnTo>
                    <a:pt x="1110330" y="1335048"/>
                  </a:lnTo>
                  <a:lnTo>
                    <a:pt x="1110998" y="1335048"/>
                  </a:lnTo>
                  <a:lnTo>
                    <a:pt x="1111666" y="1335048"/>
                  </a:lnTo>
                  <a:lnTo>
                    <a:pt x="1112334" y="1329485"/>
                  </a:lnTo>
                  <a:lnTo>
                    <a:pt x="1113002" y="1279421"/>
                  </a:lnTo>
                  <a:lnTo>
                    <a:pt x="1113670" y="1279421"/>
                  </a:lnTo>
                  <a:lnTo>
                    <a:pt x="1114338" y="1284983"/>
                  </a:lnTo>
                  <a:lnTo>
                    <a:pt x="1115006" y="1332266"/>
                  </a:lnTo>
                  <a:lnTo>
                    <a:pt x="1115674" y="1279421"/>
                  </a:lnTo>
                  <a:lnTo>
                    <a:pt x="1116342" y="1279421"/>
                  </a:lnTo>
                  <a:lnTo>
                    <a:pt x="1117010" y="1279421"/>
                  </a:lnTo>
                  <a:lnTo>
                    <a:pt x="1117678" y="1279421"/>
                  </a:lnTo>
                  <a:lnTo>
                    <a:pt x="1118346" y="1279421"/>
                  </a:lnTo>
                  <a:lnTo>
                    <a:pt x="1119014" y="1268295"/>
                  </a:lnTo>
                  <a:lnTo>
                    <a:pt x="1119682" y="1323922"/>
                  </a:lnTo>
                  <a:lnTo>
                    <a:pt x="1120350" y="1321141"/>
                  </a:lnTo>
                  <a:lnTo>
                    <a:pt x="1121018" y="1279421"/>
                  </a:lnTo>
                  <a:lnTo>
                    <a:pt x="1121686" y="1279421"/>
                  </a:lnTo>
                  <a:lnTo>
                    <a:pt x="1122354" y="1284983"/>
                  </a:lnTo>
                  <a:lnTo>
                    <a:pt x="1123022" y="1335048"/>
                  </a:lnTo>
                  <a:lnTo>
                    <a:pt x="1123690" y="1304453"/>
                  </a:lnTo>
                  <a:lnTo>
                    <a:pt x="1124358" y="1271077"/>
                  </a:lnTo>
                  <a:lnTo>
                    <a:pt x="1125026" y="1232138"/>
                  </a:lnTo>
                  <a:lnTo>
                    <a:pt x="1125694" y="1248826"/>
                  </a:lnTo>
                  <a:lnTo>
                    <a:pt x="1126362" y="1223794"/>
                  </a:lnTo>
                  <a:lnTo>
                    <a:pt x="1127031" y="1279421"/>
                  </a:lnTo>
                  <a:lnTo>
                    <a:pt x="1127699" y="1279421"/>
                  </a:lnTo>
                  <a:lnTo>
                    <a:pt x="1128367" y="1279421"/>
                  </a:lnTo>
                  <a:lnTo>
                    <a:pt x="1129035" y="1282202"/>
                  </a:lnTo>
                  <a:lnTo>
                    <a:pt x="1129703" y="1335048"/>
                  </a:lnTo>
                  <a:lnTo>
                    <a:pt x="1130371" y="1335048"/>
                  </a:lnTo>
                  <a:lnTo>
                    <a:pt x="1131039" y="1301671"/>
                  </a:lnTo>
                  <a:lnTo>
                    <a:pt x="1131707" y="1240482"/>
                  </a:lnTo>
                  <a:lnTo>
                    <a:pt x="1132375" y="1279421"/>
                  </a:lnTo>
                  <a:lnTo>
                    <a:pt x="1133043" y="1279421"/>
                  </a:lnTo>
                  <a:lnTo>
                    <a:pt x="1133711" y="1279421"/>
                  </a:lnTo>
                  <a:lnTo>
                    <a:pt x="1134379" y="1279421"/>
                  </a:lnTo>
                  <a:lnTo>
                    <a:pt x="1135047" y="1279421"/>
                  </a:lnTo>
                  <a:lnTo>
                    <a:pt x="1135715" y="1257170"/>
                  </a:lnTo>
                  <a:lnTo>
                    <a:pt x="1136383" y="1248826"/>
                  </a:lnTo>
                  <a:lnTo>
                    <a:pt x="1137051" y="1190417"/>
                  </a:lnTo>
                  <a:lnTo>
                    <a:pt x="1137719" y="1223794"/>
                  </a:lnTo>
                  <a:lnTo>
                    <a:pt x="1138387" y="1223794"/>
                  </a:lnTo>
                  <a:lnTo>
                    <a:pt x="1139055" y="1209887"/>
                  </a:lnTo>
                  <a:lnTo>
                    <a:pt x="1139723" y="1168166"/>
                  </a:lnTo>
                  <a:lnTo>
                    <a:pt x="1140391" y="1129228"/>
                  </a:lnTo>
                  <a:lnTo>
                    <a:pt x="1141059" y="1118102"/>
                  </a:lnTo>
                  <a:lnTo>
                    <a:pt x="1141727" y="1145916"/>
                  </a:lnTo>
                  <a:lnTo>
                    <a:pt x="1142395" y="1140353"/>
                  </a:lnTo>
                  <a:lnTo>
                    <a:pt x="1143063" y="1168166"/>
                  </a:lnTo>
                  <a:lnTo>
                    <a:pt x="1143731" y="1168166"/>
                  </a:lnTo>
                  <a:lnTo>
                    <a:pt x="1144399" y="1168166"/>
                  </a:lnTo>
                  <a:lnTo>
                    <a:pt x="1145067" y="1168166"/>
                  </a:lnTo>
                  <a:lnTo>
                    <a:pt x="1145735" y="1168166"/>
                  </a:lnTo>
                  <a:lnTo>
                    <a:pt x="1146403" y="1168166"/>
                  </a:lnTo>
                  <a:lnTo>
                    <a:pt x="1147071" y="1168166"/>
                  </a:lnTo>
                  <a:lnTo>
                    <a:pt x="1147739" y="1198761"/>
                  </a:lnTo>
                  <a:lnTo>
                    <a:pt x="1148407" y="1259951"/>
                  </a:lnTo>
                  <a:lnTo>
                    <a:pt x="1149075" y="1279421"/>
                  </a:lnTo>
                  <a:lnTo>
                    <a:pt x="1149743" y="1251607"/>
                  </a:lnTo>
                  <a:lnTo>
                    <a:pt x="1150411" y="1223794"/>
                  </a:lnTo>
                  <a:lnTo>
                    <a:pt x="1151080" y="1223794"/>
                  </a:lnTo>
                  <a:lnTo>
                    <a:pt x="1151748" y="1209887"/>
                  </a:lnTo>
                  <a:lnTo>
                    <a:pt x="1152416" y="1198761"/>
                  </a:lnTo>
                  <a:lnTo>
                    <a:pt x="1153084" y="1248826"/>
                  </a:lnTo>
                  <a:lnTo>
                    <a:pt x="1153752" y="1265514"/>
                  </a:lnTo>
                  <a:lnTo>
                    <a:pt x="1154420" y="1279421"/>
                  </a:lnTo>
                  <a:lnTo>
                    <a:pt x="1155088" y="1240482"/>
                  </a:lnTo>
                  <a:lnTo>
                    <a:pt x="1155756" y="1234919"/>
                  </a:lnTo>
                  <a:lnTo>
                    <a:pt x="1156424" y="1279421"/>
                  </a:lnTo>
                  <a:lnTo>
                    <a:pt x="1157092" y="1315578"/>
                  </a:lnTo>
                  <a:lnTo>
                    <a:pt x="1157760" y="1335048"/>
                  </a:lnTo>
                  <a:lnTo>
                    <a:pt x="1158428" y="1354517"/>
                  </a:lnTo>
                  <a:lnTo>
                    <a:pt x="1159096" y="1351736"/>
                  </a:lnTo>
                  <a:lnTo>
                    <a:pt x="1159764" y="1335048"/>
                  </a:lnTo>
                  <a:lnTo>
                    <a:pt x="1160432" y="1335048"/>
                  </a:lnTo>
                  <a:lnTo>
                    <a:pt x="1161100" y="1335048"/>
                  </a:lnTo>
                  <a:lnTo>
                    <a:pt x="1161768" y="1335048"/>
                  </a:lnTo>
                  <a:lnTo>
                    <a:pt x="1162436" y="1315578"/>
                  </a:lnTo>
                  <a:lnTo>
                    <a:pt x="1163104" y="1279421"/>
                  </a:lnTo>
                  <a:lnTo>
                    <a:pt x="1163772" y="1279421"/>
                  </a:lnTo>
                  <a:lnTo>
                    <a:pt x="1164440" y="1279421"/>
                  </a:lnTo>
                  <a:lnTo>
                    <a:pt x="1165108" y="1279421"/>
                  </a:lnTo>
                  <a:lnTo>
                    <a:pt x="1165776" y="1279421"/>
                  </a:lnTo>
                  <a:lnTo>
                    <a:pt x="1166444" y="1268295"/>
                  </a:lnTo>
                  <a:lnTo>
                    <a:pt x="1167112" y="1279421"/>
                  </a:lnTo>
                  <a:lnTo>
                    <a:pt x="1167780" y="1279421"/>
                  </a:lnTo>
                  <a:lnTo>
                    <a:pt x="1168448" y="1290546"/>
                  </a:lnTo>
                  <a:lnTo>
                    <a:pt x="1169116" y="1335048"/>
                  </a:lnTo>
                  <a:lnTo>
                    <a:pt x="1169784" y="1335048"/>
                  </a:lnTo>
                  <a:lnTo>
                    <a:pt x="1170452" y="1390675"/>
                  </a:lnTo>
                  <a:lnTo>
                    <a:pt x="1171120" y="1390675"/>
                  </a:lnTo>
                  <a:lnTo>
                    <a:pt x="1171788" y="1426832"/>
                  </a:lnTo>
                  <a:lnTo>
                    <a:pt x="1172456" y="1446302"/>
                  </a:lnTo>
                  <a:lnTo>
                    <a:pt x="1173124" y="1446302"/>
                  </a:lnTo>
                  <a:lnTo>
                    <a:pt x="1173792" y="1468552"/>
                  </a:lnTo>
                  <a:lnTo>
                    <a:pt x="1174460" y="1501929"/>
                  </a:lnTo>
                  <a:lnTo>
                    <a:pt x="1175128" y="1501929"/>
                  </a:lnTo>
                  <a:lnTo>
                    <a:pt x="1175797" y="1538086"/>
                  </a:lnTo>
                  <a:lnTo>
                    <a:pt x="1176465" y="1557556"/>
                  </a:lnTo>
                  <a:lnTo>
                    <a:pt x="1177133" y="1546430"/>
                  </a:lnTo>
                  <a:lnTo>
                    <a:pt x="1177801" y="1501929"/>
                  </a:lnTo>
                  <a:lnTo>
                    <a:pt x="1178469" y="1501929"/>
                  </a:lnTo>
                  <a:lnTo>
                    <a:pt x="1179137" y="1518617"/>
                  </a:lnTo>
                  <a:lnTo>
                    <a:pt x="1179805" y="1557556"/>
                  </a:lnTo>
                  <a:lnTo>
                    <a:pt x="1180473" y="1557556"/>
                  </a:lnTo>
                  <a:lnTo>
                    <a:pt x="1181141" y="1557556"/>
                  </a:lnTo>
                  <a:lnTo>
                    <a:pt x="1181809" y="1557556"/>
                  </a:lnTo>
                  <a:lnTo>
                    <a:pt x="1182477" y="1557556"/>
                  </a:lnTo>
                  <a:lnTo>
                    <a:pt x="1183145" y="1590932"/>
                  </a:lnTo>
                  <a:lnTo>
                    <a:pt x="1183813" y="1613183"/>
                  </a:lnTo>
                  <a:lnTo>
                    <a:pt x="1184481" y="1613183"/>
                  </a:lnTo>
                  <a:lnTo>
                    <a:pt x="1185149" y="1613183"/>
                  </a:lnTo>
                  <a:lnTo>
                    <a:pt x="1185817" y="1613183"/>
                  </a:lnTo>
                  <a:lnTo>
                    <a:pt x="1186485" y="1613183"/>
                  </a:lnTo>
                  <a:lnTo>
                    <a:pt x="1187153" y="1613183"/>
                  </a:lnTo>
                  <a:lnTo>
                    <a:pt x="1187821" y="1613183"/>
                  </a:lnTo>
                  <a:lnTo>
                    <a:pt x="1188489" y="1613183"/>
                  </a:lnTo>
                  <a:lnTo>
                    <a:pt x="1189157" y="1560337"/>
                  </a:lnTo>
                  <a:lnTo>
                    <a:pt x="1189825" y="1557556"/>
                  </a:lnTo>
                  <a:lnTo>
                    <a:pt x="1190493" y="1557556"/>
                  </a:lnTo>
                  <a:lnTo>
                    <a:pt x="1191161" y="1557556"/>
                  </a:lnTo>
                  <a:lnTo>
                    <a:pt x="1191829" y="1557556"/>
                  </a:lnTo>
                  <a:lnTo>
                    <a:pt x="1192497" y="1557556"/>
                  </a:lnTo>
                  <a:lnTo>
                    <a:pt x="1193165" y="1543649"/>
                  </a:lnTo>
                  <a:lnTo>
                    <a:pt x="1193833" y="1510273"/>
                  </a:lnTo>
                  <a:lnTo>
                    <a:pt x="1194501" y="1557556"/>
                  </a:lnTo>
                  <a:lnTo>
                    <a:pt x="1195169" y="1557556"/>
                  </a:lnTo>
                  <a:lnTo>
                    <a:pt x="1195837" y="1557556"/>
                  </a:lnTo>
                  <a:lnTo>
                    <a:pt x="1196505" y="1557556"/>
                  </a:lnTo>
                  <a:lnTo>
                    <a:pt x="1197173" y="1557556"/>
                  </a:lnTo>
                  <a:lnTo>
                    <a:pt x="1197841" y="1532523"/>
                  </a:lnTo>
                  <a:lnTo>
                    <a:pt x="1198509" y="1501929"/>
                  </a:lnTo>
                  <a:lnTo>
                    <a:pt x="1199177" y="1501929"/>
                  </a:lnTo>
                  <a:lnTo>
                    <a:pt x="1199845" y="1501929"/>
                  </a:lnTo>
                  <a:lnTo>
                    <a:pt x="1200514" y="1490803"/>
                  </a:lnTo>
                  <a:lnTo>
                    <a:pt x="1201182" y="1446302"/>
                  </a:lnTo>
                  <a:lnTo>
                    <a:pt x="1201850" y="1446302"/>
                  </a:lnTo>
                  <a:lnTo>
                    <a:pt x="1202518" y="1446302"/>
                  </a:lnTo>
                  <a:lnTo>
                    <a:pt x="1203186" y="1446302"/>
                  </a:lnTo>
                  <a:lnTo>
                    <a:pt x="1203854" y="1446302"/>
                  </a:lnTo>
                  <a:lnTo>
                    <a:pt x="1204522" y="1446302"/>
                  </a:lnTo>
                  <a:lnTo>
                    <a:pt x="1205190" y="1446302"/>
                  </a:lnTo>
                  <a:lnTo>
                    <a:pt x="1205858" y="1496366"/>
                  </a:lnTo>
                  <a:lnTo>
                    <a:pt x="1206526" y="1501929"/>
                  </a:lnTo>
                  <a:lnTo>
                    <a:pt x="1207194" y="1501929"/>
                  </a:lnTo>
                  <a:lnTo>
                    <a:pt x="1207862" y="1501929"/>
                  </a:lnTo>
                  <a:lnTo>
                    <a:pt x="1208530" y="1501929"/>
                  </a:lnTo>
                  <a:lnTo>
                    <a:pt x="1209198" y="1501929"/>
                  </a:lnTo>
                  <a:lnTo>
                    <a:pt x="1209866" y="1513054"/>
                  </a:lnTo>
                  <a:lnTo>
                    <a:pt x="1210534" y="1557556"/>
                  </a:lnTo>
                  <a:lnTo>
                    <a:pt x="1211202" y="1557556"/>
                  </a:lnTo>
                  <a:lnTo>
                    <a:pt x="1211870" y="1557556"/>
                  </a:lnTo>
                  <a:lnTo>
                    <a:pt x="1212538" y="1557556"/>
                  </a:lnTo>
                  <a:lnTo>
                    <a:pt x="1213206" y="1557556"/>
                  </a:lnTo>
                  <a:lnTo>
                    <a:pt x="1213874" y="1524179"/>
                  </a:lnTo>
                  <a:lnTo>
                    <a:pt x="1214542" y="1485240"/>
                  </a:lnTo>
                  <a:lnTo>
                    <a:pt x="1215210" y="1454646"/>
                  </a:lnTo>
                  <a:lnTo>
                    <a:pt x="1215878" y="1446302"/>
                  </a:lnTo>
                  <a:lnTo>
                    <a:pt x="1216546" y="1410144"/>
                  </a:lnTo>
                  <a:lnTo>
                    <a:pt x="1217214" y="1399019"/>
                  </a:lnTo>
                  <a:lnTo>
                    <a:pt x="1217882" y="1404581"/>
                  </a:lnTo>
                  <a:lnTo>
                    <a:pt x="1218550" y="1335048"/>
                  </a:lnTo>
                  <a:lnTo>
                    <a:pt x="1219218" y="1304453"/>
                  </a:lnTo>
                  <a:lnTo>
                    <a:pt x="1219886" y="1279421"/>
                  </a:lnTo>
                  <a:lnTo>
                    <a:pt x="1220554" y="1279421"/>
                  </a:lnTo>
                  <a:lnTo>
                    <a:pt x="1221222" y="1279421"/>
                  </a:lnTo>
                  <a:lnTo>
                    <a:pt x="1221890" y="1279421"/>
                  </a:lnTo>
                  <a:lnTo>
                    <a:pt x="1222558" y="1232138"/>
                  </a:lnTo>
                  <a:lnTo>
                    <a:pt x="1223226" y="1223794"/>
                  </a:lnTo>
                  <a:lnTo>
                    <a:pt x="1223894" y="1182073"/>
                  </a:lnTo>
                  <a:lnTo>
                    <a:pt x="1224562" y="1168166"/>
                  </a:lnTo>
                  <a:lnTo>
                    <a:pt x="1225231" y="1168166"/>
                  </a:lnTo>
                  <a:lnTo>
                    <a:pt x="1225899" y="1151478"/>
                  </a:lnTo>
                  <a:lnTo>
                    <a:pt x="1226567" y="1112540"/>
                  </a:lnTo>
                  <a:lnTo>
                    <a:pt x="1227235" y="1104195"/>
                  </a:lnTo>
                  <a:lnTo>
                    <a:pt x="1227903" y="1045787"/>
                  </a:lnTo>
                  <a:lnTo>
                    <a:pt x="1228571" y="1001286"/>
                  </a:lnTo>
                  <a:lnTo>
                    <a:pt x="1229239" y="948440"/>
                  </a:lnTo>
                  <a:lnTo>
                    <a:pt x="1229907" y="945659"/>
                  </a:lnTo>
                  <a:lnTo>
                    <a:pt x="1230575" y="976254"/>
                  </a:lnTo>
                  <a:lnTo>
                    <a:pt x="1231243" y="1037443"/>
                  </a:lnTo>
                  <a:lnTo>
                    <a:pt x="1231911" y="1101414"/>
                  </a:lnTo>
                  <a:lnTo>
                    <a:pt x="1232579" y="1112540"/>
                  </a:lnTo>
                  <a:lnTo>
                    <a:pt x="1233247" y="1145916"/>
                  </a:lnTo>
                  <a:lnTo>
                    <a:pt x="1233915" y="1148697"/>
                  </a:lnTo>
                  <a:lnTo>
                    <a:pt x="1234583" y="1148697"/>
                  </a:lnTo>
                  <a:lnTo>
                    <a:pt x="1235251" y="1190417"/>
                  </a:lnTo>
                  <a:lnTo>
                    <a:pt x="1235919" y="1195980"/>
                  </a:lnTo>
                  <a:lnTo>
                    <a:pt x="1236587" y="1223794"/>
                  </a:lnTo>
                  <a:lnTo>
                    <a:pt x="1237255" y="1223794"/>
                  </a:lnTo>
                  <a:lnTo>
                    <a:pt x="1237923" y="1223794"/>
                  </a:lnTo>
                  <a:lnTo>
                    <a:pt x="1238591" y="1223794"/>
                  </a:lnTo>
                  <a:lnTo>
                    <a:pt x="1239259" y="1268295"/>
                  </a:lnTo>
                  <a:lnTo>
                    <a:pt x="1239927" y="1279421"/>
                  </a:lnTo>
                  <a:lnTo>
                    <a:pt x="1240595" y="1318360"/>
                  </a:lnTo>
                  <a:lnTo>
                    <a:pt x="1241263" y="1335048"/>
                  </a:lnTo>
                  <a:lnTo>
                    <a:pt x="1241931" y="1335048"/>
                  </a:lnTo>
                  <a:lnTo>
                    <a:pt x="1242599" y="1304453"/>
                  </a:lnTo>
                  <a:lnTo>
                    <a:pt x="1243267" y="1335048"/>
                  </a:lnTo>
                  <a:lnTo>
                    <a:pt x="1243935" y="1340610"/>
                  </a:lnTo>
                  <a:lnTo>
                    <a:pt x="1244603" y="1399019"/>
                  </a:lnTo>
                  <a:lnTo>
                    <a:pt x="1245271" y="1446302"/>
                  </a:lnTo>
                  <a:lnTo>
                    <a:pt x="1245939" y="1476896"/>
                  </a:lnTo>
                  <a:lnTo>
                    <a:pt x="1246607" y="1446302"/>
                  </a:lnTo>
                  <a:lnTo>
                    <a:pt x="1247275" y="1446302"/>
                  </a:lnTo>
                  <a:lnTo>
                    <a:pt x="1247943" y="1426832"/>
                  </a:lnTo>
                  <a:lnTo>
                    <a:pt x="1248611" y="1390675"/>
                  </a:lnTo>
                  <a:lnTo>
                    <a:pt x="1249280" y="1390675"/>
                  </a:lnTo>
                  <a:lnTo>
                    <a:pt x="1249948" y="1390675"/>
                  </a:lnTo>
                  <a:lnTo>
                    <a:pt x="1250616" y="1407363"/>
                  </a:lnTo>
                  <a:lnTo>
                    <a:pt x="1251284" y="1446302"/>
                  </a:lnTo>
                  <a:lnTo>
                    <a:pt x="1251952" y="1476896"/>
                  </a:lnTo>
                  <a:lnTo>
                    <a:pt x="1252620" y="1501929"/>
                  </a:lnTo>
                  <a:lnTo>
                    <a:pt x="1253288" y="1454646"/>
                  </a:lnTo>
                  <a:lnTo>
                    <a:pt x="1253956" y="1446302"/>
                  </a:lnTo>
                  <a:lnTo>
                    <a:pt x="1254624" y="1399019"/>
                  </a:lnTo>
                  <a:lnTo>
                    <a:pt x="1255292" y="1365642"/>
                  </a:lnTo>
                  <a:lnTo>
                    <a:pt x="1255960" y="1323922"/>
                  </a:lnTo>
                  <a:lnTo>
                    <a:pt x="1256628" y="1223793"/>
                  </a:lnTo>
                  <a:lnTo>
                    <a:pt x="1257296" y="1168166"/>
                  </a:lnTo>
                  <a:lnTo>
                    <a:pt x="1257964" y="1168166"/>
                  </a:lnTo>
                  <a:lnTo>
                    <a:pt x="1258632" y="1129228"/>
                  </a:lnTo>
                  <a:lnTo>
                    <a:pt x="1259300" y="1154260"/>
                  </a:lnTo>
                  <a:lnTo>
                    <a:pt x="1259968" y="1168166"/>
                  </a:lnTo>
                  <a:lnTo>
                    <a:pt x="1260636" y="1168166"/>
                  </a:lnTo>
                  <a:lnTo>
                    <a:pt x="1261304" y="1168166"/>
                  </a:lnTo>
                  <a:lnTo>
                    <a:pt x="1261972" y="1168166"/>
                  </a:lnTo>
                  <a:lnTo>
                    <a:pt x="1262640" y="1184855"/>
                  </a:lnTo>
                  <a:lnTo>
                    <a:pt x="1263308" y="1159822"/>
                  </a:lnTo>
                  <a:lnTo>
                    <a:pt x="1263976" y="1090289"/>
                  </a:lnTo>
                  <a:lnTo>
                    <a:pt x="1264644" y="992942"/>
                  </a:lnTo>
                  <a:lnTo>
                    <a:pt x="1265312" y="1001286"/>
                  </a:lnTo>
                  <a:lnTo>
                    <a:pt x="1265980" y="1001286"/>
                  </a:lnTo>
                  <a:lnTo>
                    <a:pt x="1266648" y="1001286"/>
                  </a:lnTo>
                  <a:lnTo>
                    <a:pt x="1267316" y="1001286"/>
                  </a:lnTo>
                  <a:lnTo>
                    <a:pt x="1267984" y="1001286"/>
                  </a:lnTo>
                  <a:lnTo>
                    <a:pt x="1268652" y="1001286"/>
                  </a:lnTo>
                  <a:lnTo>
                    <a:pt x="1269320" y="1001286"/>
                  </a:lnTo>
                  <a:lnTo>
                    <a:pt x="1269988" y="1045787"/>
                  </a:lnTo>
                  <a:lnTo>
                    <a:pt x="1270656" y="1056912"/>
                  </a:lnTo>
                  <a:lnTo>
                    <a:pt x="1271324" y="1101414"/>
                  </a:lnTo>
                  <a:lnTo>
                    <a:pt x="1271992" y="1134790"/>
                  </a:lnTo>
                  <a:lnTo>
                    <a:pt x="1272660" y="1176511"/>
                  </a:lnTo>
                  <a:lnTo>
                    <a:pt x="1273328" y="1273858"/>
                  </a:lnTo>
                  <a:lnTo>
                    <a:pt x="1273997" y="1335048"/>
                  </a:lnTo>
                  <a:lnTo>
                    <a:pt x="1274665" y="1335048"/>
                  </a:lnTo>
                  <a:lnTo>
                    <a:pt x="1275333" y="1371205"/>
                  </a:lnTo>
                  <a:lnTo>
                    <a:pt x="1276001" y="1385112"/>
                  </a:lnTo>
                  <a:lnTo>
                    <a:pt x="1276669" y="1335048"/>
                  </a:lnTo>
                  <a:lnTo>
                    <a:pt x="1277337" y="1335048"/>
                  </a:lnTo>
                  <a:lnTo>
                    <a:pt x="1278005" y="1335048"/>
                  </a:lnTo>
                  <a:lnTo>
                    <a:pt x="1278673" y="1279421"/>
                  </a:lnTo>
                  <a:lnTo>
                    <a:pt x="1279341" y="1271077"/>
                  </a:lnTo>
                  <a:lnTo>
                    <a:pt x="1280009" y="1251607"/>
                  </a:lnTo>
                  <a:lnTo>
                    <a:pt x="1280677" y="1243263"/>
                  </a:lnTo>
                  <a:lnTo>
                    <a:pt x="1281345" y="1307234"/>
                  </a:lnTo>
                  <a:lnTo>
                    <a:pt x="1282013" y="1282202"/>
                  </a:lnTo>
                  <a:lnTo>
                    <a:pt x="1282681" y="1279421"/>
                  </a:lnTo>
                  <a:lnTo>
                    <a:pt x="1283349" y="1279421"/>
                  </a:lnTo>
                  <a:lnTo>
                    <a:pt x="1284017" y="1279421"/>
                  </a:lnTo>
                  <a:lnTo>
                    <a:pt x="1284685" y="1279421"/>
                  </a:lnTo>
                  <a:lnTo>
                    <a:pt x="1285353" y="1279421"/>
                  </a:lnTo>
                  <a:lnTo>
                    <a:pt x="1286021" y="1279421"/>
                  </a:lnTo>
                  <a:lnTo>
                    <a:pt x="1286689" y="1268295"/>
                  </a:lnTo>
                  <a:lnTo>
                    <a:pt x="1287357" y="1179292"/>
                  </a:lnTo>
                  <a:lnTo>
                    <a:pt x="1288025" y="1120884"/>
                  </a:lnTo>
                  <a:lnTo>
                    <a:pt x="1288693" y="1112540"/>
                  </a:lnTo>
                  <a:lnTo>
                    <a:pt x="1289361" y="1112540"/>
                  </a:lnTo>
                  <a:lnTo>
                    <a:pt x="1290029" y="1112540"/>
                  </a:lnTo>
                  <a:lnTo>
                    <a:pt x="1290697" y="1112540"/>
                  </a:lnTo>
                  <a:lnTo>
                    <a:pt x="1291365" y="1079163"/>
                  </a:lnTo>
                  <a:lnTo>
                    <a:pt x="1292033" y="1026318"/>
                  </a:lnTo>
                  <a:lnTo>
                    <a:pt x="1292701" y="967909"/>
                  </a:lnTo>
                  <a:lnTo>
                    <a:pt x="1293369" y="970691"/>
                  </a:lnTo>
                  <a:lnTo>
                    <a:pt x="1294037" y="906720"/>
                  </a:lnTo>
                  <a:lnTo>
                    <a:pt x="1294705" y="890032"/>
                  </a:lnTo>
                  <a:lnTo>
                    <a:pt x="1295373" y="942877"/>
                  </a:lnTo>
                  <a:lnTo>
                    <a:pt x="1296041" y="951221"/>
                  </a:lnTo>
                  <a:lnTo>
                    <a:pt x="1296709" y="981816"/>
                  </a:lnTo>
                  <a:lnTo>
                    <a:pt x="1297377" y="1056912"/>
                  </a:lnTo>
                  <a:lnTo>
                    <a:pt x="1298045" y="1101414"/>
                  </a:lnTo>
                  <a:lnTo>
                    <a:pt x="1298714" y="1162604"/>
                  </a:lnTo>
                  <a:lnTo>
                    <a:pt x="1299382" y="1168166"/>
                  </a:lnTo>
                  <a:lnTo>
                    <a:pt x="1300050" y="1168166"/>
                  </a:lnTo>
                  <a:lnTo>
                    <a:pt x="1300718" y="1168166"/>
                  </a:lnTo>
                  <a:lnTo>
                    <a:pt x="1301386" y="1168166"/>
                  </a:lnTo>
                  <a:lnTo>
                    <a:pt x="1302054" y="1168166"/>
                  </a:lnTo>
                  <a:lnTo>
                    <a:pt x="1302722" y="1168166"/>
                  </a:lnTo>
                  <a:lnTo>
                    <a:pt x="1303390" y="1170948"/>
                  </a:lnTo>
                  <a:lnTo>
                    <a:pt x="1304058" y="1209887"/>
                  </a:lnTo>
                  <a:lnTo>
                    <a:pt x="1304726" y="1268295"/>
                  </a:lnTo>
                  <a:lnTo>
                    <a:pt x="1305394" y="1279421"/>
                  </a:lnTo>
                  <a:lnTo>
                    <a:pt x="1306062" y="1279421"/>
                  </a:lnTo>
                  <a:lnTo>
                    <a:pt x="1306730" y="1279421"/>
                  </a:lnTo>
                  <a:lnTo>
                    <a:pt x="1307398" y="1279421"/>
                  </a:lnTo>
                  <a:lnTo>
                    <a:pt x="1308066" y="1310015"/>
                  </a:lnTo>
                  <a:lnTo>
                    <a:pt x="1308734" y="1357298"/>
                  </a:lnTo>
                  <a:lnTo>
                    <a:pt x="1309402" y="1368424"/>
                  </a:lnTo>
                  <a:lnTo>
                    <a:pt x="1310070" y="1418488"/>
                  </a:lnTo>
                  <a:lnTo>
                    <a:pt x="1310738" y="1482459"/>
                  </a:lnTo>
                  <a:lnTo>
                    <a:pt x="1311406" y="1468552"/>
                  </a:lnTo>
                  <a:lnTo>
                    <a:pt x="1312074" y="1446302"/>
                  </a:lnTo>
                  <a:lnTo>
                    <a:pt x="1312742" y="1446302"/>
                  </a:lnTo>
                  <a:lnTo>
                    <a:pt x="1313410" y="1488022"/>
                  </a:lnTo>
                  <a:lnTo>
                    <a:pt x="1314078" y="1501929"/>
                  </a:lnTo>
                  <a:lnTo>
                    <a:pt x="1314746" y="1501929"/>
                  </a:lnTo>
                  <a:lnTo>
                    <a:pt x="1315414" y="1465771"/>
                  </a:lnTo>
                  <a:lnTo>
                    <a:pt x="1316082" y="1446302"/>
                  </a:lnTo>
                  <a:lnTo>
                    <a:pt x="1316750" y="1435176"/>
                  </a:lnTo>
                  <a:lnTo>
                    <a:pt x="1317418" y="1390675"/>
                  </a:lnTo>
                  <a:lnTo>
                    <a:pt x="1318086" y="1390675"/>
                  </a:lnTo>
                  <a:lnTo>
                    <a:pt x="1318754" y="1390675"/>
                  </a:lnTo>
                  <a:lnTo>
                    <a:pt x="1319422" y="1390675"/>
                  </a:lnTo>
                  <a:lnTo>
                    <a:pt x="1320090" y="1393456"/>
                  </a:lnTo>
                  <a:lnTo>
                    <a:pt x="1320758" y="1446302"/>
                  </a:lnTo>
                  <a:lnTo>
                    <a:pt x="1321426" y="1446302"/>
                  </a:lnTo>
                  <a:lnTo>
                    <a:pt x="1322094" y="1446302"/>
                  </a:lnTo>
                  <a:lnTo>
                    <a:pt x="1322762" y="1446302"/>
                  </a:lnTo>
                  <a:lnTo>
                    <a:pt x="1323431" y="1432395"/>
                  </a:lnTo>
                  <a:lnTo>
                    <a:pt x="1324099" y="1390675"/>
                  </a:lnTo>
                  <a:lnTo>
                    <a:pt x="1324767" y="1390675"/>
                  </a:lnTo>
                  <a:lnTo>
                    <a:pt x="1325435" y="1393456"/>
                  </a:lnTo>
                  <a:lnTo>
                    <a:pt x="1326103" y="1446302"/>
                  </a:lnTo>
                  <a:lnTo>
                    <a:pt x="1326771" y="1446302"/>
                  </a:lnTo>
                  <a:lnTo>
                    <a:pt x="1327439" y="1446302"/>
                  </a:lnTo>
                  <a:lnTo>
                    <a:pt x="1328107" y="1476896"/>
                  </a:lnTo>
                  <a:lnTo>
                    <a:pt x="1328775" y="1501929"/>
                  </a:lnTo>
                  <a:lnTo>
                    <a:pt x="1329443" y="1468552"/>
                  </a:lnTo>
                  <a:lnTo>
                    <a:pt x="1330111" y="1446302"/>
                  </a:lnTo>
                  <a:lnTo>
                    <a:pt x="1330779" y="1446302"/>
                  </a:lnTo>
                  <a:lnTo>
                    <a:pt x="1331447" y="1446302"/>
                  </a:lnTo>
                  <a:lnTo>
                    <a:pt x="1332115" y="1479678"/>
                  </a:lnTo>
                  <a:lnTo>
                    <a:pt x="1332783" y="1501929"/>
                  </a:lnTo>
                  <a:lnTo>
                    <a:pt x="1333451" y="1510273"/>
                  </a:lnTo>
                  <a:lnTo>
                    <a:pt x="1334119" y="1557556"/>
                  </a:lnTo>
                  <a:lnTo>
                    <a:pt x="1334787" y="1557556"/>
                  </a:lnTo>
                  <a:lnTo>
                    <a:pt x="1335455" y="1551993"/>
                  </a:lnTo>
                  <a:lnTo>
                    <a:pt x="1336123" y="1501929"/>
                  </a:lnTo>
                  <a:lnTo>
                    <a:pt x="1336791" y="1501929"/>
                  </a:lnTo>
                  <a:lnTo>
                    <a:pt x="1337459" y="1501929"/>
                  </a:lnTo>
                  <a:lnTo>
                    <a:pt x="1338127" y="1460208"/>
                  </a:lnTo>
                  <a:lnTo>
                    <a:pt x="1338795" y="1446302"/>
                  </a:lnTo>
                  <a:lnTo>
                    <a:pt x="1339463" y="1440739"/>
                  </a:lnTo>
                  <a:lnTo>
                    <a:pt x="1340131" y="1401800"/>
                  </a:lnTo>
                  <a:lnTo>
                    <a:pt x="1340799" y="1446302"/>
                  </a:lnTo>
                  <a:lnTo>
                    <a:pt x="1341467" y="1446302"/>
                  </a:lnTo>
                  <a:lnTo>
                    <a:pt x="1342135" y="1446302"/>
                  </a:lnTo>
                  <a:lnTo>
                    <a:pt x="1342803" y="1446302"/>
                  </a:lnTo>
                  <a:lnTo>
                    <a:pt x="1343471" y="1401800"/>
                  </a:lnTo>
                  <a:lnTo>
                    <a:pt x="1344139" y="1390675"/>
                  </a:lnTo>
                  <a:lnTo>
                    <a:pt x="1344807" y="1360080"/>
                  </a:lnTo>
                  <a:lnTo>
                    <a:pt x="1345475" y="1335048"/>
                  </a:lnTo>
                  <a:lnTo>
                    <a:pt x="1346143" y="1365642"/>
                  </a:lnTo>
                  <a:lnTo>
                    <a:pt x="1346811" y="1390675"/>
                  </a:lnTo>
                  <a:lnTo>
                    <a:pt x="1347480" y="1390675"/>
                  </a:lnTo>
                  <a:lnTo>
                    <a:pt x="1348148" y="1390675"/>
                  </a:lnTo>
                  <a:lnTo>
                    <a:pt x="1348816" y="1390675"/>
                  </a:lnTo>
                  <a:lnTo>
                    <a:pt x="1349484" y="1390675"/>
                  </a:lnTo>
                  <a:lnTo>
                    <a:pt x="1350152" y="1390675"/>
                  </a:lnTo>
                  <a:lnTo>
                    <a:pt x="1350820" y="1390675"/>
                  </a:lnTo>
                  <a:lnTo>
                    <a:pt x="1351488" y="1390675"/>
                  </a:lnTo>
                  <a:lnTo>
                    <a:pt x="1352156" y="1393456"/>
                  </a:lnTo>
                  <a:lnTo>
                    <a:pt x="1352824" y="1446302"/>
                  </a:lnTo>
                  <a:lnTo>
                    <a:pt x="1353492" y="1446302"/>
                  </a:lnTo>
                  <a:lnTo>
                    <a:pt x="1354160" y="1446302"/>
                  </a:lnTo>
                  <a:lnTo>
                    <a:pt x="1354828" y="1449083"/>
                  </a:lnTo>
                  <a:lnTo>
                    <a:pt x="1355496" y="1446302"/>
                  </a:lnTo>
                  <a:lnTo>
                    <a:pt x="1356164" y="1449083"/>
                  </a:lnTo>
                  <a:lnTo>
                    <a:pt x="1356832" y="1501929"/>
                  </a:lnTo>
                  <a:lnTo>
                    <a:pt x="1357500" y="1501929"/>
                  </a:lnTo>
                  <a:lnTo>
                    <a:pt x="1358168" y="1471334"/>
                  </a:lnTo>
                  <a:lnTo>
                    <a:pt x="1358836" y="1446302"/>
                  </a:lnTo>
                  <a:lnTo>
                    <a:pt x="1359504" y="1446302"/>
                  </a:lnTo>
                  <a:lnTo>
                    <a:pt x="1360172" y="1488022"/>
                  </a:lnTo>
                  <a:lnTo>
                    <a:pt x="1360840" y="1501929"/>
                  </a:lnTo>
                  <a:lnTo>
                    <a:pt x="1361508" y="1529742"/>
                  </a:lnTo>
                  <a:lnTo>
                    <a:pt x="1362176" y="1557556"/>
                  </a:lnTo>
                  <a:lnTo>
                    <a:pt x="1362844" y="1557556"/>
                  </a:lnTo>
                  <a:lnTo>
                    <a:pt x="1363512" y="1557556"/>
                  </a:lnTo>
                  <a:lnTo>
                    <a:pt x="1364180" y="1557556"/>
                  </a:lnTo>
                  <a:lnTo>
                    <a:pt x="1364848" y="1557556"/>
                  </a:lnTo>
                  <a:lnTo>
                    <a:pt x="1365516" y="1557556"/>
                  </a:lnTo>
                  <a:lnTo>
                    <a:pt x="1366184" y="1557556"/>
                  </a:lnTo>
                  <a:lnTo>
                    <a:pt x="1366852" y="1557556"/>
                  </a:lnTo>
                  <a:lnTo>
                    <a:pt x="1367520" y="1557556"/>
                  </a:lnTo>
                  <a:lnTo>
                    <a:pt x="1368188" y="1501929"/>
                  </a:lnTo>
                  <a:lnTo>
                    <a:pt x="1368856" y="1482459"/>
                  </a:lnTo>
                  <a:lnTo>
                    <a:pt x="1369524" y="1446302"/>
                  </a:lnTo>
                  <a:lnTo>
                    <a:pt x="1370192" y="1446302"/>
                  </a:lnTo>
                  <a:lnTo>
                    <a:pt x="1370860" y="1446302"/>
                  </a:lnTo>
                  <a:lnTo>
                    <a:pt x="1371528" y="1479678"/>
                  </a:lnTo>
                  <a:lnTo>
                    <a:pt x="1372197" y="1501929"/>
                  </a:lnTo>
                  <a:lnTo>
                    <a:pt x="1372865" y="1501929"/>
                  </a:lnTo>
                  <a:lnTo>
                    <a:pt x="1373533" y="1501929"/>
                  </a:lnTo>
                  <a:lnTo>
                    <a:pt x="1374201" y="1501929"/>
                  </a:lnTo>
                  <a:lnTo>
                    <a:pt x="1374869" y="1529742"/>
                  </a:lnTo>
                  <a:lnTo>
                    <a:pt x="1375537" y="1557556"/>
                  </a:lnTo>
                  <a:lnTo>
                    <a:pt x="1376205" y="1557556"/>
                  </a:lnTo>
                  <a:lnTo>
                    <a:pt x="1376873" y="1557556"/>
                  </a:lnTo>
                  <a:lnTo>
                    <a:pt x="1377541" y="1557556"/>
                  </a:lnTo>
                  <a:lnTo>
                    <a:pt x="1378209" y="1557556"/>
                  </a:lnTo>
                  <a:lnTo>
                    <a:pt x="1378877" y="1557556"/>
                  </a:lnTo>
                  <a:lnTo>
                    <a:pt x="1379545" y="1557556"/>
                  </a:lnTo>
                  <a:lnTo>
                    <a:pt x="1380213" y="1557556"/>
                  </a:lnTo>
                  <a:lnTo>
                    <a:pt x="1380881" y="1557556"/>
                  </a:lnTo>
                  <a:lnTo>
                    <a:pt x="1381549" y="1535305"/>
                  </a:lnTo>
                  <a:lnTo>
                    <a:pt x="1382217" y="1501929"/>
                  </a:lnTo>
                  <a:lnTo>
                    <a:pt x="1382885" y="1501929"/>
                  </a:lnTo>
                  <a:lnTo>
                    <a:pt x="1383553" y="1501929"/>
                  </a:lnTo>
                  <a:lnTo>
                    <a:pt x="1384221" y="1501929"/>
                  </a:lnTo>
                  <a:lnTo>
                    <a:pt x="1384889" y="1554774"/>
                  </a:lnTo>
                  <a:lnTo>
                    <a:pt x="1385557" y="1574244"/>
                  </a:lnTo>
                  <a:lnTo>
                    <a:pt x="1386225" y="1613183"/>
                  </a:lnTo>
                  <a:lnTo>
                    <a:pt x="1386893" y="1613183"/>
                  </a:lnTo>
                  <a:lnTo>
                    <a:pt x="1387561" y="1613183"/>
                  </a:lnTo>
                  <a:lnTo>
                    <a:pt x="1388229" y="1613183"/>
                  </a:lnTo>
                  <a:lnTo>
                    <a:pt x="1388897" y="1613183"/>
                  </a:lnTo>
                  <a:lnTo>
                    <a:pt x="1389565" y="1613183"/>
                  </a:lnTo>
                  <a:lnTo>
                    <a:pt x="1390233" y="1613183"/>
                  </a:lnTo>
                  <a:lnTo>
                    <a:pt x="1390901" y="1613183"/>
                  </a:lnTo>
                  <a:lnTo>
                    <a:pt x="1391569" y="1560337"/>
                  </a:lnTo>
                  <a:lnTo>
                    <a:pt x="1392237" y="1526961"/>
                  </a:lnTo>
                  <a:lnTo>
                    <a:pt x="1392905" y="1501929"/>
                  </a:lnTo>
                  <a:lnTo>
                    <a:pt x="1393573" y="1488022"/>
                  </a:lnTo>
                  <a:lnTo>
                    <a:pt x="1394241" y="1446302"/>
                  </a:lnTo>
                  <a:lnTo>
                    <a:pt x="1394909" y="1415707"/>
                  </a:lnTo>
                  <a:lnTo>
                    <a:pt x="1395577" y="1390675"/>
                  </a:lnTo>
                  <a:lnTo>
                    <a:pt x="1396245" y="1360080"/>
                  </a:lnTo>
                  <a:lnTo>
                    <a:pt x="1396914" y="1335048"/>
                  </a:lnTo>
                  <a:lnTo>
                    <a:pt x="1397582" y="1335048"/>
                  </a:lnTo>
                  <a:lnTo>
                    <a:pt x="1398250" y="1354517"/>
                  </a:lnTo>
                  <a:lnTo>
                    <a:pt x="1398918" y="1390675"/>
                  </a:lnTo>
                  <a:lnTo>
                    <a:pt x="1399586" y="1390675"/>
                  </a:lnTo>
                  <a:lnTo>
                    <a:pt x="1400254" y="1371205"/>
                  </a:lnTo>
                  <a:lnTo>
                    <a:pt x="1400922" y="1335048"/>
                  </a:lnTo>
                  <a:lnTo>
                    <a:pt x="1401590" y="1335048"/>
                  </a:lnTo>
                  <a:lnTo>
                    <a:pt x="1402258" y="1326704"/>
                  </a:lnTo>
                  <a:lnTo>
                    <a:pt x="1402926" y="1232138"/>
                  </a:lnTo>
                  <a:lnTo>
                    <a:pt x="1403594" y="1187636"/>
                  </a:lnTo>
                  <a:lnTo>
                    <a:pt x="1404262" y="1112540"/>
                  </a:lnTo>
                  <a:lnTo>
                    <a:pt x="1404930" y="1112540"/>
                  </a:lnTo>
                  <a:lnTo>
                    <a:pt x="1405598" y="1112540"/>
                  </a:lnTo>
                  <a:lnTo>
                    <a:pt x="1406266" y="1112540"/>
                  </a:lnTo>
                  <a:lnTo>
                    <a:pt x="1406934" y="1112540"/>
                  </a:lnTo>
                  <a:lnTo>
                    <a:pt x="1407602" y="1101414"/>
                  </a:lnTo>
                  <a:lnTo>
                    <a:pt x="1408270" y="1070819"/>
                  </a:lnTo>
                  <a:lnTo>
                    <a:pt x="1408938" y="998504"/>
                  </a:lnTo>
                  <a:lnTo>
                    <a:pt x="1409606" y="1001286"/>
                  </a:lnTo>
                  <a:lnTo>
                    <a:pt x="1410274" y="995723"/>
                  </a:lnTo>
                  <a:lnTo>
                    <a:pt x="1410942" y="1001286"/>
                  </a:lnTo>
                  <a:lnTo>
                    <a:pt x="1411610" y="1029099"/>
                  </a:lnTo>
                  <a:lnTo>
                    <a:pt x="1412278" y="1017974"/>
                  </a:lnTo>
                  <a:lnTo>
                    <a:pt x="1412946" y="1029099"/>
                  </a:lnTo>
                  <a:lnTo>
                    <a:pt x="1413614" y="1056912"/>
                  </a:lnTo>
                  <a:lnTo>
                    <a:pt x="1414282" y="1056912"/>
                  </a:lnTo>
                  <a:lnTo>
                    <a:pt x="1414950" y="1056912"/>
                  </a:lnTo>
                  <a:lnTo>
                    <a:pt x="1415618" y="1056912"/>
                  </a:lnTo>
                  <a:lnTo>
                    <a:pt x="1416286" y="1001286"/>
                  </a:lnTo>
                  <a:lnTo>
                    <a:pt x="1416954" y="1017974"/>
                  </a:lnTo>
                  <a:lnTo>
                    <a:pt x="1417622" y="1017974"/>
                  </a:lnTo>
                  <a:lnTo>
                    <a:pt x="1418290" y="1001286"/>
                  </a:lnTo>
                  <a:lnTo>
                    <a:pt x="1418958" y="920626"/>
                  </a:lnTo>
                  <a:lnTo>
                    <a:pt x="1419626" y="990160"/>
                  </a:lnTo>
                  <a:lnTo>
                    <a:pt x="1420294" y="1031880"/>
                  </a:lnTo>
                  <a:lnTo>
                    <a:pt x="1420963" y="1112540"/>
                  </a:lnTo>
                  <a:lnTo>
                    <a:pt x="1421631" y="1112540"/>
                  </a:lnTo>
                  <a:lnTo>
                    <a:pt x="1422299" y="1112540"/>
                  </a:lnTo>
                  <a:lnTo>
                    <a:pt x="1422967" y="1112540"/>
                  </a:lnTo>
                  <a:lnTo>
                    <a:pt x="1423635" y="1068038"/>
                  </a:lnTo>
                  <a:lnTo>
                    <a:pt x="1424303" y="1065256"/>
                  </a:lnTo>
                  <a:lnTo>
                    <a:pt x="1424971" y="1143134"/>
                  </a:lnTo>
                  <a:lnTo>
                    <a:pt x="1425639" y="1248826"/>
                  </a:lnTo>
                  <a:lnTo>
                    <a:pt x="1426307" y="1187636"/>
                  </a:lnTo>
                  <a:lnTo>
                    <a:pt x="1426975" y="1182073"/>
                  </a:lnTo>
                  <a:lnTo>
                    <a:pt x="1427643" y="1223794"/>
                  </a:lnTo>
                  <a:lnTo>
                    <a:pt x="1428311" y="1223794"/>
                  </a:lnTo>
                  <a:lnTo>
                    <a:pt x="1428979" y="1259951"/>
                  </a:lnTo>
                  <a:lnTo>
                    <a:pt x="1429647" y="1279421"/>
                  </a:lnTo>
                  <a:lnTo>
                    <a:pt x="1430315" y="1271077"/>
                  </a:lnTo>
                  <a:lnTo>
                    <a:pt x="1430983" y="1198761"/>
                  </a:lnTo>
                  <a:lnTo>
                    <a:pt x="1431651" y="1112540"/>
                  </a:lnTo>
                  <a:lnTo>
                    <a:pt x="1432319" y="1112540"/>
                  </a:lnTo>
                  <a:lnTo>
                    <a:pt x="1432987" y="1120884"/>
                  </a:lnTo>
                  <a:lnTo>
                    <a:pt x="1433655" y="1112540"/>
                  </a:lnTo>
                  <a:lnTo>
                    <a:pt x="1434323" y="1148697"/>
                  </a:lnTo>
                  <a:lnTo>
                    <a:pt x="1434991" y="1168166"/>
                  </a:lnTo>
                  <a:lnTo>
                    <a:pt x="1435659" y="1248826"/>
                  </a:lnTo>
                  <a:lnTo>
                    <a:pt x="1436327" y="1279421"/>
                  </a:lnTo>
                  <a:lnTo>
                    <a:pt x="1436995" y="1279421"/>
                  </a:lnTo>
                  <a:lnTo>
                    <a:pt x="1437663" y="1279421"/>
                  </a:lnTo>
                  <a:lnTo>
                    <a:pt x="1438331" y="1268295"/>
                  </a:lnTo>
                  <a:lnTo>
                    <a:pt x="1438999" y="1218231"/>
                  </a:lnTo>
                  <a:lnTo>
                    <a:pt x="1439667" y="1168166"/>
                  </a:lnTo>
                  <a:lnTo>
                    <a:pt x="1440335" y="1209887"/>
                  </a:lnTo>
                  <a:lnTo>
                    <a:pt x="1441003" y="1223794"/>
                  </a:lnTo>
                  <a:lnTo>
                    <a:pt x="1441671" y="1223794"/>
                  </a:lnTo>
                  <a:lnTo>
                    <a:pt x="1442339" y="1223794"/>
                  </a:lnTo>
                  <a:lnTo>
                    <a:pt x="1443007" y="1312797"/>
                  </a:lnTo>
                  <a:lnTo>
                    <a:pt x="1443675" y="1304453"/>
                  </a:lnTo>
                  <a:lnTo>
                    <a:pt x="1444343" y="1279421"/>
                  </a:lnTo>
                  <a:lnTo>
                    <a:pt x="1445011" y="1279421"/>
                  </a:lnTo>
                  <a:lnTo>
                    <a:pt x="1445680" y="1279421"/>
                  </a:lnTo>
                  <a:lnTo>
                    <a:pt x="1446348" y="1246044"/>
                  </a:lnTo>
                  <a:lnTo>
                    <a:pt x="1447016" y="1229356"/>
                  </a:lnTo>
                  <a:lnTo>
                    <a:pt x="1447684" y="1298890"/>
                  </a:lnTo>
                  <a:lnTo>
                    <a:pt x="1448352" y="1371205"/>
                  </a:lnTo>
                  <a:lnTo>
                    <a:pt x="1449020" y="1293327"/>
                  </a:lnTo>
                  <a:lnTo>
                    <a:pt x="1449688" y="1265514"/>
                  </a:lnTo>
                  <a:lnTo>
                    <a:pt x="1450356" y="1279421"/>
                  </a:lnTo>
                  <a:lnTo>
                    <a:pt x="1451024" y="1279421"/>
                  </a:lnTo>
                  <a:lnTo>
                    <a:pt x="1451692" y="1234919"/>
                  </a:lnTo>
                  <a:lnTo>
                    <a:pt x="1452360" y="1123665"/>
                  </a:lnTo>
                  <a:lnTo>
                    <a:pt x="1453028" y="1062475"/>
                  </a:lnTo>
                  <a:lnTo>
                    <a:pt x="1453696" y="984598"/>
                  </a:lnTo>
                  <a:lnTo>
                    <a:pt x="1454364" y="945659"/>
                  </a:lnTo>
                  <a:lnTo>
                    <a:pt x="1455032" y="870562"/>
                  </a:lnTo>
                  <a:lnTo>
                    <a:pt x="1455700" y="892813"/>
                  </a:lnTo>
                  <a:lnTo>
                    <a:pt x="1456368" y="928971"/>
                  </a:lnTo>
                  <a:lnTo>
                    <a:pt x="1457036" y="890032"/>
                  </a:lnTo>
                  <a:lnTo>
                    <a:pt x="1457704" y="856655"/>
                  </a:lnTo>
                  <a:lnTo>
                    <a:pt x="1458372" y="834405"/>
                  </a:lnTo>
                  <a:lnTo>
                    <a:pt x="1459040" y="773215"/>
                  </a:lnTo>
                  <a:lnTo>
                    <a:pt x="1459708" y="664742"/>
                  </a:lnTo>
                  <a:lnTo>
                    <a:pt x="1460376" y="625803"/>
                  </a:lnTo>
                  <a:lnTo>
                    <a:pt x="1461044" y="592427"/>
                  </a:lnTo>
                  <a:lnTo>
                    <a:pt x="1461712" y="525675"/>
                  </a:lnTo>
                  <a:lnTo>
                    <a:pt x="1462380" y="483954"/>
                  </a:lnTo>
                  <a:lnTo>
                    <a:pt x="1463048" y="475610"/>
                  </a:lnTo>
                  <a:lnTo>
                    <a:pt x="1463716" y="470047"/>
                  </a:lnTo>
                  <a:lnTo>
                    <a:pt x="1464384" y="392170"/>
                  </a:lnTo>
                  <a:lnTo>
                    <a:pt x="1465052" y="294823"/>
                  </a:lnTo>
                  <a:lnTo>
                    <a:pt x="1465720" y="369919"/>
                  </a:lnTo>
                  <a:lnTo>
                    <a:pt x="1466388" y="375482"/>
                  </a:lnTo>
                  <a:lnTo>
                    <a:pt x="1467056" y="297604"/>
                  </a:lnTo>
                  <a:lnTo>
                    <a:pt x="1467724" y="225289"/>
                  </a:lnTo>
                  <a:lnTo>
                    <a:pt x="1468392" y="241977"/>
                  </a:lnTo>
                  <a:lnTo>
                    <a:pt x="1469060" y="272572"/>
                  </a:lnTo>
                  <a:lnTo>
                    <a:pt x="1469728" y="211382"/>
                  </a:lnTo>
                  <a:lnTo>
                    <a:pt x="1470397" y="236414"/>
                  </a:lnTo>
                  <a:lnTo>
                    <a:pt x="1471065" y="278134"/>
                  </a:lnTo>
                  <a:lnTo>
                    <a:pt x="1471733" y="356012"/>
                  </a:lnTo>
                  <a:lnTo>
                    <a:pt x="1472401" y="389389"/>
                  </a:lnTo>
                  <a:lnTo>
                    <a:pt x="1473069" y="403295"/>
                  </a:lnTo>
                  <a:lnTo>
                    <a:pt x="1473737" y="445015"/>
                  </a:lnTo>
                  <a:lnTo>
                    <a:pt x="1474405" y="475610"/>
                  </a:lnTo>
                  <a:lnTo>
                    <a:pt x="1475073" y="492298"/>
                  </a:lnTo>
                  <a:lnTo>
                    <a:pt x="1475741" y="500642"/>
                  </a:lnTo>
                  <a:lnTo>
                    <a:pt x="1476409" y="609115"/>
                  </a:lnTo>
                  <a:lnTo>
                    <a:pt x="1477077" y="678649"/>
                  </a:lnTo>
                  <a:lnTo>
                    <a:pt x="1477745" y="692556"/>
                  </a:lnTo>
                  <a:lnTo>
                    <a:pt x="1478413" y="750964"/>
                  </a:lnTo>
                  <a:lnTo>
                    <a:pt x="1479081" y="734276"/>
                  </a:lnTo>
                  <a:lnTo>
                    <a:pt x="1479749" y="723150"/>
                  </a:lnTo>
                  <a:lnTo>
                    <a:pt x="1480417" y="750964"/>
                  </a:lnTo>
                  <a:lnTo>
                    <a:pt x="1481085" y="823279"/>
                  </a:lnTo>
                  <a:lnTo>
                    <a:pt x="1481753" y="945659"/>
                  </a:lnTo>
                  <a:lnTo>
                    <a:pt x="1482421" y="945659"/>
                  </a:lnTo>
                  <a:lnTo>
                    <a:pt x="1483089" y="954003"/>
                  </a:lnTo>
                  <a:lnTo>
                    <a:pt x="1483757" y="1034662"/>
                  </a:lnTo>
                  <a:lnTo>
                    <a:pt x="1484425" y="1106977"/>
                  </a:lnTo>
                  <a:lnTo>
                    <a:pt x="1485093" y="1132009"/>
                  </a:lnTo>
                  <a:lnTo>
                    <a:pt x="1485761" y="1209887"/>
                  </a:lnTo>
                  <a:lnTo>
                    <a:pt x="1486429" y="1326703"/>
                  </a:lnTo>
                  <a:lnTo>
                    <a:pt x="1487097" y="1390675"/>
                  </a:lnTo>
                  <a:lnTo>
                    <a:pt x="1487765" y="1335048"/>
                  </a:lnTo>
                  <a:lnTo>
                    <a:pt x="1488433" y="1335048"/>
                  </a:lnTo>
                  <a:lnTo>
                    <a:pt x="1489101" y="1335048"/>
                  </a:lnTo>
                  <a:lnTo>
                    <a:pt x="1489769" y="1335048"/>
                  </a:lnTo>
                  <a:lnTo>
                    <a:pt x="1490437" y="1335048"/>
                  </a:lnTo>
                  <a:lnTo>
                    <a:pt x="1491105" y="1335048"/>
                  </a:lnTo>
                  <a:lnTo>
                    <a:pt x="1491773" y="1340610"/>
                  </a:lnTo>
                  <a:lnTo>
                    <a:pt x="1492441" y="1390675"/>
                  </a:lnTo>
                  <a:lnTo>
                    <a:pt x="1493109" y="1390675"/>
                  </a:lnTo>
                  <a:lnTo>
                    <a:pt x="1493777" y="1390675"/>
                  </a:lnTo>
                  <a:lnTo>
                    <a:pt x="1494445" y="1426832"/>
                  </a:lnTo>
                  <a:lnTo>
                    <a:pt x="1495114" y="1390675"/>
                  </a:lnTo>
                  <a:lnTo>
                    <a:pt x="1495782" y="1443520"/>
                  </a:lnTo>
                  <a:lnTo>
                    <a:pt x="1496450" y="1474115"/>
                  </a:lnTo>
                  <a:lnTo>
                    <a:pt x="1497118" y="1446302"/>
                  </a:lnTo>
                  <a:lnTo>
                    <a:pt x="1497786" y="1446302"/>
                  </a:lnTo>
                  <a:lnTo>
                    <a:pt x="1498454" y="1446302"/>
                  </a:lnTo>
                  <a:lnTo>
                    <a:pt x="1499122" y="1437957"/>
                  </a:lnTo>
                  <a:lnTo>
                    <a:pt x="1499790" y="1443520"/>
                  </a:lnTo>
                  <a:lnTo>
                    <a:pt x="1500458" y="1446302"/>
                  </a:lnTo>
                  <a:lnTo>
                    <a:pt x="1501126" y="1446302"/>
                  </a:lnTo>
                  <a:lnTo>
                    <a:pt x="1501794" y="1446302"/>
                  </a:lnTo>
                  <a:lnTo>
                    <a:pt x="1502462" y="1446302"/>
                  </a:lnTo>
                  <a:lnTo>
                    <a:pt x="1503130" y="1390675"/>
                  </a:lnTo>
                  <a:lnTo>
                    <a:pt x="1503798" y="1390675"/>
                  </a:lnTo>
                  <a:lnTo>
                    <a:pt x="1504466" y="1418488"/>
                  </a:lnTo>
                  <a:lnTo>
                    <a:pt x="1505134" y="1335048"/>
                  </a:lnTo>
                  <a:lnTo>
                    <a:pt x="1505802" y="1301671"/>
                  </a:lnTo>
                  <a:lnTo>
                    <a:pt x="1506470" y="1279421"/>
                  </a:lnTo>
                  <a:lnTo>
                    <a:pt x="1507138" y="1223794"/>
                  </a:lnTo>
                  <a:lnTo>
                    <a:pt x="1507806" y="1187636"/>
                  </a:lnTo>
                  <a:lnTo>
                    <a:pt x="1508474" y="1168166"/>
                  </a:lnTo>
                  <a:lnTo>
                    <a:pt x="1509142" y="1168166"/>
                  </a:lnTo>
                  <a:lnTo>
                    <a:pt x="1509810" y="1112540"/>
                  </a:lnTo>
                  <a:lnTo>
                    <a:pt x="1510478" y="1081945"/>
                  </a:lnTo>
                  <a:lnTo>
                    <a:pt x="1511146" y="1054131"/>
                  </a:lnTo>
                  <a:lnTo>
                    <a:pt x="1511814" y="1006848"/>
                  </a:lnTo>
                  <a:lnTo>
                    <a:pt x="1512482" y="1001286"/>
                  </a:lnTo>
                  <a:lnTo>
                    <a:pt x="1513150" y="1026317"/>
                  </a:lnTo>
                  <a:lnTo>
                    <a:pt x="1513818" y="1023536"/>
                  </a:lnTo>
                  <a:lnTo>
                    <a:pt x="1514486" y="1001286"/>
                  </a:lnTo>
                  <a:lnTo>
                    <a:pt x="1515154" y="1001286"/>
                  </a:lnTo>
                  <a:lnTo>
                    <a:pt x="1515822" y="970691"/>
                  </a:lnTo>
                  <a:lnTo>
                    <a:pt x="1516490" y="970691"/>
                  </a:lnTo>
                  <a:lnTo>
                    <a:pt x="1517158" y="945659"/>
                  </a:lnTo>
                  <a:lnTo>
                    <a:pt x="1517826" y="945659"/>
                  </a:lnTo>
                  <a:lnTo>
                    <a:pt x="1518494" y="945659"/>
                  </a:lnTo>
                  <a:lnTo>
                    <a:pt x="1519163" y="926189"/>
                  </a:lnTo>
                  <a:lnTo>
                    <a:pt x="1519831" y="942877"/>
                  </a:lnTo>
                  <a:lnTo>
                    <a:pt x="1520499" y="917845"/>
                  </a:lnTo>
                  <a:lnTo>
                    <a:pt x="1521167" y="909501"/>
                  </a:lnTo>
                  <a:lnTo>
                    <a:pt x="1521835" y="1001286"/>
                  </a:lnTo>
                  <a:lnTo>
                    <a:pt x="1522503" y="1031880"/>
                  </a:lnTo>
                  <a:lnTo>
                    <a:pt x="1523171" y="1056912"/>
                  </a:lnTo>
                  <a:lnTo>
                    <a:pt x="1523839" y="1087507"/>
                  </a:lnTo>
                  <a:lnTo>
                    <a:pt x="1524507" y="1090289"/>
                  </a:lnTo>
                  <a:lnTo>
                    <a:pt x="1525175" y="1112540"/>
                  </a:lnTo>
                  <a:lnTo>
                    <a:pt x="1525843" y="1112540"/>
                  </a:lnTo>
                  <a:lnTo>
                    <a:pt x="1526511" y="1157041"/>
                  </a:lnTo>
                  <a:lnTo>
                    <a:pt x="1527179" y="1140353"/>
                  </a:lnTo>
                  <a:lnTo>
                    <a:pt x="1527847" y="1173729"/>
                  </a:lnTo>
                  <a:lnTo>
                    <a:pt x="1528515" y="1218231"/>
                  </a:lnTo>
                  <a:lnTo>
                    <a:pt x="1529183" y="1223794"/>
                  </a:lnTo>
                  <a:lnTo>
                    <a:pt x="1529851" y="1207105"/>
                  </a:lnTo>
                  <a:lnTo>
                    <a:pt x="1530519" y="1198761"/>
                  </a:lnTo>
                  <a:lnTo>
                    <a:pt x="1531187" y="1223794"/>
                  </a:lnTo>
                  <a:lnTo>
                    <a:pt x="1531855" y="1195980"/>
                  </a:lnTo>
                  <a:lnTo>
                    <a:pt x="1532523" y="1201543"/>
                  </a:lnTo>
                  <a:lnTo>
                    <a:pt x="1533191" y="1251607"/>
                  </a:lnTo>
                  <a:lnTo>
                    <a:pt x="1533859" y="1259951"/>
                  </a:lnTo>
                  <a:lnTo>
                    <a:pt x="1534527" y="1209887"/>
                  </a:lnTo>
                  <a:lnTo>
                    <a:pt x="1535195" y="1168166"/>
                  </a:lnTo>
                  <a:lnTo>
                    <a:pt x="1535863" y="1168166"/>
                  </a:lnTo>
                  <a:lnTo>
                    <a:pt x="1536531" y="1168166"/>
                  </a:lnTo>
                  <a:lnTo>
                    <a:pt x="1537199" y="1193199"/>
                  </a:lnTo>
                  <a:lnTo>
                    <a:pt x="1537867" y="1218231"/>
                  </a:lnTo>
                  <a:lnTo>
                    <a:pt x="1538535" y="1151478"/>
                  </a:lnTo>
                  <a:lnTo>
                    <a:pt x="1539203" y="1112540"/>
                  </a:lnTo>
                  <a:lnTo>
                    <a:pt x="1539871" y="1112540"/>
                  </a:lnTo>
                  <a:lnTo>
                    <a:pt x="1540539" y="1132009"/>
                  </a:lnTo>
                  <a:lnTo>
                    <a:pt x="1541207" y="1168166"/>
                  </a:lnTo>
                  <a:lnTo>
                    <a:pt x="1541875" y="1168166"/>
                  </a:lnTo>
                  <a:lnTo>
                    <a:pt x="1542543" y="1168166"/>
                  </a:lnTo>
                  <a:lnTo>
                    <a:pt x="1543211" y="1173729"/>
                  </a:lnTo>
                  <a:lnTo>
                    <a:pt x="1543880" y="1223794"/>
                  </a:lnTo>
                  <a:lnTo>
                    <a:pt x="1544548" y="1223794"/>
                  </a:lnTo>
                  <a:lnTo>
                    <a:pt x="1545216" y="1273858"/>
                  </a:lnTo>
                  <a:lnTo>
                    <a:pt x="1545884" y="1279421"/>
                  </a:lnTo>
                  <a:lnTo>
                    <a:pt x="1546552" y="1293327"/>
                  </a:lnTo>
                  <a:lnTo>
                    <a:pt x="1547220" y="1335048"/>
                  </a:lnTo>
                  <a:lnTo>
                    <a:pt x="1547888" y="1335048"/>
                  </a:lnTo>
                  <a:lnTo>
                    <a:pt x="1548556" y="1337829"/>
                  </a:lnTo>
                  <a:lnTo>
                    <a:pt x="1549224" y="1335048"/>
                  </a:lnTo>
                  <a:lnTo>
                    <a:pt x="1549892" y="1335048"/>
                  </a:lnTo>
                  <a:lnTo>
                    <a:pt x="1550560" y="1351736"/>
                  </a:lnTo>
                  <a:lnTo>
                    <a:pt x="1551228" y="1401800"/>
                  </a:lnTo>
                  <a:lnTo>
                    <a:pt x="1551896" y="1446302"/>
                  </a:lnTo>
                  <a:lnTo>
                    <a:pt x="1552564" y="1460208"/>
                  </a:lnTo>
                  <a:lnTo>
                    <a:pt x="1553232" y="1501929"/>
                  </a:lnTo>
                  <a:lnTo>
                    <a:pt x="1553900" y="1501929"/>
                  </a:lnTo>
                  <a:lnTo>
                    <a:pt x="1554568" y="1504710"/>
                  </a:lnTo>
                  <a:lnTo>
                    <a:pt x="1555236" y="1571462"/>
                  </a:lnTo>
                  <a:lnTo>
                    <a:pt x="1555904" y="1613183"/>
                  </a:lnTo>
                  <a:lnTo>
                    <a:pt x="1556572" y="1613183"/>
                  </a:lnTo>
                  <a:lnTo>
                    <a:pt x="1557240" y="1613183"/>
                  </a:lnTo>
                  <a:lnTo>
                    <a:pt x="1557908" y="1613183"/>
                  </a:lnTo>
                  <a:lnTo>
                    <a:pt x="1558576" y="1613183"/>
                  </a:lnTo>
                  <a:lnTo>
                    <a:pt x="1559244" y="1613183"/>
                  </a:lnTo>
                  <a:lnTo>
                    <a:pt x="1559912" y="1613183"/>
                  </a:lnTo>
                  <a:lnTo>
                    <a:pt x="1560580" y="1613183"/>
                  </a:lnTo>
                  <a:lnTo>
                    <a:pt x="1561248" y="1613183"/>
                  </a:lnTo>
                  <a:lnTo>
                    <a:pt x="1561916" y="1613183"/>
                  </a:lnTo>
                  <a:lnTo>
                    <a:pt x="1562584" y="1613183"/>
                  </a:lnTo>
                  <a:lnTo>
                    <a:pt x="1563252" y="1613183"/>
                  </a:lnTo>
                  <a:lnTo>
                    <a:pt x="1563920" y="1613183"/>
                  </a:lnTo>
                  <a:lnTo>
                    <a:pt x="1564588" y="1613183"/>
                  </a:lnTo>
                  <a:lnTo>
                    <a:pt x="1565256" y="1632652"/>
                  </a:lnTo>
                  <a:lnTo>
                    <a:pt x="1565924" y="1629871"/>
                  </a:lnTo>
                  <a:lnTo>
                    <a:pt x="1566592" y="1613183"/>
                  </a:lnTo>
                  <a:lnTo>
                    <a:pt x="1567260" y="1613183"/>
                  </a:lnTo>
                  <a:lnTo>
                    <a:pt x="1567928" y="1613183"/>
                  </a:lnTo>
                  <a:lnTo>
                    <a:pt x="1568597" y="1613183"/>
                  </a:lnTo>
                  <a:lnTo>
                    <a:pt x="1569265" y="1613183"/>
                  </a:lnTo>
                  <a:lnTo>
                    <a:pt x="1569933" y="1613183"/>
                  </a:lnTo>
                  <a:lnTo>
                    <a:pt x="1570601" y="1613183"/>
                  </a:lnTo>
                  <a:lnTo>
                    <a:pt x="1571269" y="1613183"/>
                  </a:lnTo>
                  <a:lnTo>
                    <a:pt x="1571937" y="1613183"/>
                  </a:lnTo>
                  <a:lnTo>
                    <a:pt x="1572605" y="1613183"/>
                  </a:lnTo>
                  <a:lnTo>
                    <a:pt x="1573273" y="1613183"/>
                  </a:lnTo>
                  <a:lnTo>
                    <a:pt x="1573941" y="1613183"/>
                  </a:lnTo>
                  <a:lnTo>
                    <a:pt x="1574609" y="1613183"/>
                  </a:lnTo>
                  <a:lnTo>
                    <a:pt x="1575277" y="1613183"/>
                  </a:lnTo>
                  <a:lnTo>
                    <a:pt x="1575945" y="1613183"/>
                  </a:lnTo>
                  <a:lnTo>
                    <a:pt x="1576613" y="1613183"/>
                  </a:lnTo>
                  <a:lnTo>
                    <a:pt x="1577281" y="1613183"/>
                  </a:lnTo>
                  <a:lnTo>
                    <a:pt x="1577949" y="1613183"/>
                  </a:lnTo>
                  <a:lnTo>
                    <a:pt x="1578617" y="1579806"/>
                  </a:lnTo>
                  <a:lnTo>
                    <a:pt x="1579285" y="1557556"/>
                  </a:lnTo>
                  <a:lnTo>
                    <a:pt x="1579953" y="1557556"/>
                  </a:lnTo>
                  <a:lnTo>
                    <a:pt x="1580621" y="1557556"/>
                  </a:lnTo>
                  <a:lnTo>
                    <a:pt x="1581289" y="1557556"/>
                  </a:lnTo>
                  <a:lnTo>
                    <a:pt x="1581957" y="1521398"/>
                  </a:lnTo>
                  <a:lnTo>
                    <a:pt x="1582625" y="1538086"/>
                  </a:lnTo>
                  <a:lnTo>
                    <a:pt x="1583293" y="1557556"/>
                  </a:lnTo>
                  <a:lnTo>
                    <a:pt x="1583961" y="1557556"/>
                  </a:lnTo>
                  <a:lnTo>
                    <a:pt x="1584629" y="1557556"/>
                  </a:lnTo>
                  <a:lnTo>
                    <a:pt x="1585297" y="1557556"/>
                  </a:lnTo>
                  <a:lnTo>
                    <a:pt x="1585965" y="1557556"/>
                  </a:lnTo>
                  <a:lnTo>
                    <a:pt x="1586633" y="1538086"/>
                  </a:lnTo>
                  <a:lnTo>
                    <a:pt x="1587301" y="1482459"/>
                  </a:lnTo>
                  <a:lnTo>
                    <a:pt x="1587969" y="1446302"/>
                  </a:lnTo>
                  <a:lnTo>
                    <a:pt x="1588637" y="1432395"/>
                  </a:lnTo>
                  <a:lnTo>
                    <a:pt x="1589305" y="1382331"/>
                  </a:lnTo>
                  <a:lnTo>
                    <a:pt x="1589973" y="1335048"/>
                  </a:lnTo>
                  <a:lnTo>
                    <a:pt x="1590641" y="1298890"/>
                  </a:lnTo>
                  <a:lnTo>
                    <a:pt x="1591309" y="1223794"/>
                  </a:lnTo>
                  <a:lnTo>
                    <a:pt x="1591977" y="1223794"/>
                  </a:lnTo>
                  <a:lnTo>
                    <a:pt x="1592645" y="1223794"/>
                  </a:lnTo>
                  <a:lnTo>
                    <a:pt x="1593314" y="1223794"/>
                  </a:lnTo>
                  <a:lnTo>
                    <a:pt x="1593982" y="1223794"/>
                  </a:lnTo>
                  <a:lnTo>
                    <a:pt x="1594650" y="1223794"/>
                  </a:lnTo>
                  <a:lnTo>
                    <a:pt x="1595318" y="1254388"/>
                  </a:lnTo>
                  <a:lnTo>
                    <a:pt x="1595986" y="1279421"/>
                  </a:lnTo>
                  <a:lnTo>
                    <a:pt x="1596654" y="1279421"/>
                  </a:lnTo>
                  <a:lnTo>
                    <a:pt x="1597322" y="1279421"/>
                  </a:lnTo>
                  <a:lnTo>
                    <a:pt x="1597990" y="1279421"/>
                  </a:lnTo>
                  <a:lnTo>
                    <a:pt x="1598658" y="1312797"/>
                  </a:lnTo>
                  <a:lnTo>
                    <a:pt x="1599326" y="1335048"/>
                  </a:lnTo>
                  <a:lnTo>
                    <a:pt x="1599994" y="1279421"/>
                  </a:lnTo>
                  <a:lnTo>
                    <a:pt x="1600662" y="1279421"/>
                  </a:lnTo>
                  <a:lnTo>
                    <a:pt x="1601330" y="1279421"/>
                  </a:lnTo>
                  <a:lnTo>
                    <a:pt x="1601998" y="1279421"/>
                  </a:lnTo>
                  <a:lnTo>
                    <a:pt x="1602666" y="1279421"/>
                  </a:lnTo>
                  <a:lnTo>
                    <a:pt x="1603334" y="1293327"/>
                  </a:lnTo>
                  <a:lnTo>
                    <a:pt x="1604002" y="1296109"/>
                  </a:lnTo>
                  <a:lnTo>
                    <a:pt x="1604670" y="1335048"/>
                  </a:lnTo>
                  <a:lnTo>
                    <a:pt x="1605338" y="1346173"/>
                  </a:lnTo>
                  <a:lnTo>
                    <a:pt x="1606006" y="1396237"/>
                  </a:lnTo>
                  <a:lnTo>
                    <a:pt x="1606674" y="1446302"/>
                  </a:lnTo>
                  <a:lnTo>
                    <a:pt x="1607342" y="1476896"/>
                  </a:lnTo>
                  <a:lnTo>
                    <a:pt x="1608010" y="1557556"/>
                  </a:lnTo>
                  <a:lnTo>
                    <a:pt x="1608678" y="1557556"/>
                  </a:lnTo>
                  <a:lnTo>
                    <a:pt x="1609346" y="1557556"/>
                  </a:lnTo>
                  <a:lnTo>
                    <a:pt x="1610014" y="1557556"/>
                  </a:lnTo>
                  <a:lnTo>
                    <a:pt x="1610682" y="1557556"/>
                  </a:lnTo>
                  <a:lnTo>
                    <a:pt x="1611350" y="1557556"/>
                  </a:lnTo>
                  <a:lnTo>
                    <a:pt x="1612018" y="1557556"/>
                  </a:lnTo>
                  <a:lnTo>
                    <a:pt x="1612686" y="1557556"/>
                  </a:lnTo>
                  <a:lnTo>
                    <a:pt x="1613354" y="1557556"/>
                  </a:lnTo>
                  <a:lnTo>
                    <a:pt x="1614022" y="1501929"/>
                  </a:lnTo>
                  <a:lnTo>
                    <a:pt x="1614690" y="1501929"/>
                  </a:lnTo>
                  <a:lnTo>
                    <a:pt x="1615358" y="1446302"/>
                  </a:lnTo>
                  <a:lnTo>
                    <a:pt x="1616026" y="1390675"/>
                  </a:lnTo>
                  <a:lnTo>
                    <a:pt x="1616694" y="1443520"/>
                  </a:lnTo>
                  <a:lnTo>
                    <a:pt x="1617363" y="1446302"/>
                  </a:lnTo>
                  <a:lnTo>
                    <a:pt x="1618031" y="1446302"/>
                  </a:lnTo>
                  <a:lnTo>
                    <a:pt x="1618699" y="1446302"/>
                  </a:lnTo>
                  <a:lnTo>
                    <a:pt x="1619367" y="1418488"/>
                  </a:lnTo>
                  <a:lnTo>
                    <a:pt x="1620035" y="1390675"/>
                  </a:lnTo>
                  <a:lnTo>
                    <a:pt x="1620703" y="1446302"/>
                  </a:lnTo>
                  <a:lnTo>
                    <a:pt x="1621371" y="1446302"/>
                  </a:lnTo>
                  <a:lnTo>
                    <a:pt x="1622039" y="1446302"/>
                  </a:lnTo>
                  <a:lnTo>
                    <a:pt x="1622707" y="1446302"/>
                  </a:lnTo>
                  <a:lnTo>
                    <a:pt x="1623375" y="1446302"/>
                  </a:lnTo>
                  <a:lnTo>
                    <a:pt x="1624043" y="1446302"/>
                  </a:lnTo>
                  <a:lnTo>
                    <a:pt x="1624711" y="1446302"/>
                  </a:lnTo>
                  <a:lnTo>
                    <a:pt x="1625379" y="1393456"/>
                  </a:lnTo>
                  <a:lnTo>
                    <a:pt x="1626047" y="1390675"/>
                  </a:lnTo>
                  <a:lnTo>
                    <a:pt x="1626715" y="1390675"/>
                  </a:lnTo>
                  <a:lnTo>
                    <a:pt x="1627383" y="1390675"/>
                  </a:lnTo>
                  <a:lnTo>
                    <a:pt x="1628051" y="1360080"/>
                  </a:lnTo>
                  <a:lnTo>
                    <a:pt x="1628719" y="1335048"/>
                  </a:lnTo>
                  <a:lnTo>
                    <a:pt x="1629387" y="1335048"/>
                  </a:lnTo>
                  <a:lnTo>
                    <a:pt x="1630055" y="1226575"/>
                  </a:lnTo>
                  <a:lnTo>
                    <a:pt x="1630723" y="1201543"/>
                  </a:lnTo>
                  <a:lnTo>
                    <a:pt x="1631391" y="1168166"/>
                  </a:lnTo>
                  <a:lnTo>
                    <a:pt x="1632059" y="1204324"/>
                  </a:lnTo>
                  <a:lnTo>
                    <a:pt x="1632727" y="1223794"/>
                  </a:lnTo>
                  <a:lnTo>
                    <a:pt x="1633395" y="1223794"/>
                  </a:lnTo>
                  <a:lnTo>
                    <a:pt x="1634063" y="1221012"/>
                  </a:lnTo>
                  <a:lnTo>
                    <a:pt x="1634731" y="1168166"/>
                  </a:lnTo>
                  <a:lnTo>
                    <a:pt x="1635399" y="1168166"/>
                  </a:lnTo>
                  <a:lnTo>
                    <a:pt x="1636067" y="1145916"/>
                  </a:lnTo>
                  <a:lnTo>
                    <a:pt x="1636735" y="1168166"/>
                  </a:lnTo>
                  <a:lnTo>
                    <a:pt x="1637403" y="1168166"/>
                  </a:lnTo>
                  <a:lnTo>
                    <a:pt x="1638071" y="1168166"/>
                  </a:lnTo>
                  <a:lnTo>
                    <a:pt x="1638739" y="1168166"/>
                  </a:lnTo>
                  <a:lnTo>
                    <a:pt x="1639407" y="1168166"/>
                  </a:lnTo>
                  <a:lnTo>
                    <a:pt x="1640075" y="1168166"/>
                  </a:lnTo>
                  <a:lnTo>
                    <a:pt x="1640743" y="1168166"/>
                  </a:lnTo>
                  <a:lnTo>
                    <a:pt x="1641411" y="1168166"/>
                  </a:lnTo>
                  <a:lnTo>
                    <a:pt x="1642080" y="1218231"/>
                  </a:lnTo>
                  <a:lnTo>
                    <a:pt x="1642748" y="1223794"/>
                  </a:lnTo>
                  <a:lnTo>
                    <a:pt x="1643416" y="1223794"/>
                  </a:lnTo>
                  <a:lnTo>
                    <a:pt x="1644084" y="1223794"/>
                  </a:lnTo>
                  <a:lnTo>
                    <a:pt x="1644752" y="1251607"/>
                  </a:lnTo>
                  <a:lnTo>
                    <a:pt x="1645420" y="1279421"/>
                  </a:lnTo>
                  <a:lnTo>
                    <a:pt x="1646088" y="1279421"/>
                  </a:lnTo>
                  <a:lnTo>
                    <a:pt x="1646756" y="1379549"/>
                  </a:lnTo>
                  <a:lnTo>
                    <a:pt x="1647424" y="1462990"/>
                  </a:lnTo>
                  <a:lnTo>
                    <a:pt x="1648092" y="1493585"/>
                  </a:lnTo>
                  <a:lnTo>
                    <a:pt x="1648760" y="1457427"/>
                  </a:lnTo>
                  <a:lnTo>
                    <a:pt x="1649428" y="1501929"/>
                  </a:lnTo>
                  <a:lnTo>
                    <a:pt x="1650096" y="1501929"/>
                  </a:lnTo>
                  <a:lnTo>
                    <a:pt x="1650764" y="1501929"/>
                  </a:lnTo>
                  <a:lnTo>
                    <a:pt x="1651432" y="1551993"/>
                  </a:lnTo>
                  <a:lnTo>
                    <a:pt x="1652100" y="1501929"/>
                  </a:lnTo>
                  <a:lnTo>
                    <a:pt x="1652768" y="1499147"/>
                  </a:lnTo>
                  <a:lnTo>
                    <a:pt x="1653436" y="1501929"/>
                  </a:lnTo>
                  <a:lnTo>
                    <a:pt x="1654104" y="1501929"/>
                  </a:lnTo>
                  <a:lnTo>
                    <a:pt x="1654772" y="1501929"/>
                  </a:lnTo>
                  <a:lnTo>
                    <a:pt x="1655440" y="1449083"/>
                  </a:lnTo>
                  <a:lnTo>
                    <a:pt x="1656108" y="1424051"/>
                  </a:lnTo>
                  <a:lnTo>
                    <a:pt x="1656776" y="1390675"/>
                  </a:lnTo>
                  <a:lnTo>
                    <a:pt x="1657444" y="1390675"/>
                  </a:lnTo>
                  <a:lnTo>
                    <a:pt x="1658112" y="1376768"/>
                  </a:lnTo>
                  <a:lnTo>
                    <a:pt x="1658780" y="1335048"/>
                  </a:lnTo>
                  <a:lnTo>
                    <a:pt x="1659448" y="1335048"/>
                  </a:lnTo>
                  <a:lnTo>
                    <a:pt x="1660116" y="1284983"/>
                  </a:lnTo>
                  <a:lnTo>
                    <a:pt x="1660784" y="1223794"/>
                  </a:lnTo>
                  <a:lnTo>
                    <a:pt x="1661452" y="1223794"/>
                  </a:lnTo>
                  <a:lnTo>
                    <a:pt x="1662120" y="1132009"/>
                  </a:lnTo>
                  <a:lnTo>
                    <a:pt x="1662788" y="1112540"/>
                  </a:lnTo>
                  <a:lnTo>
                    <a:pt x="1663456" y="1112540"/>
                  </a:lnTo>
                  <a:lnTo>
                    <a:pt x="1664124" y="1112540"/>
                  </a:lnTo>
                  <a:lnTo>
                    <a:pt x="1664792" y="1118102"/>
                  </a:lnTo>
                  <a:lnTo>
                    <a:pt x="1665460" y="1168166"/>
                  </a:lnTo>
                  <a:lnTo>
                    <a:pt x="1666128" y="1168166"/>
                  </a:lnTo>
                  <a:lnTo>
                    <a:pt x="1666797" y="1168166"/>
                  </a:lnTo>
                  <a:lnTo>
                    <a:pt x="1667465" y="1168166"/>
                  </a:lnTo>
                  <a:lnTo>
                    <a:pt x="1668133" y="1170948"/>
                  </a:lnTo>
                  <a:lnTo>
                    <a:pt x="1668801" y="1170948"/>
                  </a:lnTo>
                  <a:lnTo>
                    <a:pt x="1669469" y="1212668"/>
                  </a:lnTo>
                  <a:lnTo>
                    <a:pt x="1670137" y="1176511"/>
                  </a:lnTo>
                  <a:lnTo>
                    <a:pt x="1670805" y="1168166"/>
                  </a:lnTo>
                  <a:lnTo>
                    <a:pt x="1671473" y="1145916"/>
                  </a:lnTo>
                  <a:lnTo>
                    <a:pt x="1672141" y="1162604"/>
                  </a:lnTo>
                  <a:lnTo>
                    <a:pt x="1672809" y="1179292"/>
                  </a:lnTo>
                  <a:lnTo>
                    <a:pt x="1673477" y="1168166"/>
                  </a:lnTo>
                  <a:lnTo>
                    <a:pt x="1674145" y="1168166"/>
                  </a:lnTo>
                  <a:lnTo>
                    <a:pt x="1674813" y="1179292"/>
                  </a:lnTo>
                  <a:lnTo>
                    <a:pt x="1675481" y="1223794"/>
                  </a:lnTo>
                  <a:lnTo>
                    <a:pt x="1676149" y="1223794"/>
                  </a:lnTo>
                  <a:lnTo>
                    <a:pt x="1676817" y="1268295"/>
                  </a:lnTo>
                  <a:lnTo>
                    <a:pt x="1677485" y="1307234"/>
                  </a:lnTo>
                  <a:lnTo>
                    <a:pt x="1678153" y="1279421"/>
                  </a:lnTo>
                  <a:lnTo>
                    <a:pt x="1678821" y="1365642"/>
                  </a:lnTo>
                  <a:lnTo>
                    <a:pt x="1679489" y="1390675"/>
                  </a:lnTo>
                  <a:lnTo>
                    <a:pt x="1680157" y="1390675"/>
                  </a:lnTo>
                  <a:lnTo>
                    <a:pt x="1680825" y="1390675"/>
                  </a:lnTo>
                  <a:lnTo>
                    <a:pt x="1681493" y="1390675"/>
                  </a:lnTo>
                  <a:lnTo>
                    <a:pt x="1682161" y="1390675"/>
                  </a:lnTo>
                  <a:lnTo>
                    <a:pt x="1682829" y="1390675"/>
                  </a:lnTo>
                  <a:lnTo>
                    <a:pt x="1683497" y="1390675"/>
                  </a:lnTo>
                  <a:lnTo>
                    <a:pt x="1684165" y="1390675"/>
                  </a:lnTo>
                  <a:lnTo>
                    <a:pt x="1684833" y="1390675"/>
                  </a:lnTo>
                  <a:lnTo>
                    <a:pt x="1685501" y="1440739"/>
                  </a:lnTo>
                  <a:lnTo>
                    <a:pt x="1686169" y="1446302"/>
                  </a:lnTo>
                  <a:lnTo>
                    <a:pt x="1686837" y="1490803"/>
                  </a:lnTo>
                  <a:lnTo>
                    <a:pt x="1687505" y="1501929"/>
                  </a:lnTo>
                  <a:lnTo>
                    <a:pt x="1688173" y="1521398"/>
                  </a:lnTo>
                  <a:lnTo>
                    <a:pt x="1688841" y="1557556"/>
                  </a:lnTo>
                  <a:lnTo>
                    <a:pt x="1689509" y="1563118"/>
                  </a:lnTo>
                  <a:lnTo>
                    <a:pt x="1690177" y="1613183"/>
                  </a:lnTo>
                  <a:lnTo>
                    <a:pt x="1690845" y="1590932"/>
                  </a:lnTo>
                  <a:lnTo>
                    <a:pt x="1691514" y="1557556"/>
                  </a:lnTo>
                  <a:lnTo>
                    <a:pt x="1692182" y="1557556"/>
                  </a:lnTo>
                  <a:lnTo>
                    <a:pt x="1692850" y="1557556"/>
                  </a:lnTo>
                  <a:lnTo>
                    <a:pt x="1693518" y="1557556"/>
                  </a:lnTo>
                  <a:lnTo>
                    <a:pt x="1694186" y="1582588"/>
                  </a:lnTo>
                  <a:lnTo>
                    <a:pt x="1694854" y="1599276"/>
                  </a:lnTo>
                  <a:lnTo>
                    <a:pt x="1695522" y="1557556"/>
                  </a:lnTo>
                  <a:lnTo>
                    <a:pt x="1696190" y="1557556"/>
                  </a:lnTo>
                  <a:lnTo>
                    <a:pt x="1696858" y="1557556"/>
                  </a:lnTo>
                  <a:lnTo>
                    <a:pt x="1697526" y="1557556"/>
                  </a:lnTo>
                  <a:lnTo>
                    <a:pt x="1698194" y="1557556"/>
                  </a:lnTo>
                  <a:lnTo>
                    <a:pt x="1698862" y="1557556"/>
                  </a:lnTo>
                  <a:lnTo>
                    <a:pt x="1699530" y="1557556"/>
                  </a:lnTo>
                  <a:lnTo>
                    <a:pt x="1700198" y="1557556"/>
                  </a:lnTo>
                  <a:lnTo>
                    <a:pt x="1700866" y="1557556"/>
                  </a:lnTo>
                  <a:lnTo>
                    <a:pt x="1701534" y="1557556"/>
                  </a:lnTo>
                  <a:lnTo>
                    <a:pt x="1702202" y="1557556"/>
                  </a:lnTo>
                  <a:lnTo>
                    <a:pt x="1702870" y="1557556"/>
                  </a:lnTo>
                  <a:lnTo>
                    <a:pt x="1703538" y="1551993"/>
                  </a:lnTo>
                  <a:lnTo>
                    <a:pt x="1704206" y="1501929"/>
                  </a:lnTo>
                  <a:lnTo>
                    <a:pt x="1704874" y="1501929"/>
                  </a:lnTo>
                  <a:lnTo>
                    <a:pt x="1705542" y="1501929"/>
                  </a:lnTo>
                  <a:lnTo>
                    <a:pt x="1706210" y="1501929"/>
                  </a:lnTo>
                  <a:lnTo>
                    <a:pt x="1706878" y="1501929"/>
                  </a:lnTo>
                  <a:lnTo>
                    <a:pt x="1707546" y="1521398"/>
                  </a:lnTo>
                  <a:lnTo>
                    <a:pt x="1708214" y="1557556"/>
                  </a:lnTo>
                  <a:lnTo>
                    <a:pt x="1708882" y="1557556"/>
                  </a:lnTo>
                  <a:lnTo>
                    <a:pt x="1709550" y="1529742"/>
                  </a:lnTo>
                  <a:lnTo>
                    <a:pt x="1710218" y="1501929"/>
                  </a:lnTo>
                  <a:lnTo>
                    <a:pt x="1710886" y="1501929"/>
                  </a:lnTo>
                  <a:lnTo>
                    <a:pt x="1711554" y="1501929"/>
                  </a:lnTo>
                  <a:lnTo>
                    <a:pt x="1711554" y="150192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2292738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2318557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2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379" name="pl379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2210003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388007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555013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220207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889027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tx392"/>
            <p:cNvSpPr/>
            <p:nvPr/>
          </p:nvSpPr>
          <p:spPr>
            <a:xfrm>
              <a:off x="1925582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30750000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3595650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30800000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526571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30850000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6935786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30900000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860585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30950000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398" name="tx398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2026-03-09T14:32:47Z</dcterms:modified>
  <cp:category/>
</cp:coreProperties>
</file>